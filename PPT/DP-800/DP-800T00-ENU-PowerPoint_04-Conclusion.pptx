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29" r:id="rId4"/>
  </p:sldMasterIdLst>
  <p:notesMasterIdLst>
    <p:notesMasterId r:id="rId8"/>
  </p:notesMasterIdLst>
  <p:handoutMasterIdLst>
    <p:handoutMasterId r:id="rId9"/>
  </p:handoutMasterIdLst>
  <p:sldIdLst>
    <p:sldId id="2147479705" r:id="rId5"/>
    <p:sldId id="2147479654" r:id="rId6"/>
    <p:sldId id="2147479706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200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584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FD0D05-1B6C-B9DD-05F5-5BAF8705D900}" name="Ron Sasaki" initials="RS" userId="S::rsasaki@microsoft.com::d50e61ca-c12c-4489-bcc9-f00936fa5f6e" providerId="AD"/>
  <p188:author id="{999BBDA0-6DD0-1FC2-4156-10230AF06B33}" name="heidi@mindseyepdx.com" initials="h" userId="S::heidi@mindseyepdx.com::a1bc4856-633f-4b84-8338-4fab10310c7a" providerId="AD"/>
  <p188:author id="{9CB991D4-F35D-B2EA-E886-7CDC3D8B147F}" name="Mindy Rosenthal (Strong Tower)" initials="" userId="S::v-rosenthalm@microsoft.com::5a09356b-afea-4c77-a06c-db6b0aca1814" providerId="AD"/>
  <p188:author id="{921C64E5-1F81-C6E8-CEAD-A3494BE238D0}" name="Marlena May" initials="MM" userId="S::marlenamay@microsoft.com::439cd84e-9246-4810-a1fa-66afa91d4c3f" providerId="AD"/>
  <p188:author id="{2D7C0DE9-CAB2-3D67-0CB7-665236291F0D}" name="Heidi Laverty" initials="HL" userId="7f49b1eb0f3d108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7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78BA"/>
    <a:srgbClr val="E6E4DD"/>
    <a:srgbClr val="E8E6DF"/>
    <a:srgbClr val="E2E0DA"/>
    <a:srgbClr val="254F83"/>
    <a:srgbClr val="EEEEEE"/>
    <a:srgbClr val="E8E8E8"/>
    <a:srgbClr val="D4D4D4"/>
    <a:srgbClr val="FB5A65"/>
    <a:srgbClr val="CD9B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75B4EC-B1DC-03ED-8077-C5619973B960}" v="12" dt="2025-11-13T19:02:17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0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60" y="108"/>
      </p:cViewPr>
      <p:guideLst>
        <p:guide pos="4200"/>
        <p:guide orient="horz" pos="2160"/>
        <p:guide pos="5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emary Caperton" userId="S::rcaper@microsoft.com::285d28cd-9b25-4698-89b3-4c6bd80984c1" providerId="AD" clId="Web-{9C75B4EC-B1DC-03ED-8077-C5619973B960}"/>
    <pc:docChg chg="modSld">
      <pc:chgData name="Rosemary Caperton" userId="S::rcaper@microsoft.com::285d28cd-9b25-4698-89b3-4c6bd80984c1" providerId="AD" clId="Web-{9C75B4EC-B1DC-03ED-8077-C5619973B960}" dt="2025-11-13T19:02:17.723" v="7" actId="20577"/>
      <pc:docMkLst>
        <pc:docMk/>
      </pc:docMkLst>
      <pc:sldChg chg="modSp">
        <pc:chgData name="Rosemary Caperton" userId="S::rcaper@microsoft.com::285d28cd-9b25-4698-89b3-4c6bd80984c1" providerId="AD" clId="Web-{9C75B4EC-B1DC-03ED-8077-C5619973B960}" dt="2025-11-13T19:00:46.204" v="1" actId="20577"/>
        <pc:sldMkLst>
          <pc:docMk/>
          <pc:sldMk cId="1734498451" sldId="2076138419"/>
        </pc:sldMkLst>
        <pc:spChg chg="mod">
          <ac:chgData name="Rosemary Caperton" userId="S::rcaper@microsoft.com::285d28cd-9b25-4698-89b3-4c6bd80984c1" providerId="AD" clId="Web-{9C75B4EC-B1DC-03ED-8077-C5619973B960}" dt="2025-11-13T19:00:46.204" v="1" actId="20577"/>
          <ac:spMkLst>
            <pc:docMk/>
            <pc:sldMk cId="1734498451" sldId="2076138419"/>
            <ac:spMk id="6" creationId="{4F73F9A7-3CDE-4E55-BBD4-52E2A208A3B2}"/>
          </ac:spMkLst>
        </pc:spChg>
      </pc:sldChg>
      <pc:sldChg chg="modSp">
        <pc:chgData name="Rosemary Caperton" userId="S::rcaper@microsoft.com::285d28cd-9b25-4698-89b3-4c6bd80984c1" providerId="AD" clId="Web-{9C75B4EC-B1DC-03ED-8077-C5619973B960}" dt="2025-11-13T19:01:23.487" v="3" actId="20577"/>
        <pc:sldMkLst>
          <pc:docMk/>
          <pc:sldMk cId="1096935855" sldId="2076138420"/>
        </pc:sldMkLst>
        <pc:spChg chg="mod">
          <ac:chgData name="Rosemary Caperton" userId="S::rcaper@microsoft.com::285d28cd-9b25-4698-89b3-4c6bd80984c1" providerId="AD" clId="Web-{9C75B4EC-B1DC-03ED-8077-C5619973B960}" dt="2025-11-13T19:01:23.487" v="3" actId="20577"/>
          <ac:spMkLst>
            <pc:docMk/>
            <pc:sldMk cId="1096935855" sldId="2076138420"/>
            <ac:spMk id="6" creationId="{4F73F9A7-3CDE-4E55-BBD4-52E2A208A3B2}"/>
          </ac:spMkLst>
        </pc:spChg>
      </pc:sldChg>
      <pc:sldChg chg="modSp">
        <pc:chgData name="Rosemary Caperton" userId="S::rcaper@microsoft.com::285d28cd-9b25-4698-89b3-4c6bd80984c1" providerId="AD" clId="Web-{9C75B4EC-B1DC-03ED-8077-C5619973B960}" dt="2025-11-13T19:02:17.723" v="7" actId="20577"/>
        <pc:sldMkLst>
          <pc:docMk/>
          <pc:sldMk cId="3067333247" sldId="2123258938"/>
        </pc:sldMkLst>
        <pc:spChg chg="mod">
          <ac:chgData name="Rosemary Caperton" userId="S::rcaper@microsoft.com::285d28cd-9b25-4698-89b3-4c6bd80984c1" providerId="AD" clId="Web-{9C75B4EC-B1DC-03ED-8077-C5619973B960}" dt="2025-11-13T19:02:17.723" v="7" actId="20577"/>
          <ac:spMkLst>
            <pc:docMk/>
            <pc:sldMk cId="3067333247" sldId="2123258938"/>
            <ac:spMk id="23" creationId="{1BCB881B-C6E3-4FFF-8679-6436C106212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66B00-6144-45ED-BFDB-3936850BDA03}" type="datetime8">
              <a:rPr lang="en-US" smtClean="0">
                <a:latin typeface="Segoe UI" pitchFamily="34" charset="0"/>
              </a:rPr>
              <a:t>3/13/2026 5:29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61486BA7-839C-4D2B-BD52-EF0BBA8433FD}" type="datetime8">
              <a:rPr lang="en-US" smtClean="0"/>
              <a:t>3/13/2026 5:29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7E11D7A2-B01C-A8A3-A191-67F185635D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4" name="Picture 3" descr="Microsoft Learn&#10;Spark possibility">
            <a:extLst>
              <a:ext uri="{FF2B5EF4-FFF2-40B4-BE49-F238E27FC236}">
                <a16:creationId xmlns:a16="http://schemas.microsoft.com/office/drawing/2014/main" id="{92DBCEC2-8AE9-3782-893D-A626AAC4C12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223228" y="2573202"/>
            <a:ext cx="5344642" cy="168195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271FB7A-72FC-2B10-878C-854A9CF5A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34741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  <p15:guide id="8" orient="horz" pos="162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88338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9824"/>
          <a:stretch/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F739926-D45E-64CA-0DB0-97104E14A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19028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 userDrawn="1">
          <p15:clr>
            <a:srgbClr val="FBAE40"/>
          </p15:clr>
        </p15:guide>
        <p15:guide id="2" orient="horz" pos="264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AB8950-CE1F-05A6-2114-49B53E68C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14116FB-E904-DC73-7B06-3E2245263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AC2502E-5D9F-F851-3464-EDB3AAD612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818177"/>
            <a:ext cx="5033361" cy="280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4130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 userDrawn="1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 userDrawn="1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 userDrawn="1">
          <p15:clr>
            <a:srgbClr val="954F72"/>
          </p15:clr>
        </p15:guide>
        <p15:guide id="40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_2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0DCC4-9FA9-09C4-BB96-6B9979AA2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00A7934-B6A5-1A91-FBCA-710DD07CE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82F77F-F413-CFB2-A490-42936771DA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389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F9FBD2C-38D6-C1BF-620A-300B1F4C5C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1338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9712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 userDrawn="1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 userDrawn="1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 userDrawn="1">
          <p15:clr>
            <a:srgbClr val="954F7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-BI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A94852-62BE-D975-5820-B3227B110B53}"/>
              </a:ext>
            </a:extLst>
          </p:cNvPr>
          <p:cNvSpPr/>
          <p:nvPr userDrawn="1"/>
        </p:nvSpPr>
        <p:spPr bwMode="auto">
          <a:xfrm>
            <a:off x="1" y="0"/>
            <a:ext cx="7036066" cy="6858000"/>
          </a:xfrm>
          <a:prstGeom prst="rect">
            <a:avLst/>
          </a:prstGeom>
          <a:solidFill>
            <a:srgbClr val="F4F3F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749038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3B5AFD-1A0C-9C6A-B579-7F4B791823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7554590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8B296A1-E2FF-6AD0-056E-6FFA0EA08B6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10568728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8F4ACC-A223-94FA-AF57-8B62501B0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1659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8133D48-744E-F029-079E-2E16C28098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ltGray">
          <a:xfrm>
            <a:off x="7554590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09D3DDE-EAFB-B57D-9147-8827F7743E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ltGray">
          <a:xfrm>
            <a:off x="10568728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FDB12BE-8B16-4DC3-C014-945C54E8CD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ltGray">
          <a:xfrm>
            <a:off x="9061659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0375802-7BB3-7A20-1210-E5FEEE1A56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8165231" y="457200"/>
            <a:ext cx="2849035" cy="2874212"/>
          </a:xfrm>
          <a:prstGeom prst="roundRect">
            <a:avLst>
              <a:gd name="adj" fmla="val 21738"/>
            </a:avLst>
          </a:prstGeom>
          <a:blipFill>
            <a:blip r:embed="rId2"/>
            <a:stretch>
              <a:fillRect/>
            </a:stretch>
          </a:blipFill>
          <a:effectLst>
            <a:outerShdw blurRad="314198" dist="111760" dir="8040000" algn="ctr" rotWithShape="0">
              <a:schemeClr val="tx1">
                <a:alpha val="22000"/>
              </a:schemeClr>
            </a:outerShdw>
          </a:effectLst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4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</a:t>
            </a:r>
            <a:br>
              <a:rPr lang="en-US"/>
            </a:br>
            <a:r>
              <a:rPr lang="en-US"/>
              <a:t>add your picture here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D3ECBC57-006B-CB8F-1EDC-04C18F0D0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969660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endee-Intro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Picture Placeholder 8" descr="Remote attendees participating in a Microsoft Teams Room (MTR) meeting while people in the conference room are viewing attendees in Gallery View on the front of room monitors​. ">
            <a:extLst>
              <a:ext uri="{FF2B5EF4-FFF2-40B4-BE49-F238E27FC236}">
                <a16:creationId xmlns:a16="http://schemas.microsoft.com/office/drawing/2014/main" id="{52246ABC-CD2B-AD84-9C67-DFE64BEAE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01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page_Big headline_Lear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61096-DA6C-ED52-FA05-5031C6CAB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2E59AFC-909D-1098-D672-A384B9746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081" y="2448062"/>
            <a:ext cx="10430257" cy="1015663"/>
          </a:xfrm>
        </p:spPr>
        <p:txBody>
          <a:bodyPr anchor="b" anchorCtr="0"/>
          <a:lstStyle>
            <a:lvl1pPr>
              <a:defRPr sz="6600" spc="-100" baseline="0">
                <a:latin typeface="+mn-lt"/>
              </a:defRPr>
            </a:lvl1pPr>
          </a:lstStyle>
          <a:p>
            <a:r>
              <a:rPr lang="en-US"/>
              <a:t>Big headline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AE3F76B-93DD-2A11-C7C5-3051EECE97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278313"/>
            <a:ext cx="471268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77A8E4-EDF0-DDB3-8098-28D44E234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6410" y="4278313"/>
            <a:ext cx="376595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750801D-F318-C32F-F1A8-2EB08A5D1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9405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68" userDrawn="1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36" userDrawn="1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73569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707281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A4E92E8-A50E-5AB4-8891-983AC58DB6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199" y="1386766"/>
            <a:ext cx="1101160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47809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8189027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790AA64-2857-089A-38D7-2F214254E9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200" y="1594155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5AAAF14-6312-27D6-344A-FC49DD3F11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4340E81D-820D-EB95-DECF-8E23BA57E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61833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3CBC165-170D-08C9-3B02-A3330AE9A5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056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82E19E-C6C9-5DF7-1994-AFE741475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1591056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4C53E4F-2958-0FC0-1745-B9DBECE7A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27343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 userDrawn="1">
          <p15:clr>
            <a:srgbClr val="954F72"/>
          </p15:clr>
        </p15:guide>
        <p15:guide id="9" pos="2150">
          <p15:clr>
            <a:srgbClr val="954F72"/>
          </p15:clr>
        </p15:guide>
        <p15:guide id="10" pos="2544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88" userDrawn="1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99DE518-C598-A940-A59E-AD0A05432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4E25ABE-71E1-BA48-6C8C-383755934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B7E7F6E-4D9D-5F8C-A5F0-526CA973BE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2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DAE155-2008-5357-51E8-E6B1FA7558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2085764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0B703353-C9ED-0F6F-D7CB-28042BD05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1603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940B0D9-7832-B819-D230-4F210761A2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0D492BA-29A5-F31A-7F93-39ADE3E5ED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2862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EDCFC9-DB25-88C3-92DA-E2554C14A2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01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6EDDB5AC-BBCB-7CEB-9BCA-27715FCAD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35124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23481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44443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2988" userDrawn="1">
          <p15:clr>
            <a:srgbClr val="FBAE40"/>
          </p15:clr>
        </p15:guide>
        <p15:guide id="42" pos="5352" userDrawn="1">
          <p15:clr>
            <a:srgbClr val="FBAE40"/>
          </p15:clr>
        </p15:guide>
        <p15:guide id="43" orient="horz" pos="108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3924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50327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4C1821-6346-D755-83F0-EC5D04C1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8BC1E6-3311-A73F-871A-923C49C012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8C01D0-23FB-7438-A9BF-8E99080C9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571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F7E24-0716-000F-A23E-D45713ECDD7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30DA7-1CDF-18F6-E151-AAB77695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C534918-4E28-3067-DE75-AAF487EA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3586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6FC6DD5-F717-45AB-C65A-E483E17C4FE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974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14A3419-0299-D6E2-EAEC-B759C421A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444237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87FC08B-CC69-ED5E-1E89-0FB4958D4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979816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9E0A83-7ED9-6F5C-AEC4-5B98F5388F70}"/>
              </a:ext>
            </a:extLst>
          </p:cNvPr>
          <p:cNvSpPr/>
          <p:nvPr userDrawn="1"/>
        </p:nvSpPr>
        <p:spPr bwMode="auto">
          <a:xfrm>
            <a:off x="0" y="0"/>
            <a:ext cx="12192000" cy="4572000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7ADEB9F-DC30-5B40-6D59-13194450FB0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720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0ADD2377-43F1-3C9F-D5EF-EBBBA2C54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2611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ACB92EB-B163-EB38-0156-C028F872F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471466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190326-CB8A-9A65-714A-07CD312C3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4712685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90DBB6-E167-EFBB-7028-7961583956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93988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 userDrawn="1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 userDrawn="1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8356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B1DE51-5CDE-B96B-62FD-3A69CF69288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8128000" y="0"/>
            <a:ext cx="4064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59737277-FC4D-0B1F-1FD5-5CD35AF44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4390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4251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292233"/>
            <a:ext cx="7535862" cy="3279768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64000" y="4830309"/>
            <a:ext cx="7535862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073063" y="5231647"/>
            <a:ext cx="75268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F30B2090-3FEF-BD7A-3D1A-F15263CE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292232"/>
            <a:ext cx="3121026" cy="5565768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9AA33E8-65E2-5482-066C-B301F74B3F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2" y="2210101"/>
            <a:ext cx="2113253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0198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90A9B-98DE-E407-1677-225E1CB27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60FA2C5-0F45-1F96-1312-4AD604060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7958667" y="1348398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58406-DE31-8249-0E02-6D12B150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210"/>
          <a:stretch/>
        </p:blipFill>
        <p:spPr>
          <a:xfrm>
            <a:off x="7458887" y="1759165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02C46-D31C-FDEF-C231-716FBE6417F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7724775" y="2041526"/>
            <a:ext cx="4467225" cy="331152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914400" tIns="0" rIns="914400" bIns="14630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website screenshot here or click or tap 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FD7D075-9E51-3CE8-5505-AE5C8CAB04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A9016-5747-B1D1-36DE-145A4E94C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481D8892-E962-43F0-5F5F-08F524F7E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424348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99355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Off-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89885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220598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771955"/>
            <a:ext cx="8778782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2263564"/>
            <a:ext cx="87750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358903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8408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 userDrawn="1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139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009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full pag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2F35014-FB65-ACD9-730E-E1D616E561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3"/>
              </a:gs>
            </a:gsLst>
            <a:lin ang="16200000" scaled="1"/>
            <a:tileRect/>
          </a:gradFill>
        </p:spPr>
        <p:txBody>
          <a:bodyPr vert="horz" wrap="square" lIns="585216" tIns="91440" rIns="0" bIns="45720" rtlCol="0">
            <a:spAutoFit/>
          </a:bodyPr>
          <a:lstStyle>
            <a:lvl1pPr marL="0" indent="0">
              <a:buNone/>
              <a:defRPr kumimoji="0" lang="en-US" sz="1999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</a:defRPr>
            </a:lvl1pPr>
          </a:lstStyle>
          <a:p>
            <a:pPr marL="228600" lvl="0" indent="-228600"/>
            <a:r>
              <a:rPr lang="en-US"/>
              <a:t>Click to enter title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C3CADB3-1E72-D613-A509-B863360A3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2E0005-D466-9A2B-2F72-437D2E7450DA}"/>
              </a:ext>
            </a:extLst>
          </p:cNvPr>
          <p:cNvSpPr txBox="1">
            <a:spLocks/>
          </p:cNvSpPr>
          <p:nvPr userDrawn="1"/>
        </p:nvSpPr>
        <p:spPr>
          <a:xfrm>
            <a:off x="295276" y="770467"/>
            <a:ext cx="11604624" cy="5504921"/>
          </a:xfrm>
          <a:prstGeom prst="rect">
            <a:avLst/>
          </a:prstGeom>
          <a:solidFill>
            <a:srgbClr val="FFFFFF"/>
          </a:solidFill>
        </p:spPr>
        <p:txBody>
          <a:bodyPr vert="horz" lIns="274320" tIns="182880" rIns="182880" bIns="182880" rtlCol="0">
            <a:noAutofit/>
          </a:bodyPr>
          <a:lstStyle>
            <a:lvl1pPr marL="0" indent="0" algn="l" defTabSz="914132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20000"/>
              <a:buFontTx/>
              <a:buNone/>
              <a:defRPr lang="en-US" sz="1400" b="0" i="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Segoe UI Semibold" charset="0"/>
                <a:cs typeface="Segoe UI Semibold" charset="0"/>
              </a:defRPr>
            </a:lvl1pPr>
            <a:lvl2pPr marL="0" indent="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10000"/>
              <a:buFont typeface="Arial" charset="0"/>
              <a:buNone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2pPr>
            <a:lvl3pPr marL="288925" indent="-22225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20000"/>
              <a:buFont typeface="Arial" charset="0"/>
              <a:buChar char="•"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3pPr>
            <a:lvl4pPr marL="631825" indent="-18288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charset="0"/>
              <a:buChar char="•"/>
              <a:tabLst/>
              <a:defRPr lang="en-US" sz="18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4pPr>
            <a:lvl5pPr marL="1162685" indent="-194310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/>
              <a:buChar char="•"/>
              <a:defRPr lang="en-US" sz="1600" b="0" i="0" kern="1200" dirty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5pPr>
            <a:lvl6pPr marL="1873781" indent="-228533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26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92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57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2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E9E9E9"/>
              </a:buClr>
              <a:buSzPct val="120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Segoe UI Semibold" charset="0"/>
            </a:endParaRPr>
          </a:p>
        </p:txBody>
      </p:sp>
      <p:sp>
        <p:nvSpPr>
          <p:cNvPr id="9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3EC8DAD9-3274-7DD3-8458-A6CF6E36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438" y="1083733"/>
            <a:ext cx="11020425" cy="4885267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167848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right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D107E2-140D-CB86-9FA1-B9481E49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404276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7F5E94-C055-4558-A211-EF7933FCA8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4155"/>
            <a:ext cx="404276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A89B3FAE-417F-41EF-9D05-0D6CAF8EC7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582613"/>
            <a:ext cx="5799138" cy="5692775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690523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F055FC1-EF87-C5EC-9545-B346C73AC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389" y="2081710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BA1527-2F4C-29A6-6A08-4FBA5CAE4E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6389" y="3587124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81DC28-90DC-14C9-6ED7-101D16E58F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389" y="4077778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0281408E-274B-89C6-8571-F986E6EE6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7414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B2054C5-1258-8F24-CB3E-C0C7AA294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1258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6043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D9E8228-6949-BCF9-F825-22D65A43DB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2080227"/>
            <a:ext cx="3361943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DD9B65-7B9C-E803-654B-692D90202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5640" y="2276475"/>
            <a:ext cx="7114222" cy="1689099"/>
          </a:xfr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1pPr>
            <a:lvl2pPr marL="155448" indent="0"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2pPr>
            <a:lvl3pPr marL="265176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D724FF2-BFB6-0799-B9AE-F83BA9177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35951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59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_Learn-with Head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14D4A-3D84-63D4-621C-F0146E953C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59BD062-242B-7C76-C2DD-D8D8F7B47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6596763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C218158-577B-6E13-36F7-D124388AA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47714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6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0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646CF9B-C3C6-BF79-10C9-634FDE6DD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0" r:id="rId1"/>
    <p:sldLayoutId id="2147484884" r:id="rId2"/>
    <p:sldLayoutId id="2147484845" r:id="rId3"/>
    <p:sldLayoutId id="2147484870" r:id="rId4"/>
    <p:sldLayoutId id="2147484872" r:id="rId5"/>
    <p:sldLayoutId id="2147484867" r:id="rId6"/>
    <p:sldLayoutId id="2147484908" r:id="rId7"/>
    <p:sldLayoutId id="2147484839" r:id="rId8"/>
    <p:sldLayoutId id="2147484742" r:id="rId9"/>
    <p:sldLayoutId id="2147484910" r:id="rId10"/>
    <p:sldLayoutId id="2147484817" r:id="rId11"/>
    <p:sldLayoutId id="2147484741" r:id="rId12"/>
    <p:sldLayoutId id="2147484807" r:id="rId13"/>
    <p:sldLayoutId id="2147484753" r:id="rId14"/>
    <p:sldLayoutId id="2147484808" r:id="rId15"/>
    <p:sldLayoutId id="2147484912" r:id="rId16"/>
    <p:sldLayoutId id="2147484914" r:id="rId17"/>
    <p:sldLayoutId id="2147484917" r:id="rId18"/>
    <p:sldLayoutId id="2147484915" r:id="rId19"/>
    <p:sldLayoutId id="2147484873" r:id="rId20"/>
    <p:sldLayoutId id="2147484886" r:id="rId21"/>
    <p:sldLayoutId id="2147484885" r:id="rId22"/>
    <p:sldLayoutId id="2147484874" r:id="rId23"/>
    <p:sldLayoutId id="2147484745" r:id="rId24"/>
    <p:sldLayoutId id="2147484743" r:id="rId25"/>
    <p:sldLayoutId id="2147484749" r:id="rId26"/>
    <p:sldLayoutId id="2147484875" r:id="rId27"/>
    <p:sldLayoutId id="2147484840" r:id="rId28"/>
    <p:sldLayoutId id="2147484887" r:id="rId29"/>
    <p:sldLayoutId id="2147484909" r:id="rId30"/>
    <p:sldLayoutId id="2147484907" r:id="rId31"/>
    <p:sldLayoutId id="2147484911" r:id="rId32"/>
    <p:sldLayoutId id="2147484899" r:id="rId33"/>
    <p:sldLayoutId id="2147484903" r:id="rId34"/>
    <p:sldLayoutId id="2147484905" r:id="rId35"/>
    <p:sldLayoutId id="2147484900" r:id="rId36"/>
    <p:sldLayoutId id="2147484906" r:id="rId37"/>
    <p:sldLayoutId id="2147484821" r:id="rId38"/>
    <p:sldLayoutId id="2147484728" r:id="rId39"/>
    <p:sldLayoutId id="2147484859" r:id="rId40"/>
    <p:sldLayoutId id="2147484918" r:id="rId41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5A5A5"/>
          </p15:clr>
        </p15:guide>
        <p15:guide id="2" pos="7680" userDrawn="1">
          <p15:clr>
            <a:srgbClr val="A5A5A5"/>
          </p15:clr>
        </p15:guide>
        <p15:guide id="3" pos="186" userDrawn="1">
          <p15:clr>
            <a:srgbClr val="A5A5A5"/>
          </p15:clr>
        </p15:guide>
        <p15:guide id="26" pos="7496" userDrawn="1">
          <p15:clr>
            <a:srgbClr val="A5A5A5"/>
          </p15:clr>
        </p15:guide>
        <p15:guide id="27" orient="horz" userDrawn="1">
          <p15:clr>
            <a:srgbClr val="A5A5A5"/>
          </p15:clr>
        </p15:guide>
        <p15:guide id="28" orient="horz" pos="4320" userDrawn="1">
          <p15:clr>
            <a:srgbClr val="A5A5A5"/>
          </p15:clr>
        </p15:guide>
        <p15:guide id="29" orient="horz" pos="184" userDrawn="1">
          <p15:clr>
            <a:srgbClr val="A5A5A5"/>
          </p15:clr>
        </p15:guide>
        <p15:guide id="40" orient="horz" pos="4134" userDrawn="1">
          <p15:clr>
            <a:srgbClr val="A5A5A5"/>
          </p15:clr>
        </p15:guide>
        <p15:guide id="42" pos="365" userDrawn="1">
          <p15:clr>
            <a:srgbClr val="C35EA4"/>
          </p15:clr>
        </p15:guide>
        <p15:guide id="43" orient="horz" pos="367" userDrawn="1">
          <p15:clr>
            <a:srgbClr val="C35EA4"/>
          </p15:clr>
        </p15:guide>
        <p15:guide id="44" orient="horz" pos="3953" userDrawn="1">
          <p15:clr>
            <a:srgbClr val="C35EA4"/>
          </p15:clr>
        </p15:guide>
        <p15:guide id="45" pos="7307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2" y="2197893"/>
            <a:ext cx="5686955" cy="2462213"/>
          </a:xfrm>
        </p:spPr>
        <p:txBody>
          <a:bodyPr/>
          <a:lstStyle/>
          <a:p>
            <a:r>
              <a:rPr lang="en-US" dirty="0">
                <a:cs typeface="Segoe UI"/>
              </a:rPr>
              <a:t>DP-800: Develop </a:t>
            </a:r>
            <a:br>
              <a:rPr lang="en-US" dirty="0">
                <a:cs typeface="Segoe UI"/>
              </a:rPr>
            </a:br>
            <a:r>
              <a:rPr lang="en-US" dirty="0">
                <a:cs typeface="Segoe UI"/>
              </a:rPr>
              <a:t>AI-enabled database solutions</a:t>
            </a:r>
            <a:br>
              <a:rPr lang="en-US" dirty="0"/>
            </a:b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Conclusion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A2BF8BC-EDED-61C2-562F-15FB955AD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4740F1-B816-6BEC-8362-3B8D251DFC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6150" y="6446520"/>
            <a:ext cx="1645920" cy="153888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188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216"/>
            <a:ext cx="10430257" cy="430887"/>
          </a:xfrm>
        </p:spPr>
        <p:txBody>
          <a:bodyPr/>
          <a:lstStyle/>
          <a:p>
            <a:r>
              <a:rPr lang="en-US" sz="2800"/>
              <a:t>Thank you for attending this course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74742-B51A-7AB0-5C2C-8C2CFAC7FA4A}"/>
              </a:ext>
            </a:extLst>
          </p:cNvPr>
          <p:cNvSpPr txBox="1"/>
          <p:nvPr/>
        </p:nvSpPr>
        <p:spPr>
          <a:xfrm>
            <a:off x="585217" y="1073388"/>
            <a:ext cx="11031840" cy="40011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r>
              <a:rPr lang="en-US" sz="2000">
                <a:solidFill>
                  <a:schemeClr val="accent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Here are some reminders:</a:t>
            </a: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BB8CD774-E161-61A8-A522-D1535573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7" y="2641600"/>
            <a:ext cx="3369852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anose="020B0502040204020203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D9A420F-4813-DE87-923E-2BAD0B326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14843" y="2090899"/>
            <a:ext cx="1110600" cy="1110600"/>
            <a:chOff x="1742946" y="2116300"/>
            <a:chExt cx="1110600" cy="11106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5204F6C-AFC4-B17E-9CBF-22DC543234BF}"/>
                </a:ext>
              </a:extLst>
            </p:cNvPr>
            <p:cNvSpPr/>
            <p:nvPr/>
          </p:nvSpPr>
          <p:spPr>
            <a:xfrm>
              <a:off x="1742946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DB37397-7AB9-34FE-DA9D-61EDF50E6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529" y="2335581"/>
              <a:ext cx="613466" cy="613466"/>
            </a:xfrm>
            <a:prstGeom prst="rect">
              <a:avLst/>
            </a:prstGeom>
          </p:spPr>
        </p:pic>
      </p:grpSp>
      <p:sp>
        <p:nvSpPr>
          <p:cNvPr id="10" name="Title 3">
            <a:extLst>
              <a:ext uri="{FF2B5EF4-FFF2-40B4-BE49-F238E27FC236}">
                <a16:creationId xmlns:a16="http://schemas.microsoft.com/office/drawing/2014/main" id="{4A316BF9-C4B9-DD49-36CE-1D11F0D1172A}"/>
              </a:ext>
            </a:extLst>
          </p:cNvPr>
          <p:cNvSpPr txBox="1">
            <a:spLocks/>
          </p:cNvSpPr>
          <p:nvPr/>
        </p:nvSpPr>
        <p:spPr bwMode="auto">
          <a:xfrm>
            <a:off x="592138" y="3527093"/>
            <a:ext cx="335036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Celebrate your </a:t>
            </a:r>
            <a:b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new skills</a:t>
            </a:r>
            <a:endParaRPr kumimoji="0" lang="en-US" sz="2000" b="0" i="0" u="none" strike="noStrike" kern="1200" cap="none" spc="0" normalizeH="0" baseline="0" noProof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FDB18E57-06A5-07C5-77E6-7A3931D0724C}"/>
              </a:ext>
            </a:extLst>
          </p:cNvPr>
          <p:cNvSpPr txBox="1">
            <a:spLocks/>
          </p:cNvSpPr>
          <p:nvPr/>
        </p:nvSpPr>
        <p:spPr>
          <a:xfrm>
            <a:off x="1083155" y="4473121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Redeem your achievement</a:t>
            </a:r>
          </a:p>
          <a:p>
            <a:r>
              <a:rPr lang="en-US" sz="1400"/>
              <a:t>Share with us and your network</a:t>
            </a:r>
          </a:p>
        </p:txBody>
      </p:sp>
      <p:sp>
        <p:nvSpPr>
          <p:cNvPr id="7" name="Rounded Rectangle 3_1">
            <a:extLst>
              <a:ext uri="{FF2B5EF4-FFF2-40B4-BE49-F238E27FC236}">
                <a16:creationId xmlns:a16="http://schemas.microsoft.com/office/drawing/2014/main" id="{6EF7A416-217B-B74D-2A37-73B81E903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4692" y="2641600"/>
            <a:ext cx="3349242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anose="020B0502040204020203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EA0CB41-0E46-734C-4922-03B79C43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534013" y="2090899"/>
            <a:ext cx="1110600" cy="1110600"/>
            <a:chOff x="5540700" y="2116300"/>
            <a:chExt cx="1110600" cy="11106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9FEEDCE-1714-0823-ABDF-9A463BF4414A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2612A22-D03D-EB09-D2F9-46DCD2A71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1" name="Title 3">
            <a:extLst>
              <a:ext uri="{FF2B5EF4-FFF2-40B4-BE49-F238E27FC236}">
                <a16:creationId xmlns:a16="http://schemas.microsoft.com/office/drawing/2014/main" id="{BCA26C15-2479-3215-DA45-30CA95A86BF1}"/>
              </a:ext>
            </a:extLst>
          </p:cNvPr>
          <p:cNvSpPr txBox="1">
            <a:spLocks/>
          </p:cNvSpPr>
          <p:nvPr/>
        </p:nvSpPr>
        <p:spPr bwMode="auto">
          <a:xfrm>
            <a:off x="4404664" y="3527093"/>
            <a:ext cx="335036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Let us know </a:t>
            </a:r>
            <a:b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how we did</a:t>
            </a:r>
            <a:endParaRPr kumimoji="0" lang="en-US" sz="2000" b="0" i="0" u="none" strike="noStrike" kern="1200" cap="none" spc="0" normalizeH="0" baseline="0" noProof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87BEECF-9AA7-29D4-B995-C86E4E84DA4F}"/>
              </a:ext>
            </a:extLst>
          </p:cNvPr>
          <p:cNvSpPr txBox="1">
            <a:spLocks/>
          </p:cNvSpPr>
          <p:nvPr/>
        </p:nvSpPr>
        <p:spPr>
          <a:xfrm>
            <a:off x="4888050" y="4473121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Give us your feedback</a:t>
            </a:r>
          </a:p>
          <a:p>
            <a:r>
              <a:rPr lang="en-US" sz="1400"/>
              <a:t>Survey will be sent via email</a:t>
            </a:r>
          </a:p>
        </p:txBody>
      </p:sp>
      <p:sp>
        <p:nvSpPr>
          <p:cNvPr id="8" name="Rounded Rectangle 3_1">
            <a:extLst>
              <a:ext uri="{FF2B5EF4-FFF2-40B4-BE49-F238E27FC236}">
                <a16:creationId xmlns:a16="http://schemas.microsoft.com/office/drawing/2014/main" id="{AB37A0EA-578B-84A5-AE07-644384EA1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68435" y="2641600"/>
            <a:ext cx="3331428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anose="020B0502040204020203" pitchFamily="34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C3E7F02-D409-47E7-2524-7C278F717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378849" y="2090899"/>
            <a:ext cx="1110600" cy="1110600"/>
            <a:chOff x="9378893" y="2116300"/>
            <a:chExt cx="1110600" cy="11106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EF2EB2C-F39B-78A2-5F62-B5420D61E6B0}"/>
                </a:ext>
              </a:extLst>
            </p:cNvPr>
            <p:cNvSpPr/>
            <p:nvPr/>
          </p:nvSpPr>
          <p:spPr>
            <a:xfrm>
              <a:off x="9378893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EEABFC34-76B9-583D-E57A-80FBE6468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7795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9" name="Title 3">
            <a:extLst>
              <a:ext uri="{FF2B5EF4-FFF2-40B4-BE49-F238E27FC236}">
                <a16:creationId xmlns:a16="http://schemas.microsoft.com/office/drawing/2014/main" id="{1115584E-5D15-89B4-1E8A-3A2B2C2A948E}"/>
              </a:ext>
            </a:extLst>
          </p:cNvPr>
          <p:cNvSpPr txBox="1">
            <a:spLocks/>
          </p:cNvSpPr>
          <p:nvPr/>
        </p:nvSpPr>
        <p:spPr bwMode="auto">
          <a:xfrm>
            <a:off x="8429336" y="3340889"/>
            <a:ext cx="3009625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Accelerate your success with Microsoft Credentials</a:t>
            </a:r>
            <a:endParaRPr kumimoji="0" lang="en-US" sz="2000" b="0" i="0" u="none" strike="noStrike" kern="1200" cap="none" spc="0" normalizeH="0" baseline="0" noProof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66F9F362-4F2E-D227-CD26-237B46E62F6F}"/>
              </a:ext>
            </a:extLst>
          </p:cNvPr>
          <p:cNvSpPr txBox="1">
            <a:spLocks/>
          </p:cNvSpPr>
          <p:nvPr/>
        </p:nvSpPr>
        <p:spPr>
          <a:xfrm>
            <a:off x="8753090" y="4473121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Explore additional resources to help prepare</a:t>
            </a:r>
          </a:p>
          <a:p>
            <a:r>
              <a:rPr lang="en-US" sz="1400"/>
              <a:t>Schedule your credential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7FC6E-23C6-9140-6152-48A2508BD218}"/>
              </a:ext>
            </a:extLst>
          </p:cNvPr>
          <p:cNvSpPr txBox="1"/>
          <p:nvPr/>
        </p:nvSpPr>
        <p:spPr>
          <a:xfrm>
            <a:off x="672653" y="6070090"/>
            <a:ext cx="258084" cy="2840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>
              <a:defRPr/>
            </a:pPr>
            <a:r>
              <a:rPr lang="en-US" sz="1846">
                <a:solidFill>
                  <a:srgbClr val="2A446F"/>
                </a:solidFill>
                <a:latin typeface="Segoe UI Symbol"/>
                <a:ea typeface="Segoe UI Symbol"/>
                <a:sym typeface="Segoe UI Symbol"/>
                <a:rtl val="0"/>
              </a:rPr>
              <a:t>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91B82-FBFF-2306-8695-498B4BE67872}"/>
              </a:ext>
            </a:extLst>
          </p:cNvPr>
          <p:cNvSpPr txBox="1"/>
          <p:nvPr/>
        </p:nvSpPr>
        <p:spPr>
          <a:xfrm>
            <a:off x="1078164" y="5956661"/>
            <a:ext cx="5816349" cy="510909"/>
          </a:xfrm>
          <a:prstGeom prst="rect">
            <a:avLst/>
          </a:prstGeom>
          <a:noFill/>
        </p:spPr>
        <p:txBody>
          <a:bodyPr wrap="square" lIns="0" tIns="146304" rIns="182880" bIns="146304" rtlCol="0">
            <a:spAutoFit/>
          </a:bodyPr>
          <a:lstStyle/>
          <a:p>
            <a:pPr defTabSz="914400">
              <a:spcAft>
                <a:spcPts val="800"/>
              </a:spcAft>
              <a:defRPr/>
            </a:pPr>
            <a:r>
              <a:rPr lang="en-US" sz="1400">
                <a:solidFill>
                  <a:srgbClr val="1A1A1A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Tag us social: </a:t>
            </a:r>
            <a:r>
              <a:rPr lang="en-US" sz="1400" b="1">
                <a:solidFill>
                  <a:schemeClr val="accent1"/>
                </a:solidFill>
                <a:latin typeface="Segoe UI Semibold"/>
                <a:ea typeface="Calibri" panose="020F0502020204030204" pitchFamily="34" charset="0"/>
                <a:cs typeface="Arial" panose="020B0604020202020204" pitchFamily="34" charset="0"/>
              </a:rPr>
              <a:t>#AlwaysLearning</a:t>
            </a:r>
            <a:endParaRPr lang="en-US" sz="1400">
              <a:solidFill>
                <a:schemeClr val="accent1"/>
              </a:solidFill>
              <a:latin typeface="Segoe UI Semibold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9FDBAF6B-4023-F57C-248B-3E2DF1B74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</p:spPr>
        <p:txBody>
          <a:bodyPr/>
          <a:lstStyle/>
          <a:p>
            <a:pPr algn="r"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15" name="Flowchart: Off-page Connector 44">
            <a:extLst>
              <a:ext uri="{FF2B5EF4-FFF2-40B4-BE49-F238E27FC236}">
                <a16:creationId xmlns:a16="http://schemas.microsoft.com/office/drawing/2014/main" id="{3D58D7A5-8822-020C-E3F4-CE056ED5CCA6}"/>
              </a:ext>
            </a:extLst>
          </p:cNvPr>
          <p:cNvSpPr/>
          <p:nvPr/>
        </p:nvSpPr>
        <p:spPr bwMode="auto">
          <a:xfrm rot="5400000">
            <a:off x="9475059" y="-803606"/>
            <a:ext cx="1865376" cy="3566160"/>
          </a:xfrm>
          <a:prstGeom prst="flowChartOffpageConnector">
            <a:avLst/>
          </a:prstGeom>
          <a:solidFill>
            <a:srgbClr val="091F2C"/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ts val="600"/>
              </a:spcAft>
            </a:pPr>
            <a:r>
              <a:rPr lang="en-US" sz="1500" b="1">
                <a:solidFill>
                  <a:schemeClr val="bg1"/>
                </a:solidFill>
                <a:latin typeface="+mj-lt"/>
                <a:ea typeface="Segoe UI" pitchFamily="34" charset="0"/>
                <a:cs typeface="Segoe UI" pitchFamily="34" charset="0"/>
              </a:rPr>
              <a:t>Content Devs: </a:t>
            </a:r>
            <a:endParaRPr lang="en-US" sz="1100" b="1">
              <a:solidFill>
                <a:schemeClr val="bg1"/>
              </a:solidFill>
              <a:latin typeface="+mj-lt"/>
              <a:ea typeface="Segoe UI" pitchFamily="34" charset="0"/>
              <a:cs typeface="Segoe UI" pitchFamily="34" charset="0"/>
            </a:endParaRP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>
                <a:solidFill>
                  <a:schemeClr val="bg1"/>
                </a:solidFill>
                <a:latin typeface="Segoe UI"/>
                <a:ea typeface="Segoe UI" pitchFamily="34" charset="0"/>
                <a:cs typeface="Segoe UI" pitchFamily="34" charset="0"/>
              </a:rPr>
              <a:t>Please utilize this slide if your ILT Course has a credential associated.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32071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could be next in your learning journey?</a:t>
            </a:r>
          </a:p>
        </p:txBody>
      </p:sp>
      <p:sp>
        <p:nvSpPr>
          <p:cNvPr id="13" name="Rounded Rectangle 3_1">
            <a:extLst>
              <a:ext uri="{FF2B5EF4-FFF2-40B4-BE49-F238E27FC236}">
                <a16:creationId xmlns:a16="http://schemas.microsoft.com/office/drawing/2014/main" id="{C2C305D4-EFF2-1747-FE82-9AA47D27A3F9}"/>
              </a:ext>
            </a:extLst>
          </p:cNvPr>
          <p:cNvSpPr/>
          <p:nvPr/>
        </p:nvSpPr>
        <p:spPr>
          <a:xfrm>
            <a:off x="468858" y="2306229"/>
            <a:ext cx="10738610" cy="1686657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US" sz="2800" b="0" i="0" dirty="0">
              <a:solidFill>
                <a:schemeClr val="accent1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en-US" sz="2800" b="0" i="0" dirty="0">
                <a:solidFill>
                  <a:schemeClr val="accent1"/>
                </a:solidFill>
                <a:effectLst/>
                <a:latin typeface="Segoe UI" panose="020B0502040204020203" pitchFamily="34" charset="0"/>
              </a:rPr>
              <a:t>https://learn.microsoft.com/training/courses/browse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F144E780-B30C-3FDB-2E59-CE7B85C3D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</p:spPr>
        <p:txBody>
          <a:bodyPr/>
          <a:lstStyle/>
          <a:p>
            <a:pPr algn="r"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407962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f056c50-df01-42ef-9e72-94b7d56ea6ea" xsi:nil="true"/>
    <lcf76f155ced4ddcb4097134ff3c332f xmlns="b45d7b5d-5391-45bc-9089-ccc83e65635d">
      <Terms xmlns="http://schemas.microsoft.com/office/infopath/2007/PartnerControls"/>
    </lcf76f155ced4ddcb4097134ff3c332f>
    <SecurityLevel xmlns="b45d7b5d-5391-45bc-9089-ccc83e65635d" xsi:nil="true"/>
    <Classification xmlns="b45d7b5d-5391-45bc-9089-ccc83e65635d" xsi:nil="true"/>
    <IntelligenceOperation xmlns="b45d7b5d-5391-45bc-9089-ccc83e65635d" xsi:nil="true"/>
    <ApprovalRequired xmlns="b45d7b5d-5391-45bc-9089-ccc83e65635d">true</ApprovalRequire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0248D7AF17F84681BA835FA5F94E40" ma:contentTypeVersion="20" ma:contentTypeDescription="Create a new document." ma:contentTypeScope="" ma:versionID="433c462afd5f8213fc0755e5459980e0">
  <xsd:schema xmlns:xsd="http://www.w3.org/2001/XMLSchema" xmlns:xs="http://www.w3.org/2001/XMLSchema" xmlns:p="http://schemas.microsoft.com/office/2006/metadata/properties" xmlns:ns1="http://schemas.microsoft.com/sharepoint/v3" xmlns:ns2="b45d7b5d-5391-45bc-9089-ccc83e65635d" xmlns:ns3="7f056c50-df01-42ef-9e72-94b7d56ea6ea" targetNamespace="http://schemas.microsoft.com/office/2006/metadata/properties" ma:root="true" ma:fieldsID="371b9982654df4fdd7f3a4c948b61ec1" ns1:_="" ns2:_="" ns3:_="">
    <xsd:import namespace="http://schemas.microsoft.com/sharepoint/v3"/>
    <xsd:import namespace="b45d7b5d-5391-45bc-9089-ccc83e65635d"/>
    <xsd:import namespace="7f056c50-df01-42ef-9e72-94b7d56ea6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Classification" minOccurs="0"/>
                <xsd:element ref="ns2:SecurityLevel" minOccurs="0"/>
                <xsd:element ref="ns2:ApprovalRequired" minOccurs="0"/>
                <xsd:element ref="ns2:IntelligenceOper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d7b5d-5391-45bc-9089-ccc83e6563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Classification" ma:index="24" nillable="true" ma:displayName="Classification" ma:format="Dropdown" ma:internalName="Classification">
      <xsd:simpleType>
        <xsd:restriction base="dms:Choice">
          <xsd:enumeration value="PUBLIC"/>
          <xsd:enumeration value="INTERNAL"/>
          <xsd:enumeration value="CLASSIFIED"/>
        </xsd:restriction>
      </xsd:simpleType>
    </xsd:element>
    <xsd:element name="SecurityLevel" ma:index="25" nillable="true" ma:displayName="SecurityLevel" ma:format="Dropdown" ma:internalName="SecurityLevel">
      <xsd:simpleType>
        <xsd:restriction base="dms:Choice">
          <xsd:enumeration value="NONE"/>
          <xsd:enumeration value="ALPHA"/>
          <xsd:enumeration value="BETA"/>
          <xsd:enumeration value="GAMMA"/>
        </xsd:restriction>
      </xsd:simpleType>
    </xsd:element>
    <xsd:element name="ApprovalRequired" ma:index="26" nillable="true" ma:displayName="ApprovalRequired" ma:default="1" ma:format="Dropdown" ma:internalName="ApprovalRequired">
      <xsd:simpleType>
        <xsd:restriction base="dms:Boolean"/>
      </xsd:simpleType>
    </xsd:element>
    <xsd:element name="IntelligenceOperation" ma:index="27" nillable="true" ma:displayName="IntelligenceOperation" ma:format="Dropdown" ma:internalName="IntelligenceOperation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056c50-df01-42ef-9e72-94b7d56ea6ea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d2e2aa58-280f-4967-8611-313d3ea79993}" ma:internalName="TaxCatchAll" ma:showField="CatchAllData" ma:web="7f056c50-df01-42ef-9e72-94b7d56ea6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schemas.microsoft.com/office/2006/documentManagement/types"/>
    <ds:schemaRef ds:uri="http://schemas.microsoft.com/office/2006/metadata/properties"/>
    <ds:schemaRef ds:uri="7e96d60b-db1d-44a2-8be4-a128982f8e65"/>
    <ds:schemaRef ds:uri="http://purl.org/dc/elements/1.1/"/>
    <ds:schemaRef ds:uri="http://www.w3.org/XML/1998/namespace"/>
    <ds:schemaRef ds:uri="http://schemas.microsoft.com/office/infopath/2007/PartnerControls"/>
    <ds:schemaRef ds:uri="76e03480-8cba-4236-ba8e-c2eaec5d39d6"/>
    <ds:schemaRef ds:uri="http://purl.org/dc/terms/"/>
    <ds:schemaRef ds:uri="http://schemas.openxmlformats.org/package/2006/metadata/core-properties"/>
    <ds:schemaRef ds:uri="230e9df3-be65-4c73-a93b-d1236ebd677e"/>
    <ds:schemaRef ds:uri="http://schemas.microsoft.com/sharepoint/v3"/>
    <ds:schemaRef ds:uri="http://purl.org/dc/dcmitype/"/>
    <ds:schemaRef ds:uri="7f056c50-df01-42ef-9e72-94b7d56ea6ea"/>
    <ds:schemaRef ds:uri="b45d7b5d-5391-45bc-9089-ccc83e65635d"/>
  </ds:schemaRefs>
</ds:datastoreItem>
</file>

<file path=customXml/itemProps3.xml><?xml version="1.0" encoding="utf-8"?>
<ds:datastoreItem xmlns:ds="http://schemas.openxmlformats.org/officeDocument/2006/customXml" ds:itemID="{2F2356BD-9A32-4EC5-B54F-9D3BB1BBC1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45d7b5d-5391-45bc-9089-ccc83e65635d"/>
    <ds:schemaRef ds:uri="7f056c50-df01-42ef-9e72-94b7d56ea6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</TotalTime>
  <Words>139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Consolas</vt:lpstr>
      <vt:lpstr>Segoe UI</vt:lpstr>
      <vt:lpstr>Segoe UI Light</vt:lpstr>
      <vt:lpstr>Segoe UI Semibold</vt:lpstr>
      <vt:lpstr>Segoe UI Symbol</vt:lpstr>
      <vt:lpstr>Wingdings</vt:lpstr>
      <vt:lpstr>LIGHT MODE</vt:lpstr>
      <vt:lpstr>DP-800: Develop  AI-enabled database solutions Conclusion</vt:lpstr>
      <vt:lpstr>Thank you for attending this course</vt:lpstr>
      <vt:lpstr>What could be next in your learning journey?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Learn ILT course  master template</dc:title>
  <dc:subject>&lt;Event name&gt;</dc:subject>
  <dc:creator>heidi@mindseyepdx.com</dc:creator>
  <cp:keywords/>
  <dc:description/>
  <cp:lastModifiedBy>Carlos Lopez</cp:lastModifiedBy>
  <cp:revision>18</cp:revision>
  <dcterms:created xsi:type="dcterms:W3CDTF">2023-06-16T20:38:16Z</dcterms:created>
  <dcterms:modified xsi:type="dcterms:W3CDTF">2026-03-13T10:35:06Z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0x010100350248D7AF17F84681BA835FA5F94E40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Owner">
    <vt:lpwstr>maryfj@microsoft.com</vt:lpwstr>
  </property>
  <property fmtid="{D5CDD505-2E9C-101B-9397-08002B2CF9AE}" pid="15" name="MSIP_Label_f42aa342-8706-4288-bd11-ebb85995028c_SetDate">
    <vt:lpwstr>2017-08-29T14:27:20.8568347-07:00</vt:lpwstr>
  </property>
  <property fmtid="{D5CDD505-2E9C-101B-9397-08002B2CF9AE}" pid="16" name="MSIP_Label_f42aa342-8706-4288-bd11-ebb85995028c_Name">
    <vt:lpwstr>General</vt:lpwstr>
  </property>
  <property fmtid="{D5CDD505-2E9C-101B-9397-08002B2CF9AE}" pid="17" name="MSIP_Label_f42aa342-8706-4288-bd11-ebb85995028c_Application">
    <vt:lpwstr>Microsoft Azure Information Protection</vt:lpwstr>
  </property>
  <property fmtid="{D5CDD505-2E9C-101B-9397-08002B2CF9AE}" pid="18" name="MSIP_Label_f42aa342-8706-4288-bd11-ebb85995028c_Extended_MSFT_Method">
    <vt:lpwstr>Automatic</vt:lpwstr>
  </property>
  <property fmtid="{D5CDD505-2E9C-101B-9397-08002B2CF9AE}" pid="19" name="Sensitivity">
    <vt:lpwstr>General</vt:lpwstr>
  </property>
  <property fmtid="{D5CDD505-2E9C-101B-9397-08002B2CF9AE}" pid="20" name="MediaServiceImageTags">
    <vt:lpwstr/>
  </property>
  <property fmtid="{D5CDD505-2E9C-101B-9397-08002B2CF9AE}" pid="21" name="ArticulateGUID">
    <vt:lpwstr>C1DEECF7-B4D1-4CEE-8EC3-BEFBDDF4A0AC</vt:lpwstr>
  </property>
  <property fmtid="{D5CDD505-2E9C-101B-9397-08002B2CF9AE}" pid="22" name="ArticulatePath">
    <vt:lpwstr>https://microsoft-my.sharepoint.com/personal/jeremiahbell_microsoft_com/Documents/1day-ILT-documents/ILT-Conclusion-Template-sample-APLslide-edit-JB</vt:lpwstr>
  </property>
  <property fmtid="{D5CDD505-2E9C-101B-9397-08002B2CF9AE}" pid="23" name="Order">
    <vt:r8>61800</vt:r8>
  </property>
  <property fmtid="{D5CDD505-2E9C-101B-9397-08002B2CF9AE}" pid="24" name="xd_ProgID">
    <vt:lpwstr/>
  </property>
  <property fmtid="{D5CDD505-2E9C-101B-9397-08002B2CF9AE}" pid="25" name="_SourceUrl">
    <vt:lpwstr/>
  </property>
  <property fmtid="{D5CDD505-2E9C-101B-9397-08002B2CF9AE}" pid="26" name="_SharedFileIndex">
    <vt:lpwstr/>
  </property>
  <property fmtid="{D5CDD505-2E9C-101B-9397-08002B2CF9AE}" pid="27" name="ComplianceAssetId">
    <vt:lpwstr/>
  </property>
  <property fmtid="{D5CDD505-2E9C-101B-9397-08002B2CF9AE}" pid="28" name="TemplateUrl">
    <vt:lpwstr/>
  </property>
  <property fmtid="{D5CDD505-2E9C-101B-9397-08002B2CF9AE}" pid="29" name="_ExtendedDescription">
    <vt:lpwstr/>
  </property>
  <property fmtid="{D5CDD505-2E9C-101B-9397-08002B2CF9AE}" pid="30" name="TriggerFlowInfo">
    <vt:lpwstr/>
  </property>
  <property fmtid="{D5CDD505-2E9C-101B-9397-08002B2CF9AE}" pid="31" name="xd_Signature">
    <vt:bool>false</vt:bool>
  </property>
  <property fmtid="{D5CDD505-2E9C-101B-9397-08002B2CF9AE}" pid="32" name="SharedWithUsers">
    <vt:lpwstr>283;#Randy Stearman;#154;#Lara Sorgaard;#464;#Ashlee Lyman (ALLYIS INC);#623;#Ronald Cascante Salazar (ALLYIS INC);#145;#Hakim Martin;#239;#Brian Moring;#28;#Bre'Ana Deen;#247;#Anika Shakir;#31;#Tarek Saleh Eldin</vt:lpwstr>
  </property>
</Properties>
</file>