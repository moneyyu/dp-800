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theme/theme2.xml" ContentType="application/vnd.openxmlformats-officedocument.theme+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theme/theme3.xml" ContentType="application/vnd.openxmlformats-officedocument.theme+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theme/theme4.xml" ContentType="application/vnd.openxmlformats-officedocument.theme+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theme/theme5.xml" ContentType="application/vnd.openxmlformats-officedocument.theme+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theme/theme6.xml" ContentType="application/vnd.openxmlformats-officedocument.theme+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theme/theme7.xml" ContentType="application/vnd.openxmlformats-officedocument.theme+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theme/theme8.xml" ContentType="application/vnd.openxmlformats-officedocument.theme+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theme/theme9.xml" ContentType="application/vnd.openxmlformats-officedocument.theme+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theme/theme10.xml" ContentType="application/vnd.openxmlformats-officedocument.theme+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theme/theme11.xml" ContentType="application/vnd.openxmlformats-officedocument.theme+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slideLayouts/slideLayout680.xml" ContentType="application/vnd.openxmlformats-officedocument.presentationml.slideLayout+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slideLayouts/slideLayout689.xml" ContentType="application/vnd.openxmlformats-officedocument.presentationml.slideLayout+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slideLayouts/slideLayout700.xml" ContentType="application/vnd.openxmlformats-officedocument.presentationml.slideLayout+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slideLayouts/slideLayout704.xml" ContentType="application/vnd.openxmlformats-officedocument.presentationml.slideLayout+xml"/>
  <Override PartName="/ppt/slideLayouts/slideLayout705.xml" ContentType="application/vnd.openxmlformats-officedocument.presentationml.slideLayout+xml"/>
  <Override PartName="/ppt/slideLayouts/slideLayout706.xml" ContentType="application/vnd.openxmlformats-officedocument.presentationml.slideLayout+xml"/>
  <Override PartName="/ppt/slideLayouts/slideLayout707.xml" ContentType="application/vnd.openxmlformats-officedocument.presentationml.slideLayout+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0.xml" ContentType="application/vnd.openxmlformats-officedocument.presentationml.slideLayout+xml"/>
  <Override PartName="/ppt/slideLayouts/slideLayout711.xml" ContentType="application/vnd.openxmlformats-officedocument.presentationml.slideLayout+xml"/>
  <Override PartName="/ppt/slideLayouts/slideLayout712.xml" ContentType="application/vnd.openxmlformats-officedocument.presentationml.slideLayout+xml"/>
  <Override PartName="/ppt/slideLayouts/slideLayout713.xml" ContentType="application/vnd.openxmlformats-officedocument.presentationml.slideLayout+xml"/>
  <Override PartName="/ppt/slideLayouts/slideLayout714.xml" ContentType="application/vnd.openxmlformats-officedocument.presentationml.slideLayout+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slideLayouts/slideLayout717.xml" ContentType="application/vnd.openxmlformats-officedocument.presentationml.slideLayout+xml"/>
  <Override PartName="/ppt/slideLayouts/slideLayout718.xml" ContentType="application/vnd.openxmlformats-officedocument.presentationml.slideLayout+xml"/>
  <Override PartName="/ppt/slideLayouts/slideLayout719.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slideLayouts/slideLayout722.xml" ContentType="application/vnd.openxmlformats-officedocument.presentationml.slideLayout+xml"/>
  <Override PartName="/ppt/slideLayouts/slideLayout723.xml" ContentType="application/vnd.openxmlformats-officedocument.presentationml.slideLayout+xml"/>
  <Override PartName="/ppt/slideLayouts/slideLayout724.xml" ContentType="application/vnd.openxmlformats-officedocument.presentationml.slideLayout+xml"/>
  <Override PartName="/ppt/slideLayouts/slideLayout725.xml" ContentType="application/vnd.openxmlformats-officedocument.presentationml.slideLayout+xml"/>
  <Override PartName="/ppt/slideLayouts/slideLayout726.xml" ContentType="application/vnd.openxmlformats-officedocument.presentationml.slideLayout+xml"/>
  <Override PartName="/ppt/slideLayouts/slideLayout727.xml" ContentType="application/vnd.openxmlformats-officedocument.presentationml.slideLayout+xml"/>
  <Override PartName="/ppt/slideLayouts/slideLayout728.xml" ContentType="application/vnd.openxmlformats-officedocument.presentationml.slideLayout+xml"/>
  <Override PartName="/ppt/slideLayouts/slideLayout729.xml" ContentType="application/vnd.openxmlformats-officedocument.presentationml.slideLayout+xml"/>
  <Override PartName="/ppt/slideLayouts/slideLayout730.xml" ContentType="application/vnd.openxmlformats-officedocument.presentationml.slideLayout+xml"/>
  <Override PartName="/ppt/slideLayouts/slideLayout731.xml" ContentType="application/vnd.openxmlformats-officedocument.presentationml.slideLayout+xml"/>
  <Override PartName="/ppt/slideLayouts/slideLayout732.xml" ContentType="application/vnd.openxmlformats-officedocument.presentationml.slideLayout+xml"/>
  <Override PartName="/ppt/slideLayouts/slideLayout733.xml" ContentType="application/vnd.openxmlformats-officedocument.presentationml.slideLayout+xml"/>
  <Override PartName="/ppt/slideLayouts/slideLayout734.xml" ContentType="application/vnd.openxmlformats-officedocument.presentationml.slideLayout+xml"/>
  <Override PartName="/ppt/slideLayouts/slideLayout735.xml" ContentType="application/vnd.openxmlformats-officedocument.presentationml.slideLayout+xml"/>
  <Override PartName="/ppt/theme/theme12.xml" ContentType="application/vnd.openxmlformats-officedocument.theme+xml"/>
  <Override PartName="/ppt/slideLayouts/slideLayout736.xml" ContentType="application/vnd.openxmlformats-officedocument.presentationml.slideLayout+xml"/>
  <Override PartName="/ppt/slideLayouts/slideLayout737.xml" ContentType="application/vnd.openxmlformats-officedocument.presentationml.slideLayout+xml"/>
  <Override PartName="/ppt/slideLayouts/slideLayout738.xml" ContentType="application/vnd.openxmlformats-officedocument.presentationml.slideLayout+xml"/>
  <Override PartName="/ppt/slideLayouts/slideLayout739.xml" ContentType="application/vnd.openxmlformats-officedocument.presentationml.slideLayout+xml"/>
  <Override PartName="/ppt/slideLayouts/slideLayout740.xml" ContentType="application/vnd.openxmlformats-officedocument.presentationml.slideLayout+xml"/>
  <Override PartName="/ppt/slideLayouts/slideLayout741.xml" ContentType="application/vnd.openxmlformats-officedocument.presentationml.slideLayout+xml"/>
  <Override PartName="/ppt/slideLayouts/slideLayout742.xml" ContentType="application/vnd.openxmlformats-officedocument.presentationml.slideLayout+xml"/>
  <Override PartName="/ppt/slideLayouts/slideLayout743.xml" ContentType="application/vnd.openxmlformats-officedocument.presentationml.slideLayout+xml"/>
  <Override PartName="/ppt/slideLayouts/slideLayout744.xml" ContentType="application/vnd.openxmlformats-officedocument.presentationml.slideLayout+xml"/>
  <Override PartName="/ppt/slideLayouts/slideLayout745.xml" ContentType="application/vnd.openxmlformats-officedocument.presentationml.slideLayout+xml"/>
  <Override PartName="/ppt/slideLayouts/slideLayout746.xml" ContentType="application/vnd.openxmlformats-officedocument.presentationml.slideLayout+xml"/>
  <Override PartName="/ppt/slideLayouts/slideLayout747.xml" ContentType="application/vnd.openxmlformats-officedocument.presentationml.slideLayout+xml"/>
  <Override PartName="/ppt/slideLayouts/slideLayout748.xml" ContentType="application/vnd.openxmlformats-officedocument.presentationml.slideLayout+xml"/>
  <Override PartName="/ppt/slideLayouts/slideLayout749.xml" ContentType="application/vnd.openxmlformats-officedocument.presentationml.slideLayout+xml"/>
  <Override PartName="/ppt/slideLayouts/slideLayout750.xml" ContentType="application/vnd.openxmlformats-officedocument.presentationml.slideLayout+xml"/>
  <Override PartName="/ppt/slideLayouts/slideLayout751.xml" ContentType="application/vnd.openxmlformats-officedocument.presentationml.slideLayout+xml"/>
  <Override PartName="/ppt/slideLayouts/slideLayout752.xml" ContentType="application/vnd.openxmlformats-officedocument.presentationml.slideLayout+xml"/>
  <Override PartName="/ppt/slideLayouts/slideLayout753.xml" ContentType="application/vnd.openxmlformats-officedocument.presentationml.slideLayout+xml"/>
  <Override PartName="/ppt/slideLayouts/slideLayout754.xml" ContentType="application/vnd.openxmlformats-officedocument.presentationml.slideLayout+xml"/>
  <Override PartName="/ppt/slideLayouts/slideLayout755.xml" ContentType="application/vnd.openxmlformats-officedocument.presentationml.slideLayout+xml"/>
  <Override PartName="/ppt/slideLayouts/slideLayout756.xml" ContentType="application/vnd.openxmlformats-officedocument.presentationml.slideLayout+xml"/>
  <Override PartName="/ppt/slideLayouts/slideLayout757.xml" ContentType="application/vnd.openxmlformats-officedocument.presentationml.slideLayout+xml"/>
  <Override PartName="/ppt/slideLayouts/slideLayout758.xml" ContentType="application/vnd.openxmlformats-officedocument.presentationml.slideLayout+xml"/>
  <Override PartName="/ppt/slideLayouts/slideLayout759.xml" ContentType="application/vnd.openxmlformats-officedocument.presentationml.slideLayout+xml"/>
  <Override PartName="/ppt/slideLayouts/slideLayout760.xml" ContentType="application/vnd.openxmlformats-officedocument.presentationml.slideLayout+xml"/>
  <Override PartName="/ppt/slideLayouts/slideLayout761.xml" ContentType="application/vnd.openxmlformats-officedocument.presentationml.slideLayout+xml"/>
  <Override PartName="/ppt/slideLayouts/slideLayout762.xml" ContentType="application/vnd.openxmlformats-officedocument.presentationml.slideLayout+xml"/>
  <Override PartName="/ppt/slideLayouts/slideLayout763.xml" ContentType="application/vnd.openxmlformats-officedocument.presentationml.slideLayout+xml"/>
  <Override PartName="/ppt/slideLayouts/slideLayout764.xml" ContentType="application/vnd.openxmlformats-officedocument.presentationml.slideLayout+xml"/>
  <Override PartName="/ppt/slideLayouts/slideLayout765.xml" ContentType="application/vnd.openxmlformats-officedocument.presentationml.slideLayout+xml"/>
  <Override PartName="/ppt/slideLayouts/slideLayout766.xml" ContentType="application/vnd.openxmlformats-officedocument.presentationml.slideLayout+xml"/>
  <Override PartName="/ppt/slideLayouts/slideLayout767.xml" ContentType="application/vnd.openxmlformats-officedocument.presentationml.slideLayout+xml"/>
  <Override PartName="/ppt/slideLayouts/slideLayout768.xml" ContentType="application/vnd.openxmlformats-officedocument.presentationml.slideLayout+xml"/>
  <Override PartName="/ppt/slideLayouts/slideLayout769.xml" ContentType="application/vnd.openxmlformats-officedocument.presentationml.slideLayout+xml"/>
  <Override PartName="/ppt/slideLayouts/slideLayout770.xml" ContentType="application/vnd.openxmlformats-officedocument.presentationml.slideLayout+xml"/>
  <Override PartName="/ppt/slideLayouts/slideLayout771.xml" ContentType="application/vnd.openxmlformats-officedocument.presentationml.slideLayout+xml"/>
  <Override PartName="/ppt/slideLayouts/slideLayout772.xml" ContentType="application/vnd.openxmlformats-officedocument.presentationml.slideLayout+xml"/>
  <Override PartName="/ppt/slideLayouts/slideLayout773.xml" ContentType="application/vnd.openxmlformats-officedocument.presentationml.slideLayout+xml"/>
  <Override PartName="/ppt/slideLayouts/slideLayout774.xml" ContentType="application/vnd.openxmlformats-officedocument.presentationml.slideLayout+xml"/>
  <Override PartName="/ppt/slideLayouts/slideLayout775.xml" ContentType="application/vnd.openxmlformats-officedocument.presentationml.slideLayout+xml"/>
  <Override PartName="/ppt/slideLayouts/slideLayout776.xml" ContentType="application/vnd.openxmlformats-officedocument.presentationml.slideLayout+xml"/>
  <Override PartName="/ppt/slideLayouts/slideLayout777.xml" ContentType="application/vnd.openxmlformats-officedocument.presentationml.slideLayout+xml"/>
  <Override PartName="/ppt/slideLayouts/slideLayout778.xml" ContentType="application/vnd.openxmlformats-officedocument.presentationml.slideLayout+xml"/>
  <Override PartName="/ppt/slideLayouts/slideLayout779.xml" ContentType="application/vnd.openxmlformats-officedocument.presentationml.slideLayout+xml"/>
  <Override PartName="/ppt/slideLayouts/slideLayout780.xml" ContentType="application/vnd.openxmlformats-officedocument.presentationml.slideLayout+xml"/>
  <Override PartName="/ppt/slideLayouts/slideLayout781.xml" ContentType="application/vnd.openxmlformats-officedocument.presentationml.slideLayout+xml"/>
  <Override PartName="/ppt/slideLayouts/slideLayout782.xml" ContentType="application/vnd.openxmlformats-officedocument.presentationml.slideLayout+xml"/>
  <Override PartName="/ppt/slideLayouts/slideLayout783.xml" ContentType="application/vnd.openxmlformats-officedocument.presentationml.slideLayout+xml"/>
  <Override PartName="/ppt/slideLayouts/slideLayout784.xml" ContentType="application/vnd.openxmlformats-officedocument.presentationml.slideLayout+xml"/>
  <Override PartName="/ppt/slideLayouts/slideLayout785.xml" ContentType="application/vnd.openxmlformats-officedocument.presentationml.slideLayout+xml"/>
  <Override PartName="/ppt/theme/theme13.xml" ContentType="application/vnd.openxmlformats-officedocument.theme+xml"/>
  <Override PartName="/ppt/slideLayouts/slideLayout786.xml" ContentType="application/vnd.openxmlformats-officedocument.presentationml.slideLayout+xml"/>
  <Override PartName="/ppt/slideLayouts/slideLayout787.xml" ContentType="application/vnd.openxmlformats-officedocument.presentationml.slideLayout+xml"/>
  <Override PartName="/ppt/slideLayouts/slideLayout788.xml" ContentType="application/vnd.openxmlformats-officedocument.presentationml.slideLayout+xml"/>
  <Override PartName="/ppt/slideLayouts/slideLayout789.xml" ContentType="application/vnd.openxmlformats-officedocument.presentationml.slideLayout+xml"/>
  <Override PartName="/ppt/slideLayouts/slideLayout790.xml" ContentType="application/vnd.openxmlformats-officedocument.presentationml.slideLayout+xml"/>
  <Override PartName="/ppt/slideLayouts/slideLayout791.xml" ContentType="application/vnd.openxmlformats-officedocument.presentationml.slideLayout+xml"/>
  <Override PartName="/ppt/slideLayouts/slideLayout792.xml" ContentType="application/vnd.openxmlformats-officedocument.presentationml.slideLayout+xml"/>
  <Override PartName="/ppt/slideLayouts/slideLayout793.xml" ContentType="application/vnd.openxmlformats-officedocument.presentationml.slideLayout+xml"/>
  <Override PartName="/ppt/slideLayouts/slideLayout794.xml" ContentType="application/vnd.openxmlformats-officedocument.presentationml.slideLayout+xml"/>
  <Override PartName="/ppt/slideLayouts/slideLayout795.xml" ContentType="application/vnd.openxmlformats-officedocument.presentationml.slideLayout+xml"/>
  <Override PartName="/ppt/slideLayouts/slideLayout796.xml" ContentType="application/vnd.openxmlformats-officedocument.presentationml.slideLayout+xml"/>
  <Override PartName="/ppt/slideLayouts/slideLayout797.xml" ContentType="application/vnd.openxmlformats-officedocument.presentationml.slideLayout+xml"/>
  <Override PartName="/ppt/slideLayouts/slideLayout798.xml" ContentType="application/vnd.openxmlformats-officedocument.presentationml.slideLayout+xml"/>
  <Override PartName="/ppt/slideLayouts/slideLayout799.xml" ContentType="application/vnd.openxmlformats-officedocument.presentationml.slideLayout+xml"/>
  <Override PartName="/ppt/slideLayouts/slideLayout800.xml" ContentType="application/vnd.openxmlformats-officedocument.presentationml.slideLayout+xml"/>
  <Override PartName="/ppt/slideLayouts/slideLayout801.xml" ContentType="application/vnd.openxmlformats-officedocument.presentationml.slideLayout+xml"/>
  <Override PartName="/ppt/slideLayouts/slideLayout802.xml" ContentType="application/vnd.openxmlformats-officedocument.presentationml.slideLayout+xml"/>
  <Override PartName="/ppt/slideLayouts/slideLayout803.xml" ContentType="application/vnd.openxmlformats-officedocument.presentationml.slideLayout+xml"/>
  <Override PartName="/ppt/slideLayouts/slideLayout804.xml" ContentType="application/vnd.openxmlformats-officedocument.presentationml.slideLayout+xml"/>
  <Override PartName="/ppt/slideLayouts/slideLayout805.xml" ContentType="application/vnd.openxmlformats-officedocument.presentationml.slideLayout+xml"/>
  <Override PartName="/ppt/slideLayouts/slideLayout806.xml" ContentType="application/vnd.openxmlformats-officedocument.presentationml.slideLayout+xml"/>
  <Override PartName="/ppt/slideLayouts/slideLayout807.xml" ContentType="application/vnd.openxmlformats-officedocument.presentationml.slideLayout+xml"/>
  <Override PartName="/ppt/slideLayouts/slideLayout808.xml" ContentType="application/vnd.openxmlformats-officedocument.presentationml.slideLayout+xml"/>
  <Override PartName="/ppt/slideLayouts/slideLayout809.xml" ContentType="application/vnd.openxmlformats-officedocument.presentationml.slideLayout+xml"/>
  <Override PartName="/ppt/slideLayouts/slideLayout810.xml" ContentType="application/vnd.openxmlformats-officedocument.presentationml.slideLayout+xml"/>
  <Override PartName="/ppt/slideLayouts/slideLayout811.xml" ContentType="application/vnd.openxmlformats-officedocument.presentationml.slideLayout+xml"/>
  <Override PartName="/ppt/slideLayouts/slideLayout812.xml" ContentType="application/vnd.openxmlformats-officedocument.presentationml.slideLayout+xml"/>
  <Override PartName="/ppt/slideLayouts/slideLayout813.xml" ContentType="application/vnd.openxmlformats-officedocument.presentationml.slideLayout+xml"/>
  <Override PartName="/ppt/slideLayouts/slideLayout814.xml" ContentType="application/vnd.openxmlformats-officedocument.presentationml.slideLayout+xml"/>
  <Override PartName="/ppt/slideLayouts/slideLayout815.xml" ContentType="application/vnd.openxmlformats-officedocument.presentationml.slideLayout+xml"/>
  <Override PartName="/ppt/slideLayouts/slideLayout816.xml" ContentType="application/vnd.openxmlformats-officedocument.presentationml.slideLayout+xml"/>
  <Override PartName="/ppt/slideLayouts/slideLayout817.xml" ContentType="application/vnd.openxmlformats-officedocument.presentationml.slideLayout+xml"/>
  <Override PartName="/ppt/slideLayouts/slideLayout818.xml" ContentType="application/vnd.openxmlformats-officedocument.presentationml.slideLayout+xml"/>
  <Override PartName="/ppt/slideLayouts/slideLayout819.xml" ContentType="application/vnd.openxmlformats-officedocument.presentationml.slideLayout+xml"/>
  <Override PartName="/ppt/slideLayouts/slideLayout820.xml" ContentType="application/vnd.openxmlformats-officedocument.presentationml.slideLayout+xml"/>
  <Override PartName="/ppt/slideLayouts/slideLayout821.xml" ContentType="application/vnd.openxmlformats-officedocument.presentationml.slideLayout+xml"/>
  <Override PartName="/ppt/slideLayouts/slideLayout822.xml" ContentType="application/vnd.openxmlformats-officedocument.presentationml.slideLayout+xml"/>
  <Override PartName="/ppt/slideLayouts/slideLayout823.xml" ContentType="application/vnd.openxmlformats-officedocument.presentationml.slideLayout+xml"/>
  <Override PartName="/ppt/slideLayouts/slideLayout824.xml" ContentType="application/vnd.openxmlformats-officedocument.presentationml.slideLayout+xml"/>
  <Override PartName="/ppt/slideLayouts/slideLayout825.xml" ContentType="application/vnd.openxmlformats-officedocument.presentationml.slideLayout+xml"/>
  <Override PartName="/ppt/slideLayouts/slideLayout826.xml" ContentType="application/vnd.openxmlformats-officedocument.presentationml.slideLayout+xml"/>
  <Override PartName="/ppt/slideLayouts/slideLayout827.xml" ContentType="application/vnd.openxmlformats-officedocument.presentationml.slideLayout+xml"/>
  <Override PartName="/ppt/slideLayouts/slideLayout828.xml" ContentType="application/vnd.openxmlformats-officedocument.presentationml.slideLayout+xml"/>
  <Override PartName="/ppt/slideLayouts/slideLayout829.xml" ContentType="application/vnd.openxmlformats-officedocument.presentationml.slideLayout+xml"/>
  <Override PartName="/ppt/slideLayouts/slideLayout830.xml" ContentType="application/vnd.openxmlformats-officedocument.presentationml.slideLayout+xml"/>
  <Override PartName="/ppt/slideLayouts/slideLayout831.xml" ContentType="application/vnd.openxmlformats-officedocument.presentationml.slideLayout+xml"/>
  <Override PartName="/ppt/slideLayouts/slideLayout832.xml" ContentType="application/vnd.openxmlformats-officedocument.presentationml.slideLayout+xml"/>
  <Override PartName="/ppt/slideLayouts/slideLayout833.xml" ContentType="application/vnd.openxmlformats-officedocument.presentationml.slideLayout+xml"/>
  <Override PartName="/ppt/slideLayouts/slideLayout834.xml" ContentType="application/vnd.openxmlformats-officedocument.presentationml.slideLayout+xml"/>
  <Override PartName="/ppt/theme/theme14.xml" ContentType="application/vnd.openxmlformats-officedocument.theme+xml"/>
  <Override PartName="/ppt/slideLayouts/slideLayout835.xml" ContentType="application/vnd.openxmlformats-officedocument.presentationml.slideLayout+xml"/>
  <Override PartName="/ppt/slideLayouts/slideLayout836.xml" ContentType="application/vnd.openxmlformats-officedocument.presentationml.slideLayout+xml"/>
  <Override PartName="/ppt/slideLayouts/slideLayout837.xml" ContentType="application/vnd.openxmlformats-officedocument.presentationml.slideLayout+xml"/>
  <Override PartName="/ppt/slideLayouts/slideLayout838.xml" ContentType="application/vnd.openxmlformats-officedocument.presentationml.slideLayout+xml"/>
  <Override PartName="/ppt/slideLayouts/slideLayout839.xml" ContentType="application/vnd.openxmlformats-officedocument.presentationml.slideLayout+xml"/>
  <Override PartName="/ppt/slideLayouts/slideLayout840.xml" ContentType="application/vnd.openxmlformats-officedocument.presentationml.slideLayout+xml"/>
  <Override PartName="/ppt/slideLayouts/slideLayout841.xml" ContentType="application/vnd.openxmlformats-officedocument.presentationml.slideLayout+xml"/>
  <Override PartName="/ppt/slideLayouts/slideLayout842.xml" ContentType="application/vnd.openxmlformats-officedocument.presentationml.slideLayout+xml"/>
  <Override PartName="/ppt/slideLayouts/slideLayout843.xml" ContentType="application/vnd.openxmlformats-officedocument.presentationml.slideLayout+xml"/>
  <Override PartName="/ppt/slideLayouts/slideLayout844.xml" ContentType="application/vnd.openxmlformats-officedocument.presentationml.slideLayout+xml"/>
  <Override PartName="/ppt/slideLayouts/slideLayout845.xml" ContentType="application/vnd.openxmlformats-officedocument.presentationml.slideLayout+xml"/>
  <Override PartName="/ppt/slideLayouts/slideLayout846.xml" ContentType="application/vnd.openxmlformats-officedocument.presentationml.slideLayout+xml"/>
  <Override PartName="/ppt/slideLayouts/slideLayout847.xml" ContentType="application/vnd.openxmlformats-officedocument.presentationml.slideLayout+xml"/>
  <Override PartName="/ppt/slideLayouts/slideLayout848.xml" ContentType="application/vnd.openxmlformats-officedocument.presentationml.slideLayout+xml"/>
  <Override PartName="/ppt/slideLayouts/slideLayout849.xml" ContentType="application/vnd.openxmlformats-officedocument.presentationml.slideLayout+xml"/>
  <Override PartName="/ppt/slideLayouts/slideLayout850.xml" ContentType="application/vnd.openxmlformats-officedocument.presentationml.slideLayout+xml"/>
  <Override PartName="/ppt/slideLayouts/slideLayout851.xml" ContentType="application/vnd.openxmlformats-officedocument.presentationml.slideLayout+xml"/>
  <Override PartName="/ppt/slideLayouts/slideLayout852.xml" ContentType="application/vnd.openxmlformats-officedocument.presentationml.slideLayout+xml"/>
  <Override PartName="/ppt/slideLayouts/slideLayout853.xml" ContentType="application/vnd.openxmlformats-officedocument.presentationml.slideLayout+xml"/>
  <Override PartName="/ppt/slideLayouts/slideLayout854.xml" ContentType="application/vnd.openxmlformats-officedocument.presentationml.slideLayout+xml"/>
  <Override PartName="/ppt/slideLayouts/slideLayout855.xml" ContentType="application/vnd.openxmlformats-officedocument.presentationml.slideLayout+xml"/>
  <Override PartName="/ppt/slideLayouts/slideLayout856.xml" ContentType="application/vnd.openxmlformats-officedocument.presentationml.slideLayout+xml"/>
  <Override PartName="/ppt/slideLayouts/slideLayout857.xml" ContentType="application/vnd.openxmlformats-officedocument.presentationml.slideLayout+xml"/>
  <Override PartName="/ppt/slideLayouts/slideLayout858.xml" ContentType="application/vnd.openxmlformats-officedocument.presentationml.slideLayout+xml"/>
  <Override PartName="/ppt/slideLayouts/slideLayout859.xml" ContentType="application/vnd.openxmlformats-officedocument.presentationml.slideLayout+xml"/>
  <Override PartName="/ppt/slideLayouts/slideLayout860.xml" ContentType="application/vnd.openxmlformats-officedocument.presentationml.slideLayout+xml"/>
  <Override PartName="/ppt/slideLayouts/slideLayout861.xml" ContentType="application/vnd.openxmlformats-officedocument.presentationml.slideLayout+xml"/>
  <Override PartName="/ppt/slideLayouts/slideLayout862.xml" ContentType="application/vnd.openxmlformats-officedocument.presentationml.slideLayout+xml"/>
  <Override PartName="/ppt/slideLayouts/slideLayout863.xml" ContentType="application/vnd.openxmlformats-officedocument.presentationml.slideLayout+xml"/>
  <Override PartName="/ppt/slideLayouts/slideLayout864.xml" ContentType="application/vnd.openxmlformats-officedocument.presentationml.slideLayout+xml"/>
  <Override PartName="/ppt/slideLayouts/slideLayout865.xml" ContentType="application/vnd.openxmlformats-officedocument.presentationml.slideLayout+xml"/>
  <Override PartName="/ppt/slideLayouts/slideLayout866.xml" ContentType="application/vnd.openxmlformats-officedocument.presentationml.slideLayout+xml"/>
  <Override PartName="/ppt/slideLayouts/slideLayout867.xml" ContentType="application/vnd.openxmlformats-officedocument.presentationml.slideLayout+xml"/>
  <Override PartName="/ppt/slideLayouts/slideLayout868.xml" ContentType="application/vnd.openxmlformats-officedocument.presentationml.slideLayout+xml"/>
  <Override PartName="/ppt/slideLayouts/slideLayout869.xml" ContentType="application/vnd.openxmlformats-officedocument.presentationml.slideLayout+xml"/>
  <Override PartName="/ppt/slideLayouts/slideLayout870.xml" ContentType="application/vnd.openxmlformats-officedocument.presentationml.slideLayout+xml"/>
  <Override PartName="/ppt/slideLayouts/slideLayout871.xml" ContentType="application/vnd.openxmlformats-officedocument.presentationml.slideLayout+xml"/>
  <Override PartName="/ppt/slideLayouts/slideLayout872.xml" ContentType="application/vnd.openxmlformats-officedocument.presentationml.slideLayout+xml"/>
  <Override PartName="/ppt/slideLayouts/slideLayout873.xml" ContentType="application/vnd.openxmlformats-officedocument.presentationml.slideLayout+xml"/>
  <Override PartName="/ppt/slideLayouts/slideLayout874.xml" ContentType="application/vnd.openxmlformats-officedocument.presentationml.slideLayout+xml"/>
  <Override PartName="/ppt/slideLayouts/slideLayout875.xml" ContentType="application/vnd.openxmlformats-officedocument.presentationml.slideLayout+xml"/>
  <Override PartName="/ppt/slideLayouts/slideLayout876.xml" ContentType="application/vnd.openxmlformats-officedocument.presentationml.slideLayout+xml"/>
  <Override PartName="/ppt/slideLayouts/slideLayout877.xml" ContentType="application/vnd.openxmlformats-officedocument.presentationml.slideLayout+xml"/>
  <Override PartName="/ppt/slideLayouts/slideLayout878.xml" ContentType="application/vnd.openxmlformats-officedocument.presentationml.slideLayout+xml"/>
  <Override PartName="/ppt/slideLayouts/slideLayout879.xml" ContentType="application/vnd.openxmlformats-officedocument.presentationml.slideLayout+xml"/>
  <Override PartName="/ppt/slideLayouts/slideLayout880.xml" ContentType="application/vnd.openxmlformats-officedocument.presentationml.slideLayout+xml"/>
  <Override PartName="/ppt/slideLayouts/slideLayout881.xml" ContentType="application/vnd.openxmlformats-officedocument.presentationml.slideLayout+xml"/>
  <Override PartName="/ppt/slideLayouts/slideLayout882.xml" ContentType="application/vnd.openxmlformats-officedocument.presentationml.slideLayout+xml"/>
  <Override PartName="/ppt/slideLayouts/slideLayout883.xml" ContentType="application/vnd.openxmlformats-officedocument.presentationml.slideLayout+xml"/>
  <Override PartName="/ppt/slideLayouts/slideLayout884.xml" ContentType="application/vnd.openxmlformats-officedocument.presentationml.slideLayout+xml"/>
  <Override PartName="/ppt/slideLayouts/slideLayout885.xml" ContentType="application/vnd.openxmlformats-officedocument.presentationml.slideLayout+xml"/>
  <Override PartName="/ppt/slideLayouts/slideLayout886.xml" ContentType="application/vnd.openxmlformats-officedocument.presentationml.slideLayout+xml"/>
  <Override PartName="/ppt/slideLayouts/slideLayout887.xml" ContentType="application/vnd.openxmlformats-officedocument.presentationml.slideLayout+xml"/>
  <Override PartName="/ppt/slideLayouts/slideLayout888.xml" ContentType="application/vnd.openxmlformats-officedocument.presentationml.slideLayout+xml"/>
  <Override PartName="/ppt/slideLayouts/slideLayout889.xml" ContentType="application/vnd.openxmlformats-officedocument.presentationml.slideLayout+xml"/>
  <Override PartName="/ppt/slideLayouts/slideLayout890.xml" ContentType="application/vnd.openxmlformats-officedocument.presentationml.slideLayout+xml"/>
  <Override PartName="/ppt/slideLayouts/slideLayout891.xml" ContentType="application/vnd.openxmlformats-officedocument.presentationml.slideLayout+xml"/>
  <Override PartName="/ppt/slideLayouts/slideLayout892.xml" ContentType="application/vnd.openxmlformats-officedocument.presentationml.slideLayout+xml"/>
  <Override PartName="/ppt/slideLayouts/slideLayout893.xml" ContentType="application/vnd.openxmlformats-officedocument.presentationml.slideLayout+xml"/>
  <Override PartName="/ppt/slideLayouts/slideLayout894.xml" ContentType="application/vnd.openxmlformats-officedocument.presentationml.slideLayout+xml"/>
  <Override PartName="/ppt/slideLayouts/slideLayout895.xml" ContentType="application/vnd.openxmlformats-officedocument.presentationml.slideLayout+xml"/>
  <Override PartName="/ppt/slideLayouts/slideLayout896.xml" ContentType="application/vnd.openxmlformats-officedocument.presentationml.slideLayout+xml"/>
  <Override PartName="/ppt/slideLayouts/slideLayout897.xml" ContentType="application/vnd.openxmlformats-officedocument.presentationml.slideLayout+xml"/>
  <Override PartName="/ppt/slideLayouts/slideLayout898.xml" ContentType="application/vnd.openxmlformats-officedocument.presentationml.slideLayout+xml"/>
  <Override PartName="/ppt/slideLayouts/slideLayout899.xml" ContentType="application/vnd.openxmlformats-officedocument.presentationml.slideLayout+xml"/>
  <Override PartName="/ppt/slideLayouts/slideLayout900.xml" ContentType="application/vnd.openxmlformats-officedocument.presentationml.slideLayout+xml"/>
  <Override PartName="/ppt/slideLayouts/slideLayout901.xml" ContentType="application/vnd.openxmlformats-officedocument.presentationml.slideLayout+xml"/>
  <Override PartName="/ppt/slideLayouts/slideLayout902.xml" ContentType="application/vnd.openxmlformats-officedocument.presentationml.slideLayout+xml"/>
  <Override PartName="/ppt/slideLayouts/slideLayout903.xml" ContentType="application/vnd.openxmlformats-officedocument.presentationml.slideLayout+xml"/>
  <Override PartName="/ppt/slideLayouts/slideLayout904.xml" ContentType="application/vnd.openxmlformats-officedocument.presentationml.slideLayout+xml"/>
  <Override PartName="/ppt/slideLayouts/slideLayout905.xml" ContentType="application/vnd.openxmlformats-officedocument.presentationml.slideLayout+xml"/>
  <Override PartName="/ppt/slideLayouts/slideLayout906.xml" ContentType="application/vnd.openxmlformats-officedocument.presentationml.slideLayout+xml"/>
  <Override PartName="/ppt/slideLayouts/slideLayout907.xml" ContentType="application/vnd.openxmlformats-officedocument.presentationml.slideLayout+xml"/>
  <Override PartName="/ppt/slideLayouts/slideLayout908.xml" ContentType="application/vnd.openxmlformats-officedocument.presentationml.slideLayout+xml"/>
  <Override PartName="/ppt/slideLayouts/slideLayout909.xml" ContentType="application/vnd.openxmlformats-officedocument.presentationml.slideLayout+xml"/>
  <Override PartName="/ppt/slideLayouts/slideLayout910.xml" ContentType="application/vnd.openxmlformats-officedocument.presentationml.slideLayout+xml"/>
  <Override PartName="/ppt/slideLayouts/slideLayout911.xml" ContentType="application/vnd.openxmlformats-officedocument.presentationml.slideLayout+xml"/>
  <Override PartName="/ppt/slideLayouts/slideLayout912.xml" ContentType="application/vnd.openxmlformats-officedocument.presentationml.slideLayout+xml"/>
  <Override PartName="/ppt/slideLayouts/slideLayout913.xml" ContentType="application/vnd.openxmlformats-officedocument.presentationml.slideLayout+xml"/>
  <Override PartName="/ppt/slideLayouts/slideLayout914.xml" ContentType="application/vnd.openxmlformats-officedocument.presentationml.slideLayout+xml"/>
  <Override PartName="/ppt/slideLayouts/slideLayout915.xml" ContentType="application/vnd.openxmlformats-officedocument.presentationml.slideLayout+xml"/>
  <Override PartName="/ppt/slideLayouts/slideLayout916.xml" ContentType="application/vnd.openxmlformats-officedocument.presentationml.slideLayout+xml"/>
  <Override PartName="/ppt/slideLayouts/slideLayout917.xml" ContentType="application/vnd.openxmlformats-officedocument.presentationml.slideLayout+xml"/>
  <Override PartName="/ppt/slideLayouts/slideLayout918.xml" ContentType="application/vnd.openxmlformats-officedocument.presentationml.slideLayout+xml"/>
  <Override PartName="/ppt/theme/theme15.xml" ContentType="application/vnd.openxmlformats-officedocument.theme+xml"/>
  <Override PartName="/ppt/slideLayouts/slideLayout919.xml" ContentType="application/vnd.openxmlformats-officedocument.presentationml.slideLayout+xml"/>
  <Override PartName="/ppt/slideLayouts/slideLayout920.xml" ContentType="application/vnd.openxmlformats-officedocument.presentationml.slideLayout+xml"/>
  <Override PartName="/ppt/slideLayouts/slideLayout921.xml" ContentType="application/vnd.openxmlformats-officedocument.presentationml.slideLayout+xml"/>
  <Override PartName="/ppt/slideLayouts/slideLayout922.xml" ContentType="application/vnd.openxmlformats-officedocument.presentationml.slideLayout+xml"/>
  <Override PartName="/ppt/slideLayouts/slideLayout923.xml" ContentType="application/vnd.openxmlformats-officedocument.presentationml.slideLayout+xml"/>
  <Override PartName="/ppt/slideLayouts/slideLayout924.xml" ContentType="application/vnd.openxmlformats-officedocument.presentationml.slideLayout+xml"/>
  <Override PartName="/ppt/slideLayouts/slideLayout925.xml" ContentType="application/vnd.openxmlformats-officedocument.presentationml.slideLayout+xml"/>
  <Override PartName="/ppt/slideLayouts/slideLayout926.xml" ContentType="application/vnd.openxmlformats-officedocument.presentationml.slideLayout+xml"/>
  <Override PartName="/ppt/slideLayouts/slideLayout927.xml" ContentType="application/vnd.openxmlformats-officedocument.presentationml.slideLayout+xml"/>
  <Override PartName="/ppt/slideLayouts/slideLayout928.xml" ContentType="application/vnd.openxmlformats-officedocument.presentationml.slideLayout+xml"/>
  <Override PartName="/ppt/slideLayouts/slideLayout929.xml" ContentType="application/vnd.openxmlformats-officedocument.presentationml.slideLayout+xml"/>
  <Override PartName="/ppt/slideLayouts/slideLayout930.xml" ContentType="application/vnd.openxmlformats-officedocument.presentationml.slideLayout+xml"/>
  <Override PartName="/ppt/slideLayouts/slideLayout931.xml" ContentType="application/vnd.openxmlformats-officedocument.presentationml.slideLayout+xml"/>
  <Override PartName="/ppt/slideLayouts/slideLayout932.xml" ContentType="application/vnd.openxmlformats-officedocument.presentationml.slideLayout+xml"/>
  <Override PartName="/ppt/slideLayouts/slideLayout933.xml" ContentType="application/vnd.openxmlformats-officedocument.presentationml.slideLayout+xml"/>
  <Override PartName="/ppt/slideLayouts/slideLayout934.xml" ContentType="application/vnd.openxmlformats-officedocument.presentationml.slideLayout+xml"/>
  <Override PartName="/ppt/slideLayouts/slideLayout935.xml" ContentType="application/vnd.openxmlformats-officedocument.presentationml.slideLayout+xml"/>
  <Override PartName="/ppt/slideLayouts/slideLayout936.xml" ContentType="application/vnd.openxmlformats-officedocument.presentationml.slideLayout+xml"/>
  <Override PartName="/ppt/slideLayouts/slideLayout937.xml" ContentType="application/vnd.openxmlformats-officedocument.presentationml.slideLayout+xml"/>
  <Override PartName="/ppt/slideLayouts/slideLayout938.xml" ContentType="application/vnd.openxmlformats-officedocument.presentationml.slideLayout+xml"/>
  <Override PartName="/ppt/slideLayouts/slideLayout939.xml" ContentType="application/vnd.openxmlformats-officedocument.presentationml.slideLayout+xml"/>
  <Override PartName="/ppt/slideLayouts/slideLayout940.xml" ContentType="application/vnd.openxmlformats-officedocument.presentationml.slideLayout+xml"/>
  <Override PartName="/ppt/slideLayouts/slideLayout941.xml" ContentType="application/vnd.openxmlformats-officedocument.presentationml.slideLayout+xml"/>
  <Override PartName="/ppt/slideLayouts/slideLayout942.xml" ContentType="application/vnd.openxmlformats-officedocument.presentationml.slideLayout+xml"/>
  <Override PartName="/ppt/slideLayouts/slideLayout943.xml" ContentType="application/vnd.openxmlformats-officedocument.presentationml.slideLayout+xml"/>
  <Override PartName="/ppt/slideLayouts/slideLayout944.xml" ContentType="application/vnd.openxmlformats-officedocument.presentationml.slideLayout+xml"/>
  <Override PartName="/ppt/slideLayouts/slideLayout945.xml" ContentType="application/vnd.openxmlformats-officedocument.presentationml.slideLayout+xml"/>
  <Override PartName="/ppt/slideLayouts/slideLayout946.xml" ContentType="application/vnd.openxmlformats-officedocument.presentationml.slideLayout+xml"/>
  <Override PartName="/ppt/slideLayouts/slideLayout947.xml" ContentType="application/vnd.openxmlformats-officedocument.presentationml.slideLayout+xml"/>
  <Override PartName="/ppt/slideLayouts/slideLayout948.xml" ContentType="application/vnd.openxmlformats-officedocument.presentationml.slideLayout+xml"/>
  <Override PartName="/ppt/slideLayouts/slideLayout949.xml" ContentType="application/vnd.openxmlformats-officedocument.presentationml.slideLayout+xml"/>
  <Override PartName="/ppt/slideLayouts/slideLayout950.xml" ContentType="application/vnd.openxmlformats-officedocument.presentationml.slideLayout+xml"/>
  <Override PartName="/ppt/slideLayouts/slideLayout951.xml" ContentType="application/vnd.openxmlformats-officedocument.presentationml.slideLayout+xml"/>
  <Override PartName="/ppt/slideLayouts/slideLayout952.xml" ContentType="application/vnd.openxmlformats-officedocument.presentationml.slideLayout+xml"/>
  <Override PartName="/ppt/slideLayouts/slideLayout953.xml" ContentType="application/vnd.openxmlformats-officedocument.presentationml.slideLayout+xml"/>
  <Override PartName="/ppt/slideLayouts/slideLayout954.xml" ContentType="application/vnd.openxmlformats-officedocument.presentationml.slideLayout+xml"/>
  <Override PartName="/ppt/slideLayouts/slideLayout955.xml" ContentType="application/vnd.openxmlformats-officedocument.presentationml.slideLayout+xml"/>
  <Override PartName="/ppt/slideLayouts/slideLayout956.xml" ContentType="application/vnd.openxmlformats-officedocument.presentationml.slideLayout+xml"/>
  <Override PartName="/ppt/slideLayouts/slideLayout957.xml" ContentType="application/vnd.openxmlformats-officedocument.presentationml.slideLayout+xml"/>
  <Override PartName="/ppt/slideLayouts/slideLayout958.xml" ContentType="application/vnd.openxmlformats-officedocument.presentationml.slideLayout+xml"/>
  <Override PartName="/ppt/slideLayouts/slideLayout959.xml" ContentType="application/vnd.openxmlformats-officedocument.presentationml.slideLayout+xml"/>
  <Override PartName="/ppt/slideLayouts/slideLayout960.xml" ContentType="application/vnd.openxmlformats-officedocument.presentationml.slideLayout+xml"/>
  <Override PartName="/ppt/slideLayouts/slideLayout961.xml" ContentType="application/vnd.openxmlformats-officedocument.presentationml.slideLayout+xml"/>
  <Override PartName="/ppt/slideLayouts/slideLayout962.xml" ContentType="application/vnd.openxmlformats-officedocument.presentationml.slideLayout+xml"/>
  <Override PartName="/ppt/slideLayouts/slideLayout963.xml" ContentType="application/vnd.openxmlformats-officedocument.presentationml.slideLayout+xml"/>
  <Override PartName="/ppt/slideLayouts/slideLayout964.xml" ContentType="application/vnd.openxmlformats-officedocument.presentationml.slideLayout+xml"/>
  <Override PartName="/ppt/slideLayouts/slideLayout965.xml" ContentType="application/vnd.openxmlformats-officedocument.presentationml.slideLayout+xml"/>
  <Override PartName="/ppt/slideLayouts/slideLayout966.xml" ContentType="application/vnd.openxmlformats-officedocument.presentationml.slideLayout+xml"/>
  <Override PartName="/ppt/slideLayouts/slideLayout967.xml" ContentType="application/vnd.openxmlformats-officedocument.presentationml.slideLayout+xml"/>
  <Override PartName="/ppt/slideLayouts/slideLayout968.xml" ContentType="application/vnd.openxmlformats-officedocument.presentationml.slideLayout+xml"/>
  <Override PartName="/ppt/theme/theme16.xml" ContentType="application/vnd.openxmlformats-officedocument.theme+xml"/>
  <Override PartName="/ppt/slideLayouts/slideLayout969.xml" ContentType="application/vnd.openxmlformats-officedocument.presentationml.slideLayout+xml"/>
  <Override PartName="/ppt/slideLayouts/slideLayout970.xml" ContentType="application/vnd.openxmlformats-officedocument.presentationml.slideLayout+xml"/>
  <Override PartName="/ppt/slideLayouts/slideLayout971.xml" ContentType="application/vnd.openxmlformats-officedocument.presentationml.slideLayout+xml"/>
  <Override PartName="/ppt/slideLayouts/slideLayout972.xml" ContentType="application/vnd.openxmlformats-officedocument.presentationml.slideLayout+xml"/>
  <Override PartName="/ppt/slideLayouts/slideLayout973.xml" ContentType="application/vnd.openxmlformats-officedocument.presentationml.slideLayout+xml"/>
  <Override PartName="/ppt/slideLayouts/slideLayout974.xml" ContentType="application/vnd.openxmlformats-officedocument.presentationml.slideLayout+xml"/>
  <Override PartName="/ppt/slideLayouts/slideLayout975.xml" ContentType="application/vnd.openxmlformats-officedocument.presentationml.slideLayout+xml"/>
  <Override PartName="/ppt/slideLayouts/slideLayout976.xml" ContentType="application/vnd.openxmlformats-officedocument.presentationml.slideLayout+xml"/>
  <Override PartName="/ppt/slideLayouts/slideLayout977.xml" ContentType="application/vnd.openxmlformats-officedocument.presentationml.slideLayout+xml"/>
  <Override PartName="/ppt/slideLayouts/slideLayout978.xml" ContentType="application/vnd.openxmlformats-officedocument.presentationml.slideLayout+xml"/>
  <Override PartName="/ppt/slideLayouts/slideLayout979.xml" ContentType="application/vnd.openxmlformats-officedocument.presentationml.slideLayout+xml"/>
  <Override PartName="/ppt/slideLayouts/slideLayout980.xml" ContentType="application/vnd.openxmlformats-officedocument.presentationml.slideLayout+xml"/>
  <Override PartName="/ppt/slideLayouts/slideLayout981.xml" ContentType="application/vnd.openxmlformats-officedocument.presentationml.slideLayout+xml"/>
  <Override PartName="/ppt/slideLayouts/slideLayout982.xml" ContentType="application/vnd.openxmlformats-officedocument.presentationml.slideLayout+xml"/>
  <Override PartName="/ppt/slideLayouts/slideLayout983.xml" ContentType="application/vnd.openxmlformats-officedocument.presentationml.slideLayout+xml"/>
  <Override PartName="/ppt/slideLayouts/slideLayout984.xml" ContentType="application/vnd.openxmlformats-officedocument.presentationml.slideLayout+xml"/>
  <Override PartName="/ppt/slideLayouts/slideLayout985.xml" ContentType="application/vnd.openxmlformats-officedocument.presentationml.slideLayout+xml"/>
  <Override PartName="/ppt/slideLayouts/slideLayout986.xml" ContentType="application/vnd.openxmlformats-officedocument.presentationml.slideLayout+xml"/>
  <Override PartName="/ppt/slideLayouts/slideLayout987.xml" ContentType="application/vnd.openxmlformats-officedocument.presentationml.slideLayout+xml"/>
  <Override PartName="/ppt/slideLayouts/slideLayout988.xml" ContentType="application/vnd.openxmlformats-officedocument.presentationml.slideLayout+xml"/>
  <Override PartName="/ppt/slideLayouts/slideLayout989.xml" ContentType="application/vnd.openxmlformats-officedocument.presentationml.slideLayout+xml"/>
  <Override PartName="/ppt/slideLayouts/slideLayout990.xml" ContentType="application/vnd.openxmlformats-officedocument.presentationml.slideLayout+xml"/>
  <Override PartName="/ppt/slideLayouts/slideLayout991.xml" ContentType="application/vnd.openxmlformats-officedocument.presentationml.slideLayout+xml"/>
  <Override PartName="/ppt/slideLayouts/slideLayout992.xml" ContentType="application/vnd.openxmlformats-officedocument.presentationml.slideLayout+xml"/>
  <Override PartName="/ppt/slideLayouts/slideLayout993.xml" ContentType="application/vnd.openxmlformats-officedocument.presentationml.slideLayout+xml"/>
  <Override PartName="/ppt/slideLayouts/slideLayout994.xml" ContentType="application/vnd.openxmlformats-officedocument.presentationml.slideLayout+xml"/>
  <Override PartName="/ppt/slideLayouts/slideLayout995.xml" ContentType="application/vnd.openxmlformats-officedocument.presentationml.slideLayout+xml"/>
  <Override PartName="/ppt/slideLayouts/slideLayout996.xml" ContentType="application/vnd.openxmlformats-officedocument.presentationml.slideLayout+xml"/>
  <Override PartName="/ppt/slideLayouts/slideLayout997.xml" ContentType="application/vnd.openxmlformats-officedocument.presentationml.slideLayout+xml"/>
  <Override PartName="/ppt/slideLayouts/slideLayout998.xml" ContentType="application/vnd.openxmlformats-officedocument.presentationml.slideLayout+xml"/>
  <Override PartName="/ppt/slideLayouts/slideLayout999.xml" ContentType="application/vnd.openxmlformats-officedocument.presentationml.slideLayout+xml"/>
  <Override PartName="/ppt/slideLayouts/slideLayout1000.xml" ContentType="application/vnd.openxmlformats-officedocument.presentationml.slideLayout+xml"/>
  <Override PartName="/ppt/slideLayouts/slideLayout1001.xml" ContentType="application/vnd.openxmlformats-officedocument.presentationml.slideLayout+xml"/>
  <Override PartName="/ppt/slideLayouts/slideLayout1002.xml" ContentType="application/vnd.openxmlformats-officedocument.presentationml.slideLayout+xml"/>
  <Override PartName="/ppt/slideLayouts/slideLayout1003.xml" ContentType="application/vnd.openxmlformats-officedocument.presentationml.slideLayout+xml"/>
  <Override PartName="/ppt/slideLayouts/slideLayout1004.xml" ContentType="application/vnd.openxmlformats-officedocument.presentationml.slideLayout+xml"/>
  <Override PartName="/ppt/slideLayouts/slideLayout1005.xml" ContentType="application/vnd.openxmlformats-officedocument.presentationml.slideLayout+xml"/>
  <Override PartName="/ppt/slideLayouts/slideLayout1006.xml" ContentType="application/vnd.openxmlformats-officedocument.presentationml.slideLayout+xml"/>
  <Override PartName="/ppt/slideLayouts/slideLayout1007.xml" ContentType="application/vnd.openxmlformats-officedocument.presentationml.slideLayout+xml"/>
  <Override PartName="/ppt/slideLayouts/slideLayout1008.xml" ContentType="application/vnd.openxmlformats-officedocument.presentationml.slideLayout+xml"/>
  <Override PartName="/ppt/slideLayouts/slideLayout1009.xml" ContentType="application/vnd.openxmlformats-officedocument.presentationml.slideLayout+xml"/>
  <Override PartName="/ppt/slideLayouts/slideLayout1010.xml" ContentType="application/vnd.openxmlformats-officedocument.presentationml.slideLayout+xml"/>
  <Override PartName="/ppt/slideLayouts/slideLayout1011.xml" ContentType="application/vnd.openxmlformats-officedocument.presentationml.slideLayout+xml"/>
  <Override PartName="/ppt/slideLayouts/slideLayout1012.xml" ContentType="application/vnd.openxmlformats-officedocument.presentationml.slideLayout+xml"/>
  <Override PartName="/ppt/slideLayouts/slideLayout1013.xml" ContentType="application/vnd.openxmlformats-officedocument.presentationml.slideLayout+xml"/>
  <Override PartName="/ppt/slideLayouts/slideLayout1014.xml" ContentType="application/vnd.openxmlformats-officedocument.presentationml.slideLayout+xml"/>
  <Override PartName="/ppt/slideLayouts/slideLayout1015.xml" ContentType="application/vnd.openxmlformats-officedocument.presentationml.slideLayout+xml"/>
  <Override PartName="/ppt/slideLayouts/slideLayout1016.xml" ContentType="application/vnd.openxmlformats-officedocument.presentationml.slideLayout+xml"/>
  <Override PartName="/ppt/slideLayouts/slideLayout1017.xml" ContentType="application/vnd.openxmlformats-officedocument.presentationml.slideLayout+xml"/>
  <Override PartName="/ppt/theme/theme17.xml" ContentType="application/vnd.openxmlformats-officedocument.theme+xml"/>
  <Override PartName="/ppt/slideLayouts/slideLayout1018.xml" ContentType="application/vnd.openxmlformats-officedocument.presentationml.slideLayout+xml"/>
  <Override PartName="/ppt/slideLayouts/slideLayout1019.xml" ContentType="application/vnd.openxmlformats-officedocument.presentationml.slideLayout+xml"/>
  <Override PartName="/ppt/slideLayouts/slideLayout1020.xml" ContentType="application/vnd.openxmlformats-officedocument.presentationml.slideLayout+xml"/>
  <Override PartName="/ppt/slideLayouts/slideLayout1021.xml" ContentType="application/vnd.openxmlformats-officedocument.presentationml.slideLayout+xml"/>
  <Override PartName="/ppt/slideLayouts/slideLayout1022.xml" ContentType="application/vnd.openxmlformats-officedocument.presentationml.slideLayout+xml"/>
  <Override PartName="/ppt/slideLayouts/slideLayout1023.xml" ContentType="application/vnd.openxmlformats-officedocument.presentationml.slideLayout+xml"/>
  <Override PartName="/ppt/slideLayouts/slideLayout1024.xml" ContentType="application/vnd.openxmlformats-officedocument.presentationml.slideLayout+xml"/>
  <Override PartName="/ppt/slideLayouts/slideLayout1025.xml" ContentType="application/vnd.openxmlformats-officedocument.presentationml.slideLayout+xml"/>
  <Override PartName="/ppt/slideLayouts/slideLayout1026.xml" ContentType="application/vnd.openxmlformats-officedocument.presentationml.slideLayout+xml"/>
  <Override PartName="/ppt/slideLayouts/slideLayout1027.xml" ContentType="application/vnd.openxmlformats-officedocument.presentationml.slideLayout+xml"/>
  <Override PartName="/ppt/slideLayouts/slideLayout1028.xml" ContentType="application/vnd.openxmlformats-officedocument.presentationml.slideLayout+xml"/>
  <Override PartName="/ppt/slideLayouts/slideLayout1029.xml" ContentType="application/vnd.openxmlformats-officedocument.presentationml.slideLayout+xml"/>
  <Override PartName="/ppt/slideLayouts/slideLayout1030.xml" ContentType="application/vnd.openxmlformats-officedocument.presentationml.slideLayout+xml"/>
  <Override PartName="/ppt/slideLayouts/slideLayout1031.xml" ContentType="application/vnd.openxmlformats-officedocument.presentationml.slideLayout+xml"/>
  <Override PartName="/ppt/slideLayouts/slideLayout1032.xml" ContentType="application/vnd.openxmlformats-officedocument.presentationml.slideLayout+xml"/>
  <Override PartName="/ppt/slideLayouts/slideLayout1033.xml" ContentType="application/vnd.openxmlformats-officedocument.presentationml.slideLayout+xml"/>
  <Override PartName="/ppt/slideLayouts/slideLayout1034.xml" ContentType="application/vnd.openxmlformats-officedocument.presentationml.slideLayout+xml"/>
  <Override PartName="/ppt/slideLayouts/slideLayout1035.xml" ContentType="application/vnd.openxmlformats-officedocument.presentationml.slideLayout+xml"/>
  <Override PartName="/ppt/slideLayouts/slideLayout1036.xml" ContentType="application/vnd.openxmlformats-officedocument.presentationml.slideLayout+xml"/>
  <Override PartName="/ppt/slideLayouts/slideLayout1037.xml" ContentType="application/vnd.openxmlformats-officedocument.presentationml.slideLayout+xml"/>
  <Override PartName="/ppt/slideLayouts/slideLayout1038.xml" ContentType="application/vnd.openxmlformats-officedocument.presentationml.slideLayout+xml"/>
  <Override PartName="/ppt/slideLayouts/slideLayout1039.xml" ContentType="application/vnd.openxmlformats-officedocument.presentationml.slideLayout+xml"/>
  <Override PartName="/ppt/slideLayouts/slideLayout1040.xml" ContentType="application/vnd.openxmlformats-officedocument.presentationml.slideLayout+xml"/>
  <Override PartName="/ppt/slideLayouts/slideLayout1041.xml" ContentType="application/vnd.openxmlformats-officedocument.presentationml.slideLayout+xml"/>
  <Override PartName="/ppt/slideLayouts/slideLayout1042.xml" ContentType="application/vnd.openxmlformats-officedocument.presentationml.slideLayout+xml"/>
  <Override PartName="/ppt/slideLayouts/slideLayout1043.xml" ContentType="application/vnd.openxmlformats-officedocument.presentationml.slideLayout+xml"/>
  <Override PartName="/ppt/slideLayouts/slideLayout1044.xml" ContentType="application/vnd.openxmlformats-officedocument.presentationml.slideLayout+xml"/>
  <Override PartName="/ppt/slideLayouts/slideLayout1045.xml" ContentType="application/vnd.openxmlformats-officedocument.presentationml.slideLayout+xml"/>
  <Override PartName="/ppt/slideLayouts/slideLayout1046.xml" ContentType="application/vnd.openxmlformats-officedocument.presentationml.slideLayout+xml"/>
  <Override PartName="/ppt/slideLayouts/slideLayout1047.xml" ContentType="application/vnd.openxmlformats-officedocument.presentationml.slideLayout+xml"/>
  <Override PartName="/ppt/slideLayouts/slideLayout1048.xml" ContentType="application/vnd.openxmlformats-officedocument.presentationml.slideLayout+xml"/>
  <Override PartName="/ppt/slideLayouts/slideLayout1049.xml" ContentType="application/vnd.openxmlformats-officedocument.presentationml.slideLayout+xml"/>
  <Override PartName="/ppt/slideLayouts/slideLayout1050.xml" ContentType="application/vnd.openxmlformats-officedocument.presentationml.slideLayout+xml"/>
  <Override PartName="/ppt/slideLayouts/slideLayout1051.xml" ContentType="application/vnd.openxmlformats-officedocument.presentationml.slideLayout+xml"/>
  <Override PartName="/ppt/slideLayouts/slideLayout1052.xml" ContentType="application/vnd.openxmlformats-officedocument.presentationml.slideLayout+xml"/>
  <Override PartName="/ppt/slideLayouts/slideLayout1053.xml" ContentType="application/vnd.openxmlformats-officedocument.presentationml.slideLayout+xml"/>
  <Override PartName="/ppt/slideLayouts/slideLayout1054.xml" ContentType="application/vnd.openxmlformats-officedocument.presentationml.slideLayout+xml"/>
  <Override PartName="/ppt/slideLayouts/slideLayout1055.xml" ContentType="application/vnd.openxmlformats-officedocument.presentationml.slideLayout+xml"/>
  <Override PartName="/ppt/slideLayouts/slideLayout1056.xml" ContentType="application/vnd.openxmlformats-officedocument.presentationml.slideLayout+xml"/>
  <Override PartName="/ppt/slideLayouts/slideLayout1057.xml" ContentType="application/vnd.openxmlformats-officedocument.presentationml.slideLayout+xml"/>
  <Override PartName="/ppt/slideLayouts/slideLayout1058.xml" ContentType="application/vnd.openxmlformats-officedocument.presentationml.slideLayout+xml"/>
  <Override PartName="/ppt/slideLayouts/slideLayout1059.xml" ContentType="application/vnd.openxmlformats-officedocument.presentationml.slideLayout+xml"/>
  <Override PartName="/ppt/slideLayouts/slideLayout1060.xml" ContentType="application/vnd.openxmlformats-officedocument.presentationml.slideLayout+xml"/>
  <Override PartName="/ppt/slideLayouts/slideLayout1061.xml" ContentType="application/vnd.openxmlformats-officedocument.presentationml.slideLayout+xml"/>
  <Override PartName="/ppt/slideLayouts/slideLayout1062.xml" ContentType="application/vnd.openxmlformats-officedocument.presentationml.slideLayout+xml"/>
  <Override PartName="/ppt/slideLayouts/slideLayout1063.xml" ContentType="application/vnd.openxmlformats-officedocument.presentationml.slideLayout+xml"/>
  <Override PartName="/ppt/slideLayouts/slideLayout1064.xml" ContentType="application/vnd.openxmlformats-officedocument.presentationml.slideLayout+xml"/>
  <Override PartName="/ppt/slideLayouts/slideLayout1065.xml" ContentType="application/vnd.openxmlformats-officedocument.presentationml.slideLayout+xml"/>
  <Override PartName="/ppt/slideLayouts/slideLayout1066.xml" ContentType="application/vnd.openxmlformats-officedocument.presentationml.slideLayout+xml"/>
  <Override PartName="/ppt/slideLayouts/slideLayout1067.xml" ContentType="application/vnd.openxmlformats-officedocument.presentationml.slideLayout+xml"/>
  <Override PartName="/ppt/slideLayouts/slideLayout1068.xml" ContentType="application/vnd.openxmlformats-officedocument.presentationml.slideLayout+xml"/>
  <Override PartName="/ppt/slideLayouts/slideLayout1069.xml" ContentType="application/vnd.openxmlformats-officedocument.presentationml.slideLayout+xml"/>
  <Override PartName="/ppt/slideLayouts/slideLayout1070.xml" ContentType="application/vnd.openxmlformats-officedocument.presentationml.slideLayout+xml"/>
  <Override PartName="/ppt/slideLayouts/slideLayout1071.xml" ContentType="application/vnd.openxmlformats-officedocument.presentationml.slideLayout+xml"/>
  <Override PartName="/ppt/slideLayouts/slideLayout1072.xml" ContentType="application/vnd.openxmlformats-officedocument.presentationml.slideLayout+xml"/>
  <Override PartName="/ppt/slideLayouts/slideLayout1073.xml" ContentType="application/vnd.openxmlformats-officedocument.presentationml.slideLayout+xml"/>
  <Override PartName="/ppt/slideLayouts/slideLayout1074.xml" ContentType="application/vnd.openxmlformats-officedocument.presentationml.slideLayout+xml"/>
  <Override PartName="/ppt/slideLayouts/slideLayout1075.xml" ContentType="application/vnd.openxmlformats-officedocument.presentationml.slideLayout+xml"/>
  <Override PartName="/ppt/slideLayouts/slideLayout1076.xml" ContentType="application/vnd.openxmlformats-officedocument.presentationml.slideLayout+xml"/>
  <Override PartName="/ppt/slideLayouts/slideLayout1077.xml" ContentType="application/vnd.openxmlformats-officedocument.presentationml.slideLayout+xml"/>
  <Override PartName="/ppt/slideLayouts/slideLayout1078.xml" ContentType="application/vnd.openxmlformats-officedocument.presentationml.slideLayout+xml"/>
  <Override PartName="/ppt/slideLayouts/slideLayout1079.xml" ContentType="application/vnd.openxmlformats-officedocument.presentationml.slideLayout+xml"/>
  <Override PartName="/ppt/slideLayouts/slideLayout1080.xml" ContentType="application/vnd.openxmlformats-officedocument.presentationml.slideLayout+xml"/>
  <Override PartName="/ppt/slideLayouts/slideLayout1081.xml" ContentType="application/vnd.openxmlformats-officedocument.presentationml.slideLayout+xml"/>
  <Override PartName="/ppt/slideLayouts/slideLayout1082.xml" ContentType="application/vnd.openxmlformats-officedocument.presentationml.slideLayout+xml"/>
  <Override PartName="/ppt/slideLayouts/slideLayout1083.xml" ContentType="application/vnd.openxmlformats-officedocument.presentationml.slideLayout+xml"/>
  <Override PartName="/ppt/slideLayouts/slideLayout1084.xml" ContentType="application/vnd.openxmlformats-officedocument.presentationml.slideLayout+xml"/>
  <Override PartName="/ppt/slideLayouts/slideLayout1085.xml" ContentType="application/vnd.openxmlformats-officedocument.presentationml.slideLayout+xml"/>
  <Override PartName="/ppt/slideLayouts/slideLayout1086.xml" ContentType="application/vnd.openxmlformats-officedocument.presentationml.slideLayout+xml"/>
  <Override PartName="/ppt/slideLayouts/slideLayout1087.xml" ContentType="application/vnd.openxmlformats-officedocument.presentationml.slideLayout+xml"/>
  <Override PartName="/ppt/slideLayouts/slideLayout1088.xml" ContentType="application/vnd.openxmlformats-officedocument.presentationml.slideLayout+xml"/>
  <Override PartName="/ppt/slideLayouts/slideLayout1089.xml" ContentType="application/vnd.openxmlformats-officedocument.presentationml.slideLayout+xml"/>
  <Override PartName="/ppt/slideLayouts/slideLayout1090.xml" ContentType="application/vnd.openxmlformats-officedocument.presentationml.slideLayout+xml"/>
  <Override PartName="/ppt/slideLayouts/slideLayout1091.xml" ContentType="application/vnd.openxmlformats-officedocument.presentationml.slideLayout+xml"/>
  <Override PartName="/ppt/slideLayouts/slideLayout1092.xml" ContentType="application/vnd.openxmlformats-officedocument.presentationml.slideLayout+xml"/>
  <Override PartName="/ppt/slideLayouts/slideLayout1093.xml" ContentType="application/vnd.openxmlformats-officedocument.presentationml.slideLayout+xml"/>
  <Override PartName="/ppt/slideLayouts/slideLayout1094.xml" ContentType="application/vnd.openxmlformats-officedocument.presentationml.slideLayout+xml"/>
  <Override PartName="/ppt/slideLayouts/slideLayout1095.xml" ContentType="application/vnd.openxmlformats-officedocument.presentationml.slideLayout+xml"/>
  <Override PartName="/ppt/slideLayouts/slideLayout1096.xml" ContentType="application/vnd.openxmlformats-officedocument.presentationml.slideLayout+xml"/>
  <Override PartName="/ppt/slideLayouts/slideLayout1097.xml" ContentType="application/vnd.openxmlformats-officedocument.presentationml.slideLayout+xml"/>
  <Override PartName="/ppt/slideLayouts/slideLayout1098.xml" ContentType="application/vnd.openxmlformats-officedocument.presentationml.slideLayout+xml"/>
  <Override PartName="/ppt/slideLayouts/slideLayout1099.xml" ContentType="application/vnd.openxmlformats-officedocument.presentationml.slideLayout+xml"/>
  <Override PartName="/ppt/slideLayouts/slideLayout1100.xml" ContentType="application/vnd.openxmlformats-officedocument.presentationml.slideLayout+xml"/>
  <Override PartName="/ppt/slideLayouts/slideLayout1101.xml" ContentType="application/vnd.openxmlformats-officedocument.presentationml.slideLayout+xml"/>
  <Override PartName="/ppt/theme/theme18.xml" ContentType="application/vnd.openxmlformats-officedocument.theme+xml"/>
  <Override PartName="/ppt/slideLayouts/slideLayout1102.xml" ContentType="application/vnd.openxmlformats-officedocument.presentationml.slideLayout+xml"/>
  <Override PartName="/ppt/slideLayouts/slideLayout1103.xml" ContentType="application/vnd.openxmlformats-officedocument.presentationml.slideLayout+xml"/>
  <Override PartName="/ppt/slideLayouts/slideLayout1104.xml" ContentType="application/vnd.openxmlformats-officedocument.presentationml.slideLayout+xml"/>
  <Override PartName="/ppt/slideLayouts/slideLayout1105.xml" ContentType="application/vnd.openxmlformats-officedocument.presentationml.slideLayout+xml"/>
  <Override PartName="/ppt/slideLayouts/slideLayout1106.xml" ContentType="application/vnd.openxmlformats-officedocument.presentationml.slideLayout+xml"/>
  <Override PartName="/ppt/slideLayouts/slideLayout1107.xml" ContentType="application/vnd.openxmlformats-officedocument.presentationml.slideLayout+xml"/>
  <Override PartName="/ppt/slideLayouts/slideLayout1108.xml" ContentType="application/vnd.openxmlformats-officedocument.presentationml.slideLayout+xml"/>
  <Override PartName="/ppt/slideLayouts/slideLayout1109.xml" ContentType="application/vnd.openxmlformats-officedocument.presentationml.slideLayout+xml"/>
  <Override PartName="/ppt/slideLayouts/slideLayout1110.xml" ContentType="application/vnd.openxmlformats-officedocument.presentationml.slideLayout+xml"/>
  <Override PartName="/ppt/slideLayouts/slideLayout1111.xml" ContentType="application/vnd.openxmlformats-officedocument.presentationml.slideLayout+xml"/>
  <Override PartName="/ppt/slideLayouts/slideLayout1112.xml" ContentType="application/vnd.openxmlformats-officedocument.presentationml.slideLayout+xml"/>
  <Override PartName="/ppt/slideLayouts/slideLayout1113.xml" ContentType="application/vnd.openxmlformats-officedocument.presentationml.slideLayout+xml"/>
  <Override PartName="/ppt/slideLayouts/slideLayout1114.xml" ContentType="application/vnd.openxmlformats-officedocument.presentationml.slideLayout+xml"/>
  <Override PartName="/ppt/slideLayouts/slideLayout1115.xml" ContentType="application/vnd.openxmlformats-officedocument.presentationml.slideLayout+xml"/>
  <Override PartName="/ppt/slideLayouts/slideLayout1116.xml" ContentType="application/vnd.openxmlformats-officedocument.presentationml.slideLayout+xml"/>
  <Override PartName="/ppt/slideLayouts/slideLayout1117.xml" ContentType="application/vnd.openxmlformats-officedocument.presentationml.slideLayout+xml"/>
  <Override PartName="/ppt/slideLayouts/slideLayout1118.xml" ContentType="application/vnd.openxmlformats-officedocument.presentationml.slideLayout+xml"/>
  <Override PartName="/ppt/slideLayouts/slideLayout1119.xml" ContentType="application/vnd.openxmlformats-officedocument.presentationml.slideLayout+xml"/>
  <Override PartName="/ppt/slideLayouts/slideLayout1120.xml" ContentType="application/vnd.openxmlformats-officedocument.presentationml.slideLayout+xml"/>
  <Override PartName="/ppt/slideLayouts/slideLayout1121.xml" ContentType="application/vnd.openxmlformats-officedocument.presentationml.slideLayout+xml"/>
  <Override PartName="/ppt/slideLayouts/slideLayout1122.xml" ContentType="application/vnd.openxmlformats-officedocument.presentationml.slideLayout+xml"/>
  <Override PartName="/ppt/slideLayouts/slideLayout1123.xml" ContentType="application/vnd.openxmlformats-officedocument.presentationml.slideLayout+xml"/>
  <Override PartName="/ppt/slideLayouts/slideLayout1124.xml" ContentType="application/vnd.openxmlformats-officedocument.presentationml.slideLayout+xml"/>
  <Override PartName="/ppt/slideLayouts/slideLayout1125.xml" ContentType="application/vnd.openxmlformats-officedocument.presentationml.slideLayout+xml"/>
  <Override PartName="/ppt/slideLayouts/slideLayout1126.xml" ContentType="application/vnd.openxmlformats-officedocument.presentationml.slideLayout+xml"/>
  <Override PartName="/ppt/slideLayouts/slideLayout1127.xml" ContentType="application/vnd.openxmlformats-officedocument.presentationml.slideLayout+xml"/>
  <Override PartName="/ppt/slideLayouts/slideLayout1128.xml" ContentType="application/vnd.openxmlformats-officedocument.presentationml.slideLayout+xml"/>
  <Override PartName="/ppt/slideLayouts/slideLayout1129.xml" ContentType="application/vnd.openxmlformats-officedocument.presentationml.slideLayout+xml"/>
  <Override PartName="/ppt/slideLayouts/slideLayout1130.xml" ContentType="application/vnd.openxmlformats-officedocument.presentationml.slideLayout+xml"/>
  <Override PartName="/ppt/slideLayouts/slideLayout1131.xml" ContentType="application/vnd.openxmlformats-officedocument.presentationml.slideLayout+xml"/>
  <Override PartName="/ppt/slideLayouts/slideLayout1132.xml" ContentType="application/vnd.openxmlformats-officedocument.presentationml.slideLayout+xml"/>
  <Override PartName="/ppt/slideLayouts/slideLayout1133.xml" ContentType="application/vnd.openxmlformats-officedocument.presentationml.slideLayout+xml"/>
  <Override PartName="/ppt/slideLayouts/slideLayout1134.xml" ContentType="application/vnd.openxmlformats-officedocument.presentationml.slideLayout+xml"/>
  <Override PartName="/ppt/slideLayouts/slideLayout1135.xml" ContentType="application/vnd.openxmlformats-officedocument.presentationml.slideLayout+xml"/>
  <Override PartName="/ppt/slideLayouts/slideLayout1136.xml" ContentType="application/vnd.openxmlformats-officedocument.presentationml.slideLayout+xml"/>
  <Override PartName="/ppt/slideLayouts/slideLayout1137.xml" ContentType="application/vnd.openxmlformats-officedocument.presentationml.slideLayout+xml"/>
  <Override PartName="/ppt/slideLayouts/slideLayout1138.xml" ContentType="application/vnd.openxmlformats-officedocument.presentationml.slideLayout+xml"/>
  <Override PartName="/ppt/slideLayouts/slideLayout1139.xml" ContentType="application/vnd.openxmlformats-officedocument.presentationml.slideLayout+xml"/>
  <Override PartName="/ppt/slideLayouts/slideLayout1140.xml" ContentType="application/vnd.openxmlformats-officedocument.presentationml.slideLayout+xml"/>
  <Override PartName="/ppt/slideLayouts/slideLayout1141.xml" ContentType="application/vnd.openxmlformats-officedocument.presentationml.slideLayout+xml"/>
  <Override PartName="/ppt/slideLayouts/slideLayout1142.xml" ContentType="application/vnd.openxmlformats-officedocument.presentationml.slideLayout+xml"/>
  <Override PartName="/ppt/slideLayouts/slideLayout1143.xml" ContentType="application/vnd.openxmlformats-officedocument.presentationml.slideLayout+xml"/>
  <Override PartName="/ppt/slideLayouts/slideLayout1144.xml" ContentType="application/vnd.openxmlformats-officedocument.presentationml.slideLayout+xml"/>
  <Override PartName="/ppt/slideLayouts/slideLayout1145.xml" ContentType="application/vnd.openxmlformats-officedocument.presentationml.slideLayout+xml"/>
  <Override PartName="/ppt/slideLayouts/slideLayout1146.xml" ContentType="application/vnd.openxmlformats-officedocument.presentationml.slideLayout+xml"/>
  <Override PartName="/ppt/slideLayouts/slideLayout1147.xml" ContentType="application/vnd.openxmlformats-officedocument.presentationml.slideLayout+xml"/>
  <Override PartName="/ppt/slideLayouts/slideLayout1148.xml" ContentType="application/vnd.openxmlformats-officedocument.presentationml.slideLayout+xml"/>
  <Override PartName="/ppt/slideLayouts/slideLayout1149.xml" ContentType="application/vnd.openxmlformats-officedocument.presentationml.slideLayout+xml"/>
  <Override PartName="/ppt/slideLayouts/slideLayout1150.xml" ContentType="application/vnd.openxmlformats-officedocument.presentationml.slideLayout+xml"/>
  <Override PartName="/ppt/slideLayouts/slideLayout1151.xml" ContentType="application/vnd.openxmlformats-officedocument.presentationml.slideLayout+xml"/>
  <Override PartName="/ppt/theme/theme19.xml" ContentType="application/vnd.openxmlformats-officedocument.theme+xml"/>
  <Override PartName="/ppt/slideLayouts/slideLayout1152.xml" ContentType="application/vnd.openxmlformats-officedocument.presentationml.slideLayout+xml"/>
  <Override PartName="/ppt/slideLayouts/slideLayout1153.xml" ContentType="application/vnd.openxmlformats-officedocument.presentationml.slideLayout+xml"/>
  <Override PartName="/ppt/slideLayouts/slideLayout1154.xml" ContentType="application/vnd.openxmlformats-officedocument.presentationml.slideLayout+xml"/>
  <Override PartName="/ppt/slideLayouts/slideLayout1155.xml" ContentType="application/vnd.openxmlformats-officedocument.presentationml.slideLayout+xml"/>
  <Override PartName="/ppt/slideLayouts/slideLayout1156.xml" ContentType="application/vnd.openxmlformats-officedocument.presentationml.slideLayout+xml"/>
  <Override PartName="/ppt/slideLayouts/slideLayout1157.xml" ContentType="application/vnd.openxmlformats-officedocument.presentationml.slideLayout+xml"/>
  <Override PartName="/ppt/slideLayouts/slideLayout1158.xml" ContentType="application/vnd.openxmlformats-officedocument.presentationml.slideLayout+xml"/>
  <Override PartName="/ppt/slideLayouts/slideLayout1159.xml" ContentType="application/vnd.openxmlformats-officedocument.presentationml.slideLayout+xml"/>
  <Override PartName="/ppt/slideLayouts/slideLayout1160.xml" ContentType="application/vnd.openxmlformats-officedocument.presentationml.slideLayout+xml"/>
  <Override PartName="/ppt/slideLayouts/slideLayout1161.xml" ContentType="application/vnd.openxmlformats-officedocument.presentationml.slideLayout+xml"/>
  <Override PartName="/ppt/slideLayouts/slideLayout1162.xml" ContentType="application/vnd.openxmlformats-officedocument.presentationml.slideLayout+xml"/>
  <Override PartName="/ppt/slideLayouts/slideLayout1163.xml" ContentType="application/vnd.openxmlformats-officedocument.presentationml.slideLayout+xml"/>
  <Override PartName="/ppt/slideLayouts/slideLayout1164.xml" ContentType="application/vnd.openxmlformats-officedocument.presentationml.slideLayout+xml"/>
  <Override PartName="/ppt/slideLayouts/slideLayout1165.xml" ContentType="application/vnd.openxmlformats-officedocument.presentationml.slideLayout+xml"/>
  <Override PartName="/ppt/slideLayouts/slideLayout1166.xml" ContentType="application/vnd.openxmlformats-officedocument.presentationml.slideLayout+xml"/>
  <Override PartName="/ppt/slideLayouts/slideLayout1167.xml" ContentType="application/vnd.openxmlformats-officedocument.presentationml.slideLayout+xml"/>
  <Override PartName="/ppt/slideLayouts/slideLayout1168.xml" ContentType="application/vnd.openxmlformats-officedocument.presentationml.slideLayout+xml"/>
  <Override PartName="/ppt/slideLayouts/slideLayout1169.xml" ContentType="application/vnd.openxmlformats-officedocument.presentationml.slideLayout+xml"/>
  <Override PartName="/ppt/slideLayouts/slideLayout1170.xml" ContentType="application/vnd.openxmlformats-officedocument.presentationml.slideLayout+xml"/>
  <Override PartName="/ppt/slideLayouts/slideLayout1171.xml" ContentType="application/vnd.openxmlformats-officedocument.presentationml.slideLayout+xml"/>
  <Override PartName="/ppt/slideLayouts/slideLayout1172.xml" ContentType="application/vnd.openxmlformats-officedocument.presentationml.slideLayout+xml"/>
  <Override PartName="/ppt/slideLayouts/slideLayout1173.xml" ContentType="application/vnd.openxmlformats-officedocument.presentationml.slideLayout+xml"/>
  <Override PartName="/ppt/slideLayouts/slideLayout1174.xml" ContentType="application/vnd.openxmlformats-officedocument.presentationml.slideLayout+xml"/>
  <Override PartName="/ppt/slideLayouts/slideLayout1175.xml" ContentType="application/vnd.openxmlformats-officedocument.presentationml.slideLayout+xml"/>
  <Override PartName="/ppt/slideLayouts/slideLayout1176.xml" ContentType="application/vnd.openxmlformats-officedocument.presentationml.slideLayout+xml"/>
  <Override PartName="/ppt/slideLayouts/slideLayout1177.xml" ContentType="application/vnd.openxmlformats-officedocument.presentationml.slideLayout+xml"/>
  <Override PartName="/ppt/slideLayouts/slideLayout1178.xml" ContentType="application/vnd.openxmlformats-officedocument.presentationml.slideLayout+xml"/>
  <Override PartName="/ppt/slideLayouts/slideLayout1179.xml" ContentType="application/vnd.openxmlformats-officedocument.presentationml.slideLayout+xml"/>
  <Override PartName="/ppt/slideLayouts/slideLayout1180.xml" ContentType="application/vnd.openxmlformats-officedocument.presentationml.slideLayout+xml"/>
  <Override PartName="/ppt/slideLayouts/slideLayout1181.xml" ContentType="application/vnd.openxmlformats-officedocument.presentationml.slideLayout+xml"/>
  <Override PartName="/ppt/slideLayouts/slideLayout1182.xml" ContentType="application/vnd.openxmlformats-officedocument.presentationml.slideLayout+xml"/>
  <Override PartName="/ppt/slideLayouts/slideLayout1183.xml" ContentType="application/vnd.openxmlformats-officedocument.presentationml.slideLayout+xml"/>
  <Override PartName="/ppt/slideLayouts/slideLayout1184.xml" ContentType="application/vnd.openxmlformats-officedocument.presentationml.slideLayout+xml"/>
  <Override PartName="/ppt/slideLayouts/slideLayout1185.xml" ContentType="application/vnd.openxmlformats-officedocument.presentationml.slideLayout+xml"/>
  <Override PartName="/ppt/slideLayouts/slideLayout1186.xml" ContentType="application/vnd.openxmlformats-officedocument.presentationml.slideLayout+xml"/>
  <Override PartName="/ppt/slideLayouts/slideLayout1187.xml" ContentType="application/vnd.openxmlformats-officedocument.presentationml.slideLayout+xml"/>
  <Override PartName="/ppt/slideLayouts/slideLayout1188.xml" ContentType="application/vnd.openxmlformats-officedocument.presentationml.slideLayout+xml"/>
  <Override PartName="/ppt/slideLayouts/slideLayout1189.xml" ContentType="application/vnd.openxmlformats-officedocument.presentationml.slideLayout+xml"/>
  <Override PartName="/ppt/slideLayouts/slideLayout1190.xml" ContentType="application/vnd.openxmlformats-officedocument.presentationml.slideLayout+xml"/>
  <Override PartName="/ppt/slideLayouts/slideLayout1191.xml" ContentType="application/vnd.openxmlformats-officedocument.presentationml.slideLayout+xml"/>
  <Override PartName="/ppt/slideLayouts/slideLayout1192.xml" ContentType="application/vnd.openxmlformats-officedocument.presentationml.slideLayout+xml"/>
  <Override PartName="/ppt/slideLayouts/slideLayout1193.xml" ContentType="application/vnd.openxmlformats-officedocument.presentationml.slideLayout+xml"/>
  <Override PartName="/ppt/slideLayouts/slideLayout1194.xml" ContentType="application/vnd.openxmlformats-officedocument.presentationml.slideLayout+xml"/>
  <Override PartName="/ppt/slideLayouts/slideLayout1195.xml" ContentType="application/vnd.openxmlformats-officedocument.presentationml.slideLayout+xml"/>
  <Override PartName="/ppt/slideLayouts/slideLayout1196.xml" ContentType="application/vnd.openxmlformats-officedocument.presentationml.slideLayout+xml"/>
  <Override PartName="/ppt/slideLayouts/slideLayout1197.xml" ContentType="application/vnd.openxmlformats-officedocument.presentationml.slideLayout+xml"/>
  <Override PartName="/ppt/slideLayouts/slideLayout1198.xml" ContentType="application/vnd.openxmlformats-officedocument.presentationml.slideLayout+xml"/>
  <Override PartName="/ppt/slideLayouts/slideLayout1199.xml" ContentType="application/vnd.openxmlformats-officedocument.presentationml.slideLayout+xml"/>
  <Override PartName="/ppt/slideLayouts/slideLayout1200.xml" ContentType="application/vnd.openxmlformats-officedocument.presentationml.slideLayout+xml"/>
  <Override PartName="/ppt/theme/theme20.xml" ContentType="application/vnd.openxmlformats-officedocument.theme+xml"/>
  <Override PartName="/ppt/slideLayouts/slideLayout1201.xml" ContentType="application/vnd.openxmlformats-officedocument.presentationml.slideLayout+xml"/>
  <Override PartName="/ppt/slideLayouts/slideLayout1202.xml" ContentType="application/vnd.openxmlformats-officedocument.presentationml.slideLayout+xml"/>
  <Override PartName="/ppt/slideLayouts/slideLayout1203.xml" ContentType="application/vnd.openxmlformats-officedocument.presentationml.slideLayout+xml"/>
  <Override PartName="/ppt/slideLayouts/slideLayout1204.xml" ContentType="application/vnd.openxmlformats-officedocument.presentationml.slideLayout+xml"/>
  <Override PartName="/ppt/slideLayouts/slideLayout1205.xml" ContentType="application/vnd.openxmlformats-officedocument.presentationml.slideLayout+xml"/>
  <Override PartName="/ppt/slideLayouts/slideLayout1206.xml" ContentType="application/vnd.openxmlformats-officedocument.presentationml.slideLayout+xml"/>
  <Override PartName="/ppt/slideLayouts/slideLayout1207.xml" ContentType="application/vnd.openxmlformats-officedocument.presentationml.slideLayout+xml"/>
  <Override PartName="/ppt/slideLayouts/slideLayout1208.xml" ContentType="application/vnd.openxmlformats-officedocument.presentationml.slideLayout+xml"/>
  <Override PartName="/ppt/slideLayouts/slideLayout1209.xml" ContentType="application/vnd.openxmlformats-officedocument.presentationml.slideLayout+xml"/>
  <Override PartName="/ppt/slideLayouts/slideLayout1210.xml" ContentType="application/vnd.openxmlformats-officedocument.presentationml.slideLayout+xml"/>
  <Override PartName="/ppt/slideLayouts/slideLayout1211.xml" ContentType="application/vnd.openxmlformats-officedocument.presentationml.slideLayout+xml"/>
  <Override PartName="/ppt/slideLayouts/slideLayout1212.xml" ContentType="application/vnd.openxmlformats-officedocument.presentationml.slideLayout+xml"/>
  <Override PartName="/ppt/slideLayouts/slideLayout1213.xml" ContentType="application/vnd.openxmlformats-officedocument.presentationml.slideLayout+xml"/>
  <Override PartName="/ppt/slideLayouts/slideLayout1214.xml" ContentType="application/vnd.openxmlformats-officedocument.presentationml.slideLayout+xml"/>
  <Override PartName="/ppt/slideLayouts/slideLayout1215.xml" ContentType="application/vnd.openxmlformats-officedocument.presentationml.slideLayout+xml"/>
  <Override PartName="/ppt/slideLayouts/slideLayout1216.xml" ContentType="application/vnd.openxmlformats-officedocument.presentationml.slideLayout+xml"/>
  <Override PartName="/ppt/slideLayouts/slideLayout1217.xml" ContentType="application/vnd.openxmlformats-officedocument.presentationml.slideLayout+xml"/>
  <Override PartName="/ppt/slideLayouts/slideLayout1218.xml" ContentType="application/vnd.openxmlformats-officedocument.presentationml.slideLayout+xml"/>
  <Override PartName="/ppt/slideLayouts/slideLayout1219.xml" ContentType="application/vnd.openxmlformats-officedocument.presentationml.slideLayout+xml"/>
  <Override PartName="/ppt/slideLayouts/slideLayout1220.xml" ContentType="application/vnd.openxmlformats-officedocument.presentationml.slideLayout+xml"/>
  <Override PartName="/ppt/slideLayouts/slideLayout1221.xml" ContentType="application/vnd.openxmlformats-officedocument.presentationml.slideLayout+xml"/>
  <Override PartName="/ppt/slideLayouts/slideLayout1222.xml" ContentType="application/vnd.openxmlformats-officedocument.presentationml.slideLayout+xml"/>
  <Override PartName="/ppt/slideLayouts/slideLayout1223.xml" ContentType="application/vnd.openxmlformats-officedocument.presentationml.slideLayout+xml"/>
  <Override PartName="/ppt/slideLayouts/slideLayout1224.xml" ContentType="application/vnd.openxmlformats-officedocument.presentationml.slideLayout+xml"/>
  <Override PartName="/ppt/slideLayouts/slideLayout1225.xml" ContentType="application/vnd.openxmlformats-officedocument.presentationml.slideLayout+xml"/>
  <Override PartName="/ppt/slideLayouts/slideLayout1226.xml" ContentType="application/vnd.openxmlformats-officedocument.presentationml.slideLayout+xml"/>
  <Override PartName="/ppt/slideLayouts/slideLayout1227.xml" ContentType="application/vnd.openxmlformats-officedocument.presentationml.slideLayout+xml"/>
  <Override PartName="/ppt/slideLayouts/slideLayout1228.xml" ContentType="application/vnd.openxmlformats-officedocument.presentationml.slideLayout+xml"/>
  <Override PartName="/ppt/slideLayouts/slideLayout1229.xml" ContentType="application/vnd.openxmlformats-officedocument.presentationml.slideLayout+xml"/>
  <Override PartName="/ppt/slideLayouts/slideLayout1230.xml" ContentType="application/vnd.openxmlformats-officedocument.presentationml.slideLayout+xml"/>
  <Override PartName="/ppt/slideLayouts/slideLayout1231.xml" ContentType="application/vnd.openxmlformats-officedocument.presentationml.slideLayout+xml"/>
  <Override PartName="/ppt/slideLayouts/slideLayout1232.xml" ContentType="application/vnd.openxmlformats-officedocument.presentationml.slideLayout+xml"/>
  <Override PartName="/ppt/slideLayouts/slideLayout1233.xml" ContentType="application/vnd.openxmlformats-officedocument.presentationml.slideLayout+xml"/>
  <Override PartName="/ppt/slideLayouts/slideLayout1234.xml" ContentType="application/vnd.openxmlformats-officedocument.presentationml.slideLayout+xml"/>
  <Override PartName="/ppt/slideLayouts/slideLayout1235.xml" ContentType="application/vnd.openxmlformats-officedocument.presentationml.slideLayout+xml"/>
  <Override PartName="/ppt/slideLayouts/slideLayout1236.xml" ContentType="application/vnd.openxmlformats-officedocument.presentationml.slideLayout+xml"/>
  <Override PartName="/ppt/slideLayouts/slideLayout1237.xml" ContentType="application/vnd.openxmlformats-officedocument.presentationml.slideLayout+xml"/>
  <Override PartName="/ppt/slideLayouts/slideLayout1238.xml" ContentType="application/vnd.openxmlformats-officedocument.presentationml.slideLayout+xml"/>
  <Override PartName="/ppt/slideLayouts/slideLayout1239.xml" ContentType="application/vnd.openxmlformats-officedocument.presentationml.slideLayout+xml"/>
  <Override PartName="/ppt/slideLayouts/slideLayout1240.xml" ContentType="application/vnd.openxmlformats-officedocument.presentationml.slideLayout+xml"/>
  <Override PartName="/ppt/slideLayouts/slideLayout1241.xml" ContentType="application/vnd.openxmlformats-officedocument.presentationml.slideLayout+xml"/>
  <Override PartName="/ppt/slideLayouts/slideLayout1242.xml" ContentType="application/vnd.openxmlformats-officedocument.presentationml.slideLayout+xml"/>
  <Override PartName="/ppt/slideLayouts/slideLayout1243.xml" ContentType="application/vnd.openxmlformats-officedocument.presentationml.slideLayout+xml"/>
  <Override PartName="/ppt/slideLayouts/slideLayout1244.xml" ContentType="application/vnd.openxmlformats-officedocument.presentationml.slideLayout+xml"/>
  <Override PartName="/ppt/slideLayouts/slideLayout1245.xml" ContentType="application/vnd.openxmlformats-officedocument.presentationml.slideLayout+xml"/>
  <Override PartName="/ppt/slideLayouts/slideLayout1246.xml" ContentType="application/vnd.openxmlformats-officedocument.presentationml.slideLayout+xml"/>
  <Override PartName="/ppt/slideLayouts/slideLayout1247.xml" ContentType="application/vnd.openxmlformats-officedocument.presentationml.slideLayout+xml"/>
  <Override PartName="/ppt/slideLayouts/slideLayout1248.xml" ContentType="application/vnd.openxmlformats-officedocument.presentationml.slideLayout+xml"/>
  <Override PartName="/ppt/slideLayouts/slideLayout1249.xml" ContentType="application/vnd.openxmlformats-officedocument.presentationml.slideLayout+xml"/>
  <Override PartName="/ppt/slideLayouts/slideLayout1250.xml" ContentType="application/vnd.openxmlformats-officedocument.presentationml.slideLayout+xml"/>
  <Override PartName="/ppt/slideLayouts/slideLayout1251.xml" ContentType="application/vnd.openxmlformats-officedocument.presentationml.slideLayout+xml"/>
  <Override PartName="/ppt/slideLayouts/slideLayout1252.xml" ContentType="application/vnd.openxmlformats-officedocument.presentationml.slideLayout+xml"/>
  <Override PartName="/ppt/slideLayouts/slideLayout1253.xml" ContentType="application/vnd.openxmlformats-officedocument.presentationml.slideLayout+xml"/>
  <Override PartName="/ppt/slideLayouts/slideLayout1254.xml" ContentType="application/vnd.openxmlformats-officedocument.presentationml.slideLayout+xml"/>
  <Override PartName="/ppt/slideLayouts/slideLayout1255.xml" ContentType="application/vnd.openxmlformats-officedocument.presentationml.slideLayout+xml"/>
  <Override PartName="/ppt/slideLayouts/slideLayout1256.xml" ContentType="application/vnd.openxmlformats-officedocument.presentationml.slideLayout+xml"/>
  <Override PartName="/ppt/slideLayouts/slideLayout1257.xml" ContentType="application/vnd.openxmlformats-officedocument.presentationml.slideLayout+xml"/>
  <Override PartName="/ppt/slideLayouts/slideLayout1258.xml" ContentType="application/vnd.openxmlformats-officedocument.presentationml.slideLayout+xml"/>
  <Override PartName="/ppt/slideLayouts/slideLayout1259.xml" ContentType="application/vnd.openxmlformats-officedocument.presentationml.slideLayout+xml"/>
  <Override PartName="/ppt/slideLayouts/slideLayout1260.xml" ContentType="application/vnd.openxmlformats-officedocument.presentationml.slideLayout+xml"/>
  <Override PartName="/ppt/slideLayouts/slideLayout1261.xml" ContentType="application/vnd.openxmlformats-officedocument.presentationml.slideLayout+xml"/>
  <Override PartName="/ppt/slideLayouts/slideLayout1262.xml" ContentType="application/vnd.openxmlformats-officedocument.presentationml.slideLayout+xml"/>
  <Override PartName="/ppt/slideLayouts/slideLayout1263.xml" ContentType="application/vnd.openxmlformats-officedocument.presentationml.slideLayout+xml"/>
  <Override PartName="/ppt/slideLayouts/slideLayout1264.xml" ContentType="application/vnd.openxmlformats-officedocument.presentationml.slideLayout+xml"/>
  <Override PartName="/ppt/slideLayouts/slideLayout1265.xml" ContentType="application/vnd.openxmlformats-officedocument.presentationml.slideLayout+xml"/>
  <Override PartName="/ppt/slideLayouts/slideLayout1266.xml" ContentType="application/vnd.openxmlformats-officedocument.presentationml.slideLayout+xml"/>
  <Override PartName="/ppt/slideLayouts/slideLayout1267.xml" ContentType="application/vnd.openxmlformats-officedocument.presentationml.slideLayout+xml"/>
  <Override PartName="/ppt/slideLayouts/slideLayout1268.xml" ContentType="application/vnd.openxmlformats-officedocument.presentationml.slideLayout+xml"/>
  <Override PartName="/ppt/slideLayouts/slideLayout1269.xml" ContentType="application/vnd.openxmlformats-officedocument.presentationml.slideLayout+xml"/>
  <Override PartName="/ppt/slideLayouts/slideLayout1270.xml" ContentType="application/vnd.openxmlformats-officedocument.presentationml.slideLayout+xml"/>
  <Override PartName="/ppt/slideLayouts/slideLayout1271.xml" ContentType="application/vnd.openxmlformats-officedocument.presentationml.slideLayout+xml"/>
  <Override PartName="/ppt/slideLayouts/slideLayout1272.xml" ContentType="application/vnd.openxmlformats-officedocument.presentationml.slideLayout+xml"/>
  <Override PartName="/ppt/slideLayouts/slideLayout1273.xml" ContentType="application/vnd.openxmlformats-officedocument.presentationml.slideLayout+xml"/>
  <Override PartName="/ppt/slideLayouts/slideLayout1274.xml" ContentType="application/vnd.openxmlformats-officedocument.presentationml.slideLayout+xml"/>
  <Override PartName="/ppt/slideLayouts/slideLayout1275.xml" ContentType="application/vnd.openxmlformats-officedocument.presentationml.slideLayout+xml"/>
  <Override PartName="/ppt/slideLayouts/slideLayout1276.xml" ContentType="application/vnd.openxmlformats-officedocument.presentationml.slideLayout+xml"/>
  <Override PartName="/ppt/slideLayouts/slideLayout1277.xml" ContentType="application/vnd.openxmlformats-officedocument.presentationml.slideLayout+xml"/>
  <Override PartName="/ppt/slideLayouts/slideLayout1278.xml" ContentType="application/vnd.openxmlformats-officedocument.presentationml.slideLayout+xml"/>
  <Override PartName="/ppt/slideLayouts/slideLayout1279.xml" ContentType="application/vnd.openxmlformats-officedocument.presentationml.slideLayout+xml"/>
  <Override PartName="/ppt/slideLayouts/slideLayout1280.xml" ContentType="application/vnd.openxmlformats-officedocument.presentationml.slideLayout+xml"/>
  <Override PartName="/ppt/slideLayouts/slideLayout1281.xml" ContentType="application/vnd.openxmlformats-officedocument.presentationml.slideLayout+xml"/>
  <Override PartName="/ppt/slideLayouts/slideLayout1282.xml" ContentType="application/vnd.openxmlformats-officedocument.presentationml.slideLayout+xml"/>
  <Override PartName="/ppt/slideLayouts/slideLayout1283.xml" ContentType="application/vnd.openxmlformats-officedocument.presentationml.slideLayout+xml"/>
  <Override PartName="/ppt/slideLayouts/slideLayout1284.xml" ContentType="application/vnd.openxmlformats-officedocument.presentationml.slideLayout+xml"/>
  <Override PartName="/ppt/theme/theme21.xml" ContentType="application/vnd.openxmlformats-officedocument.theme+xml"/>
  <Override PartName="/ppt/slideLayouts/slideLayout1285.xml" ContentType="application/vnd.openxmlformats-officedocument.presentationml.slideLayout+xml"/>
  <Override PartName="/ppt/slideLayouts/slideLayout1286.xml" ContentType="application/vnd.openxmlformats-officedocument.presentationml.slideLayout+xml"/>
  <Override PartName="/ppt/slideLayouts/slideLayout1287.xml" ContentType="application/vnd.openxmlformats-officedocument.presentationml.slideLayout+xml"/>
  <Override PartName="/ppt/slideLayouts/slideLayout1288.xml" ContentType="application/vnd.openxmlformats-officedocument.presentationml.slideLayout+xml"/>
  <Override PartName="/ppt/slideLayouts/slideLayout1289.xml" ContentType="application/vnd.openxmlformats-officedocument.presentationml.slideLayout+xml"/>
  <Override PartName="/ppt/slideLayouts/slideLayout1290.xml" ContentType="application/vnd.openxmlformats-officedocument.presentationml.slideLayout+xml"/>
  <Override PartName="/ppt/slideLayouts/slideLayout1291.xml" ContentType="application/vnd.openxmlformats-officedocument.presentationml.slideLayout+xml"/>
  <Override PartName="/ppt/slideLayouts/slideLayout1292.xml" ContentType="application/vnd.openxmlformats-officedocument.presentationml.slideLayout+xml"/>
  <Override PartName="/ppt/slideLayouts/slideLayout1293.xml" ContentType="application/vnd.openxmlformats-officedocument.presentationml.slideLayout+xml"/>
  <Override PartName="/ppt/slideLayouts/slideLayout1294.xml" ContentType="application/vnd.openxmlformats-officedocument.presentationml.slideLayout+xml"/>
  <Override PartName="/ppt/slideLayouts/slideLayout1295.xml" ContentType="application/vnd.openxmlformats-officedocument.presentationml.slideLayout+xml"/>
  <Override PartName="/ppt/slideLayouts/slideLayout1296.xml" ContentType="application/vnd.openxmlformats-officedocument.presentationml.slideLayout+xml"/>
  <Override PartName="/ppt/slideLayouts/slideLayout1297.xml" ContentType="application/vnd.openxmlformats-officedocument.presentationml.slideLayout+xml"/>
  <Override PartName="/ppt/slideLayouts/slideLayout1298.xml" ContentType="application/vnd.openxmlformats-officedocument.presentationml.slideLayout+xml"/>
  <Override PartName="/ppt/slideLayouts/slideLayout1299.xml" ContentType="application/vnd.openxmlformats-officedocument.presentationml.slideLayout+xml"/>
  <Override PartName="/ppt/slideLayouts/slideLayout1300.xml" ContentType="application/vnd.openxmlformats-officedocument.presentationml.slideLayout+xml"/>
  <Override PartName="/ppt/slideLayouts/slideLayout1301.xml" ContentType="application/vnd.openxmlformats-officedocument.presentationml.slideLayout+xml"/>
  <Override PartName="/ppt/slideLayouts/slideLayout1302.xml" ContentType="application/vnd.openxmlformats-officedocument.presentationml.slideLayout+xml"/>
  <Override PartName="/ppt/slideLayouts/slideLayout1303.xml" ContentType="application/vnd.openxmlformats-officedocument.presentationml.slideLayout+xml"/>
  <Override PartName="/ppt/slideLayouts/slideLayout1304.xml" ContentType="application/vnd.openxmlformats-officedocument.presentationml.slideLayout+xml"/>
  <Override PartName="/ppt/slideLayouts/slideLayout1305.xml" ContentType="application/vnd.openxmlformats-officedocument.presentationml.slideLayout+xml"/>
  <Override PartName="/ppt/slideLayouts/slideLayout1306.xml" ContentType="application/vnd.openxmlformats-officedocument.presentationml.slideLayout+xml"/>
  <Override PartName="/ppt/slideLayouts/slideLayout1307.xml" ContentType="application/vnd.openxmlformats-officedocument.presentationml.slideLayout+xml"/>
  <Override PartName="/ppt/slideLayouts/slideLayout1308.xml" ContentType="application/vnd.openxmlformats-officedocument.presentationml.slideLayout+xml"/>
  <Override PartName="/ppt/slideLayouts/slideLayout1309.xml" ContentType="application/vnd.openxmlformats-officedocument.presentationml.slideLayout+xml"/>
  <Override PartName="/ppt/slideLayouts/slideLayout1310.xml" ContentType="application/vnd.openxmlformats-officedocument.presentationml.slideLayout+xml"/>
  <Override PartName="/ppt/slideLayouts/slideLayout1311.xml" ContentType="application/vnd.openxmlformats-officedocument.presentationml.slideLayout+xml"/>
  <Override PartName="/ppt/slideLayouts/slideLayout1312.xml" ContentType="application/vnd.openxmlformats-officedocument.presentationml.slideLayout+xml"/>
  <Override PartName="/ppt/slideLayouts/slideLayout1313.xml" ContentType="application/vnd.openxmlformats-officedocument.presentationml.slideLayout+xml"/>
  <Override PartName="/ppt/slideLayouts/slideLayout1314.xml" ContentType="application/vnd.openxmlformats-officedocument.presentationml.slideLayout+xml"/>
  <Override PartName="/ppt/slideLayouts/slideLayout1315.xml" ContentType="application/vnd.openxmlformats-officedocument.presentationml.slideLayout+xml"/>
  <Override PartName="/ppt/slideLayouts/slideLayout1316.xml" ContentType="application/vnd.openxmlformats-officedocument.presentationml.slideLayout+xml"/>
  <Override PartName="/ppt/slideLayouts/slideLayout1317.xml" ContentType="application/vnd.openxmlformats-officedocument.presentationml.slideLayout+xml"/>
  <Override PartName="/ppt/slideLayouts/slideLayout1318.xml" ContentType="application/vnd.openxmlformats-officedocument.presentationml.slideLayout+xml"/>
  <Override PartName="/ppt/slideLayouts/slideLayout1319.xml" ContentType="application/vnd.openxmlformats-officedocument.presentationml.slideLayout+xml"/>
  <Override PartName="/ppt/slideLayouts/slideLayout1320.xml" ContentType="application/vnd.openxmlformats-officedocument.presentationml.slideLayout+xml"/>
  <Override PartName="/ppt/slideLayouts/slideLayout1321.xml" ContentType="application/vnd.openxmlformats-officedocument.presentationml.slideLayout+xml"/>
  <Override PartName="/ppt/slideLayouts/slideLayout1322.xml" ContentType="application/vnd.openxmlformats-officedocument.presentationml.slideLayout+xml"/>
  <Override PartName="/ppt/slideLayouts/slideLayout1323.xml" ContentType="application/vnd.openxmlformats-officedocument.presentationml.slideLayout+xml"/>
  <Override PartName="/ppt/slideLayouts/slideLayout1324.xml" ContentType="application/vnd.openxmlformats-officedocument.presentationml.slideLayout+xml"/>
  <Override PartName="/ppt/slideLayouts/slideLayout1325.xml" ContentType="application/vnd.openxmlformats-officedocument.presentationml.slideLayout+xml"/>
  <Override PartName="/ppt/slideLayouts/slideLayout1326.xml" ContentType="application/vnd.openxmlformats-officedocument.presentationml.slideLayout+xml"/>
  <Override PartName="/ppt/slideLayouts/slideLayout1327.xml" ContentType="application/vnd.openxmlformats-officedocument.presentationml.slideLayout+xml"/>
  <Override PartName="/ppt/slideLayouts/slideLayout1328.xml" ContentType="application/vnd.openxmlformats-officedocument.presentationml.slideLayout+xml"/>
  <Override PartName="/ppt/slideLayouts/slideLayout1329.xml" ContentType="application/vnd.openxmlformats-officedocument.presentationml.slideLayout+xml"/>
  <Override PartName="/ppt/slideLayouts/slideLayout1330.xml" ContentType="application/vnd.openxmlformats-officedocument.presentationml.slideLayout+xml"/>
  <Override PartName="/ppt/slideLayouts/slideLayout1331.xml" ContentType="application/vnd.openxmlformats-officedocument.presentationml.slideLayout+xml"/>
  <Override PartName="/ppt/slideLayouts/slideLayout1332.xml" ContentType="application/vnd.openxmlformats-officedocument.presentationml.slideLayout+xml"/>
  <Override PartName="/ppt/slideLayouts/slideLayout1333.xml" ContentType="application/vnd.openxmlformats-officedocument.presentationml.slideLayout+xml"/>
  <Override PartName="/ppt/slideLayouts/slideLayout1334.xml" ContentType="application/vnd.openxmlformats-officedocument.presentationml.slideLayout+xml"/>
  <Override PartName="/ppt/theme/theme22.xml" ContentType="application/vnd.openxmlformats-officedocument.theme+xml"/>
  <Override PartName="/ppt/slideLayouts/slideLayout1335.xml" ContentType="application/vnd.openxmlformats-officedocument.presentationml.slideLayout+xml"/>
  <Override PartName="/ppt/slideLayouts/slideLayout1336.xml" ContentType="application/vnd.openxmlformats-officedocument.presentationml.slideLayout+xml"/>
  <Override PartName="/ppt/slideLayouts/slideLayout1337.xml" ContentType="application/vnd.openxmlformats-officedocument.presentationml.slideLayout+xml"/>
  <Override PartName="/ppt/slideLayouts/slideLayout1338.xml" ContentType="application/vnd.openxmlformats-officedocument.presentationml.slideLayout+xml"/>
  <Override PartName="/ppt/slideLayouts/slideLayout1339.xml" ContentType="application/vnd.openxmlformats-officedocument.presentationml.slideLayout+xml"/>
  <Override PartName="/ppt/slideLayouts/slideLayout1340.xml" ContentType="application/vnd.openxmlformats-officedocument.presentationml.slideLayout+xml"/>
  <Override PartName="/ppt/slideLayouts/slideLayout1341.xml" ContentType="application/vnd.openxmlformats-officedocument.presentationml.slideLayout+xml"/>
  <Override PartName="/ppt/slideLayouts/slideLayout1342.xml" ContentType="application/vnd.openxmlformats-officedocument.presentationml.slideLayout+xml"/>
  <Override PartName="/ppt/slideLayouts/slideLayout1343.xml" ContentType="application/vnd.openxmlformats-officedocument.presentationml.slideLayout+xml"/>
  <Override PartName="/ppt/slideLayouts/slideLayout1344.xml" ContentType="application/vnd.openxmlformats-officedocument.presentationml.slideLayout+xml"/>
  <Override PartName="/ppt/slideLayouts/slideLayout1345.xml" ContentType="application/vnd.openxmlformats-officedocument.presentationml.slideLayout+xml"/>
  <Override PartName="/ppt/slideLayouts/slideLayout1346.xml" ContentType="application/vnd.openxmlformats-officedocument.presentationml.slideLayout+xml"/>
  <Override PartName="/ppt/slideLayouts/slideLayout1347.xml" ContentType="application/vnd.openxmlformats-officedocument.presentationml.slideLayout+xml"/>
  <Override PartName="/ppt/slideLayouts/slideLayout1348.xml" ContentType="application/vnd.openxmlformats-officedocument.presentationml.slideLayout+xml"/>
  <Override PartName="/ppt/slideLayouts/slideLayout1349.xml" ContentType="application/vnd.openxmlformats-officedocument.presentationml.slideLayout+xml"/>
  <Override PartName="/ppt/slideLayouts/slideLayout1350.xml" ContentType="application/vnd.openxmlformats-officedocument.presentationml.slideLayout+xml"/>
  <Override PartName="/ppt/slideLayouts/slideLayout1351.xml" ContentType="application/vnd.openxmlformats-officedocument.presentationml.slideLayout+xml"/>
  <Override PartName="/ppt/slideLayouts/slideLayout1352.xml" ContentType="application/vnd.openxmlformats-officedocument.presentationml.slideLayout+xml"/>
  <Override PartName="/ppt/slideLayouts/slideLayout1353.xml" ContentType="application/vnd.openxmlformats-officedocument.presentationml.slideLayout+xml"/>
  <Override PartName="/ppt/slideLayouts/slideLayout1354.xml" ContentType="application/vnd.openxmlformats-officedocument.presentationml.slideLayout+xml"/>
  <Override PartName="/ppt/slideLayouts/slideLayout1355.xml" ContentType="application/vnd.openxmlformats-officedocument.presentationml.slideLayout+xml"/>
  <Override PartName="/ppt/slideLayouts/slideLayout1356.xml" ContentType="application/vnd.openxmlformats-officedocument.presentationml.slideLayout+xml"/>
  <Override PartName="/ppt/slideLayouts/slideLayout1357.xml" ContentType="application/vnd.openxmlformats-officedocument.presentationml.slideLayout+xml"/>
  <Override PartName="/ppt/slideLayouts/slideLayout1358.xml" ContentType="application/vnd.openxmlformats-officedocument.presentationml.slideLayout+xml"/>
  <Override PartName="/ppt/slideLayouts/slideLayout1359.xml" ContentType="application/vnd.openxmlformats-officedocument.presentationml.slideLayout+xml"/>
  <Override PartName="/ppt/slideLayouts/slideLayout1360.xml" ContentType="application/vnd.openxmlformats-officedocument.presentationml.slideLayout+xml"/>
  <Override PartName="/ppt/slideLayouts/slideLayout1361.xml" ContentType="application/vnd.openxmlformats-officedocument.presentationml.slideLayout+xml"/>
  <Override PartName="/ppt/slideLayouts/slideLayout1362.xml" ContentType="application/vnd.openxmlformats-officedocument.presentationml.slideLayout+xml"/>
  <Override PartName="/ppt/slideLayouts/slideLayout1363.xml" ContentType="application/vnd.openxmlformats-officedocument.presentationml.slideLayout+xml"/>
  <Override PartName="/ppt/slideLayouts/slideLayout1364.xml" ContentType="application/vnd.openxmlformats-officedocument.presentationml.slideLayout+xml"/>
  <Override PartName="/ppt/slideLayouts/slideLayout1365.xml" ContentType="application/vnd.openxmlformats-officedocument.presentationml.slideLayout+xml"/>
  <Override PartName="/ppt/slideLayouts/slideLayout1366.xml" ContentType="application/vnd.openxmlformats-officedocument.presentationml.slideLayout+xml"/>
  <Override PartName="/ppt/slideLayouts/slideLayout1367.xml" ContentType="application/vnd.openxmlformats-officedocument.presentationml.slideLayout+xml"/>
  <Override PartName="/ppt/slideLayouts/slideLayout1368.xml" ContentType="application/vnd.openxmlformats-officedocument.presentationml.slideLayout+xml"/>
  <Override PartName="/ppt/slideLayouts/slideLayout1369.xml" ContentType="application/vnd.openxmlformats-officedocument.presentationml.slideLayout+xml"/>
  <Override PartName="/ppt/slideLayouts/slideLayout1370.xml" ContentType="application/vnd.openxmlformats-officedocument.presentationml.slideLayout+xml"/>
  <Override PartName="/ppt/slideLayouts/slideLayout1371.xml" ContentType="application/vnd.openxmlformats-officedocument.presentationml.slideLayout+xml"/>
  <Override PartName="/ppt/slideLayouts/slideLayout1372.xml" ContentType="application/vnd.openxmlformats-officedocument.presentationml.slideLayout+xml"/>
  <Override PartName="/ppt/slideLayouts/slideLayout1373.xml" ContentType="application/vnd.openxmlformats-officedocument.presentationml.slideLayout+xml"/>
  <Override PartName="/ppt/slideLayouts/slideLayout1374.xml" ContentType="application/vnd.openxmlformats-officedocument.presentationml.slideLayout+xml"/>
  <Override PartName="/ppt/slideLayouts/slideLayout1375.xml" ContentType="application/vnd.openxmlformats-officedocument.presentationml.slideLayout+xml"/>
  <Override PartName="/ppt/slideLayouts/slideLayout1376.xml" ContentType="application/vnd.openxmlformats-officedocument.presentationml.slideLayout+xml"/>
  <Override PartName="/ppt/slideLayouts/slideLayout1377.xml" ContentType="application/vnd.openxmlformats-officedocument.presentationml.slideLayout+xml"/>
  <Override PartName="/ppt/slideLayouts/slideLayout1378.xml" ContentType="application/vnd.openxmlformats-officedocument.presentationml.slideLayout+xml"/>
  <Override PartName="/ppt/slideLayouts/slideLayout1379.xml" ContentType="application/vnd.openxmlformats-officedocument.presentationml.slideLayout+xml"/>
  <Override PartName="/ppt/slideLayouts/slideLayout1380.xml" ContentType="application/vnd.openxmlformats-officedocument.presentationml.slideLayout+xml"/>
  <Override PartName="/ppt/slideLayouts/slideLayout1381.xml" ContentType="application/vnd.openxmlformats-officedocument.presentationml.slideLayout+xml"/>
  <Override PartName="/ppt/slideLayouts/slideLayout1382.xml" ContentType="application/vnd.openxmlformats-officedocument.presentationml.slideLayout+xml"/>
  <Override PartName="/ppt/slideLayouts/slideLayout1383.xml" ContentType="application/vnd.openxmlformats-officedocument.presentationml.slideLayout+xml"/>
  <Override PartName="/ppt/theme/theme23.xml" ContentType="application/vnd.openxmlformats-officedocument.theme+xml"/>
  <Override PartName="/ppt/slideLayouts/slideLayout1384.xml" ContentType="application/vnd.openxmlformats-officedocument.presentationml.slideLayout+xml"/>
  <Override PartName="/ppt/slideLayouts/slideLayout1385.xml" ContentType="application/vnd.openxmlformats-officedocument.presentationml.slideLayout+xml"/>
  <Override PartName="/ppt/slideLayouts/slideLayout1386.xml" ContentType="application/vnd.openxmlformats-officedocument.presentationml.slideLayout+xml"/>
  <Override PartName="/ppt/slideLayouts/slideLayout1387.xml" ContentType="application/vnd.openxmlformats-officedocument.presentationml.slideLayout+xml"/>
  <Override PartName="/ppt/slideLayouts/slideLayout1388.xml" ContentType="application/vnd.openxmlformats-officedocument.presentationml.slideLayout+xml"/>
  <Override PartName="/ppt/slideLayouts/slideLayout1389.xml" ContentType="application/vnd.openxmlformats-officedocument.presentationml.slideLayout+xml"/>
  <Override PartName="/ppt/slideLayouts/slideLayout1390.xml" ContentType="application/vnd.openxmlformats-officedocument.presentationml.slideLayout+xml"/>
  <Override PartName="/ppt/slideLayouts/slideLayout1391.xml" ContentType="application/vnd.openxmlformats-officedocument.presentationml.slideLayout+xml"/>
  <Override PartName="/ppt/slideLayouts/slideLayout1392.xml" ContentType="application/vnd.openxmlformats-officedocument.presentationml.slideLayout+xml"/>
  <Override PartName="/ppt/slideLayouts/slideLayout1393.xml" ContentType="application/vnd.openxmlformats-officedocument.presentationml.slideLayout+xml"/>
  <Override PartName="/ppt/slideLayouts/slideLayout1394.xml" ContentType="application/vnd.openxmlformats-officedocument.presentationml.slideLayout+xml"/>
  <Override PartName="/ppt/slideLayouts/slideLayout1395.xml" ContentType="application/vnd.openxmlformats-officedocument.presentationml.slideLayout+xml"/>
  <Override PartName="/ppt/slideLayouts/slideLayout1396.xml" ContentType="application/vnd.openxmlformats-officedocument.presentationml.slideLayout+xml"/>
  <Override PartName="/ppt/slideLayouts/slideLayout1397.xml" ContentType="application/vnd.openxmlformats-officedocument.presentationml.slideLayout+xml"/>
  <Override PartName="/ppt/slideLayouts/slideLayout1398.xml" ContentType="application/vnd.openxmlformats-officedocument.presentationml.slideLayout+xml"/>
  <Override PartName="/ppt/slideLayouts/slideLayout1399.xml" ContentType="application/vnd.openxmlformats-officedocument.presentationml.slideLayout+xml"/>
  <Override PartName="/ppt/slideLayouts/slideLayout1400.xml" ContentType="application/vnd.openxmlformats-officedocument.presentationml.slideLayout+xml"/>
  <Override PartName="/ppt/slideLayouts/slideLayout1401.xml" ContentType="application/vnd.openxmlformats-officedocument.presentationml.slideLayout+xml"/>
  <Override PartName="/ppt/slideLayouts/slideLayout1402.xml" ContentType="application/vnd.openxmlformats-officedocument.presentationml.slideLayout+xml"/>
  <Override PartName="/ppt/slideLayouts/slideLayout1403.xml" ContentType="application/vnd.openxmlformats-officedocument.presentationml.slideLayout+xml"/>
  <Override PartName="/ppt/slideLayouts/slideLayout1404.xml" ContentType="application/vnd.openxmlformats-officedocument.presentationml.slideLayout+xml"/>
  <Override PartName="/ppt/slideLayouts/slideLayout1405.xml" ContentType="application/vnd.openxmlformats-officedocument.presentationml.slideLayout+xml"/>
  <Override PartName="/ppt/slideLayouts/slideLayout1406.xml" ContentType="application/vnd.openxmlformats-officedocument.presentationml.slideLayout+xml"/>
  <Override PartName="/ppt/slideLayouts/slideLayout1407.xml" ContentType="application/vnd.openxmlformats-officedocument.presentationml.slideLayout+xml"/>
  <Override PartName="/ppt/slideLayouts/slideLayout1408.xml" ContentType="application/vnd.openxmlformats-officedocument.presentationml.slideLayout+xml"/>
  <Override PartName="/ppt/slideLayouts/slideLayout1409.xml" ContentType="application/vnd.openxmlformats-officedocument.presentationml.slideLayout+xml"/>
  <Override PartName="/ppt/slideLayouts/slideLayout1410.xml" ContentType="application/vnd.openxmlformats-officedocument.presentationml.slideLayout+xml"/>
  <Override PartName="/ppt/slideLayouts/slideLayout1411.xml" ContentType="application/vnd.openxmlformats-officedocument.presentationml.slideLayout+xml"/>
  <Override PartName="/ppt/slideLayouts/slideLayout1412.xml" ContentType="application/vnd.openxmlformats-officedocument.presentationml.slideLayout+xml"/>
  <Override PartName="/ppt/slideLayouts/slideLayout1413.xml" ContentType="application/vnd.openxmlformats-officedocument.presentationml.slideLayout+xml"/>
  <Override PartName="/ppt/slideLayouts/slideLayout1414.xml" ContentType="application/vnd.openxmlformats-officedocument.presentationml.slideLayout+xml"/>
  <Override PartName="/ppt/slideLayouts/slideLayout1415.xml" ContentType="application/vnd.openxmlformats-officedocument.presentationml.slideLayout+xml"/>
  <Override PartName="/ppt/slideLayouts/slideLayout1416.xml" ContentType="application/vnd.openxmlformats-officedocument.presentationml.slideLayout+xml"/>
  <Override PartName="/ppt/slideLayouts/slideLayout1417.xml" ContentType="application/vnd.openxmlformats-officedocument.presentationml.slideLayout+xml"/>
  <Override PartName="/ppt/slideLayouts/slideLayout1418.xml" ContentType="application/vnd.openxmlformats-officedocument.presentationml.slideLayout+xml"/>
  <Override PartName="/ppt/slideLayouts/slideLayout1419.xml" ContentType="application/vnd.openxmlformats-officedocument.presentationml.slideLayout+xml"/>
  <Override PartName="/ppt/slideLayouts/slideLayout1420.xml" ContentType="application/vnd.openxmlformats-officedocument.presentationml.slideLayout+xml"/>
  <Override PartName="/ppt/slideLayouts/slideLayout1421.xml" ContentType="application/vnd.openxmlformats-officedocument.presentationml.slideLayout+xml"/>
  <Override PartName="/ppt/slideLayouts/slideLayout1422.xml" ContentType="application/vnd.openxmlformats-officedocument.presentationml.slideLayout+xml"/>
  <Override PartName="/ppt/slideLayouts/slideLayout1423.xml" ContentType="application/vnd.openxmlformats-officedocument.presentationml.slideLayout+xml"/>
  <Override PartName="/ppt/slideLayouts/slideLayout1424.xml" ContentType="application/vnd.openxmlformats-officedocument.presentationml.slideLayout+xml"/>
  <Override PartName="/ppt/slideLayouts/slideLayout1425.xml" ContentType="application/vnd.openxmlformats-officedocument.presentationml.slideLayout+xml"/>
  <Override PartName="/ppt/slideLayouts/slideLayout1426.xml" ContentType="application/vnd.openxmlformats-officedocument.presentationml.slideLayout+xml"/>
  <Override PartName="/ppt/slideLayouts/slideLayout1427.xml" ContentType="application/vnd.openxmlformats-officedocument.presentationml.slideLayout+xml"/>
  <Override PartName="/ppt/slideLayouts/slideLayout1428.xml" ContentType="application/vnd.openxmlformats-officedocument.presentationml.slideLayout+xml"/>
  <Override PartName="/ppt/slideLayouts/slideLayout1429.xml" ContentType="application/vnd.openxmlformats-officedocument.presentationml.slideLayout+xml"/>
  <Override PartName="/ppt/slideLayouts/slideLayout1430.xml" ContentType="application/vnd.openxmlformats-officedocument.presentationml.slideLayout+xml"/>
  <Override PartName="/ppt/slideLayouts/slideLayout1431.xml" ContentType="application/vnd.openxmlformats-officedocument.presentationml.slideLayout+xml"/>
  <Override PartName="/ppt/slideLayouts/slideLayout1432.xml" ContentType="application/vnd.openxmlformats-officedocument.presentationml.slideLayout+xml"/>
  <Override PartName="/ppt/slideLayouts/slideLayout1433.xml" ContentType="application/vnd.openxmlformats-officedocument.presentationml.slideLayout+xml"/>
  <Override PartName="/ppt/slideLayouts/slideLayout1434.xml" ContentType="application/vnd.openxmlformats-officedocument.presentationml.slideLayout+xml"/>
  <Override PartName="/ppt/slideLayouts/slideLayout1435.xml" ContentType="application/vnd.openxmlformats-officedocument.presentationml.slideLayout+xml"/>
  <Override PartName="/ppt/slideLayouts/slideLayout1436.xml" ContentType="application/vnd.openxmlformats-officedocument.presentationml.slideLayout+xml"/>
  <Override PartName="/ppt/slideLayouts/slideLayout1437.xml" ContentType="application/vnd.openxmlformats-officedocument.presentationml.slideLayout+xml"/>
  <Override PartName="/ppt/slideLayouts/slideLayout1438.xml" ContentType="application/vnd.openxmlformats-officedocument.presentationml.slideLayout+xml"/>
  <Override PartName="/ppt/slideLayouts/slideLayout1439.xml" ContentType="application/vnd.openxmlformats-officedocument.presentationml.slideLayout+xml"/>
  <Override PartName="/ppt/slideLayouts/slideLayout1440.xml" ContentType="application/vnd.openxmlformats-officedocument.presentationml.slideLayout+xml"/>
  <Override PartName="/ppt/slideLayouts/slideLayout1441.xml" ContentType="application/vnd.openxmlformats-officedocument.presentationml.slideLayout+xml"/>
  <Override PartName="/ppt/slideLayouts/slideLayout1442.xml" ContentType="application/vnd.openxmlformats-officedocument.presentationml.slideLayout+xml"/>
  <Override PartName="/ppt/slideLayouts/slideLayout1443.xml" ContentType="application/vnd.openxmlformats-officedocument.presentationml.slideLayout+xml"/>
  <Override PartName="/ppt/slideLayouts/slideLayout1444.xml" ContentType="application/vnd.openxmlformats-officedocument.presentationml.slideLayout+xml"/>
  <Override PartName="/ppt/slideLayouts/slideLayout1445.xml" ContentType="application/vnd.openxmlformats-officedocument.presentationml.slideLayout+xml"/>
  <Override PartName="/ppt/slideLayouts/slideLayout1446.xml" ContentType="application/vnd.openxmlformats-officedocument.presentationml.slideLayout+xml"/>
  <Override PartName="/ppt/slideLayouts/slideLayout1447.xml" ContentType="application/vnd.openxmlformats-officedocument.presentationml.slideLayout+xml"/>
  <Override PartName="/ppt/slideLayouts/slideLayout1448.xml" ContentType="application/vnd.openxmlformats-officedocument.presentationml.slideLayout+xml"/>
  <Override PartName="/ppt/slideLayouts/slideLayout1449.xml" ContentType="application/vnd.openxmlformats-officedocument.presentationml.slideLayout+xml"/>
  <Override PartName="/ppt/slideLayouts/slideLayout1450.xml" ContentType="application/vnd.openxmlformats-officedocument.presentationml.slideLayout+xml"/>
  <Override PartName="/ppt/slideLayouts/slideLayout1451.xml" ContentType="application/vnd.openxmlformats-officedocument.presentationml.slideLayout+xml"/>
  <Override PartName="/ppt/slideLayouts/slideLayout1452.xml" ContentType="application/vnd.openxmlformats-officedocument.presentationml.slideLayout+xml"/>
  <Override PartName="/ppt/slideLayouts/slideLayout1453.xml" ContentType="application/vnd.openxmlformats-officedocument.presentationml.slideLayout+xml"/>
  <Override PartName="/ppt/slideLayouts/slideLayout1454.xml" ContentType="application/vnd.openxmlformats-officedocument.presentationml.slideLayout+xml"/>
  <Override PartName="/ppt/slideLayouts/slideLayout1455.xml" ContentType="application/vnd.openxmlformats-officedocument.presentationml.slideLayout+xml"/>
  <Override PartName="/ppt/slideLayouts/slideLayout1456.xml" ContentType="application/vnd.openxmlformats-officedocument.presentationml.slideLayout+xml"/>
  <Override PartName="/ppt/slideLayouts/slideLayout1457.xml" ContentType="application/vnd.openxmlformats-officedocument.presentationml.slideLayout+xml"/>
  <Override PartName="/ppt/slideLayouts/slideLayout1458.xml" ContentType="application/vnd.openxmlformats-officedocument.presentationml.slideLayout+xml"/>
  <Override PartName="/ppt/slideLayouts/slideLayout1459.xml" ContentType="application/vnd.openxmlformats-officedocument.presentationml.slideLayout+xml"/>
  <Override PartName="/ppt/slideLayouts/slideLayout1460.xml" ContentType="application/vnd.openxmlformats-officedocument.presentationml.slideLayout+xml"/>
  <Override PartName="/ppt/slideLayouts/slideLayout1461.xml" ContentType="application/vnd.openxmlformats-officedocument.presentationml.slideLayout+xml"/>
  <Override PartName="/ppt/slideLayouts/slideLayout1462.xml" ContentType="application/vnd.openxmlformats-officedocument.presentationml.slideLayout+xml"/>
  <Override PartName="/ppt/slideLayouts/slideLayout1463.xml" ContentType="application/vnd.openxmlformats-officedocument.presentationml.slideLayout+xml"/>
  <Override PartName="/ppt/slideLayouts/slideLayout1464.xml" ContentType="application/vnd.openxmlformats-officedocument.presentationml.slideLayout+xml"/>
  <Override PartName="/ppt/slideLayouts/slideLayout1465.xml" ContentType="application/vnd.openxmlformats-officedocument.presentationml.slideLayout+xml"/>
  <Override PartName="/ppt/slideLayouts/slideLayout1466.xml" ContentType="application/vnd.openxmlformats-officedocument.presentationml.slideLayout+xml"/>
  <Override PartName="/ppt/slideLayouts/slideLayout1467.xml" ContentType="application/vnd.openxmlformats-officedocument.presentationml.slideLayout+xml"/>
  <Override PartName="/ppt/theme/theme24.xml" ContentType="application/vnd.openxmlformats-officedocument.theme+xml"/>
  <Override PartName="/ppt/slideLayouts/slideLayout1468.xml" ContentType="application/vnd.openxmlformats-officedocument.presentationml.slideLayout+xml"/>
  <Override PartName="/ppt/slideLayouts/slideLayout1469.xml" ContentType="application/vnd.openxmlformats-officedocument.presentationml.slideLayout+xml"/>
  <Override PartName="/ppt/slideLayouts/slideLayout1470.xml" ContentType="application/vnd.openxmlformats-officedocument.presentationml.slideLayout+xml"/>
  <Override PartName="/ppt/slideLayouts/slideLayout1471.xml" ContentType="application/vnd.openxmlformats-officedocument.presentationml.slideLayout+xml"/>
  <Override PartName="/ppt/slideLayouts/slideLayout1472.xml" ContentType="application/vnd.openxmlformats-officedocument.presentationml.slideLayout+xml"/>
  <Override PartName="/ppt/slideLayouts/slideLayout1473.xml" ContentType="application/vnd.openxmlformats-officedocument.presentationml.slideLayout+xml"/>
  <Override PartName="/ppt/slideLayouts/slideLayout1474.xml" ContentType="application/vnd.openxmlformats-officedocument.presentationml.slideLayout+xml"/>
  <Override PartName="/ppt/slideLayouts/slideLayout1475.xml" ContentType="application/vnd.openxmlformats-officedocument.presentationml.slideLayout+xml"/>
  <Override PartName="/ppt/slideLayouts/slideLayout1476.xml" ContentType="application/vnd.openxmlformats-officedocument.presentationml.slideLayout+xml"/>
  <Override PartName="/ppt/slideLayouts/slideLayout1477.xml" ContentType="application/vnd.openxmlformats-officedocument.presentationml.slideLayout+xml"/>
  <Override PartName="/ppt/slideLayouts/slideLayout1478.xml" ContentType="application/vnd.openxmlformats-officedocument.presentationml.slideLayout+xml"/>
  <Override PartName="/ppt/slideLayouts/slideLayout1479.xml" ContentType="application/vnd.openxmlformats-officedocument.presentationml.slideLayout+xml"/>
  <Override PartName="/ppt/slideLayouts/slideLayout1480.xml" ContentType="application/vnd.openxmlformats-officedocument.presentationml.slideLayout+xml"/>
  <Override PartName="/ppt/slideLayouts/slideLayout1481.xml" ContentType="application/vnd.openxmlformats-officedocument.presentationml.slideLayout+xml"/>
  <Override PartName="/ppt/slideLayouts/slideLayout1482.xml" ContentType="application/vnd.openxmlformats-officedocument.presentationml.slideLayout+xml"/>
  <Override PartName="/ppt/slideLayouts/slideLayout1483.xml" ContentType="application/vnd.openxmlformats-officedocument.presentationml.slideLayout+xml"/>
  <Override PartName="/ppt/slideLayouts/slideLayout1484.xml" ContentType="application/vnd.openxmlformats-officedocument.presentationml.slideLayout+xml"/>
  <Override PartName="/ppt/slideLayouts/slideLayout1485.xml" ContentType="application/vnd.openxmlformats-officedocument.presentationml.slideLayout+xml"/>
  <Override PartName="/ppt/slideLayouts/slideLayout1486.xml" ContentType="application/vnd.openxmlformats-officedocument.presentationml.slideLayout+xml"/>
  <Override PartName="/ppt/slideLayouts/slideLayout1487.xml" ContentType="application/vnd.openxmlformats-officedocument.presentationml.slideLayout+xml"/>
  <Override PartName="/ppt/slideLayouts/slideLayout1488.xml" ContentType="application/vnd.openxmlformats-officedocument.presentationml.slideLayout+xml"/>
  <Override PartName="/ppt/slideLayouts/slideLayout1489.xml" ContentType="application/vnd.openxmlformats-officedocument.presentationml.slideLayout+xml"/>
  <Override PartName="/ppt/slideLayouts/slideLayout1490.xml" ContentType="application/vnd.openxmlformats-officedocument.presentationml.slideLayout+xml"/>
  <Override PartName="/ppt/slideLayouts/slideLayout1491.xml" ContentType="application/vnd.openxmlformats-officedocument.presentationml.slideLayout+xml"/>
  <Override PartName="/ppt/slideLayouts/slideLayout1492.xml" ContentType="application/vnd.openxmlformats-officedocument.presentationml.slideLayout+xml"/>
  <Override PartName="/ppt/slideLayouts/slideLayout1493.xml" ContentType="application/vnd.openxmlformats-officedocument.presentationml.slideLayout+xml"/>
  <Override PartName="/ppt/slideLayouts/slideLayout1494.xml" ContentType="application/vnd.openxmlformats-officedocument.presentationml.slideLayout+xml"/>
  <Override PartName="/ppt/slideLayouts/slideLayout1495.xml" ContentType="application/vnd.openxmlformats-officedocument.presentationml.slideLayout+xml"/>
  <Override PartName="/ppt/slideLayouts/slideLayout1496.xml" ContentType="application/vnd.openxmlformats-officedocument.presentationml.slideLayout+xml"/>
  <Override PartName="/ppt/slideLayouts/slideLayout1497.xml" ContentType="application/vnd.openxmlformats-officedocument.presentationml.slideLayout+xml"/>
  <Override PartName="/ppt/slideLayouts/slideLayout1498.xml" ContentType="application/vnd.openxmlformats-officedocument.presentationml.slideLayout+xml"/>
  <Override PartName="/ppt/slideLayouts/slideLayout1499.xml" ContentType="application/vnd.openxmlformats-officedocument.presentationml.slideLayout+xml"/>
  <Override PartName="/ppt/slideLayouts/slideLayout1500.xml" ContentType="application/vnd.openxmlformats-officedocument.presentationml.slideLayout+xml"/>
  <Override PartName="/ppt/slideLayouts/slideLayout1501.xml" ContentType="application/vnd.openxmlformats-officedocument.presentationml.slideLayout+xml"/>
  <Override PartName="/ppt/slideLayouts/slideLayout1502.xml" ContentType="application/vnd.openxmlformats-officedocument.presentationml.slideLayout+xml"/>
  <Override PartName="/ppt/slideLayouts/slideLayout1503.xml" ContentType="application/vnd.openxmlformats-officedocument.presentationml.slideLayout+xml"/>
  <Override PartName="/ppt/slideLayouts/slideLayout1504.xml" ContentType="application/vnd.openxmlformats-officedocument.presentationml.slideLayout+xml"/>
  <Override PartName="/ppt/slideLayouts/slideLayout1505.xml" ContentType="application/vnd.openxmlformats-officedocument.presentationml.slideLayout+xml"/>
  <Override PartName="/ppt/slideLayouts/slideLayout1506.xml" ContentType="application/vnd.openxmlformats-officedocument.presentationml.slideLayout+xml"/>
  <Override PartName="/ppt/slideLayouts/slideLayout1507.xml" ContentType="application/vnd.openxmlformats-officedocument.presentationml.slideLayout+xml"/>
  <Override PartName="/ppt/slideLayouts/slideLayout1508.xml" ContentType="application/vnd.openxmlformats-officedocument.presentationml.slideLayout+xml"/>
  <Override PartName="/ppt/slideLayouts/slideLayout1509.xml" ContentType="application/vnd.openxmlformats-officedocument.presentationml.slideLayout+xml"/>
  <Override PartName="/ppt/slideLayouts/slideLayout1510.xml" ContentType="application/vnd.openxmlformats-officedocument.presentationml.slideLayout+xml"/>
  <Override PartName="/ppt/slideLayouts/slideLayout1511.xml" ContentType="application/vnd.openxmlformats-officedocument.presentationml.slideLayout+xml"/>
  <Override PartName="/ppt/slideLayouts/slideLayout1512.xml" ContentType="application/vnd.openxmlformats-officedocument.presentationml.slideLayout+xml"/>
  <Override PartName="/ppt/slideLayouts/slideLayout1513.xml" ContentType="application/vnd.openxmlformats-officedocument.presentationml.slideLayout+xml"/>
  <Override PartName="/ppt/slideLayouts/slideLayout1514.xml" ContentType="application/vnd.openxmlformats-officedocument.presentationml.slideLayout+xml"/>
  <Override PartName="/ppt/slideLayouts/slideLayout1515.xml" ContentType="application/vnd.openxmlformats-officedocument.presentationml.slideLayout+xml"/>
  <Override PartName="/ppt/slideLayouts/slideLayout1516.xml" ContentType="application/vnd.openxmlformats-officedocument.presentationml.slideLayout+xml"/>
  <Override PartName="/ppt/slideLayouts/slideLayout1517.xml" ContentType="application/vnd.openxmlformats-officedocument.presentationml.slideLayout+xml"/>
  <Override PartName="/ppt/theme/theme25.xml" ContentType="application/vnd.openxmlformats-officedocument.theme+xml"/>
  <Override PartName="/ppt/slideLayouts/slideLayout1518.xml" ContentType="application/vnd.openxmlformats-officedocument.presentationml.slideLayout+xml"/>
  <Override PartName="/ppt/slideLayouts/slideLayout1519.xml" ContentType="application/vnd.openxmlformats-officedocument.presentationml.slideLayout+xml"/>
  <Override PartName="/ppt/slideLayouts/slideLayout1520.xml" ContentType="application/vnd.openxmlformats-officedocument.presentationml.slideLayout+xml"/>
  <Override PartName="/ppt/slideLayouts/slideLayout1521.xml" ContentType="application/vnd.openxmlformats-officedocument.presentationml.slideLayout+xml"/>
  <Override PartName="/ppt/slideLayouts/slideLayout1522.xml" ContentType="application/vnd.openxmlformats-officedocument.presentationml.slideLayout+xml"/>
  <Override PartName="/ppt/slideLayouts/slideLayout1523.xml" ContentType="application/vnd.openxmlformats-officedocument.presentationml.slideLayout+xml"/>
  <Override PartName="/ppt/slideLayouts/slideLayout1524.xml" ContentType="application/vnd.openxmlformats-officedocument.presentationml.slideLayout+xml"/>
  <Override PartName="/ppt/slideLayouts/slideLayout1525.xml" ContentType="application/vnd.openxmlformats-officedocument.presentationml.slideLayout+xml"/>
  <Override PartName="/ppt/slideLayouts/slideLayout1526.xml" ContentType="application/vnd.openxmlformats-officedocument.presentationml.slideLayout+xml"/>
  <Override PartName="/ppt/slideLayouts/slideLayout1527.xml" ContentType="application/vnd.openxmlformats-officedocument.presentationml.slideLayout+xml"/>
  <Override PartName="/ppt/slideLayouts/slideLayout1528.xml" ContentType="application/vnd.openxmlformats-officedocument.presentationml.slideLayout+xml"/>
  <Override PartName="/ppt/slideLayouts/slideLayout1529.xml" ContentType="application/vnd.openxmlformats-officedocument.presentationml.slideLayout+xml"/>
  <Override PartName="/ppt/slideLayouts/slideLayout1530.xml" ContentType="application/vnd.openxmlformats-officedocument.presentationml.slideLayout+xml"/>
  <Override PartName="/ppt/slideLayouts/slideLayout1531.xml" ContentType="application/vnd.openxmlformats-officedocument.presentationml.slideLayout+xml"/>
  <Override PartName="/ppt/slideLayouts/slideLayout1532.xml" ContentType="application/vnd.openxmlformats-officedocument.presentationml.slideLayout+xml"/>
  <Override PartName="/ppt/slideLayouts/slideLayout1533.xml" ContentType="application/vnd.openxmlformats-officedocument.presentationml.slideLayout+xml"/>
  <Override PartName="/ppt/slideLayouts/slideLayout1534.xml" ContentType="application/vnd.openxmlformats-officedocument.presentationml.slideLayout+xml"/>
  <Override PartName="/ppt/slideLayouts/slideLayout1535.xml" ContentType="application/vnd.openxmlformats-officedocument.presentationml.slideLayout+xml"/>
  <Override PartName="/ppt/slideLayouts/slideLayout1536.xml" ContentType="application/vnd.openxmlformats-officedocument.presentationml.slideLayout+xml"/>
  <Override PartName="/ppt/slideLayouts/slideLayout1537.xml" ContentType="application/vnd.openxmlformats-officedocument.presentationml.slideLayout+xml"/>
  <Override PartName="/ppt/slideLayouts/slideLayout1538.xml" ContentType="application/vnd.openxmlformats-officedocument.presentationml.slideLayout+xml"/>
  <Override PartName="/ppt/slideLayouts/slideLayout1539.xml" ContentType="application/vnd.openxmlformats-officedocument.presentationml.slideLayout+xml"/>
  <Override PartName="/ppt/slideLayouts/slideLayout1540.xml" ContentType="application/vnd.openxmlformats-officedocument.presentationml.slideLayout+xml"/>
  <Override PartName="/ppt/slideLayouts/slideLayout1541.xml" ContentType="application/vnd.openxmlformats-officedocument.presentationml.slideLayout+xml"/>
  <Override PartName="/ppt/slideLayouts/slideLayout1542.xml" ContentType="application/vnd.openxmlformats-officedocument.presentationml.slideLayout+xml"/>
  <Override PartName="/ppt/slideLayouts/slideLayout1543.xml" ContentType="application/vnd.openxmlformats-officedocument.presentationml.slideLayout+xml"/>
  <Override PartName="/ppt/slideLayouts/slideLayout1544.xml" ContentType="application/vnd.openxmlformats-officedocument.presentationml.slideLayout+xml"/>
  <Override PartName="/ppt/slideLayouts/slideLayout1545.xml" ContentType="application/vnd.openxmlformats-officedocument.presentationml.slideLayout+xml"/>
  <Override PartName="/ppt/slideLayouts/slideLayout1546.xml" ContentType="application/vnd.openxmlformats-officedocument.presentationml.slideLayout+xml"/>
  <Override PartName="/ppt/slideLayouts/slideLayout1547.xml" ContentType="application/vnd.openxmlformats-officedocument.presentationml.slideLayout+xml"/>
  <Override PartName="/ppt/slideLayouts/slideLayout1548.xml" ContentType="application/vnd.openxmlformats-officedocument.presentationml.slideLayout+xml"/>
  <Override PartName="/ppt/slideLayouts/slideLayout1549.xml" ContentType="application/vnd.openxmlformats-officedocument.presentationml.slideLayout+xml"/>
  <Override PartName="/ppt/slideLayouts/slideLayout1550.xml" ContentType="application/vnd.openxmlformats-officedocument.presentationml.slideLayout+xml"/>
  <Override PartName="/ppt/slideLayouts/slideLayout1551.xml" ContentType="application/vnd.openxmlformats-officedocument.presentationml.slideLayout+xml"/>
  <Override PartName="/ppt/slideLayouts/slideLayout1552.xml" ContentType="application/vnd.openxmlformats-officedocument.presentationml.slideLayout+xml"/>
  <Override PartName="/ppt/slideLayouts/slideLayout1553.xml" ContentType="application/vnd.openxmlformats-officedocument.presentationml.slideLayout+xml"/>
  <Override PartName="/ppt/slideLayouts/slideLayout1554.xml" ContentType="application/vnd.openxmlformats-officedocument.presentationml.slideLayout+xml"/>
  <Override PartName="/ppt/slideLayouts/slideLayout1555.xml" ContentType="application/vnd.openxmlformats-officedocument.presentationml.slideLayout+xml"/>
  <Override PartName="/ppt/slideLayouts/slideLayout1556.xml" ContentType="application/vnd.openxmlformats-officedocument.presentationml.slideLayout+xml"/>
  <Override PartName="/ppt/slideLayouts/slideLayout1557.xml" ContentType="application/vnd.openxmlformats-officedocument.presentationml.slideLayout+xml"/>
  <Override PartName="/ppt/slideLayouts/slideLayout1558.xml" ContentType="application/vnd.openxmlformats-officedocument.presentationml.slideLayout+xml"/>
  <Override PartName="/ppt/slideLayouts/slideLayout1559.xml" ContentType="application/vnd.openxmlformats-officedocument.presentationml.slideLayout+xml"/>
  <Override PartName="/ppt/slideLayouts/slideLayout1560.xml" ContentType="application/vnd.openxmlformats-officedocument.presentationml.slideLayout+xml"/>
  <Override PartName="/ppt/slideLayouts/slideLayout1561.xml" ContentType="application/vnd.openxmlformats-officedocument.presentationml.slideLayout+xml"/>
  <Override PartName="/ppt/slideLayouts/slideLayout1562.xml" ContentType="application/vnd.openxmlformats-officedocument.presentationml.slideLayout+xml"/>
  <Override PartName="/ppt/slideLayouts/slideLayout1563.xml" ContentType="application/vnd.openxmlformats-officedocument.presentationml.slideLayout+xml"/>
  <Override PartName="/ppt/slideLayouts/slideLayout1564.xml" ContentType="application/vnd.openxmlformats-officedocument.presentationml.slideLayout+xml"/>
  <Override PartName="/ppt/slideLayouts/slideLayout1565.xml" ContentType="application/vnd.openxmlformats-officedocument.presentationml.slideLayout+xml"/>
  <Override PartName="/ppt/slideLayouts/slideLayout1566.xml" ContentType="application/vnd.openxmlformats-officedocument.presentationml.slideLayout+xml"/>
  <Override PartName="/ppt/theme/theme26.xml" ContentType="application/vnd.openxmlformats-officedocument.theme+xml"/>
  <Override PartName="/ppt/slideLayouts/slideLayout1567.xml" ContentType="application/vnd.openxmlformats-officedocument.presentationml.slideLayout+xml"/>
  <Override PartName="/ppt/slideLayouts/slideLayout1568.xml" ContentType="application/vnd.openxmlformats-officedocument.presentationml.slideLayout+xml"/>
  <Override PartName="/ppt/slideLayouts/slideLayout1569.xml" ContentType="application/vnd.openxmlformats-officedocument.presentationml.slideLayout+xml"/>
  <Override PartName="/ppt/slideLayouts/slideLayout1570.xml" ContentType="application/vnd.openxmlformats-officedocument.presentationml.slideLayout+xml"/>
  <Override PartName="/ppt/slideLayouts/slideLayout1571.xml" ContentType="application/vnd.openxmlformats-officedocument.presentationml.slideLayout+xml"/>
  <Override PartName="/ppt/slideLayouts/slideLayout1572.xml" ContentType="application/vnd.openxmlformats-officedocument.presentationml.slideLayout+xml"/>
  <Override PartName="/ppt/slideLayouts/slideLayout1573.xml" ContentType="application/vnd.openxmlformats-officedocument.presentationml.slideLayout+xml"/>
  <Override PartName="/ppt/slideLayouts/slideLayout1574.xml" ContentType="application/vnd.openxmlformats-officedocument.presentationml.slideLayout+xml"/>
  <Override PartName="/ppt/slideLayouts/slideLayout1575.xml" ContentType="application/vnd.openxmlformats-officedocument.presentationml.slideLayout+xml"/>
  <Override PartName="/ppt/slideLayouts/slideLayout1576.xml" ContentType="application/vnd.openxmlformats-officedocument.presentationml.slideLayout+xml"/>
  <Override PartName="/ppt/slideLayouts/slideLayout1577.xml" ContentType="application/vnd.openxmlformats-officedocument.presentationml.slideLayout+xml"/>
  <Override PartName="/ppt/slideLayouts/slideLayout1578.xml" ContentType="application/vnd.openxmlformats-officedocument.presentationml.slideLayout+xml"/>
  <Override PartName="/ppt/slideLayouts/slideLayout1579.xml" ContentType="application/vnd.openxmlformats-officedocument.presentationml.slideLayout+xml"/>
  <Override PartName="/ppt/slideLayouts/slideLayout1580.xml" ContentType="application/vnd.openxmlformats-officedocument.presentationml.slideLayout+xml"/>
  <Override PartName="/ppt/slideLayouts/slideLayout1581.xml" ContentType="application/vnd.openxmlformats-officedocument.presentationml.slideLayout+xml"/>
  <Override PartName="/ppt/slideLayouts/slideLayout1582.xml" ContentType="application/vnd.openxmlformats-officedocument.presentationml.slideLayout+xml"/>
  <Override PartName="/ppt/slideLayouts/slideLayout1583.xml" ContentType="application/vnd.openxmlformats-officedocument.presentationml.slideLayout+xml"/>
  <Override PartName="/ppt/slideLayouts/slideLayout1584.xml" ContentType="application/vnd.openxmlformats-officedocument.presentationml.slideLayout+xml"/>
  <Override PartName="/ppt/slideLayouts/slideLayout1585.xml" ContentType="application/vnd.openxmlformats-officedocument.presentationml.slideLayout+xml"/>
  <Override PartName="/ppt/slideLayouts/slideLayout1586.xml" ContentType="application/vnd.openxmlformats-officedocument.presentationml.slideLayout+xml"/>
  <Override PartName="/ppt/slideLayouts/slideLayout1587.xml" ContentType="application/vnd.openxmlformats-officedocument.presentationml.slideLayout+xml"/>
  <Override PartName="/ppt/slideLayouts/slideLayout1588.xml" ContentType="application/vnd.openxmlformats-officedocument.presentationml.slideLayout+xml"/>
  <Override PartName="/ppt/slideLayouts/slideLayout1589.xml" ContentType="application/vnd.openxmlformats-officedocument.presentationml.slideLayout+xml"/>
  <Override PartName="/ppt/slideLayouts/slideLayout1590.xml" ContentType="application/vnd.openxmlformats-officedocument.presentationml.slideLayout+xml"/>
  <Override PartName="/ppt/slideLayouts/slideLayout1591.xml" ContentType="application/vnd.openxmlformats-officedocument.presentationml.slideLayout+xml"/>
  <Override PartName="/ppt/slideLayouts/slideLayout1592.xml" ContentType="application/vnd.openxmlformats-officedocument.presentationml.slideLayout+xml"/>
  <Override PartName="/ppt/slideLayouts/slideLayout1593.xml" ContentType="application/vnd.openxmlformats-officedocument.presentationml.slideLayout+xml"/>
  <Override PartName="/ppt/slideLayouts/slideLayout1594.xml" ContentType="application/vnd.openxmlformats-officedocument.presentationml.slideLayout+xml"/>
  <Override PartName="/ppt/slideLayouts/slideLayout1595.xml" ContentType="application/vnd.openxmlformats-officedocument.presentationml.slideLayout+xml"/>
  <Override PartName="/ppt/slideLayouts/slideLayout1596.xml" ContentType="application/vnd.openxmlformats-officedocument.presentationml.slideLayout+xml"/>
  <Override PartName="/ppt/slideLayouts/slideLayout1597.xml" ContentType="application/vnd.openxmlformats-officedocument.presentationml.slideLayout+xml"/>
  <Override PartName="/ppt/slideLayouts/slideLayout1598.xml" ContentType="application/vnd.openxmlformats-officedocument.presentationml.slideLayout+xml"/>
  <Override PartName="/ppt/slideLayouts/slideLayout1599.xml" ContentType="application/vnd.openxmlformats-officedocument.presentationml.slideLayout+xml"/>
  <Override PartName="/ppt/slideLayouts/slideLayout1600.xml" ContentType="application/vnd.openxmlformats-officedocument.presentationml.slideLayout+xml"/>
  <Override PartName="/ppt/slideLayouts/slideLayout1601.xml" ContentType="application/vnd.openxmlformats-officedocument.presentationml.slideLayout+xml"/>
  <Override PartName="/ppt/slideLayouts/slideLayout1602.xml" ContentType="application/vnd.openxmlformats-officedocument.presentationml.slideLayout+xml"/>
  <Override PartName="/ppt/slideLayouts/slideLayout1603.xml" ContentType="application/vnd.openxmlformats-officedocument.presentationml.slideLayout+xml"/>
  <Override PartName="/ppt/slideLayouts/slideLayout1604.xml" ContentType="application/vnd.openxmlformats-officedocument.presentationml.slideLayout+xml"/>
  <Override PartName="/ppt/slideLayouts/slideLayout1605.xml" ContentType="application/vnd.openxmlformats-officedocument.presentationml.slideLayout+xml"/>
  <Override PartName="/ppt/slideLayouts/slideLayout1606.xml" ContentType="application/vnd.openxmlformats-officedocument.presentationml.slideLayout+xml"/>
  <Override PartName="/ppt/slideLayouts/slideLayout1607.xml" ContentType="application/vnd.openxmlformats-officedocument.presentationml.slideLayout+xml"/>
  <Override PartName="/ppt/slideLayouts/slideLayout1608.xml" ContentType="application/vnd.openxmlformats-officedocument.presentationml.slideLayout+xml"/>
  <Override PartName="/ppt/slideLayouts/slideLayout1609.xml" ContentType="application/vnd.openxmlformats-officedocument.presentationml.slideLayout+xml"/>
  <Override PartName="/ppt/slideLayouts/slideLayout1610.xml" ContentType="application/vnd.openxmlformats-officedocument.presentationml.slideLayout+xml"/>
  <Override PartName="/ppt/slideLayouts/slideLayout1611.xml" ContentType="application/vnd.openxmlformats-officedocument.presentationml.slideLayout+xml"/>
  <Override PartName="/ppt/slideLayouts/slideLayout1612.xml" ContentType="application/vnd.openxmlformats-officedocument.presentationml.slideLayout+xml"/>
  <Override PartName="/ppt/slideLayouts/slideLayout1613.xml" ContentType="application/vnd.openxmlformats-officedocument.presentationml.slideLayout+xml"/>
  <Override PartName="/ppt/slideLayouts/slideLayout1614.xml" ContentType="application/vnd.openxmlformats-officedocument.presentationml.slideLayout+xml"/>
  <Override PartName="/ppt/slideLayouts/slideLayout1615.xml" ContentType="application/vnd.openxmlformats-officedocument.presentationml.slideLayout+xml"/>
  <Override PartName="/ppt/slideLayouts/slideLayout1616.xml" ContentType="application/vnd.openxmlformats-officedocument.presentationml.slideLayout+xml"/>
  <Override PartName="/ppt/slideLayouts/slideLayout1617.xml" ContentType="application/vnd.openxmlformats-officedocument.presentationml.slideLayout+xml"/>
  <Override PartName="/ppt/slideLayouts/slideLayout1618.xml" ContentType="application/vnd.openxmlformats-officedocument.presentationml.slideLayout+xml"/>
  <Override PartName="/ppt/slideLayouts/slideLayout1619.xml" ContentType="application/vnd.openxmlformats-officedocument.presentationml.slideLayout+xml"/>
  <Override PartName="/ppt/slideLayouts/slideLayout1620.xml" ContentType="application/vnd.openxmlformats-officedocument.presentationml.slideLayout+xml"/>
  <Override PartName="/ppt/slideLayouts/slideLayout1621.xml" ContentType="application/vnd.openxmlformats-officedocument.presentationml.slideLayout+xml"/>
  <Override PartName="/ppt/slideLayouts/slideLayout1622.xml" ContentType="application/vnd.openxmlformats-officedocument.presentationml.slideLayout+xml"/>
  <Override PartName="/ppt/slideLayouts/slideLayout1623.xml" ContentType="application/vnd.openxmlformats-officedocument.presentationml.slideLayout+xml"/>
  <Override PartName="/ppt/slideLayouts/slideLayout1624.xml" ContentType="application/vnd.openxmlformats-officedocument.presentationml.slideLayout+xml"/>
  <Override PartName="/ppt/slideLayouts/slideLayout1625.xml" ContentType="application/vnd.openxmlformats-officedocument.presentationml.slideLayout+xml"/>
  <Override PartName="/ppt/slideLayouts/slideLayout1626.xml" ContentType="application/vnd.openxmlformats-officedocument.presentationml.slideLayout+xml"/>
  <Override PartName="/ppt/slideLayouts/slideLayout1627.xml" ContentType="application/vnd.openxmlformats-officedocument.presentationml.slideLayout+xml"/>
  <Override PartName="/ppt/slideLayouts/slideLayout1628.xml" ContentType="application/vnd.openxmlformats-officedocument.presentationml.slideLayout+xml"/>
  <Override PartName="/ppt/slideLayouts/slideLayout1629.xml" ContentType="application/vnd.openxmlformats-officedocument.presentationml.slideLayout+xml"/>
  <Override PartName="/ppt/slideLayouts/slideLayout1630.xml" ContentType="application/vnd.openxmlformats-officedocument.presentationml.slideLayout+xml"/>
  <Override PartName="/ppt/slideLayouts/slideLayout1631.xml" ContentType="application/vnd.openxmlformats-officedocument.presentationml.slideLayout+xml"/>
  <Override PartName="/ppt/slideLayouts/slideLayout1632.xml" ContentType="application/vnd.openxmlformats-officedocument.presentationml.slideLayout+xml"/>
  <Override PartName="/ppt/slideLayouts/slideLayout1633.xml" ContentType="application/vnd.openxmlformats-officedocument.presentationml.slideLayout+xml"/>
  <Override PartName="/ppt/slideLayouts/slideLayout1634.xml" ContentType="application/vnd.openxmlformats-officedocument.presentationml.slideLayout+xml"/>
  <Override PartName="/ppt/slideLayouts/slideLayout1635.xml" ContentType="application/vnd.openxmlformats-officedocument.presentationml.slideLayout+xml"/>
  <Override PartName="/ppt/slideLayouts/slideLayout1636.xml" ContentType="application/vnd.openxmlformats-officedocument.presentationml.slideLayout+xml"/>
  <Override PartName="/ppt/slideLayouts/slideLayout1637.xml" ContentType="application/vnd.openxmlformats-officedocument.presentationml.slideLayout+xml"/>
  <Override PartName="/ppt/slideLayouts/slideLayout1638.xml" ContentType="application/vnd.openxmlformats-officedocument.presentationml.slideLayout+xml"/>
  <Override PartName="/ppt/slideLayouts/slideLayout1639.xml" ContentType="application/vnd.openxmlformats-officedocument.presentationml.slideLayout+xml"/>
  <Override PartName="/ppt/slideLayouts/slideLayout1640.xml" ContentType="application/vnd.openxmlformats-officedocument.presentationml.slideLayout+xml"/>
  <Override PartName="/ppt/slideLayouts/slideLayout1641.xml" ContentType="application/vnd.openxmlformats-officedocument.presentationml.slideLayout+xml"/>
  <Override PartName="/ppt/slideLayouts/slideLayout1642.xml" ContentType="application/vnd.openxmlformats-officedocument.presentationml.slideLayout+xml"/>
  <Override PartName="/ppt/slideLayouts/slideLayout1643.xml" ContentType="application/vnd.openxmlformats-officedocument.presentationml.slideLayout+xml"/>
  <Override PartName="/ppt/slideLayouts/slideLayout1644.xml" ContentType="application/vnd.openxmlformats-officedocument.presentationml.slideLayout+xml"/>
  <Override PartName="/ppt/slideLayouts/slideLayout1645.xml" ContentType="application/vnd.openxmlformats-officedocument.presentationml.slideLayout+xml"/>
  <Override PartName="/ppt/slideLayouts/slideLayout1646.xml" ContentType="application/vnd.openxmlformats-officedocument.presentationml.slideLayout+xml"/>
  <Override PartName="/ppt/slideLayouts/slideLayout1647.xml" ContentType="application/vnd.openxmlformats-officedocument.presentationml.slideLayout+xml"/>
  <Override PartName="/ppt/slideLayouts/slideLayout1648.xml" ContentType="application/vnd.openxmlformats-officedocument.presentationml.slideLayout+xml"/>
  <Override PartName="/ppt/slideLayouts/slideLayout1649.xml" ContentType="application/vnd.openxmlformats-officedocument.presentationml.slideLayout+xml"/>
  <Override PartName="/ppt/slideLayouts/slideLayout1650.xml" ContentType="application/vnd.openxmlformats-officedocument.presentationml.slideLayout+xml"/>
  <Override PartName="/ppt/theme/theme27.xml" ContentType="application/vnd.openxmlformats-officedocument.theme+xml"/>
  <Override PartName="/ppt/slideLayouts/slideLayout1651.xml" ContentType="application/vnd.openxmlformats-officedocument.presentationml.slideLayout+xml"/>
  <Override PartName="/ppt/slideLayouts/slideLayout1652.xml" ContentType="application/vnd.openxmlformats-officedocument.presentationml.slideLayout+xml"/>
  <Override PartName="/ppt/slideLayouts/slideLayout1653.xml" ContentType="application/vnd.openxmlformats-officedocument.presentationml.slideLayout+xml"/>
  <Override PartName="/ppt/slideLayouts/slideLayout1654.xml" ContentType="application/vnd.openxmlformats-officedocument.presentationml.slideLayout+xml"/>
  <Override PartName="/ppt/slideLayouts/slideLayout1655.xml" ContentType="application/vnd.openxmlformats-officedocument.presentationml.slideLayout+xml"/>
  <Override PartName="/ppt/slideLayouts/slideLayout1656.xml" ContentType="application/vnd.openxmlformats-officedocument.presentationml.slideLayout+xml"/>
  <Override PartName="/ppt/slideLayouts/slideLayout1657.xml" ContentType="application/vnd.openxmlformats-officedocument.presentationml.slideLayout+xml"/>
  <Override PartName="/ppt/slideLayouts/slideLayout1658.xml" ContentType="application/vnd.openxmlformats-officedocument.presentationml.slideLayout+xml"/>
  <Override PartName="/ppt/slideLayouts/slideLayout1659.xml" ContentType="application/vnd.openxmlformats-officedocument.presentationml.slideLayout+xml"/>
  <Override PartName="/ppt/slideLayouts/slideLayout1660.xml" ContentType="application/vnd.openxmlformats-officedocument.presentationml.slideLayout+xml"/>
  <Override PartName="/ppt/slideLayouts/slideLayout1661.xml" ContentType="application/vnd.openxmlformats-officedocument.presentationml.slideLayout+xml"/>
  <Override PartName="/ppt/slideLayouts/slideLayout1662.xml" ContentType="application/vnd.openxmlformats-officedocument.presentationml.slideLayout+xml"/>
  <Override PartName="/ppt/slideLayouts/slideLayout1663.xml" ContentType="application/vnd.openxmlformats-officedocument.presentationml.slideLayout+xml"/>
  <Override PartName="/ppt/slideLayouts/slideLayout1664.xml" ContentType="application/vnd.openxmlformats-officedocument.presentationml.slideLayout+xml"/>
  <Override PartName="/ppt/slideLayouts/slideLayout1665.xml" ContentType="application/vnd.openxmlformats-officedocument.presentationml.slideLayout+xml"/>
  <Override PartName="/ppt/slideLayouts/slideLayout1666.xml" ContentType="application/vnd.openxmlformats-officedocument.presentationml.slideLayout+xml"/>
  <Override PartName="/ppt/slideLayouts/slideLayout1667.xml" ContentType="application/vnd.openxmlformats-officedocument.presentationml.slideLayout+xml"/>
  <Override PartName="/ppt/slideLayouts/slideLayout1668.xml" ContentType="application/vnd.openxmlformats-officedocument.presentationml.slideLayout+xml"/>
  <Override PartName="/ppt/slideLayouts/slideLayout1669.xml" ContentType="application/vnd.openxmlformats-officedocument.presentationml.slideLayout+xml"/>
  <Override PartName="/ppt/slideLayouts/slideLayout1670.xml" ContentType="application/vnd.openxmlformats-officedocument.presentationml.slideLayout+xml"/>
  <Override PartName="/ppt/slideLayouts/slideLayout1671.xml" ContentType="application/vnd.openxmlformats-officedocument.presentationml.slideLayout+xml"/>
  <Override PartName="/ppt/slideLayouts/slideLayout1672.xml" ContentType="application/vnd.openxmlformats-officedocument.presentationml.slideLayout+xml"/>
  <Override PartName="/ppt/slideLayouts/slideLayout1673.xml" ContentType="application/vnd.openxmlformats-officedocument.presentationml.slideLayout+xml"/>
  <Override PartName="/ppt/slideLayouts/slideLayout1674.xml" ContentType="application/vnd.openxmlformats-officedocument.presentationml.slideLayout+xml"/>
  <Override PartName="/ppt/slideLayouts/slideLayout1675.xml" ContentType="application/vnd.openxmlformats-officedocument.presentationml.slideLayout+xml"/>
  <Override PartName="/ppt/slideLayouts/slideLayout1676.xml" ContentType="application/vnd.openxmlformats-officedocument.presentationml.slideLayout+xml"/>
  <Override PartName="/ppt/slideLayouts/slideLayout1677.xml" ContentType="application/vnd.openxmlformats-officedocument.presentationml.slideLayout+xml"/>
  <Override PartName="/ppt/slideLayouts/slideLayout1678.xml" ContentType="application/vnd.openxmlformats-officedocument.presentationml.slideLayout+xml"/>
  <Override PartName="/ppt/slideLayouts/slideLayout1679.xml" ContentType="application/vnd.openxmlformats-officedocument.presentationml.slideLayout+xml"/>
  <Override PartName="/ppt/slideLayouts/slideLayout1680.xml" ContentType="application/vnd.openxmlformats-officedocument.presentationml.slideLayout+xml"/>
  <Override PartName="/ppt/slideLayouts/slideLayout1681.xml" ContentType="application/vnd.openxmlformats-officedocument.presentationml.slideLayout+xml"/>
  <Override PartName="/ppt/slideLayouts/slideLayout1682.xml" ContentType="application/vnd.openxmlformats-officedocument.presentationml.slideLayout+xml"/>
  <Override PartName="/ppt/slideLayouts/slideLayout1683.xml" ContentType="application/vnd.openxmlformats-officedocument.presentationml.slideLayout+xml"/>
  <Override PartName="/ppt/slideLayouts/slideLayout1684.xml" ContentType="application/vnd.openxmlformats-officedocument.presentationml.slideLayout+xml"/>
  <Override PartName="/ppt/slideLayouts/slideLayout1685.xml" ContentType="application/vnd.openxmlformats-officedocument.presentationml.slideLayout+xml"/>
  <Override PartName="/ppt/slideLayouts/slideLayout1686.xml" ContentType="application/vnd.openxmlformats-officedocument.presentationml.slideLayout+xml"/>
  <Override PartName="/ppt/slideLayouts/slideLayout1687.xml" ContentType="application/vnd.openxmlformats-officedocument.presentationml.slideLayout+xml"/>
  <Override PartName="/ppt/slideLayouts/slideLayout1688.xml" ContentType="application/vnd.openxmlformats-officedocument.presentationml.slideLayout+xml"/>
  <Override PartName="/ppt/slideLayouts/slideLayout1689.xml" ContentType="application/vnd.openxmlformats-officedocument.presentationml.slideLayout+xml"/>
  <Override PartName="/ppt/slideLayouts/slideLayout1690.xml" ContentType="application/vnd.openxmlformats-officedocument.presentationml.slideLayout+xml"/>
  <Override PartName="/ppt/slideLayouts/slideLayout1691.xml" ContentType="application/vnd.openxmlformats-officedocument.presentationml.slideLayout+xml"/>
  <Override PartName="/ppt/slideLayouts/slideLayout1692.xml" ContentType="application/vnd.openxmlformats-officedocument.presentationml.slideLayout+xml"/>
  <Override PartName="/ppt/slideLayouts/slideLayout1693.xml" ContentType="application/vnd.openxmlformats-officedocument.presentationml.slideLayout+xml"/>
  <Override PartName="/ppt/slideLayouts/slideLayout1694.xml" ContentType="application/vnd.openxmlformats-officedocument.presentationml.slideLayout+xml"/>
  <Override PartName="/ppt/slideLayouts/slideLayout1695.xml" ContentType="application/vnd.openxmlformats-officedocument.presentationml.slideLayout+xml"/>
  <Override PartName="/ppt/slideLayouts/slideLayout1696.xml" ContentType="application/vnd.openxmlformats-officedocument.presentationml.slideLayout+xml"/>
  <Override PartName="/ppt/slideLayouts/slideLayout1697.xml" ContentType="application/vnd.openxmlformats-officedocument.presentationml.slideLayout+xml"/>
  <Override PartName="/ppt/slideLayouts/slideLayout1698.xml" ContentType="application/vnd.openxmlformats-officedocument.presentationml.slideLayout+xml"/>
  <Override PartName="/ppt/slideLayouts/slideLayout1699.xml" ContentType="application/vnd.openxmlformats-officedocument.presentationml.slideLayout+xml"/>
  <Override PartName="/ppt/slideLayouts/slideLayout1700.xml" ContentType="application/vnd.openxmlformats-officedocument.presentationml.slideLayout+xml"/>
  <Override PartName="/ppt/theme/theme28.xml" ContentType="application/vnd.openxmlformats-officedocument.theme+xml"/>
  <Override PartName="/ppt/slideLayouts/slideLayout1701.xml" ContentType="application/vnd.openxmlformats-officedocument.presentationml.slideLayout+xml"/>
  <Override PartName="/ppt/slideLayouts/slideLayout1702.xml" ContentType="application/vnd.openxmlformats-officedocument.presentationml.slideLayout+xml"/>
  <Override PartName="/ppt/slideLayouts/slideLayout1703.xml" ContentType="application/vnd.openxmlformats-officedocument.presentationml.slideLayout+xml"/>
  <Override PartName="/ppt/slideLayouts/slideLayout1704.xml" ContentType="application/vnd.openxmlformats-officedocument.presentationml.slideLayout+xml"/>
  <Override PartName="/ppt/slideLayouts/slideLayout1705.xml" ContentType="application/vnd.openxmlformats-officedocument.presentationml.slideLayout+xml"/>
  <Override PartName="/ppt/slideLayouts/slideLayout1706.xml" ContentType="application/vnd.openxmlformats-officedocument.presentationml.slideLayout+xml"/>
  <Override PartName="/ppt/slideLayouts/slideLayout1707.xml" ContentType="application/vnd.openxmlformats-officedocument.presentationml.slideLayout+xml"/>
  <Override PartName="/ppt/slideLayouts/slideLayout1708.xml" ContentType="application/vnd.openxmlformats-officedocument.presentationml.slideLayout+xml"/>
  <Override PartName="/ppt/slideLayouts/slideLayout1709.xml" ContentType="application/vnd.openxmlformats-officedocument.presentationml.slideLayout+xml"/>
  <Override PartName="/ppt/slideLayouts/slideLayout1710.xml" ContentType="application/vnd.openxmlformats-officedocument.presentationml.slideLayout+xml"/>
  <Override PartName="/ppt/slideLayouts/slideLayout1711.xml" ContentType="application/vnd.openxmlformats-officedocument.presentationml.slideLayout+xml"/>
  <Override PartName="/ppt/slideLayouts/slideLayout1712.xml" ContentType="application/vnd.openxmlformats-officedocument.presentationml.slideLayout+xml"/>
  <Override PartName="/ppt/slideLayouts/slideLayout1713.xml" ContentType="application/vnd.openxmlformats-officedocument.presentationml.slideLayout+xml"/>
  <Override PartName="/ppt/slideLayouts/slideLayout1714.xml" ContentType="application/vnd.openxmlformats-officedocument.presentationml.slideLayout+xml"/>
  <Override PartName="/ppt/slideLayouts/slideLayout1715.xml" ContentType="application/vnd.openxmlformats-officedocument.presentationml.slideLayout+xml"/>
  <Override PartName="/ppt/slideLayouts/slideLayout1716.xml" ContentType="application/vnd.openxmlformats-officedocument.presentationml.slideLayout+xml"/>
  <Override PartName="/ppt/slideLayouts/slideLayout1717.xml" ContentType="application/vnd.openxmlformats-officedocument.presentationml.slideLayout+xml"/>
  <Override PartName="/ppt/slideLayouts/slideLayout1718.xml" ContentType="application/vnd.openxmlformats-officedocument.presentationml.slideLayout+xml"/>
  <Override PartName="/ppt/slideLayouts/slideLayout1719.xml" ContentType="application/vnd.openxmlformats-officedocument.presentationml.slideLayout+xml"/>
  <Override PartName="/ppt/slideLayouts/slideLayout1720.xml" ContentType="application/vnd.openxmlformats-officedocument.presentationml.slideLayout+xml"/>
  <Override PartName="/ppt/slideLayouts/slideLayout1721.xml" ContentType="application/vnd.openxmlformats-officedocument.presentationml.slideLayout+xml"/>
  <Override PartName="/ppt/slideLayouts/slideLayout1722.xml" ContentType="application/vnd.openxmlformats-officedocument.presentationml.slideLayout+xml"/>
  <Override PartName="/ppt/slideLayouts/slideLayout1723.xml" ContentType="application/vnd.openxmlformats-officedocument.presentationml.slideLayout+xml"/>
  <Override PartName="/ppt/slideLayouts/slideLayout1724.xml" ContentType="application/vnd.openxmlformats-officedocument.presentationml.slideLayout+xml"/>
  <Override PartName="/ppt/slideLayouts/slideLayout1725.xml" ContentType="application/vnd.openxmlformats-officedocument.presentationml.slideLayout+xml"/>
  <Override PartName="/ppt/slideLayouts/slideLayout1726.xml" ContentType="application/vnd.openxmlformats-officedocument.presentationml.slideLayout+xml"/>
  <Override PartName="/ppt/slideLayouts/slideLayout1727.xml" ContentType="application/vnd.openxmlformats-officedocument.presentationml.slideLayout+xml"/>
  <Override PartName="/ppt/slideLayouts/slideLayout1728.xml" ContentType="application/vnd.openxmlformats-officedocument.presentationml.slideLayout+xml"/>
  <Override PartName="/ppt/slideLayouts/slideLayout1729.xml" ContentType="application/vnd.openxmlformats-officedocument.presentationml.slideLayout+xml"/>
  <Override PartName="/ppt/slideLayouts/slideLayout1730.xml" ContentType="application/vnd.openxmlformats-officedocument.presentationml.slideLayout+xml"/>
  <Override PartName="/ppt/slideLayouts/slideLayout1731.xml" ContentType="application/vnd.openxmlformats-officedocument.presentationml.slideLayout+xml"/>
  <Override PartName="/ppt/slideLayouts/slideLayout1732.xml" ContentType="application/vnd.openxmlformats-officedocument.presentationml.slideLayout+xml"/>
  <Override PartName="/ppt/slideLayouts/slideLayout1733.xml" ContentType="application/vnd.openxmlformats-officedocument.presentationml.slideLayout+xml"/>
  <Override PartName="/ppt/slideLayouts/slideLayout1734.xml" ContentType="application/vnd.openxmlformats-officedocument.presentationml.slideLayout+xml"/>
  <Override PartName="/ppt/slideLayouts/slideLayout1735.xml" ContentType="application/vnd.openxmlformats-officedocument.presentationml.slideLayout+xml"/>
  <Override PartName="/ppt/slideLayouts/slideLayout1736.xml" ContentType="application/vnd.openxmlformats-officedocument.presentationml.slideLayout+xml"/>
  <Override PartName="/ppt/slideLayouts/slideLayout1737.xml" ContentType="application/vnd.openxmlformats-officedocument.presentationml.slideLayout+xml"/>
  <Override PartName="/ppt/slideLayouts/slideLayout1738.xml" ContentType="application/vnd.openxmlformats-officedocument.presentationml.slideLayout+xml"/>
  <Override PartName="/ppt/slideLayouts/slideLayout1739.xml" ContentType="application/vnd.openxmlformats-officedocument.presentationml.slideLayout+xml"/>
  <Override PartName="/ppt/slideLayouts/slideLayout1740.xml" ContentType="application/vnd.openxmlformats-officedocument.presentationml.slideLayout+xml"/>
  <Override PartName="/ppt/slideLayouts/slideLayout1741.xml" ContentType="application/vnd.openxmlformats-officedocument.presentationml.slideLayout+xml"/>
  <Override PartName="/ppt/slideLayouts/slideLayout1742.xml" ContentType="application/vnd.openxmlformats-officedocument.presentationml.slideLayout+xml"/>
  <Override PartName="/ppt/slideLayouts/slideLayout1743.xml" ContentType="application/vnd.openxmlformats-officedocument.presentationml.slideLayout+xml"/>
  <Override PartName="/ppt/slideLayouts/slideLayout1744.xml" ContentType="application/vnd.openxmlformats-officedocument.presentationml.slideLayout+xml"/>
  <Override PartName="/ppt/slideLayouts/slideLayout1745.xml" ContentType="application/vnd.openxmlformats-officedocument.presentationml.slideLayout+xml"/>
  <Override PartName="/ppt/slideLayouts/slideLayout1746.xml" ContentType="application/vnd.openxmlformats-officedocument.presentationml.slideLayout+xml"/>
  <Override PartName="/ppt/slideLayouts/slideLayout1747.xml" ContentType="application/vnd.openxmlformats-officedocument.presentationml.slideLayout+xml"/>
  <Override PartName="/ppt/slideLayouts/slideLayout1748.xml" ContentType="application/vnd.openxmlformats-officedocument.presentationml.slideLayout+xml"/>
  <Override PartName="/ppt/slideLayouts/slideLayout1749.xml" ContentType="application/vnd.openxmlformats-officedocument.presentationml.slideLayout+xml"/>
  <Override PartName="/ppt/theme/theme29.xml" ContentType="application/vnd.openxmlformats-officedocument.theme+xml"/>
  <Override PartName="/ppt/slideLayouts/slideLayout1750.xml" ContentType="application/vnd.openxmlformats-officedocument.presentationml.slideLayout+xml"/>
  <Override PartName="/ppt/slideLayouts/slideLayout1751.xml" ContentType="application/vnd.openxmlformats-officedocument.presentationml.slideLayout+xml"/>
  <Override PartName="/ppt/slideLayouts/slideLayout1752.xml" ContentType="application/vnd.openxmlformats-officedocument.presentationml.slideLayout+xml"/>
  <Override PartName="/ppt/slideLayouts/slideLayout1753.xml" ContentType="application/vnd.openxmlformats-officedocument.presentationml.slideLayout+xml"/>
  <Override PartName="/ppt/slideLayouts/slideLayout1754.xml" ContentType="application/vnd.openxmlformats-officedocument.presentationml.slideLayout+xml"/>
  <Override PartName="/ppt/slideLayouts/slideLayout1755.xml" ContentType="application/vnd.openxmlformats-officedocument.presentationml.slideLayout+xml"/>
  <Override PartName="/ppt/slideLayouts/slideLayout1756.xml" ContentType="application/vnd.openxmlformats-officedocument.presentationml.slideLayout+xml"/>
  <Override PartName="/ppt/slideLayouts/slideLayout1757.xml" ContentType="application/vnd.openxmlformats-officedocument.presentationml.slideLayout+xml"/>
  <Override PartName="/ppt/slideLayouts/slideLayout1758.xml" ContentType="application/vnd.openxmlformats-officedocument.presentationml.slideLayout+xml"/>
  <Override PartName="/ppt/slideLayouts/slideLayout1759.xml" ContentType="application/vnd.openxmlformats-officedocument.presentationml.slideLayout+xml"/>
  <Override PartName="/ppt/slideLayouts/slideLayout1760.xml" ContentType="application/vnd.openxmlformats-officedocument.presentationml.slideLayout+xml"/>
  <Override PartName="/ppt/slideLayouts/slideLayout1761.xml" ContentType="application/vnd.openxmlformats-officedocument.presentationml.slideLayout+xml"/>
  <Override PartName="/ppt/slideLayouts/slideLayout1762.xml" ContentType="application/vnd.openxmlformats-officedocument.presentationml.slideLayout+xml"/>
  <Override PartName="/ppt/slideLayouts/slideLayout1763.xml" ContentType="application/vnd.openxmlformats-officedocument.presentationml.slideLayout+xml"/>
  <Override PartName="/ppt/slideLayouts/slideLayout1764.xml" ContentType="application/vnd.openxmlformats-officedocument.presentationml.slideLayout+xml"/>
  <Override PartName="/ppt/slideLayouts/slideLayout1765.xml" ContentType="application/vnd.openxmlformats-officedocument.presentationml.slideLayout+xml"/>
  <Override PartName="/ppt/slideLayouts/slideLayout1766.xml" ContentType="application/vnd.openxmlformats-officedocument.presentationml.slideLayout+xml"/>
  <Override PartName="/ppt/slideLayouts/slideLayout1767.xml" ContentType="application/vnd.openxmlformats-officedocument.presentationml.slideLayout+xml"/>
  <Override PartName="/ppt/slideLayouts/slideLayout1768.xml" ContentType="application/vnd.openxmlformats-officedocument.presentationml.slideLayout+xml"/>
  <Override PartName="/ppt/slideLayouts/slideLayout1769.xml" ContentType="application/vnd.openxmlformats-officedocument.presentationml.slideLayout+xml"/>
  <Override PartName="/ppt/slideLayouts/slideLayout1770.xml" ContentType="application/vnd.openxmlformats-officedocument.presentationml.slideLayout+xml"/>
  <Override PartName="/ppt/slideLayouts/slideLayout1771.xml" ContentType="application/vnd.openxmlformats-officedocument.presentationml.slideLayout+xml"/>
  <Override PartName="/ppt/slideLayouts/slideLayout1772.xml" ContentType="application/vnd.openxmlformats-officedocument.presentationml.slideLayout+xml"/>
  <Override PartName="/ppt/slideLayouts/slideLayout1773.xml" ContentType="application/vnd.openxmlformats-officedocument.presentationml.slideLayout+xml"/>
  <Override PartName="/ppt/slideLayouts/slideLayout1774.xml" ContentType="application/vnd.openxmlformats-officedocument.presentationml.slideLayout+xml"/>
  <Override PartName="/ppt/slideLayouts/slideLayout1775.xml" ContentType="application/vnd.openxmlformats-officedocument.presentationml.slideLayout+xml"/>
  <Override PartName="/ppt/slideLayouts/slideLayout1776.xml" ContentType="application/vnd.openxmlformats-officedocument.presentationml.slideLayout+xml"/>
  <Override PartName="/ppt/slideLayouts/slideLayout1777.xml" ContentType="application/vnd.openxmlformats-officedocument.presentationml.slideLayout+xml"/>
  <Override PartName="/ppt/slideLayouts/slideLayout1778.xml" ContentType="application/vnd.openxmlformats-officedocument.presentationml.slideLayout+xml"/>
  <Override PartName="/ppt/slideLayouts/slideLayout1779.xml" ContentType="application/vnd.openxmlformats-officedocument.presentationml.slideLayout+xml"/>
  <Override PartName="/ppt/slideLayouts/slideLayout1780.xml" ContentType="application/vnd.openxmlformats-officedocument.presentationml.slideLayout+xml"/>
  <Override PartName="/ppt/slideLayouts/slideLayout1781.xml" ContentType="application/vnd.openxmlformats-officedocument.presentationml.slideLayout+xml"/>
  <Override PartName="/ppt/slideLayouts/slideLayout1782.xml" ContentType="application/vnd.openxmlformats-officedocument.presentationml.slideLayout+xml"/>
  <Override PartName="/ppt/slideLayouts/slideLayout1783.xml" ContentType="application/vnd.openxmlformats-officedocument.presentationml.slideLayout+xml"/>
  <Override PartName="/ppt/slideLayouts/slideLayout1784.xml" ContentType="application/vnd.openxmlformats-officedocument.presentationml.slideLayout+xml"/>
  <Override PartName="/ppt/slideLayouts/slideLayout1785.xml" ContentType="application/vnd.openxmlformats-officedocument.presentationml.slideLayout+xml"/>
  <Override PartName="/ppt/slideLayouts/slideLayout1786.xml" ContentType="application/vnd.openxmlformats-officedocument.presentationml.slideLayout+xml"/>
  <Override PartName="/ppt/slideLayouts/slideLayout1787.xml" ContentType="application/vnd.openxmlformats-officedocument.presentationml.slideLayout+xml"/>
  <Override PartName="/ppt/slideLayouts/slideLayout1788.xml" ContentType="application/vnd.openxmlformats-officedocument.presentationml.slideLayout+xml"/>
  <Override PartName="/ppt/slideLayouts/slideLayout1789.xml" ContentType="application/vnd.openxmlformats-officedocument.presentationml.slideLayout+xml"/>
  <Override PartName="/ppt/slideLayouts/slideLayout1790.xml" ContentType="application/vnd.openxmlformats-officedocument.presentationml.slideLayout+xml"/>
  <Override PartName="/ppt/slideLayouts/slideLayout1791.xml" ContentType="application/vnd.openxmlformats-officedocument.presentationml.slideLayout+xml"/>
  <Override PartName="/ppt/slideLayouts/slideLayout1792.xml" ContentType="application/vnd.openxmlformats-officedocument.presentationml.slideLayout+xml"/>
  <Override PartName="/ppt/slideLayouts/slideLayout1793.xml" ContentType="application/vnd.openxmlformats-officedocument.presentationml.slideLayout+xml"/>
  <Override PartName="/ppt/slideLayouts/slideLayout1794.xml" ContentType="application/vnd.openxmlformats-officedocument.presentationml.slideLayout+xml"/>
  <Override PartName="/ppt/slideLayouts/slideLayout1795.xml" ContentType="application/vnd.openxmlformats-officedocument.presentationml.slideLayout+xml"/>
  <Override PartName="/ppt/slideLayouts/slideLayout1796.xml" ContentType="application/vnd.openxmlformats-officedocument.presentationml.slideLayout+xml"/>
  <Override PartName="/ppt/slideLayouts/slideLayout1797.xml" ContentType="application/vnd.openxmlformats-officedocument.presentationml.slideLayout+xml"/>
  <Override PartName="/ppt/slideLayouts/slideLayout1798.xml" ContentType="application/vnd.openxmlformats-officedocument.presentationml.slideLayout+xml"/>
  <Override PartName="/ppt/slideLayouts/slideLayout1799.xml" ContentType="application/vnd.openxmlformats-officedocument.presentationml.slideLayout+xml"/>
  <Override PartName="/ppt/slideLayouts/slideLayout1800.xml" ContentType="application/vnd.openxmlformats-officedocument.presentationml.slideLayout+xml"/>
  <Override PartName="/ppt/slideLayouts/slideLayout1801.xml" ContentType="application/vnd.openxmlformats-officedocument.presentationml.slideLayout+xml"/>
  <Override PartName="/ppt/slideLayouts/slideLayout1802.xml" ContentType="application/vnd.openxmlformats-officedocument.presentationml.slideLayout+xml"/>
  <Override PartName="/ppt/slideLayouts/slideLayout1803.xml" ContentType="application/vnd.openxmlformats-officedocument.presentationml.slideLayout+xml"/>
  <Override PartName="/ppt/slideLayouts/slideLayout1804.xml" ContentType="application/vnd.openxmlformats-officedocument.presentationml.slideLayout+xml"/>
  <Override PartName="/ppt/slideLayouts/slideLayout1805.xml" ContentType="application/vnd.openxmlformats-officedocument.presentationml.slideLayout+xml"/>
  <Override PartName="/ppt/slideLayouts/slideLayout1806.xml" ContentType="application/vnd.openxmlformats-officedocument.presentationml.slideLayout+xml"/>
  <Override PartName="/ppt/slideLayouts/slideLayout1807.xml" ContentType="application/vnd.openxmlformats-officedocument.presentationml.slideLayout+xml"/>
  <Override PartName="/ppt/slideLayouts/slideLayout1808.xml" ContentType="application/vnd.openxmlformats-officedocument.presentationml.slideLayout+xml"/>
  <Override PartName="/ppt/slideLayouts/slideLayout1809.xml" ContentType="application/vnd.openxmlformats-officedocument.presentationml.slideLayout+xml"/>
  <Override PartName="/ppt/slideLayouts/slideLayout1810.xml" ContentType="application/vnd.openxmlformats-officedocument.presentationml.slideLayout+xml"/>
  <Override PartName="/ppt/slideLayouts/slideLayout1811.xml" ContentType="application/vnd.openxmlformats-officedocument.presentationml.slideLayout+xml"/>
  <Override PartName="/ppt/slideLayouts/slideLayout1812.xml" ContentType="application/vnd.openxmlformats-officedocument.presentationml.slideLayout+xml"/>
  <Override PartName="/ppt/slideLayouts/slideLayout1813.xml" ContentType="application/vnd.openxmlformats-officedocument.presentationml.slideLayout+xml"/>
  <Override PartName="/ppt/slideLayouts/slideLayout1814.xml" ContentType="application/vnd.openxmlformats-officedocument.presentationml.slideLayout+xml"/>
  <Override PartName="/ppt/slideLayouts/slideLayout1815.xml" ContentType="application/vnd.openxmlformats-officedocument.presentationml.slideLayout+xml"/>
  <Override PartName="/ppt/slideLayouts/slideLayout1816.xml" ContentType="application/vnd.openxmlformats-officedocument.presentationml.slideLayout+xml"/>
  <Override PartName="/ppt/slideLayouts/slideLayout1817.xml" ContentType="application/vnd.openxmlformats-officedocument.presentationml.slideLayout+xml"/>
  <Override PartName="/ppt/slideLayouts/slideLayout1818.xml" ContentType="application/vnd.openxmlformats-officedocument.presentationml.slideLayout+xml"/>
  <Override PartName="/ppt/slideLayouts/slideLayout1819.xml" ContentType="application/vnd.openxmlformats-officedocument.presentationml.slideLayout+xml"/>
  <Override PartName="/ppt/slideLayouts/slideLayout1820.xml" ContentType="application/vnd.openxmlformats-officedocument.presentationml.slideLayout+xml"/>
  <Override PartName="/ppt/slideLayouts/slideLayout1821.xml" ContentType="application/vnd.openxmlformats-officedocument.presentationml.slideLayout+xml"/>
  <Override PartName="/ppt/slideLayouts/slideLayout1822.xml" ContentType="application/vnd.openxmlformats-officedocument.presentationml.slideLayout+xml"/>
  <Override PartName="/ppt/slideLayouts/slideLayout1823.xml" ContentType="application/vnd.openxmlformats-officedocument.presentationml.slideLayout+xml"/>
  <Override PartName="/ppt/slideLayouts/slideLayout1824.xml" ContentType="application/vnd.openxmlformats-officedocument.presentationml.slideLayout+xml"/>
  <Override PartName="/ppt/slideLayouts/slideLayout1825.xml" ContentType="application/vnd.openxmlformats-officedocument.presentationml.slideLayout+xml"/>
  <Override PartName="/ppt/slideLayouts/slideLayout1826.xml" ContentType="application/vnd.openxmlformats-officedocument.presentationml.slideLayout+xml"/>
  <Override PartName="/ppt/slideLayouts/slideLayout1827.xml" ContentType="application/vnd.openxmlformats-officedocument.presentationml.slideLayout+xml"/>
  <Override PartName="/ppt/slideLayouts/slideLayout1828.xml" ContentType="application/vnd.openxmlformats-officedocument.presentationml.slideLayout+xml"/>
  <Override PartName="/ppt/slideLayouts/slideLayout1829.xml" ContentType="application/vnd.openxmlformats-officedocument.presentationml.slideLayout+xml"/>
  <Override PartName="/ppt/slideLayouts/slideLayout1830.xml" ContentType="application/vnd.openxmlformats-officedocument.presentationml.slideLayout+xml"/>
  <Override PartName="/ppt/slideLayouts/slideLayout1831.xml" ContentType="application/vnd.openxmlformats-officedocument.presentationml.slideLayout+xml"/>
  <Override PartName="/ppt/slideLayouts/slideLayout1832.xml" ContentType="application/vnd.openxmlformats-officedocument.presentationml.slideLayout+xml"/>
  <Override PartName="/ppt/slideLayouts/slideLayout1833.xml" ContentType="application/vnd.openxmlformats-officedocument.presentationml.slideLayout+xml"/>
  <Override PartName="/ppt/theme/theme30.xml" ContentType="application/vnd.openxmlformats-officedocument.theme+xml"/>
  <Override PartName="/ppt/slideLayouts/slideLayout1834.xml" ContentType="application/vnd.openxmlformats-officedocument.presentationml.slideLayout+xml"/>
  <Override PartName="/ppt/slideLayouts/slideLayout1835.xml" ContentType="application/vnd.openxmlformats-officedocument.presentationml.slideLayout+xml"/>
  <Override PartName="/ppt/slideLayouts/slideLayout1836.xml" ContentType="application/vnd.openxmlformats-officedocument.presentationml.slideLayout+xml"/>
  <Override PartName="/ppt/slideLayouts/slideLayout1837.xml" ContentType="application/vnd.openxmlformats-officedocument.presentationml.slideLayout+xml"/>
  <Override PartName="/ppt/slideLayouts/slideLayout1838.xml" ContentType="application/vnd.openxmlformats-officedocument.presentationml.slideLayout+xml"/>
  <Override PartName="/ppt/slideLayouts/slideLayout1839.xml" ContentType="application/vnd.openxmlformats-officedocument.presentationml.slideLayout+xml"/>
  <Override PartName="/ppt/slideLayouts/slideLayout1840.xml" ContentType="application/vnd.openxmlformats-officedocument.presentationml.slideLayout+xml"/>
  <Override PartName="/ppt/slideLayouts/slideLayout1841.xml" ContentType="application/vnd.openxmlformats-officedocument.presentationml.slideLayout+xml"/>
  <Override PartName="/ppt/slideLayouts/slideLayout1842.xml" ContentType="application/vnd.openxmlformats-officedocument.presentationml.slideLayout+xml"/>
  <Override PartName="/ppt/slideLayouts/slideLayout1843.xml" ContentType="application/vnd.openxmlformats-officedocument.presentationml.slideLayout+xml"/>
  <Override PartName="/ppt/slideLayouts/slideLayout1844.xml" ContentType="application/vnd.openxmlformats-officedocument.presentationml.slideLayout+xml"/>
  <Override PartName="/ppt/slideLayouts/slideLayout1845.xml" ContentType="application/vnd.openxmlformats-officedocument.presentationml.slideLayout+xml"/>
  <Override PartName="/ppt/slideLayouts/slideLayout1846.xml" ContentType="application/vnd.openxmlformats-officedocument.presentationml.slideLayout+xml"/>
  <Override PartName="/ppt/slideLayouts/slideLayout1847.xml" ContentType="application/vnd.openxmlformats-officedocument.presentationml.slideLayout+xml"/>
  <Override PartName="/ppt/slideLayouts/slideLayout1848.xml" ContentType="application/vnd.openxmlformats-officedocument.presentationml.slideLayout+xml"/>
  <Override PartName="/ppt/slideLayouts/slideLayout1849.xml" ContentType="application/vnd.openxmlformats-officedocument.presentationml.slideLayout+xml"/>
  <Override PartName="/ppt/slideLayouts/slideLayout1850.xml" ContentType="application/vnd.openxmlformats-officedocument.presentationml.slideLayout+xml"/>
  <Override PartName="/ppt/slideLayouts/slideLayout1851.xml" ContentType="application/vnd.openxmlformats-officedocument.presentationml.slideLayout+xml"/>
  <Override PartName="/ppt/slideLayouts/slideLayout1852.xml" ContentType="application/vnd.openxmlformats-officedocument.presentationml.slideLayout+xml"/>
  <Override PartName="/ppt/slideLayouts/slideLayout1853.xml" ContentType="application/vnd.openxmlformats-officedocument.presentationml.slideLayout+xml"/>
  <Override PartName="/ppt/slideLayouts/slideLayout1854.xml" ContentType="application/vnd.openxmlformats-officedocument.presentationml.slideLayout+xml"/>
  <Override PartName="/ppt/slideLayouts/slideLayout1855.xml" ContentType="application/vnd.openxmlformats-officedocument.presentationml.slideLayout+xml"/>
  <Override PartName="/ppt/slideLayouts/slideLayout1856.xml" ContentType="application/vnd.openxmlformats-officedocument.presentationml.slideLayout+xml"/>
  <Override PartName="/ppt/slideLayouts/slideLayout1857.xml" ContentType="application/vnd.openxmlformats-officedocument.presentationml.slideLayout+xml"/>
  <Override PartName="/ppt/slideLayouts/slideLayout1858.xml" ContentType="application/vnd.openxmlformats-officedocument.presentationml.slideLayout+xml"/>
  <Override PartName="/ppt/slideLayouts/slideLayout1859.xml" ContentType="application/vnd.openxmlformats-officedocument.presentationml.slideLayout+xml"/>
  <Override PartName="/ppt/slideLayouts/slideLayout1860.xml" ContentType="application/vnd.openxmlformats-officedocument.presentationml.slideLayout+xml"/>
  <Override PartName="/ppt/slideLayouts/slideLayout1861.xml" ContentType="application/vnd.openxmlformats-officedocument.presentationml.slideLayout+xml"/>
  <Override PartName="/ppt/slideLayouts/slideLayout1862.xml" ContentType="application/vnd.openxmlformats-officedocument.presentationml.slideLayout+xml"/>
  <Override PartName="/ppt/slideLayouts/slideLayout1863.xml" ContentType="application/vnd.openxmlformats-officedocument.presentationml.slideLayout+xml"/>
  <Override PartName="/ppt/slideLayouts/slideLayout1864.xml" ContentType="application/vnd.openxmlformats-officedocument.presentationml.slideLayout+xml"/>
  <Override PartName="/ppt/slideLayouts/slideLayout1865.xml" ContentType="application/vnd.openxmlformats-officedocument.presentationml.slideLayout+xml"/>
  <Override PartName="/ppt/slideLayouts/slideLayout1866.xml" ContentType="application/vnd.openxmlformats-officedocument.presentationml.slideLayout+xml"/>
  <Override PartName="/ppt/slideLayouts/slideLayout1867.xml" ContentType="application/vnd.openxmlformats-officedocument.presentationml.slideLayout+xml"/>
  <Override PartName="/ppt/slideLayouts/slideLayout1868.xml" ContentType="application/vnd.openxmlformats-officedocument.presentationml.slideLayout+xml"/>
  <Override PartName="/ppt/slideLayouts/slideLayout1869.xml" ContentType="application/vnd.openxmlformats-officedocument.presentationml.slideLayout+xml"/>
  <Override PartName="/ppt/slideLayouts/slideLayout1870.xml" ContentType="application/vnd.openxmlformats-officedocument.presentationml.slideLayout+xml"/>
  <Override PartName="/ppt/slideLayouts/slideLayout1871.xml" ContentType="application/vnd.openxmlformats-officedocument.presentationml.slideLayout+xml"/>
  <Override PartName="/ppt/slideLayouts/slideLayout1872.xml" ContentType="application/vnd.openxmlformats-officedocument.presentationml.slideLayout+xml"/>
  <Override PartName="/ppt/slideLayouts/slideLayout1873.xml" ContentType="application/vnd.openxmlformats-officedocument.presentationml.slideLayout+xml"/>
  <Override PartName="/ppt/slideLayouts/slideLayout1874.xml" ContentType="application/vnd.openxmlformats-officedocument.presentationml.slideLayout+xml"/>
  <Override PartName="/ppt/slideLayouts/slideLayout1875.xml" ContentType="application/vnd.openxmlformats-officedocument.presentationml.slideLayout+xml"/>
  <Override PartName="/ppt/slideLayouts/slideLayout1876.xml" ContentType="application/vnd.openxmlformats-officedocument.presentationml.slideLayout+xml"/>
  <Override PartName="/ppt/slideLayouts/slideLayout1877.xml" ContentType="application/vnd.openxmlformats-officedocument.presentationml.slideLayout+xml"/>
  <Override PartName="/ppt/slideLayouts/slideLayout1878.xml" ContentType="application/vnd.openxmlformats-officedocument.presentationml.slideLayout+xml"/>
  <Override PartName="/ppt/slideLayouts/slideLayout1879.xml" ContentType="application/vnd.openxmlformats-officedocument.presentationml.slideLayout+xml"/>
  <Override PartName="/ppt/slideLayouts/slideLayout1880.xml" ContentType="application/vnd.openxmlformats-officedocument.presentationml.slideLayout+xml"/>
  <Override PartName="/ppt/slideLayouts/slideLayout1881.xml" ContentType="application/vnd.openxmlformats-officedocument.presentationml.slideLayout+xml"/>
  <Override PartName="/ppt/slideLayouts/slideLayout1882.xml" ContentType="application/vnd.openxmlformats-officedocument.presentationml.slideLayout+xml"/>
  <Override PartName="/ppt/slideLayouts/slideLayout1883.xml" ContentType="application/vnd.openxmlformats-officedocument.presentationml.slideLayout+xml"/>
  <Override PartName="/ppt/theme/theme31.xml" ContentType="application/vnd.openxmlformats-officedocument.theme+xml"/>
  <Override PartName="/ppt/slideLayouts/slideLayout1884.xml" ContentType="application/vnd.openxmlformats-officedocument.presentationml.slideLayout+xml"/>
  <Override PartName="/ppt/slideLayouts/slideLayout1885.xml" ContentType="application/vnd.openxmlformats-officedocument.presentationml.slideLayout+xml"/>
  <Override PartName="/ppt/slideLayouts/slideLayout1886.xml" ContentType="application/vnd.openxmlformats-officedocument.presentationml.slideLayout+xml"/>
  <Override PartName="/ppt/slideLayouts/slideLayout1887.xml" ContentType="application/vnd.openxmlformats-officedocument.presentationml.slideLayout+xml"/>
  <Override PartName="/ppt/slideLayouts/slideLayout1888.xml" ContentType="application/vnd.openxmlformats-officedocument.presentationml.slideLayout+xml"/>
  <Override PartName="/ppt/slideLayouts/slideLayout1889.xml" ContentType="application/vnd.openxmlformats-officedocument.presentationml.slideLayout+xml"/>
  <Override PartName="/ppt/slideLayouts/slideLayout1890.xml" ContentType="application/vnd.openxmlformats-officedocument.presentationml.slideLayout+xml"/>
  <Override PartName="/ppt/slideLayouts/slideLayout1891.xml" ContentType="application/vnd.openxmlformats-officedocument.presentationml.slideLayout+xml"/>
  <Override PartName="/ppt/slideLayouts/slideLayout1892.xml" ContentType="application/vnd.openxmlformats-officedocument.presentationml.slideLayout+xml"/>
  <Override PartName="/ppt/slideLayouts/slideLayout1893.xml" ContentType="application/vnd.openxmlformats-officedocument.presentationml.slideLayout+xml"/>
  <Override PartName="/ppt/slideLayouts/slideLayout1894.xml" ContentType="application/vnd.openxmlformats-officedocument.presentationml.slideLayout+xml"/>
  <Override PartName="/ppt/slideLayouts/slideLayout1895.xml" ContentType="application/vnd.openxmlformats-officedocument.presentationml.slideLayout+xml"/>
  <Override PartName="/ppt/slideLayouts/slideLayout1896.xml" ContentType="application/vnd.openxmlformats-officedocument.presentationml.slideLayout+xml"/>
  <Override PartName="/ppt/slideLayouts/slideLayout1897.xml" ContentType="application/vnd.openxmlformats-officedocument.presentationml.slideLayout+xml"/>
  <Override PartName="/ppt/slideLayouts/slideLayout1898.xml" ContentType="application/vnd.openxmlformats-officedocument.presentationml.slideLayout+xml"/>
  <Override PartName="/ppt/slideLayouts/slideLayout1899.xml" ContentType="application/vnd.openxmlformats-officedocument.presentationml.slideLayout+xml"/>
  <Override PartName="/ppt/slideLayouts/slideLayout1900.xml" ContentType="application/vnd.openxmlformats-officedocument.presentationml.slideLayout+xml"/>
  <Override PartName="/ppt/slideLayouts/slideLayout1901.xml" ContentType="application/vnd.openxmlformats-officedocument.presentationml.slideLayout+xml"/>
  <Override PartName="/ppt/slideLayouts/slideLayout1902.xml" ContentType="application/vnd.openxmlformats-officedocument.presentationml.slideLayout+xml"/>
  <Override PartName="/ppt/slideLayouts/slideLayout1903.xml" ContentType="application/vnd.openxmlformats-officedocument.presentationml.slideLayout+xml"/>
  <Override PartName="/ppt/slideLayouts/slideLayout1904.xml" ContentType="application/vnd.openxmlformats-officedocument.presentationml.slideLayout+xml"/>
  <Override PartName="/ppt/slideLayouts/slideLayout1905.xml" ContentType="application/vnd.openxmlformats-officedocument.presentationml.slideLayout+xml"/>
  <Override PartName="/ppt/slideLayouts/slideLayout1906.xml" ContentType="application/vnd.openxmlformats-officedocument.presentationml.slideLayout+xml"/>
  <Override PartName="/ppt/slideLayouts/slideLayout1907.xml" ContentType="application/vnd.openxmlformats-officedocument.presentationml.slideLayout+xml"/>
  <Override PartName="/ppt/slideLayouts/slideLayout1908.xml" ContentType="application/vnd.openxmlformats-officedocument.presentationml.slideLayout+xml"/>
  <Override PartName="/ppt/slideLayouts/slideLayout1909.xml" ContentType="application/vnd.openxmlformats-officedocument.presentationml.slideLayout+xml"/>
  <Override PartName="/ppt/slideLayouts/slideLayout1910.xml" ContentType="application/vnd.openxmlformats-officedocument.presentationml.slideLayout+xml"/>
  <Override PartName="/ppt/slideLayouts/slideLayout1911.xml" ContentType="application/vnd.openxmlformats-officedocument.presentationml.slideLayout+xml"/>
  <Override PartName="/ppt/slideLayouts/slideLayout1912.xml" ContentType="application/vnd.openxmlformats-officedocument.presentationml.slideLayout+xml"/>
  <Override PartName="/ppt/slideLayouts/slideLayout1913.xml" ContentType="application/vnd.openxmlformats-officedocument.presentationml.slideLayout+xml"/>
  <Override PartName="/ppt/slideLayouts/slideLayout1914.xml" ContentType="application/vnd.openxmlformats-officedocument.presentationml.slideLayout+xml"/>
  <Override PartName="/ppt/slideLayouts/slideLayout1915.xml" ContentType="application/vnd.openxmlformats-officedocument.presentationml.slideLayout+xml"/>
  <Override PartName="/ppt/slideLayouts/slideLayout1916.xml" ContentType="application/vnd.openxmlformats-officedocument.presentationml.slideLayout+xml"/>
  <Override PartName="/ppt/slideLayouts/slideLayout1917.xml" ContentType="application/vnd.openxmlformats-officedocument.presentationml.slideLayout+xml"/>
  <Override PartName="/ppt/slideLayouts/slideLayout1918.xml" ContentType="application/vnd.openxmlformats-officedocument.presentationml.slideLayout+xml"/>
  <Override PartName="/ppt/slideLayouts/slideLayout1919.xml" ContentType="application/vnd.openxmlformats-officedocument.presentationml.slideLayout+xml"/>
  <Override PartName="/ppt/slideLayouts/slideLayout1920.xml" ContentType="application/vnd.openxmlformats-officedocument.presentationml.slideLayout+xml"/>
  <Override PartName="/ppt/slideLayouts/slideLayout1921.xml" ContentType="application/vnd.openxmlformats-officedocument.presentationml.slideLayout+xml"/>
  <Override PartName="/ppt/slideLayouts/slideLayout1922.xml" ContentType="application/vnd.openxmlformats-officedocument.presentationml.slideLayout+xml"/>
  <Override PartName="/ppt/slideLayouts/slideLayout1923.xml" ContentType="application/vnd.openxmlformats-officedocument.presentationml.slideLayout+xml"/>
  <Override PartName="/ppt/slideLayouts/slideLayout1924.xml" ContentType="application/vnd.openxmlformats-officedocument.presentationml.slideLayout+xml"/>
  <Override PartName="/ppt/slideLayouts/slideLayout1925.xml" ContentType="application/vnd.openxmlformats-officedocument.presentationml.slideLayout+xml"/>
  <Override PartName="/ppt/slideLayouts/slideLayout1926.xml" ContentType="application/vnd.openxmlformats-officedocument.presentationml.slideLayout+xml"/>
  <Override PartName="/ppt/slideLayouts/slideLayout1927.xml" ContentType="application/vnd.openxmlformats-officedocument.presentationml.slideLayout+xml"/>
  <Override PartName="/ppt/slideLayouts/slideLayout1928.xml" ContentType="application/vnd.openxmlformats-officedocument.presentationml.slideLayout+xml"/>
  <Override PartName="/ppt/slideLayouts/slideLayout1929.xml" ContentType="application/vnd.openxmlformats-officedocument.presentationml.slideLayout+xml"/>
  <Override PartName="/ppt/slideLayouts/slideLayout1930.xml" ContentType="application/vnd.openxmlformats-officedocument.presentationml.slideLayout+xml"/>
  <Override PartName="/ppt/slideLayouts/slideLayout1931.xml" ContentType="application/vnd.openxmlformats-officedocument.presentationml.slideLayout+xml"/>
  <Override PartName="/ppt/slideLayouts/slideLayout1932.xml" ContentType="application/vnd.openxmlformats-officedocument.presentationml.slideLayout+xml"/>
  <Override PartName="/ppt/theme/theme32.xml" ContentType="application/vnd.openxmlformats-officedocument.theme+xml"/>
  <Override PartName="/ppt/slideLayouts/slideLayout1933.xml" ContentType="application/vnd.openxmlformats-officedocument.presentationml.slideLayout+xml"/>
  <Override PartName="/ppt/slideLayouts/slideLayout1934.xml" ContentType="application/vnd.openxmlformats-officedocument.presentationml.slideLayout+xml"/>
  <Override PartName="/ppt/slideLayouts/slideLayout1935.xml" ContentType="application/vnd.openxmlformats-officedocument.presentationml.slideLayout+xml"/>
  <Override PartName="/ppt/slideLayouts/slideLayout1936.xml" ContentType="application/vnd.openxmlformats-officedocument.presentationml.slideLayout+xml"/>
  <Override PartName="/ppt/slideLayouts/slideLayout1937.xml" ContentType="application/vnd.openxmlformats-officedocument.presentationml.slideLayout+xml"/>
  <Override PartName="/ppt/slideLayouts/slideLayout1938.xml" ContentType="application/vnd.openxmlformats-officedocument.presentationml.slideLayout+xml"/>
  <Override PartName="/ppt/slideLayouts/slideLayout1939.xml" ContentType="application/vnd.openxmlformats-officedocument.presentationml.slideLayout+xml"/>
  <Override PartName="/ppt/slideLayouts/slideLayout1940.xml" ContentType="application/vnd.openxmlformats-officedocument.presentationml.slideLayout+xml"/>
  <Override PartName="/ppt/slideLayouts/slideLayout1941.xml" ContentType="application/vnd.openxmlformats-officedocument.presentationml.slideLayout+xml"/>
  <Override PartName="/ppt/slideLayouts/slideLayout1942.xml" ContentType="application/vnd.openxmlformats-officedocument.presentationml.slideLayout+xml"/>
  <Override PartName="/ppt/slideLayouts/slideLayout1943.xml" ContentType="application/vnd.openxmlformats-officedocument.presentationml.slideLayout+xml"/>
  <Override PartName="/ppt/slideLayouts/slideLayout1944.xml" ContentType="application/vnd.openxmlformats-officedocument.presentationml.slideLayout+xml"/>
  <Override PartName="/ppt/slideLayouts/slideLayout1945.xml" ContentType="application/vnd.openxmlformats-officedocument.presentationml.slideLayout+xml"/>
  <Override PartName="/ppt/slideLayouts/slideLayout1946.xml" ContentType="application/vnd.openxmlformats-officedocument.presentationml.slideLayout+xml"/>
  <Override PartName="/ppt/slideLayouts/slideLayout1947.xml" ContentType="application/vnd.openxmlformats-officedocument.presentationml.slideLayout+xml"/>
  <Override PartName="/ppt/slideLayouts/slideLayout1948.xml" ContentType="application/vnd.openxmlformats-officedocument.presentationml.slideLayout+xml"/>
  <Override PartName="/ppt/slideLayouts/slideLayout1949.xml" ContentType="application/vnd.openxmlformats-officedocument.presentationml.slideLayout+xml"/>
  <Override PartName="/ppt/slideLayouts/slideLayout1950.xml" ContentType="application/vnd.openxmlformats-officedocument.presentationml.slideLayout+xml"/>
  <Override PartName="/ppt/slideLayouts/slideLayout1951.xml" ContentType="application/vnd.openxmlformats-officedocument.presentationml.slideLayout+xml"/>
  <Override PartName="/ppt/slideLayouts/slideLayout1952.xml" ContentType="application/vnd.openxmlformats-officedocument.presentationml.slideLayout+xml"/>
  <Override PartName="/ppt/slideLayouts/slideLayout1953.xml" ContentType="application/vnd.openxmlformats-officedocument.presentationml.slideLayout+xml"/>
  <Override PartName="/ppt/slideLayouts/slideLayout1954.xml" ContentType="application/vnd.openxmlformats-officedocument.presentationml.slideLayout+xml"/>
  <Override PartName="/ppt/slideLayouts/slideLayout1955.xml" ContentType="application/vnd.openxmlformats-officedocument.presentationml.slideLayout+xml"/>
  <Override PartName="/ppt/slideLayouts/slideLayout1956.xml" ContentType="application/vnd.openxmlformats-officedocument.presentationml.slideLayout+xml"/>
  <Override PartName="/ppt/slideLayouts/slideLayout1957.xml" ContentType="application/vnd.openxmlformats-officedocument.presentationml.slideLayout+xml"/>
  <Override PartName="/ppt/slideLayouts/slideLayout1958.xml" ContentType="application/vnd.openxmlformats-officedocument.presentationml.slideLayout+xml"/>
  <Override PartName="/ppt/slideLayouts/slideLayout1959.xml" ContentType="application/vnd.openxmlformats-officedocument.presentationml.slideLayout+xml"/>
  <Override PartName="/ppt/slideLayouts/slideLayout1960.xml" ContentType="application/vnd.openxmlformats-officedocument.presentationml.slideLayout+xml"/>
  <Override PartName="/ppt/slideLayouts/slideLayout1961.xml" ContentType="application/vnd.openxmlformats-officedocument.presentationml.slideLayout+xml"/>
  <Override PartName="/ppt/slideLayouts/slideLayout1962.xml" ContentType="application/vnd.openxmlformats-officedocument.presentationml.slideLayout+xml"/>
  <Override PartName="/ppt/slideLayouts/slideLayout1963.xml" ContentType="application/vnd.openxmlformats-officedocument.presentationml.slideLayout+xml"/>
  <Override PartName="/ppt/slideLayouts/slideLayout1964.xml" ContentType="application/vnd.openxmlformats-officedocument.presentationml.slideLayout+xml"/>
  <Override PartName="/ppt/slideLayouts/slideLayout1965.xml" ContentType="application/vnd.openxmlformats-officedocument.presentationml.slideLayout+xml"/>
  <Override PartName="/ppt/slideLayouts/slideLayout1966.xml" ContentType="application/vnd.openxmlformats-officedocument.presentationml.slideLayout+xml"/>
  <Override PartName="/ppt/slideLayouts/slideLayout1967.xml" ContentType="application/vnd.openxmlformats-officedocument.presentationml.slideLayout+xml"/>
  <Override PartName="/ppt/slideLayouts/slideLayout1968.xml" ContentType="application/vnd.openxmlformats-officedocument.presentationml.slideLayout+xml"/>
  <Override PartName="/ppt/slideLayouts/slideLayout1969.xml" ContentType="application/vnd.openxmlformats-officedocument.presentationml.slideLayout+xml"/>
  <Override PartName="/ppt/slideLayouts/slideLayout1970.xml" ContentType="application/vnd.openxmlformats-officedocument.presentationml.slideLayout+xml"/>
  <Override PartName="/ppt/slideLayouts/slideLayout1971.xml" ContentType="application/vnd.openxmlformats-officedocument.presentationml.slideLayout+xml"/>
  <Override PartName="/ppt/slideLayouts/slideLayout1972.xml" ContentType="application/vnd.openxmlformats-officedocument.presentationml.slideLayout+xml"/>
  <Override PartName="/ppt/slideLayouts/slideLayout1973.xml" ContentType="application/vnd.openxmlformats-officedocument.presentationml.slideLayout+xml"/>
  <Override PartName="/ppt/slideLayouts/slideLayout1974.xml" ContentType="application/vnd.openxmlformats-officedocument.presentationml.slideLayout+xml"/>
  <Override PartName="/ppt/slideLayouts/slideLayout1975.xml" ContentType="application/vnd.openxmlformats-officedocument.presentationml.slideLayout+xml"/>
  <Override PartName="/ppt/slideLayouts/slideLayout1976.xml" ContentType="application/vnd.openxmlformats-officedocument.presentationml.slideLayout+xml"/>
  <Override PartName="/ppt/slideLayouts/slideLayout1977.xml" ContentType="application/vnd.openxmlformats-officedocument.presentationml.slideLayout+xml"/>
  <Override PartName="/ppt/slideLayouts/slideLayout1978.xml" ContentType="application/vnd.openxmlformats-officedocument.presentationml.slideLayout+xml"/>
  <Override PartName="/ppt/slideLayouts/slideLayout1979.xml" ContentType="application/vnd.openxmlformats-officedocument.presentationml.slideLayout+xml"/>
  <Override PartName="/ppt/slideLayouts/slideLayout1980.xml" ContentType="application/vnd.openxmlformats-officedocument.presentationml.slideLayout+xml"/>
  <Override PartName="/ppt/slideLayouts/slideLayout1981.xml" ContentType="application/vnd.openxmlformats-officedocument.presentationml.slideLayout+xml"/>
  <Override PartName="/ppt/slideLayouts/slideLayout1982.xml" ContentType="application/vnd.openxmlformats-officedocument.presentationml.slideLayout+xml"/>
  <Override PartName="/ppt/slideLayouts/slideLayout1983.xml" ContentType="application/vnd.openxmlformats-officedocument.presentationml.slideLayout+xml"/>
  <Override PartName="/ppt/slideLayouts/slideLayout1984.xml" ContentType="application/vnd.openxmlformats-officedocument.presentationml.slideLayout+xml"/>
  <Override PartName="/ppt/slideLayouts/slideLayout1985.xml" ContentType="application/vnd.openxmlformats-officedocument.presentationml.slideLayout+xml"/>
  <Override PartName="/ppt/slideLayouts/slideLayout1986.xml" ContentType="application/vnd.openxmlformats-officedocument.presentationml.slideLayout+xml"/>
  <Override PartName="/ppt/slideLayouts/slideLayout1987.xml" ContentType="application/vnd.openxmlformats-officedocument.presentationml.slideLayout+xml"/>
  <Override PartName="/ppt/slideLayouts/slideLayout1988.xml" ContentType="application/vnd.openxmlformats-officedocument.presentationml.slideLayout+xml"/>
  <Override PartName="/ppt/slideLayouts/slideLayout1989.xml" ContentType="application/vnd.openxmlformats-officedocument.presentationml.slideLayout+xml"/>
  <Override PartName="/ppt/slideLayouts/slideLayout1990.xml" ContentType="application/vnd.openxmlformats-officedocument.presentationml.slideLayout+xml"/>
  <Override PartName="/ppt/slideLayouts/slideLayout1991.xml" ContentType="application/vnd.openxmlformats-officedocument.presentationml.slideLayout+xml"/>
  <Override PartName="/ppt/slideLayouts/slideLayout1992.xml" ContentType="application/vnd.openxmlformats-officedocument.presentationml.slideLayout+xml"/>
  <Override PartName="/ppt/slideLayouts/slideLayout1993.xml" ContentType="application/vnd.openxmlformats-officedocument.presentationml.slideLayout+xml"/>
  <Override PartName="/ppt/slideLayouts/slideLayout1994.xml" ContentType="application/vnd.openxmlformats-officedocument.presentationml.slideLayout+xml"/>
  <Override PartName="/ppt/slideLayouts/slideLayout1995.xml" ContentType="application/vnd.openxmlformats-officedocument.presentationml.slideLayout+xml"/>
  <Override PartName="/ppt/slideLayouts/slideLayout1996.xml" ContentType="application/vnd.openxmlformats-officedocument.presentationml.slideLayout+xml"/>
  <Override PartName="/ppt/slideLayouts/slideLayout1997.xml" ContentType="application/vnd.openxmlformats-officedocument.presentationml.slideLayout+xml"/>
  <Override PartName="/ppt/slideLayouts/slideLayout1998.xml" ContentType="application/vnd.openxmlformats-officedocument.presentationml.slideLayout+xml"/>
  <Override PartName="/ppt/slideLayouts/slideLayout1999.xml" ContentType="application/vnd.openxmlformats-officedocument.presentationml.slideLayout+xml"/>
  <Override PartName="/ppt/slideLayouts/slideLayout2000.xml" ContentType="application/vnd.openxmlformats-officedocument.presentationml.slideLayout+xml"/>
  <Override PartName="/ppt/slideLayouts/slideLayout2001.xml" ContentType="application/vnd.openxmlformats-officedocument.presentationml.slideLayout+xml"/>
  <Override PartName="/ppt/slideLayouts/slideLayout2002.xml" ContentType="application/vnd.openxmlformats-officedocument.presentationml.slideLayout+xml"/>
  <Override PartName="/ppt/slideLayouts/slideLayout2003.xml" ContentType="application/vnd.openxmlformats-officedocument.presentationml.slideLayout+xml"/>
  <Override PartName="/ppt/slideLayouts/slideLayout2004.xml" ContentType="application/vnd.openxmlformats-officedocument.presentationml.slideLayout+xml"/>
  <Override PartName="/ppt/slideLayouts/slideLayout2005.xml" ContentType="application/vnd.openxmlformats-officedocument.presentationml.slideLayout+xml"/>
  <Override PartName="/ppt/slideLayouts/slideLayout2006.xml" ContentType="application/vnd.openxmlformats-officedocument.presentationml.slideLayout+xml"/>
  <Override PartName="/ppt/slideLayouts/slideLayout2007.xml" ContentType="application/vnd.openxmlformats-officedocument.presentationml.slideLayout+xml"/>
  <Override PartName="/ppt/slideLayouts/slideLayout2008.xml" ContentType="application/vnd.openxmlformats-officedocument.presentationml.slideLayout+xml"/>
  <Override PartName="/ppt/slideLayouts/slideLayout2009.xml" ContentType="application/vnd.openxmlformats-officedocument.presentationml.slideLayout+xml"/>
  <Override PartName="/ppt/slideLayouts/slideLayout2010.xml" ContentType="application/vnd.openxmlformats-officedocument.presentationml.slideLayout+xml"/>
  <Override PartName="/ppt/slideLayouts/slideLayout2011.xml" ContentType="application/vnd.openxmlformats-officedocument.presentationml.slideLayout+xml"/>
  <Override PartName="/ppt/slideLayouts/slideLayout2012.xml" ContentType="application/vnd.openxmlformats-officedocument.presentationml.slideLayout+xml"/>
  <Override PartName="/ppt/slideLayouts/slideLayout2013.xml" ContentType="application/vnd.openxmlformats-officedocument.presentationml.slideLayout+xml"/>
  <Override PartName="/ppt/slideLayouts/slideLayout2014.xml" ContentType="application/vnd.openxmlformats-officedocument.presentationml.slideLayout+xml"/>
  <Override PartName="/ppt/slideLayouts/slideLayout2015.xml" ContentType="application/vnd.openxmlformats-officedocument.presentationml.slideLayout+xml"/>
  <Override PartName="/ppt/slideLayouts/slideLayout2016.xml" ContentType="application/vnd.openxmlformats-officedocument.presentationml.slideLayout+xml"/>
  <Override PartName="/ppt/theme/theme33.xml" ContentType="application/vnd.openxmlformats-officedocument.theme+xml"/>
  <Override PartName="/ppt/theme/theme34.xml" ContentType="application/vnd.openxmlformats-officedocument.theme+xml"/>
  <Override PartName="/ppt/theme/theme3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5" Type="http://schemas.microsoft.com/office/2020/02/relationships/classificationlabels" Target="docMetadata/LabelInfo.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autoCompressPictures="0">
  <p:sldMasterIdLst>
    <p:sldMasterId id="2147484229" r:id="rId4"/>
    <p:sldMasterId id="2147484922" r:id="rId5"/>
    <p:sldMasterId id="2147484973" r:id="rId6"/>
    <p:sldMasterId id="2147485058" r:id="rId7"/>
    <p:sldMasterId id="2147485110" r:id="rId8"/>
    <p:sldMasterId id="2147485160" r:id="rId9"/>
    <p:sldMasterId id="2147485245" r:id="rId10"/>
    <p:sldMasterId id="2147485297" r:id="rId11"/>
    <p:sldMasterId id="2147485347" r:id="rId12"/>
    <p:sldMasterId id="2147485432" r:id="rId13"/>
    <p:sldMasterId id="2147485484" r:id="rId14"/>
    <p:sldMasterId id="2147485534" r:id="rId15"/>
    <p:sldMasterId id="2147485619" r:id="rId16"/>
    <p:sldMasterId id="2147485671" r:id="rId17"/>
    <p:sldMasterId id="2147485721" r:id="rId18"/>
    <p:sldMasterId id="2147485806" r:id="rId19"/>
    <p:sldMasterId id="2147485858" r:id="rId20"/>
    <p:sldMasterId id="2147485908" r:id="rId21"/>
    <p:sldMasterId id="2147485993" r:id="rId22"/>
    <p:sldMasterId id="2147486045" r:id="rId23"/>
    <p:sldMasterId id="2147486095" r:id="rId24"/>
    <p:sldMasterId id="2147486180" r:id="rId25"/>
    <p:sldMasterId id="2147486232" r:id="rId26"/>
    <p:sldMasterId id="2147486282" r:id="rId27"/>
    <p:sldMasterId id="2147486367" r:id="rId28"/>
    <p:sldMasterId id="2147486419" r:id="rId29"/>
    <p:sldMasterId id="2147486469" r:id="rId30"/>
    <p:sldMasterId id="2147486554" r:id="rId31"/>
    <p:sldMasterId id="2147486606" r:id="rId32"/>
    <p:sldMasterId id="2147486656" r:id="rId33"/>
    <p:sldMasterId id="2147486741" r:id="rId34"/>
    <p:sldMasterId id="2147486793" r:id="rId35"/>
    <p:sldMasterId id="2147486843" r:id="rId36"/>
  </p:sldMasterIdLst>
  <p:notesMasterIdLst>
    <p:notesMasterId r:id="rId78"/>
  </p:notesMasterIdLst>
  <p:handoutMasterIdLst>
    <p:handoutMasterId r:id="rId79"/>
  </p:handoutMasterIdLst>
  <p:sldIdLst>
    <p:sldId id="256" r:id="rId37"/>
    <p:sldId id="2147479649" r:id="rId38"/>
    <p:sldId id="1684" r:id="rId39"/>
    <p:sldId id="257" r:id="rId40"/>
    <p:sldId id="258" r:id="rId41"/>
    <p:sldId id="259" r:id="rId42"/>
    <p:sldId id="260" r:id="rId43"/>
    <p:sldId id="261" r:id="rId44"/>
    <p:sldId id="262" r:id="rId45"/>
    <p:sldId id="263" r:id="rId46"/>
    <p:sldId id="264" r:id="rId47"/>
    <p:sldId id="265" r:id="rId48"/>
    <p:sldId id="1685" r:id="rId49"/>
    <p:sldId id="267" r:id="rId50"/>
    <p:sldId id="268" r:id="rId51"/>
    <p:sldId id="269" r:id="rId52"/>
    <p:sldId id="270" r:id="rId53"/>
    <p:sldId id="271" r:id="rId54"/>
    <p:sldId id="272" r:id="rId55"/>
    <p:sldId id="273" r:id="rId56"/>
    <p:sldId id="274" r:id="rId57"/>
    <p:sldId id="1686" r:id="rId58"/>
    <p:sldId id="276" r:id="rId59"/>
    <p:sldId id="277" r:id="rId60"/>
    <p:sldId id="278" r:id="rId61"/>
    <p:sldId id="279" r:id="rId62"/>
    <p:sldId id="280" r:id="rId63"/>
    <p:sldId id="281" r:id="rId64"/>
    <p:sldId id="282" r:id="rId65"/>
    <p:sldId id="283" r:id="rId66"/>
    <p:sldId id="284" r:id="rId67"/>
    <p:sldId id="1687" r:id="rId68"/>
    <p:sldId id="286" r:id="rId69"/>
    <p:sldId id="287" r:id="rId70"/>
    <p:sldId id="288" r:id="rId71"/>
    <p:sldId id="289" r:id="rId72"/>
    <p:sldId id="290" r:id="rId73"/>
    <p:sldId id="291" r:id="rId74"/>
    <p:sldId id="292" r:id="rId75"/>
    <p:sldId id="293" r:id="rId76"/>
    <p:sldId id="294" r:id="rId77"/>
  </p:sldIdLst>
  <p:sldSz cx="12192000" cy="6858000"/>
  <p:notesSz cx="6858000" cy="9144000"/>
  <p:defaultTextStyle>
    <a:defPPr>
      <a:defRPr lang="en-US"/>
    </a:defPPr>
    <a:lvl1pPr marL="0" algn="l" defTabSz="914367" rtl="0" eaLnBrk="1" latinLnBrk="0" hangingPunct="1">
      <a:defRPr sz="1765" kern="1200">
        <a:solidFill>
          <a:schemeClr val="tx1"/>
        </a:solidFill>
        <a:latin typeface="+mn-lt"/>
        <a:ea typeface="+mn-ea"/>
        <a:cs typeface="+mn-cs"/>
      </a:defRPr>
    </a:lvl1pPr>
    <a:lvl2pPr marL="457183" algn="l" defTabSz="914367" rtl="0" eaLnBrk="1" latinLnBrk="0" hangingPunct="1">
      <a:defRPr sz="1765" kern="1200">
        <a:solidFill>
          <a:schemeClr val="tx1"/>
        </a:solidFill>
        <a:latin typeface="+mn-lt"/>
        <a:ea typeface="+mn-ea"/>
        <a:cs typeface="+mn-cs"/>
      </a:defRPr>
    </a:lvl2pPr>
    <a:lvl3pPr marL="914367" algn="l" defTabSz="914367" rtl="0" eaLnBrk="1" latinLnBrk="0" hangingPunct="1">
      <a:defRPr sz="1765" kern="1200">
        <a:solidFill>
          <a:schemeClr val="tx1"/>
        </a:solidFill>
        <a:latin typeface="+mn-lt"/>
        <a:ea typeface="+mn-ea"/>
        <a:cs typeface="+mn-cs"/>
      </a:defRPr>
    </a:lvl3pPr>
    <a:lvl4pPr marL="1371550" algn="l" defTabSz="914367" rtl="0" eaLnBrk="1" latinLnBrk="0" hangingPunct="1">
      <a:defRPr sz="1765" kern="1200">
        <a:solidFill>
          <a:schemeClr val="tx1"/>
        </a:solidFill>
        <a:latin typeface="+mn-lt"/>
        <a:ea typeface="+mn-ea"/>
        <a:cs typeface="+mn-cs"/>
      </a:defRPr>
    </a:lvl4pPr>
    <a:lvl5pPr marL="1828734" algn="l" defTabSz="914367" rtl="0" eaLnBrk="1" latinLnBrk="0" hangingPunct="1">
      <a:defRPr sz="1765" kern="1200">
        <a:solidFill>
          <a:schemeClr val="tx1"/>
        </a:solidFill>
        <a:latin typeface="+mn-lt"/>
        <a:ea typeface="+mn-ea"/>
        <a:cs typeface="+mn-cs"/>
      </a:defRPr>
    </a:lvl5pPr>
    <a:lvl6pPr marL="2285918" algn="l" defTabSz="914367" rtl="0" eaLnBrk="1" latinLnBrk="0" hangingPunct="1">
      <a:defRPr sz="1765" kern="1200">
        <a:solidFill>
          <a:schemeClr val="tx1"/>
        </a:solidFill>
        <a:latin typeface="+mn-lt"/>
        <a:ea typeface="+mn-ea"/>
        <a:cs typeface="+mn-cs"/>
      </a:defRPr>
    </a:lvl6pPr>
    <a:lvl7pPr marL="2743101" algn="l" defTabSz="914367" rtl="0" eaLnBrk="1" latinLnBrk="0" hangingPunct="1">
      <a:defRPr sz="1765" kern="1200">
        <a:solidFill>
          <a:schemeClr val="tx1"/>
        </a:solidFill>
        <a:latin typeface="+mn-lt"/>
        <a:ea typeface="+mn-ea"/>
        <a:cs typeface="+mn-cs"/>
      </a:defRPr>
    </a:lvl7pPr>
    <a:lvl8pPr marL="3200284" algn="l" defTabSz="914367" rtl="0" eaLnBrk="1" latinLnBrk="0" hangingPunct="1">
      <a:defRPr sz="1765" kern="1200">
        <a:solidFill>
          <a:schemeClr val="tx1"/>
        </a:solidFill>
        <a:latin typeface="+mn-lt"/>
        <a:ea typeface="+mn-ea"/>
        <a:cs typeface="+mn-cs"/>
      </a:defRPr>
    </a:lvl8pPr>
    <a:lvl9pPr marL="3657469" algn="l" defTabSz="914367" rtl="0" eaLnBrk="1" latinLnBrk="0" hangingPunct="1">
      <a:defRPr sz="1765" kern="1200">
        <a:solidFill>
          <a:schemeClr val="tx1"/>
        </a:solidFill>
        <a:latin typeface="+mn-lt"/>
        <a:ea typeface="+mn-ea"/>
        <a:cs typeface="+mn-cs"/>
      </a:defRPr>
    </a:lvl9pPr>
  </p:defaultTextStyle>
  <p:extLst>
    <p:ext uri="{EFAFB233-063F-42B5-8137-9DF3F51BA10A}">
      <p15:sldGuideLst xmlns:p15="http://schemas.microsoft.com/office/powerpoint/2012/main">
        <p15:guide id="1" pos="4200" userDrawn="1">
          <p15:clr>
            <a:srgbClr val="A4A3A4"/>
          </p15:clr>
        </p15:guide>
        <p15:guide id="2" orient="horz" pos="2160">
          <p15:clr>
            <a:srgbClr val="A4A3A4"/>
          </p15:clr>
        </p15:guide>
        <p15:guide id="3" pos="584" userDrawn="1">
          <p15:clr>
            <a:srgbClr val="A4A3A4"/>
          </p15:clr>
        </p15:guide>
        <p15:guide id="5" pos="3840" userDrawn="1">
          <p15:clr>
            <a:srgbClr val="A4A3A4"/>
          </p15:clr>
        </p15:guide>
      </p15:sldGuideLst>
    </p:ext>
    <p:ext uri="{2D200454-40CA-4A62-9FC3-DE9A4176ACB9}">
      <p15:notesGuideLst xmlns:p15="http://schemas.microsoft.com/office/powerpoint/2012/main">
        <p15:guide id="1" orient="horz" pos="2880">
          <p15:clr>
            <a:srgbClr val="A4A3A4"/>
          </p15:clr>
        </p15:guide>
        <p15:guide id="2" pos="2160">
          <p15:clr>
            <a:srgbClr val="A4A3A4"/>
          </p15:clr>
        </p15:guide>
      </p15:notes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00000000-0000-0000-0000-000000000000}" name="Author" initials="A" userId="Author" providerId="AD"/>
  <p188:author id="{87FD0D05-1B6C-B9DD-05F5-5BAF8705D900}" name="Ron Sasaki" initials="RS" userId="S::rsasaki@microsoft.com::d50e61ca-c12c-4489-bcc9-f00936fa5f6e" providerId="AD"/>
  <p188:author id="{999BBDA0-6DD0-1FC2-4156-10230AF06B33}" name="heidi@mindseyepdx.com" initials="h" userId="S::heidi@mindseyepdx.com::a1bc4856-633f-4b84-8338-4fab10310c7a" providerId="AD"/>
  <p188:author id="{2D7C0DE9-CAB2-3D67-0CB7-665236291F0D}" name="Heidi Laverty" initials="HL" userId="7f49b1eb0f3d1083" providerId="Windows Live"/>
</p188:authorLst>
</file>

<file path=ppt/commentAuthors.xml><?xml version="1.0" encoding="utf-8"?>
<p:cmAuthorLst xmlns:a="http://schemas.openxmlformats.org/drawingml/2006/main" xmlns:r="http://schemas.openxmlformats.org/officeDocument/2006/relationships" xmlns:p="http://schemas.openxmlformats.org/presentationml/2006/main">
  <p:cmAuthor id="0" name="Saku Uchikawa" initials="SU" lastIdx="11" clrIdx="0"/>
  <p:cmAuthor id="1" name="Mary Feil-Jacobs" initials="MFJ" lastIdx="43" clrIdx="1"/>
  <p:cmAuthor id="2" name="Monica Lueder" initials="ML" lastIdx="22" clrIdx="2"/>
  <p:cmAuthor id="3" name="Mary Feil-Jacobs" initials="MF" lastIdx="27" clrIdx="3"/>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5C39"/>
    <a:srgbClr val="C73ECC"/>
    <a:srgbClr val="F4364C"/>
    <a:srgbClr val="0078D4"/>
    <a:srgbClr val="F4F3F5"/>
    <a:srgbClr val="E5E4E0"/>
    <a:srgbClr val="2A446F"/>
    <a:srgbClr val="FFA38B"/>
    <a:srgbClr val="0C0C0C"/>
    <a:srgbClr val="0000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 uri="{1BD7E111-0CB8-44D6-8891-C1BB2F81B7CC}">
      <p1710:readonlyRecommended xmlns:p1710="http://schemas.microsoft.com/office/powerpoint/2017/10/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7DF18680-E054-41AD-8BC1-D1AEF772440D}" styleName="Medium Style 2 - Accent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08FB837D-C827-4EFA-A057-4D05807E0F7C}" styleName="Themed Style 1 - Accent 6">
    <a:tblBg>
      <a:fillRef idx="2">
        <a:schemeClr val="accent6"/>
      </a:fillRef>
      <a:effectRef idx="1">
        <a:schemeClr val="accent6"/>
      </a:effectRef>
    </a:tblBg>
    <a:wholeTbl>
      <a:tcTxStyle>
        <a:fontRef idx="minor">
          <a:scrgbClr r="0" g="0" b="0"/>
        </a:fontRef>
        <a:schemeClr val="dk1"/>
      </a:tcTxStyle>
      <a:tcStyle>
        <a:tcBdr>
          <a:left>
            <a:lnRef idx="1">
              <a:schemeClr val="accent6"/>
            </a:lnRef>
          </a:left>
          <a:right>
            <a:lnRef idx="1">
              <a:schemeClr val="accent6"/>
            </a:lnRef>
          </a:right>
          <a:top>
            <a:lnRef idx="1">
              <a:schemeClr val="accent6"/>
            </a:lnRef>
          </a:top>
          <a:bottom>
            <a:lnRef idx="1">
              <a:schemeClr val="accent6"/>
            </a:lnRef>
          </a:bottom>
          <a:insideH>
            <a:lnRef idx="1">
              <a:schemeClr val="accent6"/>
            </a:lnRef>
          </a:insideH>
          <a:insideV>
            <a:lnRef idx="1">
              <a:schemeClr val="accent6"/>
            </a:lnRef>
          </a:insideV>
        </a:tcBdr>
        <a:fill>
          <a:noFill/>
        </a:fill>
      </a:tcStyle>
    </a:wholeTbl>
    <a:band1H>
      <a:tcStyle>
        <a:tcBdr/>
        <a:fill>
          <a:solidFill>
            <a:schemeClr val="accent6">
              <a:alpha val="40000"/>
            </a:schemeClr>
          </a:solidFill>
        </a:fill>
      </a:tcStyle>
    </a:band1H>
    <a:band2H>
      <a:tcStyle>
        <a:tcBdr/>
      </a:tcStyle>
    </a:band2H>
    <a:band1V>
      <a:tcStyle>
        <a:tcBdr>
          <a:top>
            <a:lnRef idx="1">
              <a:schemeClr val="accent6"/>
            </a:lnRef>
          </a:top>
          <a:bottom>
            <a:lnRef idx="1">
              <a:schemeClr val="accent6"/>
            </a:lnRef>
          </a:bottom>
        </a:tcBdr>
        <a:fill>
          <a:solidFill>
            <a:schemeClr val="accent6">
              <a:alpha val="40000"/>
            </a:schemeClr>
          </a:solidFill>
        </a:fill>
      </a:tcStyle>
    </a:band1V>
    <a:band2V>
      <a:tcStyle>
        <a:tcBdr/>
      </a:tcStyle>
    </a:band2V>
    <a:lastCol>
      <a:tcTxStyle b="on"/>
      <a:tcStyle>
        <a:tcBdr>
          <a:left>
            <a:lnRef idx="2">
              <a:schemeClr val="accent6"/>
            </a:lnRef>
          </a:left>
          <a:right>
            <a:lnRef idx="1">
              <a:schemeClr val="accent6"/>
            </a:lnRef>
          </a:right>
          <a:top>
            <a:lnRef idx="1">
              <a:schemeClr val="accent6"/>
            </a:lnRef>
          </a:top>
          <a:bottom>
            <a:lnRef idx="1">
              <a:schemeClr val="accent6"/>
            </a:lnRef>
          </a:bottom>
          <a:insideH>
            <a:lnRef idx="1">
              <a:schemeClr val="accent6"/>
            </a:lnRef>
          </a:insideH>
          <a:insideV>
            <a:ln>
              <a:noFill/>
            </a:ln>
          </a:insideV>
        </a:tcBdr>
      </a:tcStyle>
    </a:lastCol>
    <a:firstCol>
      <a:tcTxStyle b="on"/>
      <a:tcStyle>
        <a:tcBdr>
          <a:left>
            <a:lnRef idx="1">
              <a:schemeClr val="accent6"/>
            </a:lnRef>
          </a:left>
          <a:right>
            <a:lnRef idx="2">
              <a:schemeClr val="accent6"/>
            </a:lnRef>
          </a:right>
          <a:top>
            <a:lnRef idx="1">
              <a:schemeClr val="accent6"/>
            </a:lnRef>
          </a:top>
          <a:bottom>
            <a:lnRef idx="1">
              <a:schemeClr val="accent6"/>
            </a:lnRef>
          </a:bottom>
          <a:insideH>
            <a:lnRef idx="1">
              <a:schemeClr val="accent6"/>
            </a:lnRef>
          </a:insideH>
          <a:insideV>
            <a:ln>
              <a:noFill/>
            </a:ln>
          </a:insideV>
        </a:tcBdr>
      </a:tcStyle>
    </a:firstCol>
    <a:lastRow>
      <a:tcTxStyle b="on"/>
      <a:tcStyle>
        <a:tcBdr>
          <a:left>
            <a:lnRef idx="1">
              <a:schemeClr val="accent6"/>
            </a:lnRef>
          </a:left>
          <a:right>
            <a:lnRef idx="1">
              <a:schemeClr val="accent6"/>
            </a:lnRef>
          </a:right>
          <a:top>
            <a:lnRef idx="2">
              <a:schemeClr val="accent6"/>
            </a:lnRef>
          </a:top>
          <a:bottom>
            <a:lnRef idx="2">
              <a:schemeClr val="accent6"/>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6"/>
            </a:lnRef>
          </a:left>
          <a:right>
            <a:lnRef idx="1">
              <a:schemeClr val="accent6"/>
            </a:lnRef>
          </a:right>
          <a:top>
            <a:lnRef idx="1">
              <a:schemeClr val="accent6"/>
            </a:lnRef>
          </a:top>
          <a:bottom>
            <a:lnRef idx="2">
              <a:schemeClr val="lt1"/>
            </a:lnRef>
          </a:bottom>
          <a:insideH>
            <a:ln>
              <a:noFill/>
            </a:ln>
          </a:insideH>
          <a:insideV>
            <a:ln>
              <a:noFill/>
            </a:ln>
          </a:insideV>
        </a:tcBdr>
        <a:fill>
          <a:solidFill>
            <a:schemeClr val="accent6"/>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4983" autoAdjust="0"/>
    <p:restoredTop sz="69276" autoAdjust="0"/>
  </p:normalViewPr>
  <p:slideViewPr>
    <p:cSldViewPr snapToGrid="0">
      <p:cViewPr varScale="1">
        <p:scale>
          <a:sx n="81" d="100"/>
          <a:sy n="81" d="100"/>
        </p:scale>
        <p:origin x="2046" y="96"/>
      </p:cViewPr>
      <p:guideLst>
        <p:guide pos="4200"/>
        <p:guide orient="horz" pos="2160"/>
        <p:guide pos="584"/>
        <p:guide pos="3840"/>
      </p:guideLst>
    </p:cSldViewPr>
  </p:slideViewPr>
  <p:notesTextViewPr>
    <p:cViewPr>
      <p:scale>
        <a:sx n="1" d="1"/>
        <a:sy n="1" d="1"/>
      </p:scale>
      <p:origin x="0" y="0"/>
    </p:cViewPr>
  </p:notesTextViewPr>
  <p:sorterViewPr>
    <p:cViewPr>
      <p:scale>
        <a:sx n="100" d="100"/>
        <a:sy n="100" d="100"/>
      </p:scale>
      <p:origin x="0" y="0"/>
    </p:cViewPr>
  </p:sorterViewPr>
  <p:notesViewPr>
    <p:cSldViewPr snapToGrid="0">
      <p:cViewPr>
        <p:scale>
          <a:sx n="1" d="2"/>
          <a:sy n="1" d="2"/>
        </p:scale>
        <p:origin x="0" y="0"/>
      </p:cViewPr>
      <p:guideLst>
        <p:guide orient="horz" pos="2880"/>
        <p:guide pos="2160"/>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Master" Target="slideMasters/slideMaster23.xml"/><Relationship Id="rId21" Type="http://schemas.openxmlformats.org/officeDocument/2006/relationships/slideMaster" Target="slideMasters/slideMaster18.xml"/><Relationship Id="rId42" Type="http://schemas.openxmlformats.org/officeDocument/2006/relationships/slide" Target="slides/slide6.xml"/><Relationship Id="rId47" Type="http://schemas.openxmlformats.org/officeDocument/2006/relationships/slide" Target="slides/slide11.xml"/><Relationship Id="rId63" Type="http://schemas.openxmlformats.org/officeDocument/2006/relationships/slide" Target="slides/slide27.xml"/><Relationship Id="rId68" Type="http://schemas.openxmlformats.org/officeDocument/2006/relationships/slide" Target="slides/slide32.xml"/><Relationship Id="rId84" Type="http://schemas.openxmlformats.org/officeDocument/2006/relationships/tableStyles" Target="tableStyles.xml"/><Relationship Id="rId16" Type="http://schemas.openxmlformats.org/officeDocument/2006/relationships/slideMaster" Target="slideMasters/slideMaster13.xml"/><Relationship Id="rId11" Type="http://schemas.openxmlformats.org/officeDocument/2006/relationships/slideMaster" Target="slideMasters/slideMaster8.xml"/><Relationship Id="rId32" Type="http://schemas.openxmlformats.org/officeDocument/2006/relationships/slideMaster" Target="slideMasters/slideMaster29.xml"/><Relationship Id="rId37" Type="http://schemas.openxmlformats.org/officeDocument/2006/relationships/slide" Target="slides/slide1.xml"/><Relationship Id="rId53" Type="http://schemas.openxmlformats.org/officeDocument/2006/relationships/slide" Target="slides/slide17.xml"/><Relationship Id="rId58" Type="http://schemas.openxmlformats.org/officeDocument/2006/relationships/slide" Target="slides/slide22.xml"/><Relationship Id="rId74" Type="http://schemas.openxmlformats.org/officeDocument/2006/relationships/slide" Target="slides/slide38.xml"/><Relationship Id="rId79" Type="http://schemas.openxmlformats.org/officeDocument/2006/relationships/handoutMaster" Target="handoutMasters/handoutMaster1.xml"/><Relationship Id="rId5" Type="http://schemas.openxmlformats.org/officeDocument/2006/relationships/slideMaster" Target="slideMasters/slideMaster2.xml"/><Relationship Id="rId19" Type="http://schemas.openxmlformats.org/officeDocument/2006/relationships/slideMaster" Target="slideMasters/slideMaster16.xml"/><Relationship Id="rId14" Type="http://schemas.openxmlformats.org/officeDocument/2006/relationships/slideMaster" Target="slideMasters/slideMaster11.xml"/><Relationship Id="rId22" Type="http://schemas.openxmlformats.org/officeDocument/2006/relationships/slideMaster" Target="slideMasters/slideMaster19.xml"/><Relationship Id="rId27" Type="http://schemas.openxmlformats.org/officeDocument/2006/relationships/slideMaster" Target="slideMasters/slideMaster24.xml"/><Relationship Id="rId30" Type="http://schemas.openxmlformats.org/officeDocument/2006/relationships/slideMaster" Target="slideMasters/slideMaster27.xml"/><Relationship Id="rId35" Type="http://schemas.openxmlformats.org/officeDocument/2006/relationships/slideMaster" Target="slideMasters/slideMaster32.xml"/><Relationship Id="rId43" Type="http://schemas.openxmlformats.org/officeDocument/2006/relationships/slide" Target="slides/slide7.xml"/><Relationship Id="rId48" Type="http://schemas.openxmlformats.org/officeDocument/2006/relationships/slide" Target="slides/slide12.xml"/><Relationship Id="rId56" Type="http://schemas.openxmlformats.org/officeDocument/2006/relationships/slide" Target="slides/slide20.xml"/><Relationship Id="rId64" Type="http://schemas.openxmlformats.org/officeDocument/2006/relationships/slide" Target="slides/slide28.xml"/><Relationship Id="rId69" Type="http://schemas.openxmlformats.org/officeDocument/2006/relationships/slide" Target="slides/slide33.xml"/><Relationship Id="rId77" Type="http://schemas.openxmlformats.org/officeDocument/2006/relationships/slide" Target="slides/slide41.xml"/><Relationship Id="rId8" Type="http://schemas.openxmlformats.org/officeDocument/2006/relationships/slideMaster" Target="slideMasters/slideMaster5.xml"/><Relationship Id="rId51" Type="http://schemas.openxmlformats.org/officeDocument/2006/relationships/slide" Target="slides/slide15.xml"/><Relationship Id="rId72" Type="http://schemas.openxmlformats.org/officeDocument/2006/relationships/slide" Target="slides/slide36.xml"/><Relationship Id="rId80" Type="http://schemas.openxmlformats.org/officeDocument/2006/relationships/commentAuthors" Target="commentAuthors.xml"/><Relationship Id="rId85"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Master" Target="slideMasters/slideMaster9.xml"/><Relationship Id="rId17" Type="http://schemas.openxmlformats.org/officeDocument/2006/relationships/slideMaster" Target="slideMasters/slideMaster14.xml"/><Relationship Id="rId25" Type="http://schemas.openxmlformats.org/officeDocument/2006/relationships/slideMaster" Target="slideMasters/slideMaster22.xml"/><Relationship Id="rId33" Type="http://schemas.openxmlformats.org/officeDocument/2006/relationships/slideMaster" Target="slideMasters/slideMaster30.xml"/><Relationship Id="rId38" Type="http://schemas.openxmlformats.org/officeDocument/2006/relationships/slide" Target="slides/slide2.xml"/><Relationship Id="rId46" Type="http://schemas.openxmlformats.org/officeDocument/2006/relationships/slide" Target="slides/slide10.xml"/><Relationship Id="rId59" Type="http://schemas.openxmlformats.org/officeDocument/2006/relationships/slide" Target="slides/slide23.xml"/><Relationship Id="rId67" Type="http://schemas.openxmlformats.org/officeDocument/2006/relationships/slide" Target="slides/slide31.xml"/><Relationship Id="rId20" Type="http://schemas.openxmlformats.org/officeDocument/2006/relationships/slideMaster" Target="slideMasters/slideMaster17.xml"/><Relationship Id="rId41" Type="http://schemas.openxmlformats.org/officeDocument/2006/relationships/slide" Target="slides/slide5.xml"/><Relationship Id="rId54" Type="http://schemas.openxmlformats.org/officeDocument/2006/relationships/slide" Target="slides/slide18.xml"/><Relationship Id="rId62" Type="http://schemas.openxmlformats.org/officeDocument/2006/relationships/slide" Target="slides/slide26.xml"/><Relationship Id="rId70" Type="http://schemas.openxmlformats.org/officeDocument/2006/relationships/slide" Target="slides/slide34.xml"/><Relationship Id="rId75" Type="http://schemas.openxmlformats.org/officeDocument/2006/relationships/slide" Target="slides/slide39.xml"/><Relationship Id="rId83" Type="http://schemas.openxmlformats.org/officeDocument/2006/relationships/theme" Target="theme/theme1.xml"/><Relationship Id="rId1" Type="http://schemas.openxmlformats.org/officeDocument/2006/relationships/customXml" Target="../customXml/item1.xml"/><Relationship Id="rId6" Type="http://schemas.openxmlformats.org/officeDocument/2006/relationships/slideMaster" Target="slideMasters/slideMaster3.xml"/><Relationship Id="rId15" Type="http://schemas.openxmlformats.org/officeDocument/2006/relationships/slideMaster" Target="slideMasters/slideMaster12.xml"/><Relationship Id="rId23" Type="http://schemas.openxmlformats.org/officeDocument/2006/relationships/slideMaster" Target="slideMasters/slideMaster20.xml"/><Relationship Id="rId28" Type="http://schemas.openxmlformats.org/officeDocument/2006/relationships/slideMaster" Target="slideMasters/slideMaster25.xml"/><Relationship Id="rId36" Type="http://schemas.openxmlformats.org/officeDocument/2006/relationships/slideMaster" Target="slideMasters/slideMaster33.xml"/><Relationship Id="rId49" Type="http://schemas.openxmlformats.org/officeDocument/2006/relationships/slide" Target="slides/slide13.xml"/><Relationship Id="rId57" Type="http://schemas.openxmlformats.org/officeDocument/2006/relationships/slide" Target="slides/slide21.xml"/><Relationship Id="rId10" Type="http://schemas.openxmlformats.org/officeDocument/2006/relationships/slideMaster" Target="slideMasters/slideMaster7.xml"/><Relationship Id="rId31" Type="http://schemas.openxmlformats.org/officeDocument/2006/relationships/slideMaster" Target="slideMasters/slideMaster28.xml"/><Relationship Id="rId44" Type="http://schemas.openxmlformats.org/officeDocument/2006/relationships/slide" Target="slides/slide8.xml"/><Relationship Id="rId52" Type="http://schemas.openxmlformats.org/officeDocument/2006/relationships/slide" Target="slides/slide16.xml"/><Relationship Id="rId60" Type="http://schemas.openxmlformats.org/officeDocument/2006/relationships/slide" Target="slides/slide24.xml"/><Relationship Id="rId65" Type="http://schemas.openxmlformats.org/officeDocument/2006/relationships/slide" Target="slides/slide29.xml"/><Relationship Id="rId73" Type="http://schemas.openxmlformats.org/officeDocument/2006/relationships/slide" Target="slides/slide37.xml"/><Relationship Id="rId78" Type="http://schemas.openxmlformats.org/officeDocument/2006/relationships/notesMaster" Target="notesMasters/notesMaster1.xml"/><Relationship Id="rId81"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slideMaster" Target="slideMasters/slideMaster6.xml"/><Relationship Id="rId13" Type="http://schemas.openxmlformats.org/officeDocument/2006/relationships/slideMaster" Target="slideMasters/slideMaster10.xml"/><Relationship Id="rId18" Type="http://schemas.openxmlformats.org/officeDocument/2006/relationships/slideMaster" Target="slideMasters/slideMaster15.xml"/><Relationship Id="rId39" Type="http://schemas.openxmlformats.org/officeDocument/2006/relationships/slide" Target="slides/slide3.xml"/><Relationship Id="rId34" Type="http://schemas.openxmlformats.org/officeDocument/2006/relationships/slideMaster" Target="slideMasters/slideMaster31.xml"/><Relationship Id="rId50" Type="http://schemas.openxmlformats.org/officeDocument/2006/relationships/slide" Target="slides/slide14.xml"/><Relationship Id="rId55" Type="http://schemas.openxmlformats.org/officeDocument/2006/relationships/slide" Target="slides/slide19.xml"/><Relationship Id="rId76" Type="http://schemas.openxmlformats.org/officeDocument/2006/relationships/slide" Target="slides/slide40.xml"/><Relationship Id="rId7" Type="http://schemas.openxmlformats.org/officeDocument/2006/relationships/slideMaster" Target="slideMasters/slideMaster4.xml"/><Relationship Id="rId71" Type="http://schemas.openxmlformats.org/officeDocument/2006/relationships/slide" Target="slides/slide35.xml"/><Relationship Id="rId2" Type="http://schemas.openxmlformats.org/officeDocument/2006/relationships/customXml" Target="../customXml/item2.xml"/><Relationship Id="rId29" Type="http://schemas.openxmlformats.org/officeDocument/2006/relationships/slideMaster" Target="slideMasters/slideMaster26.xml"/><Relationship Id="rId24" Type="http://schemas.openxmlformats.org/officeDocument/2006/relationships/slideMaster" Target="slideMasters/slideMaster21.xml"/><Relationship Id="rId40" Type="http://schemas.openxmlformats.org/officeDocument/2006/relationships/slide" Target="slides/slide4.xml"/><Relationship Id="rId45" Type="http://schemas.openxmlformats.org/officeDocument/2006/relationships/slide" Target="slides/slide9.xml"/><Relationship Id="rId66" Type="http://schemas.openxmlformats.org/officeDocument/2006/relationships/slide" Target="slides/slide30.xml"/><Relationship Id="rId61" Type="http://schemas.openxmlformats.org/officeDocument/2006/relationships/slide" Target="slides/slide25.xml"/><Relationship Id="rId82" Type="http://schemas.openxmlformats.org/officeDocument/2006/relationships/viewProps" Target="viewProps.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5.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 name="Header Placeholder 5"/>
          <p:cNvSpPr>
            <a:spLocks noGrp="1"/>
          </p:cNvSpPr>
          <p:nvPr>
            <p:ph type="hdr" sz="quarter"/>
          </p:nvPr>
        </p:nvSpPr>
        <p:spPr>
          <a:xfrm>
            <a:off x="0" y="-11574"/>
            <a:ext cx="2971800" cy="457200"/>
          </a:xfrm>
          <a:prstGeom prst="rect">
            <a:avLst/>
          </a:prstGeom>
        </p:spPr>
        <p:txBody>
          <a:bodyPr vert="horz" lIns="91440" tIns="45720" rIns="91440" bIns="45720" rtlCol="0"/>
          <a:lstStyle>
            <a:lvl1pPr algn="l">
              <a:defRPr sz="1200"/>
            </a:lvl1pPr>
          </a:lstStyle>
          <a:p>
            <a:endParaRPr lang="en-US">
              <a:latin typeface="Segoe UI" pitchFamily="34" charset="0"/>
            </a:endParaRPr>
          </a:p>
        </p:txBody>
      </p:sp>
      <p:sp>
        <p:nvSpPr>
          <p:cNvPr id="7" name="Date Placeholder 6"/>
          <p:cNvSpPr>
            <a:spLocks noGrp="1"/>
          </p:cNvSpPr>
          <p:nvPr>
            <p:ph type="dt" sz="quarter" idx="1"/>
          </p:nvPr>
        </p:nvSpPr>
        <p:spPr>
          <a:xfrm>
            <a:off x="3884613" y="0"/>
            <a:ext cx="2971800" cy="457200"/>
          </a:xfrm>
          <a:prstGeom prst="rect">
            <a:avLst/>
          </a:prstGeom>
        </p:spPr>
        <p:txBody>
          <a:bodyPr vert="horz" lIns="91440" tIns="45720" rIns="91440" bIns="45720" rtlCol="0"/>
          <a:lstStyle>
            <a:lvl1pPr algn="r">
              <a:defRPr sz="1200"/>
            </a:lvl1pPr>
          </a:lstStyle>
          <a:p>
            <a:fld id="{E6F66B00-6144-45ED-BFDB-3936850BDA03}" type="datetime8">
              <a:rPr lang="en-US" smtClean="0">
                <a:latin typeface="Segoe UI" pitchFamily="34" charset="0"/>
              </a:rPr>
              <a:t>3/11/2026 1:21 PM</a:t>
            </a:fld>
            <a:endParaRPr lang="en-US">
              <a:latin typeface="Segoe UI" pitchFamily="34" charset="0"/>
            </a:endParaRPr>
          </a:p>
        </p:txBody>
      </p:sp>
      <p:sp>
        <p:nvSpPr>
          <p:cNvPr id="8" name="Footer Placeholder 7"/>
          <p:cNvSpPr>
            <a:spLocks noGrp="1"/>
          </p:cNvSpPr>
          <p:nvPr>
            <p:ph type="ftr" sz="quarter" idx="2"/>
          </p:nvPr>
        </p:nvSpPr>
        <p:spPr>
          <a:xfrm>
            <a:off x="0" y="8685213"/>
            <a:ext cx="5795010" cy="332434"/>
          </a:xfrm>
          <a:prstGeom prst="rect">
            <a:avLst/>
          </a:prstGeom>
        </p:spPr>
        <p:txBody>
          <a:bodyPr vert="horz" lIns="91440" tIns="45720" rIns="91440" bIns="45720" rtlCol="0" anchor="b"/>
          <a:lstStyle>
            <a:lvl1pPr algn="l">
              <a:defRPr sz="1200"/>
            </a:lvl1pPr>
          </a:lstStyle>
          <a:p>
            <a:pPr marL="398463" defTabSz="914099" eaLnBrk="0" hangingPunct="0"/>
            <a:r>
              <a:rPr lang="en-US" sz="400">
                <a:gradFill>
                  <a:gsLst>
                    <a:gs pos="0">
                      <a:schemeClr val="tx1"/>
                    </a:gs>
                    <a:gs pos="100000">
                      <a:schemeClr val="tx1"/>
                    </a:gs>
                  </a:gsLst>
                  <a:lin ang="5400000" scaled="0"/>
                </a:gradFill>
                <a:latin typeface="Segoe UI" pitchFamily="34" charset="0"/>
                <a:ea typeface="Segoe UI" pitchFamily="34" charset="0"/>
                <a:cs typeface="Segoe UI" pitchFamily="34" charset="0"/>
              </a:rPr>
              <a:t>© Microsoft Corporation. All rights reserved. MICROSOFT MAKES NO WARRANTIES, EXPRESS, IMPLIED OR STATUTORY, AS TO THE INFORMATION IN THIS PRESENTATION.</a:t>
            </a:r>
          </a:p>
        </p:txBody>
      </p:sp>
      <p:sp>
        <p:nvSpPr>
          <p:cNvPr id="9" name="Slide Number Placeholder 8"/>
          <p:cNvSpPr>
            <a:spLocks noGrp="1"/>
          </p:cNvSpPr>
          <p:nvPr>
            <p:ph type="sldNum" sz="quarter" idx="3"/>
          </p:nvPr>
        </p:nvSpPr>
        <p:spPr>
          <a:xfrm>
            <a:off x="5783579" y="8685213"/>
            <a:ext cx="1072833" cy="457200"/>
          </a:xfrm>
          <a:prstGeom prst="rect">
            <a:avLst/>
          </a:prstGeom>
        </p:spPr>
        <p:txBody>
          <a:bodyPr vert="horz" lIns="91440" tIns="45720" rIns="91440" bIns="45720" rtlCol="0" anchor="b"/>
          <a:lstStyle>
            <a:lvl1pPr algn="r">
              <a:defRPr sz="1200"/>
            </a:lvl1pPr>
          </a:lstStyle>
          <a:p>
            <a:fld id="{0EC9E9D6-92A0-482B-A603-C9BA7FFB8190}" type="slidenum">
              <a:rPr lang="en-US" smtClean="0">
                <a:latin typeface="Segoe UI" pitchFamily="34" charset="0"/>
              </a:rPr>
              <a:t>‹#›</a:t>
            </a:fld>
            <a:endParaRPr lang="en-US">
              <a:latin typeface="Segoe UI" pitchFamily="34" charset="0"/>
            </a:endParaRPr>
          </a:p>
        </p:txBody>
      </p:sp>
    </p:spTree>
    <p:extLst>
      <p:ext uri="{BB962C8B-B14F-4D97-AF65-F5344CB8AC3E}">
        <p14:creationId xmlns:p14="http://schemas.microsoft.com/office/powerpoint/2010/main" val="3904595630"/>
      </p:ext>
    </p:extLst>
  </p:cSld>
  <p:clrMap bg1="lt1" tx1="dk1" bg2="lt2" tx2="dk2" accent1="accent1" accent2="accent2" accent3="accent3" accent4="accent4" accent5="accent5" accent6="accent6" hlink="hlink" folHlink="folHlink"/>
  <p:hf/>
  <p:extLst>
    <p:ext uri="{56416CCD-93CA-4268-BC5B-53C4BB910035}">
      <p15:sldGuideLst xmlns:p15="http://schemas.microsoft.com/office/powerpoint/2012/main">
        <p15:guide id="1" orient="horz" pos="2880" userDrawn="1">
          <p15:clr>
            <a:srgbClr val="F26B43"/>
          </p15:clr>
        </p15:guide>
        <p15:guide id="2" pos="2160" userDrawn="1">
          <p15:clr>
            <a:srgbClr val="F26B43"/>
          </p15:clr>
        </p15:guide>
      </p15:sldGuideLst>
    </p:ext>
  </p:extLst>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8" name="Header Placeholder 7"/>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atin typeface="Segoe UI" pitchFamily="34" charset="0"/>
              </a:defRPr>
            </a:lvl1pPr>
          </a:lstStyle>
          <a:p>
            <a:endParaRPr lang="en-US"/>
          </a:p>
        </p:txBody>
      </p:sp>
      <p:sp>
        <p:nvSpPr>
          <p:cNvPr id="9" name="Slide Image Placeholder 8"/>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n-US"/>
          </a:p>
        </p:txBody>
      </p:sp>
      <p:sp>
        <p:nvSpPr>
          <p:cNvPr id="10" name="Footer Placeholder 9"/>
          <p:cNvSpPr>
            <a:spLocks noGrp="1"/>
          </p:cNvSpPr>
          <p:nvPr>
            <p:ph type="ftr" sz="quarter" idx="4"/>
          </p:nvPr>
        </p:nvSpPr>
        <p:spPr>
          <a:xfrm>
            <a:off x="0" y="8686800"/>
            <a:ext cx="5920740" cy="355964"/>
          </a:xfrm>
          <a:prstGeom prst="rect">
            <a:avLst/>
          </a:prstGeom>
        </p:spPr>
        <p:txBody>
          <a:bodyPr vert="horz" lIns="91440" tIns="45720" rIns="91440" bIns="45720" rtlCol="0" anchor="b"/>
          <a:lstStyle>
            <a:lvl1pPr marL="571500" indent="0" algn="l">
              <a:defRPr sz="1200"/>
            </a:lvl1pPr>
          </a:lstStyle>
          <a:p>
            <a:pPr defTabSz="914099" eaLnBrk="0" hangingPunct="0"/>
            <a:r>
              <a:rPr lang="en-US" sz="400">
                <a:gradFill>
                  <a:gsLst>
                    <a:gs pos="0">
                      <a:prstClr val="black"/>
                    </a:gs>
                    <a:gs pos="100000">
                      <a:prstClr val="black"/>
                    </a:gs>
                  </a:gsLst>
                  <a:lin ang="5400000" scaled="0"/>
                </a:gradFill>
                <a:latin typeface="Segoe UI" pitchFamily="34" charset="0"/>
                <a:ea typeface="Segoe UI" pitchFamily="34" charset="0"/>
                <a:cs typeface="Segoe UI" pitchFamily="34" charset="0"/>
              </a:rPr>
              <a:t>© Microsoft Corporation. All rights reserved. MICROSOFT MAKES NO WARRANTIES, EXPRESS, IMPLIED OR STATUTORY, AS TO THE INFORMATION IN THIS PRESENTATION.</a:t>
            </a:r>
          </a:p>
        </p:txBody>
      </p:sp>
      <p:sp>
        <p:nvSpPr>
          <p:cNvPr id="11" name="Date Placeholder 10"/>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atin typeface="Segoe UI" pitchFamily="34" charset="0"/>
              </a:defRPr>
            </a:lvl1pPr>
          </a:lstStyle>
          <a:p>
            <a:fld id="{61486BA7-839C-4D2B-BD52-EF0BBA8433FD}" type="datetime8">
              <a:rPr lang="en-US" smtClean="0"/>
              <a:t>3/11/2026 1:21 PM</a:t>
            </a:fld>
            <a:endParaRPr lang="en-US"/>
          </a:p>
        </p:txBody>
      </p:sp>
      <p:sp>
        <p:nvSpPr>
          <p:cNvPr id="12" name="Notes Placeholder 11"/>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Slide Number Placeholder 12"/>
          <p:cNvSpPr>
            <a:spLocks noGrp="1"/>
          </p:cNvSpPr>
          <p:nvPr>
            <p:ph type="sldNum" sz="quarter" idx="5"/>
          </p:nvPr>
        </p:nvSpPr>
        <p:spPr>
          <a:xfrm>
            <a:off x="5909309" y="8685213"/>
            <a:ext cx="947103" cy="457200"/>
          </a:xfrm>
          <a:prstGeom prst="rect">
            <a:avLst/>
          </a:prstGeom>
        </p:spPr>
        <p:txBody>
          <a:bodyPr vert="horz" lIns="91440" tIns="45720" rIns="91440" bIns="45720" rtlCol="0" anchor="b"/>
          <a:lstStyle>
            <a:lvl1pPr algn="r">
              <a:defRPr sz="1200">
                <a:latin typeface="Segoe UI" pitchFamily="34" charset="0"/>
              </a:defRPr>
            </a:lvl1pPr>
          </a:lstStyle>
          <a:p>
            <a:fld id="{B4008EB6-D09E-4580-8CD6-DDB14511944F}" type="slidenum">
              <a:rPr lang="en-US" smtClean="0"/>
              <a:pPr/>
              <a:t>‹#›</a:t>
            </a:fld>
            <a:endParaRPr lang="en-US"/>
          </a:p>
        </p:txBody>
      </p:sp>
    </p:spTree>
    <p:extLst>
      <p:ext uri="{BB962C8B-B14F-4D97-AF65-F5344CB8AC3E}">
        <p14:creationId xmlns:p14="http://schemas.microsoft.com/office/powerpoint/2010/main" val="2624648265"/>
      </p:ext>
    </p:extLst>
  </p:cSld>
  <p:clrMap bg1="lt1" tx1="dk1" bg2="lt2" tx2="dk2" accent1="accent1" accent2="accent2" accent3="accent3" accent4="accent4" accent5="accent5" accent6="accent6" hlink="hlink" folHlink="folHlink"/>
  <p:hf/>
  <p:notesStyle>
    <a:lvl1pPr marL="0" algn="l" defTabSz="914367" rtl="0" eaLnBrk="1" latinLnBrk="0" hangingPunct="1">
      <a:lnSpc>
        <a:spcPct val="90000"/>
      </a:lnSpc>
      <a:spcAft>
        <a:spcPts val="333"/>
      </a:spcAft>
      <a:defRPr sz="882" kern="1200">
        <a:solidFill>
          <a:schemeClr val="tx1"/>
        </a:solidFill>
        <a:latin typeface="Segoe UI Light" pitchFamily="34" charset="0"/>
        <a:ea typeface="+mn-ea"/>
        <a:cs typeface="+mn-cs"/>
      </a:defRPr>
    </a:lvl1pPr>
    <a:lvl2pPr marL="212982" indent="-105829" algn="l" defTabSz="914367" rtl="0" eaLnBrk="1" latinLnBrk="0" hangingPunct="1">
      <a:lnSpc>
        <a:spcPct val="90000"/>
      </a:lnSpc>
      <a:spcAft>
        <a:spcPts val="333"/>
      </a:spcAft>
      <a:buFont typeface="Arial" pitchFamily="34" charset="0"/>
      <a:buChar char="•"/>
      <a:defRPr sz="882" kern="1200">
        <a:solidFill>
          <a:schemeClr val="tx1"/>
        </a:solidFill>
        <a:latin typeface="Segoe UI Light" pitchFamily="34" charset="0"/>
        <a:ea typeface="+mn-ea"/>
        <a:cs typeface="+mn-cs"/>
      </a:defRPr>
    </a:lvl2pPr>
    <a:lvl3pPr marL="328071" indent="-115090" algn="l" defTabSz="914367" rtl="0" eaLnBrk="1" latinLnBrk="0" hangingPunct="1">
      <a:lnSpc>
        <a:spcPct val="90000"/>
      </a:lnSpc>
      <a:spcAft>
        <a:spcPts val="333"/>
      </a:spcAft>
      <a:buFont typeface="Arial" pitchFamily="34" charset="0"/>
      <a:buChar char="•"/>
      <a:defRPr sz="882" kern="1200">
        <a:solidFill>
          <a:schemeClr val="tx1"/>
        </a:solidFill>
        <a:latin typeface="Segoe UI Light" pitchFamily="34" charset="0"/>
        <a:ea typeface="+mn-ea"/>
        <a:cs typeface="+mn-cs"/>
      </a:defRPr>
    </a:lvl3pPr>
    <a:lvl4pPr marL="482848" indent="-146838" algn="l" defTabSz="914367" rtl="0" eaLnBrk="1" latinLnBrk="0" hangingPunct="1">
      <a:lnSpc>
        <a:spcPct val="90000"/>
      </a:lnSpc>
      <a:spcAft>
        <a:spcPts val="333"/>
      </a:spcAft>
      <a:buFont typeface="Arial" pitchFamily="34" charset="0"/>
      <a:buChar char="•"/>
      <a:defRPr sz="882" kern="1200">
        <a:solidFill>
          <a:schemeClr val="tx1"/>
        </a:solidFill>
        <a:latin typeface="Segoe UI Light" pitchFamily="34" charset="0"/>
        <a:ea typeface="+mn-ea"/>
        <a:cs typeface="+mn-cs"/>
      </a:defRPr>
    </a:lvl4pPr>
    <a:lvl5pPr marL="615134" indent="-115090" algn="l" defTabSz="914367" rtl="0" eaLnBrk="1" latinLnBrk="0" hangingPunct="1">
      <a:lnSpc>
        <a:spcPct val="90000"/>
      </a:lnSpc>
      <a:spcAft>
        <a:spcPts val="333"/>
      </a:spcAft>
      <a:buFont typeface="Arial" pitchFamily="34" charset="0"/>
      <a:buChar char="•"/>
      <a:defRPr sz="882" kern="1200">
        <a:solidFill>
          <a:schemeClr val="tx1"/>
        </a:solidFill>
        <a:latin typeface="Segoe UI Light" pitchFamily="34" charset="0"/>
        <a:ea typeface="+mn-ea"/>
        <a:cs typeface="+mn-cs"/>
      </a:defRPr>
    </a:lvl5pPr>
    <a:lvl6pPr marL="2285918" algn="l" defTabSz="914367" rtl="0" eaLnBrk="1" latinLnBrk="0" hangingPunct="1">
      <a:defRPr sz="1176" kern="1200">
        <a:solidFill>
          <a:schemeClr val="tx1"/>
        </a:solidFill>
        <a:latin typeface="+mn-lt"/>
        <a:ea typeface="+mn-ea"/>
        <a:cs typeface="+mn-cs"/>
      </a:defRPr>
    </a:lvl6pPr>
    <a:lvl7pPr marL="2743101" algn="l" defTabSz="914367" rtl="0" eaLnBrk="1" latinLnBrk="0" hangingPunct="1">
      <a:defRPr sz="1176" kern="1200">
        <a:solidFill>
          <a:schemeClr val="tx1"/>
        </a:solidFill>
        <a:latin typeface="+mn-lt"/>
        <a:ea typeface="+mn-ea"/>
        <a:cs typeface="+mn-cs"/>
      </a:defRPr>
    </a:lvl7pPr>
    <a:lvl8pPr marL="3200284" algn="l" defTabSz="914367" rtl="0" eaLnBrk="1" latinLnBrk="0" hangingPunct="1">
      <a:defRPr sz="1176" kern="1200">
        <a:solidFill>
          <a:schemeClr val="tx1"/>
        </a:solidFill>
        <a:latin typeface="+mn-lt"/>
        <a:ea typeface="+mn-ea"/>
        <a:cs typeface="+mn-cs"/>
      </a:defRPr>
    </a:lvl8pPr>
    <a:lvl9pPr marL="3657469" algn="l" defTabSz="914367" rtl="0" eaLnBrk="1" latinLnBrk="0" hangingPunct="1">
      <a:defRPr sz="1176"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rPr lang="en-US" dirty="0"/>
              <a:t>This learning path covers four modules that build core database development skills across Azure SQL Database, Azure SQL Managed Instance, SQL database in Fabric, and SQL Server 2025.</a:t>
            </a:r>
          </a:p>
          <a:p>
            <a:endParaRPr lang="en-US" dirty="0"/>
          </a:p>
          <a:p>
            <a:r>
              <a:rPr lang="en-US" dirty="0"/>
              <a:t>Design and Implement Database Objects: Platform selection, table design with appropriate data types, </a:t>
            </a:r>
            <a:r>
              <a:rPr lang="en-US" dirty="0" err="1"/>
              <a:t>rowstore</a:t>
            </a:r>
            <a:r>
              <a:rPr lang="en-US" dirty="0"/>
              <a:t> and </a:t>
            </a:r>
            <a:r>
              <a:rPr lang="en-US" dirty="0" err="1"/>
              <a:t>columnstore</a:t>
            </a:r>
            <a:r>
              <a:rPr lang="en-US" dirty="0"/>
              <a:t> indexes, specialized table types (temporal, ledger, graph, in-memory, external), constraints and sequences, JSON columns, and table partitioning.</a:t>
            </a:r>
          </a:p>
          <a:p>
            <a:endParaRPr lang="en-US" dirty="0"/>
          </a:p>
          <a:p>
            <a:r>
              <a:rPr lang="en-US" dirty="0"/>
              <a:t>Implement Programmability Objects: Views, stored procedures with transactions and error handling, scalar and table-valued functions, DML and DDL triggers, and a decision framework for choosing the right object.</a:t>
            </a:r>
          </a:p>
          <a:p>
            <a:endParaRPr lang="en-US" dirty="0"/>
          </a:p>
          <a:p>
            <a:r>
              <a:rPr lang="en-US" dirty="0"/>
              <a:t>Write Advanced SQL Code: Recursive and non-recursive CTEs, window functions, JSON functions, regular expressions, fuzzy matching, graph queries, correlated subqueries, and structured error handling with TRY...CATCH.</a:t>
            </a:r>
          </a:p>
          <a:p>
            <a:endParaRPr lang="en-US" dirty="0"/>
          </a:p>
          <a:p>
            <a:r>
              <a:rPr lang="en-US"/>
              <a:t>Design </a:t>
            </a:r>
            <a:r>
              <a:rPr lang="en-US" dirty="0"/>
              <a:t>and Implement SQL Solutions Using AI-Assisted Tools: GitHub Copilot in SSMS and VS Code, Fabric Copilot, AI security considerations, Model Context Protocol (MCP) configuration, and instruction files for team-wide coding standards.</a:t>
            </a:r>
            <a:endParaRPr dirty="0"/>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Header Placeholder 3"/>
          <p:cNvSpPr>
            <a:spLocks noGrp="1"/>
          </p:cNvSpPr>
          <p:nvPr>
            <p:ph type="hdr" sz="quarter"/>
          </p:nvPr>
        </p:nvSpPr>
        <p:spPr/>
        <p:txBody>
          <a:bodyPr/>
          <a:lstStyle/>
          <a:p>
            <a:endParaRPr lang="en-US"/>
          </a:p>
        </p:txBody>
      </p:sp>
      <p:sp>
        <p:nvSpPr>
          <p:cNvPr id="5" name="Footer Placeholder 4"/>
          <p:cNvSpPr>
            <a:spLocks noGrp="1"/>
          </p:cNvSpPr>
          <p:nvPr>
            <p:ph type="ftr" sz="quarter" idx="4"/>
          </p:nvPr>
        </p:nvSpPr>
        <p:spPr/>
        <p:txBody>
          <a:bodyPr/>
          <a:lstStyle/>
          <a:p>
            <a:pPr defTabSz="914099" eaLnBrk="0" hangingPunct="0"/>
            <a:r>
              <a:rPr lang="en-US" sz="400">
                <a:gradFill>
                  <a:gsLst>
                    <a:gs pos="0">
                      <a:prstClr val="black"/>
                    </a:gs>
                    <a:gs pos="100000">
                      <a:prstClr val="black"/>
                    </a:gs>
                  </a:gsLst>
                  <a:lin ang="5400000" scaled="0"/>
                </a:gradFill>
                <a:latin typeface="Segoe UI" pitchFamily="34" charset="0"/>
                <a:ea typeface="Segoe UI" pitchFamily="34" charset="0"/>
                <a:cs typeface="Segoe UI" pitchFamily="34" charset="0"/>
              </a:rPr>
              <a:t>© Microsoft Corporation. All rights reserved. MICROSOFT MAKES NO WARRANTIES, EXPRESS, IMPLIED OR STATUTORY, AS TO THE INFORMATION IN THIS PRESENTATION.</a:t>
            </a:r>
          </a:p>
        </p:txBody>
      </p:sp>
      <p:sp>
        <p:nvSpPr>
          <p:cNvPr id="6" name="Date Placeholder 5"/>
          <p:cNvSpPr>
            <a:spLocks noGrp="1"/>
          </p:cNvSpPr>
          <p:nvPr>
            <p:ph type="dt" idx="1"/>
          </p:nvPr>
        </p:nvSpPr>
        <p:spPr/>
        <p:txBody>
          <a:bodyPr/>
          <a:lstStyle/>
          <a:p>
            <a:fld id="{61486BA7-839C-4D2B-BD52-EF0BBA8433FD}" type="datetime8">
              <a:rPr lang="en-US" smtClean="0"/>
              <a:t>3/11/2026 1:21 PM</a:t>
            </a:fld>
            <a:endParaRPr lang="en-US"/>
          </a:p>
        </p:txBody>
      </p:sp>
      <p:sp>
        <p:nvSpPr>
          <p:cNvPr id="7" name="Slide Number Placeholder 6"/>
          <p:cNvSpPr>
            <a:spLocks noGrp="1"/>
          </p:cNvSpPr>
          <p:nvPr>
            <p:ph type="sldNum" sz="quarter" idx="5"/>
          </p:nvPr>
        </p:nvSpPr>
        <p:spPr/>
        <p:txBody>
          <a:bodyPr/>
          <a:lstStyle/>
          <a:p>
            <a:fld id="{B4008EB6-D09E-4580-8CD6-DDB14511944F}" type="slidenum">
              <a:rPr lang="en-US" smtClean="0"/>
              <a:pPr/>
              <a:t>2</a:t>
            </a:fld>
            <a:endParaRPr lang="en-US"/>
          </a:p>
        </p:txBody>
      </p:sp>
    </p:spTree>
    <p:extLst>
      <p:ext uri="{BB962C8B-B14F-4D97-AF65-F5344CB8AC3E}">
        <p14:creationId xmlns:p14="http://schemas.microsoft.com/office/powerpoint/2010/main" val="100860373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Welcome to the module on designing and implementing database objects.</a:t>
            </a:r>
          </a:p>
          <a:p>
            <a:endParaRPr lang="en-US" dirty="0"/>
          </a:p>
          <a:p>
            <a:r>
              <a:rPr lang="en-US" dirty="0"/>
              <a:t>You will learn how to design tables with appropriate data types, implement </a:t>
            </a:r>
            <a:r>
              <a:rPr lang="en-US" dirty="0" err="1"/>
              <a:t>rowstore</a:t>
            </a:r>
            <a:r>
              <a:rPr lang="en-US" dirty="0"/>
              <a:t> and </a:t>
            </a:r>
            <a:r>
              <a:rPr lang="en-US" dirty="0" err="1"/>
              <a:t>columnstore</a:t>
            </a:r>
            <a:r>
              <a:rPr lang="en-US" dirty="0"/>
              <a:t> indexes, use specialized table types (temporal, ledger, graph, in-memory, external), enforce data integrity with constraints and sequences, work with JSON columns, and implement partitioning strategies.</a:t>
            </a:r>
          </a:p>
          <a:p>
            <a:endParaRPr lang="en-US" dirty="0"/>
          </a:p>
          <a:p>
            <a:r>
              <a:rPr lang="en-US" dirty="0"/>
              <a:t>These skills apply across SQL Server, Azure SQL Database, Azure SQL Managed Instance, and SQL database in Microsoft Fabric.</a:t>
            </a:r>
          </a:p>
        </p:txBody>
      </p:sp>
      <p:sp>
        <p:nvSpPr>
          <p:cNvPr id="4" name="Header Placeholder 3"/>
          <p:cNvSpPr>
            <a:spLocks noGrp="1"/>
          </p:cNvSpPr>
          <p:nvPr>
            <p:ph type="hdr" sz="quarter"/>
          </p:nvPr>
        </p:nvSpPr>
        <p:spPr/>
        <p:txBody>
          <a:bodyPr/>
          <a:lstStyle/>
          <a:p>
            <a:endParaRPr lang="en-US"/>
          </a:p>
        </p:txBody>
      </p:sp>
      <p:sp>
        <p:nvSpPr>
          <p:cNvPr id="5" name="Footer Placeholder 4"/>
          <p:cNvSpPr>
            <a:spLocks noGrp="1"/>
          </p:cNvSpPr>
          <p:nvPr>
            <p:ph type="ftr" sz="quarter" idx="4"/>
          </p:nvPr>
        </p:nvSpPr>
        <p:spPr/>
        <p:txBody>
          <a:bodyPr/>
          <a:lstStyle/>
          <a:p>
            <a:pPr defTabSz="914099" eaLnBrk="0" hangingPunct="0"/>
            <a:r>
              <a:rPr lang="en-US" sz="400">
                <a:gradFill>
                  <a:gsLst>
                    <a:gs pos="0">
                      <a:prstClr val="black"/>
                    </a:gs>
                    <a:gs pos="100000">
                      <a:prstClr val="black"/>
                    </a:gs>
                  </a:gsLst>
                  <a:lin ang="5400000" scaled="0"/>
                </a:gradFill>
                <a:latin typeface="Segoe UI" pitchFamily="34" charset="0"/>
                <a:ea typeface="Segoe UI" pitchFamily="34" charset="0"/>
                <a:cs typeface="Segoe UI" pitchFamily="34" charset="0"/>
              </a:rPr>
              <a:t>© Microsoft Corporation</a:t>
            </a:r>
          </a:p>
        </p:txBody>
      </p:sp>
      <p:sp>
        <p:nvSpPr>
          <p:cNvPr id="6" name="Slide Number Placeholder 5"/>
          <p:cNvSpPr>
            <a:spLocks noGrp="1"/>
          </p:cNvSpPr>
          <p:nvPr>
            <p:ph type="sldNum" sz="quarter" idx="5"/>
          </p:nvPr>
        </p:nvSpPr>
        <p:spPr/>
        <p:txBody>
          <a:bodyPr/>
          <a:lstStyle/>
          <a:p>
            <a:fld id="{B4008EB6-D09E-4580-8CD6-DDB14511944F}" type="slidenum">
              <a:rPr lang="en-US" smtClean="0"/>
              <a:pPr/>
              <a:t>3</a:t>
            </a:fld>
            <a:endParaRPr lang="en-US"/>
          </a:p>
        </p:txBody>
      </p:sp>
    </p:spTree>
    <p:extLst>
      <p:ext uri="{BB962C8B-B14F-4D97-AF65-F5344CB8AC3E}">
        <p14:creationId xmlns:p14="http://schemas.microsoft.com/office/powerpoint/2010/main" val="220986899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Three PaaS platforms for database object design:</a:t>
            </a:r>
          </a:p>
          <a:p>
            <a:endParaRPr/>
          </a:p>
          <a:p>
            <a:r>
              <a:t>AZURE SQL DATABASE: Fully managed, Hyperscale for limitless scale-out, serverless for auto-pause. Intelligent query processing and automatic tuning optimize workloads.</a:t>
            </a:r>
          </a:p>
          <a:p>
            <a:endParaRPr/>
          </a:p>
          <a:p>
            <a:r>
              <a:t>AZURE SQL MANAGED INSTANCE: Near 100% SQL Server Enterprise compatibility. SQL Agent, Service Broker, linked servers, cross-database queries. In-Memory OLTP in Business Critical tier. MI link synchronizes data from SQL Server for hybrid scenarios.</a:t>
            </a:r>
          </a:p>
          <a:p>
            <a:endParaRPr/>
          </a:p>
          <a:p>
            <a:r>
              <a:t>SQL DATABASE IN FABRIC: OLTP engine with built-in analytics. Auto-mirroring replicates to OneLake as Delta Parquet without ETL. SQL analytics endpoint reads copies, keeping OLTP unaffected. GraphQL APIs and git-based source control.</a:t>
            </a:r>
          </a:p>
          <a:p>
            <a:endParaRPr/>
          </a:p>
          <a:p>
            <a:r>
              <a:t>SQL Server on Azure VMs provides IaaS with full OS control when maximum compatibility or specific versions are needed.</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rPr dirty="0"/>
              <a:t>Table design decisions are more permanent than application code.</a:t>
            </a:r>
          </a:p>
          <a:p>
            <a:endParaRPr dirty="0"/>
          </a:p>
          <a:p>
            <a:r>
              <a:rPr dirty="0"/>
              <a:t>DATA TYPES: FLOAT for financial data introduces rounding errors, so use DECIMAL(10,2). UNIQUEIDENTIFIER PKs 4x the index size vs INT. NVARCHAR costs 2 bytes/char; VARCHAR 1 byte for single-byte data.</a:t>
            </a:r>
          </a:p>
          <a:p>
            <a:endParaRPr dirty="0"/>
          </a:p>
          <a:p>
            <a:r>
              <a:rPr dirty="0"/>
              <a:t>DATETIME2 provides better precision and smaller storage than legacy DATETIME. SQL Server 2025+ adds native JSON type.</a:t>
            </a:r>
          </a:p>
          <a:p>
            <a:endParaRPr dirty="0"/>
          </a:p>
          <a:p>
            <a:r>
              <a:rPr dirty="0"/>
              <a:t>SIZING: Estimate row size to project storage, backup times, I/O. A poorly designed table at 200 bytes/row instead of 100 doubles everything. 100M rows × 50 extra bytes = 5 GB/day wasted.</a:t>
            </a:r>
          </a:p>
          <a:p>
            <a:endParaRPr dirty="0"/>
          </a:p>
          <a:p>
            <a:r>
              <a:rPr dirty="0"/>
              <a:t>BEST PRACTICES: use appropriate data types, implement constraints, plan for growth, choose </a:t>
            </a:r>
            <a:r>
              <a:rPr dirty="0" err="1"/>
              <a:t>columnstore</a:t>
            </a:r>
            <a:r>
              <a:rPr dirty="0"/>
              <a:t> for analytics, monitor compression.</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rPr dirty="0"/>
              <a:t>Indexes accelerate data retrieval but cost storage and write throughput. Without indexes, full table scans.</a:t>
            </a:r>
          </a:p>
          <a:p>
            <a:endParaRPr dirty="0"/>
          </a:p>
          <a:p>
            <a:r>
              <a:rPr dirty="0"/>
              <a:t>ROWSTORE INDEXES:</a:t>
            </a:r>
          </a:p>
          <a:p>
            <a:r>
              <a:rPr dirty="0"/>
              <a:t>- Clustered: defines physical row order. Best for range queries, identity/date keys. One per table.</a:t>
            </a:r>
          </a:p>
          <a:p>
            <a:r>
              <a:rPr dirty="0"/>
              <a:t>- </a:t>
            </a:r>
            <a:r>
              <a:rPr dirty="0" err="1"/>
              <a:t>Nonclustered</a:t>
            </a:r>
            <a:r>
              <a:rPr dirty="0"/>
              <a:t>: separate structure with pointers. INCLUDE columns avoid key lookups. Multiple per table.</a:t>
            </a:r>
          </a:p>
          <a:p>
            <a:endParaRPr dirty="0"/>
          </a:p>
          <a:p>
            <a:r>
              <a:rPr dirty="0"/>
              <a:t>COLUMNSTORE INDEXES:</a:t>
            </a:r>
          </a:p>
          <a:p>
            <a:r>
              <a:rPr dirty="0"/>
              <a:t>- CCI (Clustered </a:t>
            </a:r>
            <a:r>
              <a:rPr dirty="0" err="1"/>
              <a:t>Columnstore</a:t>
            </a:r>
            <a:r>
              <a:rPr dirty="0"/>
              <a:t>): replaces </a:t>
            </a:r>
            <a:r>
              <a:rPr dirty="0" err="1"/>
              <a:t>rowstore</a:t>
            </a:r>
            <a:r>
              <a:rPr dirty="0"/>
              <a:t> entirely. Stores data column-by-column in compressed </a:t>
            </a:r>
            <a:r>
              <a:rPr dirty="0" err="1"/>
              <a:t>rowgroups</a:t>
            </a:r>
            <a:r>
              <a:rPr dirty="0"/>
              <a:t> (up to 1M rows). Great for analytics, aggregations.</a:t>
            </a:r>
          </a:p>
          <a:p>
            <a:r>
              <a:rPr dirty="0"/>
              <a:t>- NCCI: columnar copy alongside </a:t>
            </a:r>
            <a:r>
              <a:rPr dirty="0" err="1"/>
              <a:t>rowstore</a:t>
            </a:r>
            <a:r>
              <a:rPr dirty="0"/>
              <a:t> for hybrid </a:t>
            </a:r>
            <a:r>
              <a:rPr dirty="0" err="1"/>
              <a:t>OLTP+analytics</a:t>
            </a:r>
            <a:r>
              <a:rPr dirty="0"/>
              <a:t>.</a:t>
            </a:r>
          </a:p>
          <a:p>
            <a:endParaRPr dirty="0"/>
          </a:p>
          <a:p>
            <a:r>
              <a:rPr dirty="0"/>
              <a:t>WHEN TO USE COLUMNSTORE: data warehouse fact tables, reporting DBs, historical data, tables with millions+ rows.</a:t>
            </a:r>
          </a:p>
          <a:p>
            <a:r>
              <a:rPr dirty="0"/>
              <a:t>WHEN TO AVOID: small tables (&lt;1M rows), high-frequency updates, single-row lookups.</a:t>
            </a:r>
          </a:p>
          <a:p>
            <a:endParaRPr dirty="0"/>
          </a:p>
          <a:p>
            <a:r>
              <a:rPr dirty="0"/>
              <a:t>Monitor health via </a:t>
            </a:r>
            <a:r>
              <a:rPr dirty="0" err="1"/>
              <a:t>sys.dm_db_column_store_row_group_physical_stats</a:t>
            </a:r>
            <a:r>
              <a:rPr dirty="0"/>
              <a:t>. Rebuild or reorganize to fix fragmentation.</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rPr dirty="0"/>
              <a:t>Five specialized table types beyond standard disk-based tables:</a:t>
            </a:r>
          </a:p>
          <a:p>
            <a:endParaRPr dirty="0"/>
          </a:p>
          <a:p>
            <a:r>
              <a:rPr dirty="0"/>
              <a:t>IN-MEMORY: MEMORY_OPTIMIZED = ON. Data in RAM, lock-free optimistic concurrency. Use for session state, real-time analytics, high-frequency OLTP (10K+ TPS), caching, ETL staging. Trade-off: limited by RAM, no VARCHAR(MAX).</a:t>
            </a:r>
          </a:p>
          <a:p>
            <a:endParaRPr dirty="0"/>
          </a:p>
          <a:p>
            <a:r>
              <a:rPr dirty="0"/>
              <a:t>TEMPORAL: SYSTEM_VERSIONING = ON. Automatic history table with </a:t>
            </a:r>
            <a:r>
              <a:rPr dirty="0" err="1"/>
              <a:t>SysStartTime</a:t>
            </a:r>
            <a:r>
              <a:rPr dirty="0"/>
              <a:t>/</a:t>
            </a:r>
            <a:r>
              <a:rPr dirty="0" err="1"/>
              <a:t>SysEndTime</a:t>
            </a:r>
            <a:r>
              <a:rPr dirty="0"/>
              <a:t>. FOR SYSTEM_TIME AS OF queries. Compliance, auditing, trend analysis, data recovery. Roughly doubles storage.</a:t>
            </a:r>
          </a:p>
          <a:p>
            <a:endParaRPr dirty="0"/>
          </a:p>
          <a:p>
            <a:r>
              <a:rPr dirty="0"/>
              <a:t>EXTERNAL: CREATE EXTERNAL TABLE with DATA_SOURCE. Query Parquet/CSV in data lakes without importing. Read-only, limited indexing.</a:t>
            </a:r>
          </a:p>
          <a:p>
            <a:endParaRPr dirty="0"/>
          </a:p>
          <a:p>
            <a:r>
              <a:rPr dirty="0"/>
              <a:t>LEDGER: LEDGER = ON. Cryptographic hashes link every modification. Updatable or APPEND_ONLY. Financial, supply chain, legal, healthcare.</a:t>
            </a:r>
          </a:p>
          <a:p>
            <a:endParaRPr dirty="0"/>
          </a:p>
          <a:p>
            <a:r>
              <a:rPr dirty="0"/>
              <a:t>GRAPH: AS NODE / AS EDGE. Hidden $</a:t>
            </a:r>
            <a:r>
              <a:rPr dirty="0" err="1"/>
              <a:t>node_id</a:t>
            </a:r>
            <a:r>
              <a:rPr dirty="0"/>
              <a:t>, $</a:t>
            </a:r>
            <a:r>
              <a:rPr dirty="0" err="1"/>
              <a:t>from_id</a:t>
            </a:r>
            <a:r>
              <a:rPr dirty="0"/>
              <a:t>, $</a:t>
            </a:r>
            <a:r>
              <a:rPr dirty="0" err="1"/>
              <a:t>to_id</a:t>
            </a:r>
            <a:r>
              <a:rPr dirty="0"/>
              <a:t>. MATCH syntax for relationship traversal. Best for connected data like social networks, org charts, recommendations.</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Constraints enforce rules at the database engine level. They cannot be bypassed by app code, ad-hoc queries, or bulk imports.</a:t>
            </a:r>
          </a:p>
          <a:p>
            <a:endParaRPr/>
          </a:p>
          <a:p>
            <a:r>
              <a:t>PRIMARY KEY: guarantees unique identity. Automatically creates a unique index. One per table. Columns must be NOT NULL.</a:t>
            </a:r>
          </a:p>
          <a:p>
            <a:endParaRPr/>
          </a:p>
          <a:p>
            <a:r>
              <a:t>FOREIGN KEY: prevents orphaned records. Supports CASCADE, SET NULL, SET DEFAULT. Index FK columns for join performance.</a:t>
            </a:r>
          </a:p>
          <a:p>
            <a:endParaRPr/>
          </a:p>
          <a:p>
            <a:r>
              <a:t>UNIQUE: prevents duplicate values. Allows one NULL. Creates a unique nonclustered index automatically.</a:t>
            </a:r>
          </a:p>
          <a:p>
            <a:endParaRPr/>
          </a:p>
          <a:p>
            <a:r>
              <a:t>CHECK: validates domain rules. Logical expression returning TRUE/FALSE. NULL evaluates to UNKNOWN, not FALSE.</a:t>
            </a:r>
          </a:p>
          <a:p>
            <a:endParaRPr/>
          </a:p>
          <a:p>
            <a:r>
              <a:t>DEFAULT: provides values when none specified. Name explicitly (DF_Table_Column) for consistent DB projects.</a:t>
            </a:r>
          </a:p>
          <a:p>
            <a:endParaRPr/>
          </a:p>
          <a:p>
            <a:r>
              <a:t>SEQUENCE: independent number generator. Shared across tables, get value before INSERT, cycle/restart, reserve ranges. Use instead of IDENTITY when cross-table numbering is needed.</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rPr dirty="0"/>
              <a:t>JSON COLUMNS:</a:t>
            </a:r>
          </a:p>
          <a:p>
            <a:r>
              <a:rPr dirty="0"/>
              <a:t>SQL Server 2025+ adds native </a:t>
            </a:r>
            <a:r>
              <a:rPr dirty="0" err="1"/>
              <a:t>json</a:t>
            </a:r>
            <a:r>
              <a:rPr dirty="0"/>
              <a:t> type (binary format, more efficient than NVARCHAR). Use for user preferences, API responses, audit logs, multi-tenant custom fields.</a:t>
            </a:r>
          </a:p>
          <a:p>
            <a:r>
              <a:rPr dirty="0"/>
              <a:t>JSON_VALUE extracts scalars, JSON_QUERY returns objects. Index computed columns for frequent JSON path queries. CHECK constraints with JSON_PATH_EXISTS validate required fields.</a:t>
            </a:r>
          </a:p>
          <a:p>
            <a:endParaRPr dirty="0"/>
          </a:p>
          <a:p>
            <a:r>
              <a:rPr dirty="0"/>
              <a:t>PARTITIONING:</a:t>
            </a:r>
          </a:p>
          <a:p>
            <a:r>
              <a:rPr dirty="0"/>
              <a:t>Divides large tables into smaller physical segments while appearing as one logical table.</a:t>
            </a:r>
          </a:p>
          <a:p>
            <a:r>
              <a:rPr dirty="0"/>
              <a:t>PARTITION FUNCTION: defines boundary values (RANGE RIGHT for dates).</a:t>
            </a:r>
          </a:p>
          <a:p>
            <a:r>
              <a:rPr dirty="0"/>
              <a:t>PARTITION SCHEME: maps partitions to filegroups.</a:t>
            </a:r>
          </a:p>
          <a:p>
            <a:r>
              <a:rPr dirty="0"/>
              <a:t>Benefits: partition elimination (query only relevant partitions), parallel processing, granular index rebuilds, fast archival via partition switching (metadata only, seconds vs hours).</a:t>
            </a:r>
          </a:p>
          <a:p>
            <a:endParaRPr dirty="0"/>
          </a:p>
          <a:p>
            <a:r>
              <a:rPr dirty="0"/>
              <a:t>WHEN TO PARTITION: queries filter on one column 80%+ of time, regular archival needed, multi-TB tables, tiered storage.</a:t>
            </a:r>
          </a:p>
          <a:p>
            <a:r>
              <a:rPr dirty="0"/>
              <a:t>AVOID: most queries scan full table, small tables, no clear partition key. Target millions of rows per partition.</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rPr dirty="0"/>
              <a:t>This lab uses SQL Server 2025 (not Azure SQL Database). Students build an EcommerceDB from scratch.</a:t>
            </a:r>
            <a:endParaRPr lang="en-US" dirty="0"/>
          </a:p>
          <a:p>
            <a:endParaRPr dirty="0"/>
          </a:p>
          <a:p>
            <a:r>
              <a:rPr dirty="0"/>
              <a:t>Key concepts to highlight: CHECK and UNIQUE constraints enforce data integrity at the table level. The temporal table (Products with history) uses system-versioned rows so students can query price changes over time with FOR SYSTEM_TIME. JSON columns use the new json data type with computed-column indexes for performant lookups.</a:t>
            </a:r>
            <a:endParaRPr lang="en-US" dirty="0"/>
          </a:p>
          <a:p>
            <a:endParaRPr dirty="0"/>
          </a:p>
          <a:p>
            <a:r>
              <a:rPr dirty="0"/>
              <a:t>Partitioning splits the Orders table by OrderDate across multiple filegroups using a partition function and scheme. The SEQUENCE object generates ProductIDs independently of any single table.</a:t>
            </a:r>
            <a:endParaRPr lang="en-US" dirty="0"/>
          </a:p>
          <a:p>
            <a:endParaRPr dirty="0"/>
          </a:p>
          <a:p>
            <a:r>
              <a:rPr dirty="0"/>
              <a:t>Estimated time: 45 minutes.</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Knowledge check. Use click-to-reveal to show answers one at a time.</a:t>
            </a:r>
          </a:p>
          <a:p>
            <a:endParaRPr/>
          </a:p>
          <a:p>
            <a:r>
              <a:t>Q1: Answer is (b). Correct. Temporal tables automatically maintain full history of changes without requiring manual history table management.</a:t>
            </a:r>
          </a:p>
          <a:p>
            <a:endParaRPr/>
          </a:p>
          <a:p>
            <a:r>
              <a:t>Q2: Answer is (c). Correct. PRIMARY KEY ensures uniqueness of ProductID, and NOT NULL ensures Category always has a value.</a:t>
            </a:r>
          </a:p>
          <a:p>
            <a:endParaRPr/>
          </a:p>
          <a:p>
            <a:r>
              <a:t>Q3: Answer is (c). Correct. Partitioning allows you to split large tables into smaller, manageable pieces based on specified ranges.</a:t>
            </a:r>
          </a:p>
          <a:p>
            <a:endParaRP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Summary of what was covered:</a:t>
            </a:r>
            <a:r>
              <a:rPr lang="en-US"/>
              <a:t> </a:t>
            </a:r>
            <a:endParaRPr/>
          </a:p>
          <a:p>
            <a:endParaRPr dirty="0"/>
          </a:p>
          <a:p>
            <a:r>
              <a:rPr dirty="0"/>
              <a:t>1. Platform choices: Azure SQL Database (Hyperscale, serverless), Azure SQL Managed Instance (near 100% compatibility), SQL database in Fabric (OLTP + auto analytics), SQL Server on Azure VMs (full IaaS control).</a:t>
            </a:r>
          </a:p>
          <a:p>
            <a:endParaRPr dirty="0"/>
          </a:p>
          <a:p>
            <a:r>
              <a:rPr dirty="0"/>
              <a:t>2. Table design: choosing appropriate data types, right-sizing columns, estimating table size for storage planning.</a:t>
            </a:r>
          </a:p>
          <a:p>
            <a:endParaRPr dirty="0"/>
          </a:p>
          <a:p>
            <a:r>
              <a:rPr dirty="0"/>
              <a:t>3. Indexes: </a:t>
            </a:r>
            <a:r>
              <a:rPr dirty="0" err="1"/>
              <a:t>rowstore</a:t>
            </a:r>
            <a:r>
              <a:rPr dirty="0"/>
              <a:t> (clustered/</a:t>
            </a:r>
            <a:r>
              <a:rPr dirty="0" err="1"/>
              <a:t>nonclustered</a:t>
            </a:r>
            <a:r>
              <a:rPr dirty="0"/>
              <a:t>) for OLTP, </a:t>
            </a:r>
            <a:r>
              <a:rPr dirty="0" err="1"/>
              <a:t>columnstore</a:t>
            </a:r>
            <a:r>
              <a:rPr dirty="0"/>
              <a:t> (CCI/NCCI) for analytics and compression.</a:t>
            </a:r>
          </a:p>
          <a:p>
            <a:endParaRPr dirty="0"/>
          </a:p>
          <a:p>
            <a:r>
              <a:rPr dirty="0"/>
              <a:t>4. Specialized tables: in-memory for high-throughput, temporal for change history, external for data lakes, ledger for tamper-evident compliance, graph for relationships.</a:t>
            </a:r>
          </a:p>
          <a:p>
            <a:endParaRPr dirty="0"/>
          </a:p>
          <a:p>
            <a:r>
              <a:rPr dirty="0"/>
              <a:t>5. Constraints and sequences: PK, FK, UNIQUE, CHECK, DEFAULT enforce integrity at the engine level. SEQUENCE objects for cross-table number generation.</a:t>
            </a:r>
          </a:p>
          <a:p>
            <a:endParaRPr dirty="0"/>
          </a:p>
          <a:p>
            <a:r>
              <a:rPr dirty="0"/>
              <a:t>6. JSON columns for semi-structured data (native type in SQL 2025+). Partitioning for large tables: partition function, scheme, elimination, and fast archival via switching.</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CD3607-2751-D358-97B6-066565A5994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C6BEB84-22B1-F3E0-AD35-E5D1C877D41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79196A5-51F8-B77F-D2FD-CCFC9C820E60}"/>
              </a:ext>
            </a:extLst>
          </p:cNvPr>
          <p:cNvSpPr>
            <a:spLocks noGrp="1"/>
          </p:cNvSpPr>
          <p:nvPr>
            <p:ph type="body" idx="1"/>
          </p:nvPr>
        </p:nvSpPr>
        <p:spPr/>
        <p:txBody>
          <a:bodyPr/>
          <a:lstStyle/>
          <a:p>
            <a:r>
              <a:rPr lang="en-US" dirty="0"/>
              <a:t>This module covers the core programmability objects in SQL Server: views, stored procedures, scalar functions, table-valued functions, and triggers. Each serves a distinct purpose for encapsulating logic, improving code reusability, and enforcing business rules within the database.</a:t>
            </a:r>
          </a:p>
          <a:p>
            <a:endParaRPr lang="en-US" dirty="0"/>
          </a:p>
          <a:p>
            <a:r>
              <a:rPr lang="en-US" dirty="0"/>
              <a:t>The scenario frames these concepts around a database developer at a growing e-commerce company who faces common problems: developers writing the same JOIN queries repeatedly, business logic scattered across application code, data modifications needing automatic validation and logging, and complex calculations appearing in multiple queries leading to inconsistencies. The programmability objects covered in this module address each of these challenges.</a:t>
            </a:r>
          </a:p>
        </p:txBody>
      </p:sp>
      <p:sp>
        <p:nvSpPr>
          <p:cNvPr id="4" name="Header Placeholder 3">
            <a:extLst>
              <a:ext uri="{FF2B5EF4-FFF2-40B4-BE49-F238E27FC236}">
                <a16:creationId xmlns:a16="http://schemas.microsoft.com/office/drawing/2014/main" id="{0EA5B169-CAA4-ADD1-671C-C452050D31FA}"/>
              </a:ext>
            </a:extLst>
          </p:cNvPr>
          <p:cNvSpPr>
            <a:spLocks noGrp="1"/>
          </p:cNvSpPr>
          <p:nvPr>
            <p:ph type="hdr" sz="quarter"/>
          </p:nvPr>
        </p:nvSpPr>
        <p:spPr/>
        <p:txBody>
          <a:bodyPr/>
          <a:lstStyle/>
          <a:p>
            <a:endParaRPr lang="en-US"/>
          </a:p>
        </p:txBody>
      </p:sp>
      <p:sp>
        <p:nvSpPr>
          <p:cNvPr id="5" name="Footer Placeholder 4">
            <a:extLst>
              <a:ext uri="{FF2B5EF4-FFF2-40B4-BE49-F238E27FC236}">
                <a16:creationId xmlns:a16="http://schemas.microsoft.com/office/drawing/2014/main" id="{1A5EF6F5-DB73-93FB-8FE3-AEA4F46DDE34}"/>
              </a:ext>
            </a:extLst>
          </p:cNvPr>
          <p:cNvSpPr>
            <a:spLocks noGrp="1"/>
          </p:cNvSpPr>
          <p:nvPr>
            <p:ph type="ftr" sz="quarter" idx="4"/>
          </p:nvPr>
        </p:nvSpPr>
        <p:spPr/>
        <p:txBody>
          <a:bodyPr/>
          <a:lstStyle/>
          <a:p>
            <a:pPr defTabSz="914099" eaLnBrk="0" hangingPunct="0"/>
            <a:r>
              <a:rPr lang="en-US" sz="400">
                <a:gradFill>
                  <a:gsLst>
                    <a:gs pos="0">
                      <a:prstClr val="black"/>
                    </a:gs>
                    <a:gs pos="100000">
                      <a:prstClr val="black"/>
                    </a:gs>
                  </a:gsLst>
                  <a:lin ang="5400000" scaled="0"/>
                </a:gradFill>
                <a:latin typeface="Segoe UI" pitchFamily="34" charset="0"/>
                <a:ea typeface="Segoe UI" pitchFamily="34" charset="0"/>
                <a:cs typeface="Segoe UI" pitchFamily="34" charset="0"/>
              </a:rPr>
              <a:t>© Microsoft Corporation</a:t>
            </a:r>
          </a:p>
        </p:txBody>
      </p:sp>
      <p:sp>
        <p:nvSpPr>
          <p:cNvPr id="6" name="Slide Number Placeholder 5">
            <a:extLst>
              <a:ext uri="{FF2B5EF4-FFF2-40B4-BE49-F238E27FC236}">
                <a16:creationId xmlns:a16="http://schemas.microsoft.com/office/drawing/2014/main" id="{468AB42F-7D18-13C6-F87B-98B316016234}"/>
              </a:ext>
            </a:extLst>
          </p:cNvPr>
          <p:cNvSpPr>
            <a:spLocks noGrp="1"/>
          </p:cNvSpPr>
          <p:nvPr>
            <p:ph type="sldNum" sz="quarter" idx="5"/>
          </p:nvPr>
        </p:nvSpPr>
        <p:spPr/>
        <p:txBody>
          <a:bodyPr/>
          <a:lstStyle/>
          <a:p>
            <a:fld id="{B4008EB6-D09E-4580-8CD6-DDB14511944F}" type="slidenum">
              <a:rPr lang="en-US" smtClean="0"/>
              <a:pPr/>
              <a:t>13</a:t>
            </a:fld>
            <a:endParaRPr lang="en-US"/>
          </a:p>
        </p:txBody>
      </p:sp>
    </p:spTree>
    <p:extLst>
      <p:ext uri="{BB962C8B-B14F-4D97-AF65-F5344CB8AC3E}">
        <p14:creationId xmlns:p14="http://schemas.microsoft.com/office/powerpoint/2010/main" val="179771102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A view is a virtual table based on a SELECT statement. Views do not store data themselves. They retrieve data from underlying tables each time you query them. This makes them ideal for hiding the complexity of JOIN clauses, calculations, and filters from application code.</a:t>
            </a:r>
          </a:p>
          <a:p>
            <a:endParaRPr/>
          </a:p>
          <a:p>
            <a:r>
              <a:t>Views also serve as a security layer. You can grant users access to specific columns through a view while restricting access to the underlying tables, exposing only the data users need without giving full table access.</a:t>
            </a:r>
          </a:p>
          <a:p>
            <a:endParaRPr/>
          </a:p>
          <a:p>
            <a:r>
              <a:t>Key design considerations from the unit:</a:t>
            </a:r>
          </a:p>
          <a:p>
            <a:r>
              <a:t>- Specify column names explicitly instead of using SELECT * to make views more maintainable</a:t>
            </a:r>
          </a:p>
          <a:p>
            <a:r>
              <a:t>- Use WITH CHECK OPTION when views handle data modifications, ensuring INSERT and UPDATE operations only affect rows visible in the view</a:t>
            </a:r>
          </a:p>
          <a:p>
            <a:r>
              <a:t>- Keep view definitions focused on a specific purpose rather than building one complex view for multiple use cases</a:t>
            </a:r>
          </a:p>
          <a:p>
            <a:endParaRPr/>
          </a:p>
          <a:p>
            <a:r>
              <a:t>Views excel when you need to simplify complex queries used by multiple applications, restrict data access at the column or row level, or present data in different formats. For performance-critical queries that always return the same results, indexed views (materialized views) store the result set physically. When parameters are needed, user-defined functions provide more flexibility.</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rPr dirty="0"/>
              <a:t>Stored procedures are compiled collections of T-SQL statements that SQL Server stores and executes as a single unit. The execution plan is compiled on first execution and cached, reducing overhead for subsequent calls.</a:t>
            </a:r>
          </a:p>
          <a:p>
            <a:endParaRPr dirty="0"/>
          </a:p>
          <a:p>
            <a:r>
              <a:rPr dirty="0"/>
              <a:t>Parameters make stored procedures flexible and reusable. Input parameters accept values from the calling application, with optional default values. Output parameters return values back to the caller using the OUTPUT keyword. Robust stored procedures include TRY...CATCH error handling to manage unexpected conditions and maintain data integrity, checking @@TRANCOUNT before rolling back transactions in the CATCH block.</a:t>
            </a:r>
          </a:p>
          <a:p>
            <a:endParaRPr dirty="0"/>
          </a:p>
          <a:p>
            <a:r>
              <a:rPr dirty="0"/>
              <a:t>Best practices from the unit:</a:t>
            </a:r>
          </a:p>
          <a:p>
            <a:r>
              <a:rPr dirty="0"/>
              <a:t>- Use schema-qualified names for all objects (</a:t>
            </a:r>
            <a:r>
              <a:rPr dirty="0" err="1"/>
              <a:t>dbo.Orders</a:t>
            </a:r>
            <a:r>
              <a:rPr dirty="0"/>
              <a:t>, not just Orders) to eliminate ambiguity and improve performance</a:t>
            </a:r>
          </a:p>
          <a:p>
            <a:r>
              <a:rPr dirty="0"/>
              <a:t>- Implement parameter validation at the start and fail fast on invalid inputs</a:t>
            </a:r>
          </a:p>
          <a:p>
            <a:r>
              <a:rPr dirty="0"/>
              <a:t>- Avoid SELECT * in production code; explicitly list columns</a:t>
            </a:r>
          </a:p>
          <a:p>
            <a:r>
              <a:rPr dirty="0"/>
              <a:t>- Use meaningful names with verbs indicating the operation (Get, Insert, Update, Delete, Calculate)</a:t>
            </a:r>
          </a:p>
          <a:p>
            <a:r>
              <a:rPr dirty="0"/>
              <a:t>- Do not use the </a:t>
            </a:r>
            <a:r>
              <a:rPr dirty="0" err="1"/>
              <a:t>sp</a:t>
            </a:r>
            <a:r>
              <a:rPr dirty="0"/>
              <a:t>_ prefix, which SQL Server reserves for system procedures in the master database. This adds unnecessary overhead as SQL Server searches master first</a:t>
            </a:r>
          </a:p>
          <a:p>
            <a:endParaRPr dirty="0"/>
          </a:p>
          <a:p>
            <a:r>
              <a:rPr dirty="0"/>
              <a:t>SET NOCOUNT ON prevents the "rows affected" message from being sent to the client, reducing network traffic especially when procedures execute multiple statements.</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This slide covers both scalar functions and table-valued functions (TVFs).</a:t>
            </a:r>
          </a:p>
          <a:p>
            <a:endParaRPr/>
          </a:p>
          <a:p>
            <a:r>
              <a:t>Scalar functions accept parameters and return a single value. They can be embedded directly in SELECT statements, WHERE clauses, and other T-SQL expressions. Key considerations: keep scalar functions deterministic when possible (same input always produces same output), avoid side effects (do not modify database state), and be mindful that scalar functions in WHERE clauses on large tables execute for every row, which can degrade performance.</a:t>
            </a:r>
          </a:p>
          <a:p>
            <a:endParaRPr/>
          </a:p>
          <a:p>
            <a:r>
              <a:t>Table-valued functions come in two types. Inline TVFs contain a single SELECT statement. The optimizer treats them like views with parameters, often producing better execution plans. Multi-statement TVFs use a BEGIN/END block and explicitly declare the returned table structure, giving more control for complex logic but with a performance trade-off since the optimizer treats them as "black boxes."</a:t>
            </a:r>
          </a:p>
          <a:p>
            <a:endParaRPr/>
          </a:p>
          <a:p>
            <a:r>
              <a:t>The CROSS APPLY operator is particularly useful with table-valued functions, allowing you to call the function for each row from another table, passing column values as parameters. This enables row-by-row processing within queries while keeping code readable and reusable.</a:t>
            </a:r>
          </a:p>
          <a:p>
            <a:endParaRPr/>
          </a:p>
          <a:p>
            <a:r>
              <a:t>ALTER FUNCTION lets you modify a function without dropping and recreating it, which preserves permissions and dependencies. Use DROP FUNCTION IF EXISTS in deployment scripts to prevent errors.</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Triggers are special stored procedures that execute automatically when specific events occur. DML triggers respond to INSERT, UPDATE, and DELETE operations on tables. DDL triggers respond to schema changes like CREATE, ALTER, or DROP statements.</a:t>
            </a:r>
          </a:p>
          <a:p>
            <a:endParaRPr/>
          </a:p>
          <a:p>
            <a:r>
              <a:t>DML triggers come in two types. AFTER triggers execute after the triggering statement completes. The database performs the modification first, then runs the trigger code. These are used for validation, updating related tables, or logging. INSTEAD OF triggers replace the original operation entirely. They are useful for modifying views that would not normally accept direct modifications.</a:t>
            </a:r>
          </a:p>
          <a:p>
            <a:endParaRPr/>
          </a:p>
          <a:p>
            <a:r>
              <a:t>The inserted and deleted pseudo-tables are central to trigger logic. INSERT operations populate the inserted table, DELETE operations populate the deleted table, and UPDATE operations populate both (old values in deleted, new values in inserted). The UPDATE() function helps determine which specific columns changed, allowing you to avoid unnecessary processing.</a:t>
            </a:r>
          </a:p>
          <a:p>
            <a:endParaRPr/>
          </a:p>
          <a:p>
            <a:r>
              <a:t>Best practices from the unit:</a:t>
            </a:r>
          </a:p>
          <a:p>
            <a:r>
              <a:t>- Keep trigger logic focused and minimal to reduce impact on transaction throughput</a:t>
            </a:r>
          </a:p>
          <a:p>
            <a:r>
              <a:t>- Avoid recursive operations where a trigger modification causes the same trigger to fire again</a:t>
            </a:r>
          </a:p>
          <a:p>
            <a:r>
              <a:t>- Handle errors properly. If a trigger encounters an unhandled error, SQL Server rolls back both the trigger and the original statement</a:t>
            </a:r>
          </a:p>
          <a:p>
            <a:r>
              <a:t>- Document triggers thoroughly, since they execute invisibly during normal database operations</a:t>
            </a:r>
          </a:p>
          <a:p>
            <a:r>
              <a:t>- For complex or time-consuming operations, consider logging event details in the trigger and processing them asynchronously</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rPr dirty="0"/>
              <a:t>This slide presents a decision framework for selecting the appropriate programmability object. The unit includes a comparison table of capabilities:</a:t>
            </a:r>
          </a:p>
          <a:p>
            <a:endParaRPr dirty="0"/>
          </a:p>
          <a:p>
            <a:r>
              <a:rPr dirty="0"/>
              <a:t>- Views: no parameters, limited data modification, usable in SELECT/JOIN, no transaction control, no automatic execution</a:t>
            </a:r>
          </a:p>
          <a:p>
            <a:r>
              <a:rPr dirty="0"/>
              <a:t>- Stored procedures: accept parameters, full data modification, return result sets, transaction control, execution plan caching</a:t>
            </a:r>
          </a:p>
          <a:p>
            <a:r>
              <a:rPr dirty="0"/>
              <a:t>- Functions: accept parameters, no data modification, usable in SELECT/JOIN (TVFs), no transaction control</a:t>
            </a:r>
          </a:p>
          <a:p>
            <a:r>
              <a:rPr dirty="0"/>
              <a:t>- Triggers: no parameters, can modify data, automatic execution, transaction control, execution plan caching</a:t>
            </a:r>
          </a:p>
          <a:p>
            <a:endParaRPr dirty="0"/>
          </a:p>
          <a:p>
            <a:r>
              <a:rPr dirty="0"/>
              <a:t>Decision guidance:</a:t>
            </a:r>
          </a:p>
          <a:p>
            <a:r>
              <a:rPr dirty="0"/>
              <a:t>- Views: simplify complex joins, provide security layers, create stable interfaces, present data without parameters</a:t>
            </a:r>
          </a:p>
          <a:p>
            <a:r>
              <a:rPr dirty="0"/>
              <a:t>- Stored procedures: complex business logic with multiple statements, multi-table data modifications in a single transaction, error handling and transaction control</a:t>
            </a:r>
          </a:p>
          <a:p>
            <a:r>
              <a:rPr dirty="0"/>
              <a:t>- Functions: reusable calculations returning values for use in queries, parameterized result sets (TVFs), embed logic in SELECT/WHERE/JOIN clauses</a:t>
            </a:r>
          </a:p>
          <a:p>
            <a:r>
              <a:rPr dirty="0"/>
              <a:t>- Triggers: automatic responses to data modification events, enforcing complex rules beyond constraints, audit logs, synchronize related data</a:t>
            </a:r>
          </a:p>
          <a:p>
            <a:endParaRPr dirty="0"/>
          </a:p>
          <a:p>
            <a:r>
              <a:rPr dirty="0"/>
              <a:t>Common pitfalls to avoid: using scalar functions in WHERE clauses on large tables (executes per row), creating triggers for logic that stored procedures handle better, building deeply nested views, and choosing stored procedures when a function would integrate more cleanly into a SELECT statement.</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rPr dirty="0"/>
              <a:t>Uses AdventureWorksLT on a local SQL Server instance.</a:t>
            </a:r>
            <a:endParaRPr lang="en-US" dirty="0"/>
          </a:p>
          <a:p>
            <a:endParaRPr dirty="0"/>
          </a:p>
          <a:p>
            <a:r>
              <a:rPr dirty="0"/>
              <a:t>The view (vwCustomerOrders) joins SalesLT.Customer, SalesOrderHeader, and SalesOrderDetail to simplify reporting queries. The stored procedure (spInsertOrderDetail) wraps an INSERT inside BEGIN TRY/BEGIN CATCH with explicit transactions and validates that the referenced SalesOrderID exists before inserting.</a:t>
            </a:r>
            <a:endParaRPr lang="en-US" dirty="0"/>
          </a:p>
          <a:p>
            <a:endParaRPr dirty="0"/>
          </a:p>
          <a:p>
            <a:r>
              <a:rPr dirty="0"/>
              <a:t>The scalar function computes line-item totals (quantity x unit price minus discount). The inline TVF returns a parameterized result set (orders by customer) that the optimizer can inline like a view. The AFTER INSERT trigger on SalesOrderDetail writes to an AuditLog table automatically.</a:t>
            </a:r>
            <a:endParaRPr lang="en-US" dirty="0"/>
          </a:p>
          <a:p>
            <a:endParaRPr dirty="0"/>
          </a:p>
          <a:p>
            <a:r>
              <a:rPr dirty="0"/>
              <a:t>Emphasize the difference between scalar UDFs (row-by-row) and inline TVFs (set-based).</a:t>
            </a:r>
            <a:endParaRPr lang="en-US" dirty="0"/>
          </a:p>
          <a:p>
            <a:endParaRPr dirty="0"/>
          </a:p>
          <a:p>
            <a:r>
              <a:rPr dirty="0"/>
              <a:t>Estimated time: 30 minutes.</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Four knowledge check questions for this module:</a:t>
            </a:r>
          </a:p>
          <a:p>
            <a:endParaRPr/>
          </a:p>
          <a:p>
            <a:r>
              <a:t>Q1: Which object should you use to simplify a complex multi-table join and expose only specific columns to users? Answer: (b) View. Views act as virtual tables that encapsulate SELECT queries, ideal for simplifying complex joins and controlling column access. Stored procedures are better for data modification or procedural logic. Triggers respond to data modifications. Scalar functions return single values, not result sets.</a:t>
            </a:r>
          </a:p>
          <a:p>
            <a:endParaRPr/>
          </a:p>
          <a:p>
            <a:r>
              <a:t>Q2: What is a key advantage of stored procedures over embedding T-SQL directly in application code? Answer: (b) Stored procedures are precompiled and can include transaction management and error handling. They support BEGIN TRANSACTION/COMMIT/ROLLBACK and TRY...CATCH. They do not automatically create indexed views or encrypt data, and they can be granted EXECUTE permissions to any user, not just administrators.</a:t>
            </a:r>
          </a:p>
          <a:p>
            <a:endParaRPr/>
          </a:p>
          <a:p>
            <a:r>
              <a:t>Q3: When should you choose a table-valued function over a scalar function? Answer: (c) When you need to return a result set that can be used in a FROM clause. TVFs return result sets joinable with other tables. Scalar functions return single values. Neither type can modify data. Triggers handle automatic execution on data changes.</a:t>
            </a:r>
          </a:p>
          <a:p>
            <a:endParaRPr/>
          </a:p>
          <a:p>
            <a:r>
              <a:t>Q4: Which type of trigger executes automatically on INSERT, UPDATE, or DELETE? Answer: (c) DML trigger. DML triggers fire in response to data manipulation operations. DDL triggers respond to schema changes (CREATE, ALTER, DROP). Logon triggers fire when user sessions are established. "Schema trigger" is not a standard SQL Server trigger type.</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This module covered SQL Server programmability objects and how to use them effectively in database solutions.</a:t>
            </a:r>
          </a:p>
          <a:p>
            <a:endParaRPr/>
          </a:p>
          <a:p>
            <a:r>
              <a:t>Key takeaways:</a:t>
            </a:r>
          </a:p>
          <a:p>
            <a:r>
              <a:t>- Views simplify data access, hide complexity, and provide security boundaries by exposing only specific columns or rows</a:t>
            </a:r>
          </a:p>
          <a:p>
            <a:r>
              <a:t>- Stored procedures encapsulate complex business logic with transactions, error handling, and reusable data modification operations</a:t>
            </a:r>
          </a:p>
          <a:p>
            <a:r>
              <a:t>- Scalar functions create reusable calculations returning single values for more readable and consistent queries</a:t>
            </a:r>
          </a:p>
          <a:p>
            <a:r>
              <a:t>- Table-valued functions (inline and multi-statement) return result sets usable in FROM clauses like tables</a:t>
            </a:r>
          </a:p>
          <a:p>
            <a:r>
              <a:t>- Triggers automatically respond to DML operations (INSERT, UPDATE, DELETE) or DDL events for audit logging, validation, and business rule enforcement</a:t>
            </a:r>
          </a:p>
          <a:p>
            <a:r>
              <a:t>- Choosing the right object depends on whether you need to modify data, return single values or result sets, accept parameters, or respond automatically to database events</a:t>
            </a:r>
          </a:p>
          <a:p>
            <a:endParaRPr/>
          </a:p>
          <a:p>
            <a:r>
              <a:t>The module recommends considering implementing views in existing databases to simplify complex queries, converting repetitive application logic into stored procedures, creating functions to standardize calculations, and adding audit triggers to track changes in critical tables.</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0947F8A-A60B-74CF-2B93-14177CC5670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3CC54E7-4A68-9E76-8A97-671B493150E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D5E1FD6-084C-5051-376B-BAFD4BE1A433}"/>
              </a:ext>
            </a:extLst>
          </p:cNvPr>
          <p:cNvSpPr>
            <a:spLocks noGrp="1"/>
          </p:cNvSpPr>
          <p:nvPr>
            <p:ph type="body" idx="1"/>
          </p:nvPr>
        </p:nvSpPr>
        <p:spPr/>
        <p:txBody>
          <a:bodyPr/>
          <a:lstStyle/>
          <a:p>
            <a:r>
              <a:rPr lang="en-US" dirty="0"/>
              <a:t>This module covers advanced T-SQL techniques for SQL Server, Azure SQL Database, and SQL databases in Microsoft Fabric. The focus is on capabilities that let you solve complex analytical and data processing challenges directly in the database engine rather than pulling data into application code.</a:t>
            </a:r>
          </a:p>
          <a:p>
            <a:endParaRPr lang="en-US" dirty="0"/>
          </a:p>
          <a:p>
            <a:r>
              <a:rPr lang="en-US" dirty="0"/>
              <a:t>The learning objectives include writing CTEs for complex queries and hierarchical traversal, applying window functions for ranking and analytical calculations, using JSON functions to parse and construct JSON data, implementing regular expressions and fuzzy string matching, querying graph structures with the MATCH operator, writing correlated subqueries for row-by-row comparisons, and building structured error handling with TRY...CATCH and proper transaction management.</a:t>
            </a:r>
          </a:p>
        </p:txBody>
      </p:sp>
      <p:sp>
        <p:nvSpPr>
          <p:cNvPr id="4" name="Header Placeholder 3">
            <a:extLst>
              <a:ext uri="{FF2B5EF4-FFF2-40B4-BE49-F238E27FC236}">
                <a16:creationId xmlns:a16="http://schemas.microsoft.com/office/drawing/2014/main" id="{7FE28AFE-2E2D-2606-1787-08D3E9C49CC3}"/>
              </a:ext>
            </a:extLst>
          </p:cNvPr>
          <p:cNvSpPr>
            <a:spLocks noGrp="1"/>
          </p:cNvSpPr>
          <p:nvPr>
            <p:ph type="hdr" sz="quarter"/>
          </p:nvPr>
        </p:nvSpPr>
        <p:spPr/>
        <p:txBody>
          <a:bodyPr/>
          <a:lstStyle/>
          <a:p>
            <a:endParaRPr lang="en-US"/>
          </a:p>
        </p:txBody>
      </p:sp>
      <p:sp>
        <p:nvSpPr>
          <p:cNvPr id="5" name="Footer Placeholder 4">
            <a:extLst>
              <a:ext uri="{FF2B5EF4-FFF2-40B4-BE49-F238E27FC236}">
                <a16:creationId xmlns:a16="http://schemas.microsoft.com/office/drawing/2014/main" id="{B721F572-D0AE-1B4C-2723-203A35812454}"/>
              </a:ext>
            </a:extLst>
          </p:cNvPr>
          <p:cNvSpPr>
            <a:spLocks noGrp="1"/>
          </p:cNvSpPr>
          <p:nvPr>
            <p:ph type="ftr" sz="quarter" idx="4"/>
          </p:nvPr>
        </p:nvSpPr>
        <p:spPr/>
        <p:txBody>
          <a:bodyPr/>
          <a:lstStyle/>
          <a:p>
            <a:pPr defTabSz="914099" eaLnBrk="0" hangingPunct="0"/>
            <a:r>
              <a:rPr lang="en-US" sz="400">
                <a:gradFill>
                  <a:gsLst>
                    <a:gs pos="0">
                      <a:prstClr val="black"/>
                    </a:gs>
                    <a:gs pos="100000">
                      <a:prstClr val="black"/>
                    </a:gs>
                  </a:gsLst>
                  <a:lin ang="5400000" scaled="0"/>
                </a:gradFill>
                <a:latin typeface="Segoe UI" pitchFamily="34" charset="0"/>
                <a:ea typeface="Segoe UI" pitchFamily="34" charset="0"/>
                <a:cs typeface="Segoe UI" pitchFamily="34" charset="0"/>
              </a:rPr>
              <a:t>© Microsoft Corporation</a:t>
            </a:r>
          </a:p>
        </p:txBody>
      </p:sp>
      <p:sp>
        <p:nvSpPr>
          <p:cNvPr id="6" name="Slide Number Placeholder 5">
            <a:extLst>
              <a:ext uri="{FF2B5EF4-FFF2-40B4-BE49-F238E27FC236}">
                <a16:creationId xmlns:a16="http://schemas.microsoft.com/office/drawing/2014/main" id="{7C722011-8D71-8BB9-15FB-AD79C8D7ED00}"/>
              </a:ext>
            </a:extLst>
          </p:cNvPr>
          <p:cNvSpPr>
            <a:spLocks noGrp="1"/>
          </p:cNvSpPr>
          <p:nvPr>
            <p:ph type="sldNum" sz="quarter" idx="5"/>
          </p:nvPr>
        </p:nvSpPr>
        <p:spPr/>
        <p:txBody>
          <a:bodyPr/>
          <a:lstStyle/>
          <a:p>
            <a:fld id="{B4008EB6-D09E-4580-8CD6-DDB14511944F}" type="slidenum">
              <a:rPr lang="en-US" smtClean="0"/>
              <a:pPr/>
              <a:t>22</a:t>
            </a:fld>
            <a:endParaRPr lang="en-US"/>
          </a:p>
        </p:txBody>
      </p:sp>
    </p:spTree>
    <p:extLst>
      <p:ext uri="{BB962C8B-B14F-4D97-AF65-F5344CB8AC3E}">
        <p14:creationId xmlns:p14="http://schemas.microsoft.com/office/powerpoint/2010/main" val="3488154820"/>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A CTE is a temporary named result set defined with the WITH clause that exists only during a single query. CTEs provide improved readability by breaking complex logic into named sections, self-referencing capability for recursive traversal, the ability to reference the same CTE multiple times in the outer query, and a modular approach to building queries incrementally.</a:t>
            </a:r>
          </a:p>
          <a:p>
            <a:endParaRPr/>
          </a:p>
          <a:p>
            <a:r>
              <a:t>Nonrecursive CTEs define straightforward result sets and are useful for simplifying complex joins or multi-step calculations. You can define multiple CTEs in a single WITH clause separated by commas, where later CTEs can reference earlier ones for progressive data transformation.</a:t>
            </a:r>
          </a:p>
          <a:p>
            <a:endParaRPr/>
          </a:p>
          <a:p>
            <a:r>
              <a:t>Recursive CTEs reference themselves to process hierarchical data. They consist of two parts: an anchor member (the starting point) and a recursive member that references the CTE to build on previous results, joined by UNION ALL. A classic use case is traversing an organizational hierarchy where each employee has a manager. SQL Server limits recursion to 100 levels by default. Use OPTION (MAXRECURSION n) to change this, and be aware that infinite loops are possible if the termination condition is never met.</a:t>
            </a:r>
          </a:p>
          <a:p>
            <a:endParaRPr/>
          </a:p>
          <a:p>
            <a:r>
              <a:t>Recursive CTEs also excel at generating sequences of numbers or dates without requiring a physical numbers table. This is useful for creating date ranges, filling gaps in data, or building calendar reports.</a:t>
            </a:r>
          </a:p>
          <a:p>
            <a:endParaRPr/>
          </a:p>
          <a:p>
            <a:r>
              <a:t>CTEs work with INSERT, UPDATE, and DELETE statements, not just SELECT. This is useful when modification logic requires complex filtering or calculations. The CTE identifies the target rows, and the DML statement operates on the CTE result.</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Window functions perform calculations across a set of rows related to the current row without collapsing the result set. The OVER clause defines the window with three components: PARTITION BY (divides rows into groups), ORDER BY (determines row order within each partition), and ROWS/RANGE (defines frame boundaries relative to the current row).</a:t>
            </a:r>
          </a:p>
          <a:p>
            <a:endParaRPr/>
          </a:p>
          <a:p>
            <a:r>
              <a:t>Four ranking functions, each handling ties differently:</a:t>
            </a:r>
          </a:p>
          <a:p>
            <a:r>
              <a:t>- ROW_NUMBER(): unique sequential number, no duplicates even for tied values</a:t>
            </a:r>
          </a:p>
          <a:p>
            <a:r>
              <a:t>- RANK(): same rank for ties, then skips numbers (1, 1, 3)</a:t>
            </a:r>
          </a:p>
          <a:p>
            <a:r>
              <a:t>- DENSE_RANK(): same rank for ties, no gaps (1, 1, 2) and counts distinct value levels</a:t>
            </a:r>
          </a:p>
          <a:p>
            <a:r>
              <a:t>- NTILE(n): distributes rows into n roughly equal groups, useful for percentile analysis</a:t>
            </a:r>
          </a:p>
          <a:p>
            <a:endParaRPr/>
          </a:p>
          <a:p>
            <a:r>
              <a:t>Use ROW_NUMBER() when you need exactly one row per rank (top N per group). Use RANK() or DENSE_RANK() when tie information matters for reporting. Combine PARTITION BY with ranking functions for per-group rankings.</a:t>
            </a:r>
          </a:p>
          <a:p>
            <a:endParaRPr/>
          </a:p>
          <a:p>
            <a:r>
              <a:t>Standard aggregates (SUM, AVG, COUNT, MIN, MAX) become window functions when you add the OVER clause. Without ORDER BY in OVER, the aggregate covers the entire partition. Adding ORDER BY creates a running calculation from partition start to the current row. Window frames (ROWS BETWEEN) let you specify exactly which rows to include. For example, ROWS BETWEEN 2 PRECEDING AND CURRENT ROW creates a 3-row moving average.</a:t>
            </a:r>
          </a:p>
          <a:p>
            <a:endParaRPr/>
          </a:p>
          <a:p>
            <a:r>
              <a:t>Analytical functions access data from other rows without self-joins: LAG() and LEAD() retrieve values from previous or subsequent rows (useful for period-over-period changes). FIRST_VALUE() and LAST_VALUE() return values from the first or last row in the frame. Note that LAST_VALUE() requires an explicit frame specification. PERCENT_RANK() and CUME_DIST() calculate relative position within a partition for percentile analysis.</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rPr dirty="0"/>
              <a:t>SQL Server, Azure SQL, and SQL databases in Fabric provide built-in JSON support for parsing, querying, creating, and transforming JSON data directly in T-SQL.</a:t>
            </a:r>
          </a:p>
          <a:p>
            <a:endParaRPr dirty="0"/>
          </a:p>
          <a:p>
            <a:r>
              <a:rPr dirty="0"/>
              <a:t>Extracting values: JSON_VALUE() extracts scalar values (string, number, </a:t>
            </a:r>
            <a:r>
              <a:rPr dirty="0" err="1"/>
              <a:t>boolean</a:t>
            </a:r>
            <a:r>
              <a:rPr dirty="0"/>
              <a:t>) as NVARCHAR(4000) using path expressions with dot notation. JSON_QUERY() extracts JSON objects or arrays, preserving the JSON structure. Array elements are accessed with bracket notation (zero-based indexing).</a:t>
            </a:r>
          </a:p>
          <a:p>
            <a:endParaRPr dirty="0"/>
          </a:p>
          <a:p>
            <a:r>
              <a:rPr dirty="0"/>
              <a:t>Parsing arrays: OPENJSON is a table-valued function that transforms JSON into relational rows. Without a schema, it returns key, value, and type columns. With a WITH clause, it maps JSON properties to typed columns. Combine OPENJSON with CROSS APPLY to join JSON column data with relational table rows. Use OUTER APPLY if you need to include rows with NULL or empty JSON.</a:t>
            </a:r>
          </a:p>
          <a:p>
            <a:endParaRPr dirty="0"/>
          </a:p>
          <a:p>
            <a:r>
              <a:rPr dirty="0"/>
              <a:t>Constructing JSON (SQL Server 2022+): JSON_OBJECT() creates JSON objects from key-value pairs with automatic type conversion and escaping. JSON_ARRAY() creates JSON arrays from values. Nest these functions to build hierarchical structures. JSON_ARRAYAGG aggregates values from multiple rows into a single JSON array. Combine it with JSON_OBJECT to create arrays of complex objects from grouped relational data.</a:t>
            </a:r>
          </a:p>
          <a:p>
            <a:endParaRPr dirty="0"/>
          </a:p>
          <a:p>
            <a:r>
              <a:rPr dirty="0"/>
              <a:t>Validation and checking: ISJSON validates well-formed JSON (use in WHERE clauses to filter). JSON_PATH_EXISTS checks whether a specific path exists. JSON_CONTAINS checks if a JSON document contains a specific value. Lax mode (default) returns NULL for missing paths; strict mode raises an error.</a:t>
            </a:r>
          </a:p>
          <a:p>
            <a:endParaRPr dirty="0"/>
          </a:p>
          <a:p>
            <a:r>
              <a:rPr dirty="0"/>
              <a:t>Performance optimization: For frequently queried JSON properties, create computed columns that extract JSON values, then index those columns. This avoids re-parsing JSON on every query. Persisted computed columns store the extracted value on disk so JSON is parsed only during INSERT and UPDATE, not SELECT.</a:t>
            </a:r>
          </a:p>
          <a:p>
            <a:endParaRPr dirty="0"/>
          </a:p>
          <a:p>
            <a:r>
              <a:rPr dirty="0"/>
              <a:t>FOR JSON PATH transforms relational query results into JSON output. Use dot notation in column aliases to create nested objects in the output.</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Regular expressions (SQL Server 2025 and SQL databases in Fabric) provide complex pattern matching beyond what LIKE can handle. They use ECMAScript standard syntax (same as JavaScript), making patterns portable across technologies.</a:t>
            </a:r>
          </a:p>
          <a:p>
            <a:endParaRPr/>
          </a:p>
          <a:p>
            <a:r>
              <a:t>Key regex functions:</a:t>
            </a:r>
          </a:p>
          <a:p>
            <a:r>
              <a:t>- REGEXP_LIKE: returns 1 or 0 for pattern match. Use it in WHERE clauses for filtering and validation. Supports a flags parameter ('i' for case-insensitive).</a:t>
            </a:r>
          </a:p>
          <a:p>
            <a:r>
              <a:t>- REGEXP_REPLACE: finds pattern occurrences and replaces them, which is useful for data cleansing and standardization. Supports capture groups with backreferences ($1, $2) for restructuring text.</a:t>
            </a:r>
          </a:p>
          <a:p>
            <a:r>
              <a:t>- REGEXP_SUBSTR: extracts the portion of a string matching a pattern, with parameters for occurrence and capture groups.</a:t>
            </a:r>
          </a:p>
          <a:p>
            <a:r>
              <a:t>- REGEXP_INSTR: returns the starting position of a pattern match (0 if not found).</a:t>
            </a:r>
          </a:p>
          <a:p>
            <a:r>
              <a:t>- REGEXP_COUNT: counts how many times a pattern appears in a string.</a:t>
            </a:r>
          </a:p>
          <a:p>
            <a:r>
              <a:t>- REGEXP_SPLIT_TO_TABLE: table-valued function that splits a string into rows based on a delimiter pattern. Combine it with CROSS APPLY for splitting column values.</a:t>
            </a:r>
          </a:p>
          <a:p>
            <a:r>
              <a:t>- REGEXP_MATCHES: table-valued function returning all pattern matches as separate rows.</a:t>
            </a:r>
          </a:p>
          <a:p>
            <a:endParaRPr/>
          </a:p>
          <a:p>
            <a:r>
              <a:t>Fuzzy string matching finds records that are similar but not identical. This is useful for duplicate detection, misspelled names, and flexible search.</a:t>
            </a:r>
          </a:p>
          <a:p>
            <a:endParaRPr/>
          </a:p>
          <a:p>
            <a:r>
              <a:t>Three primary functions:</a:t>
            </a:r>
          </a:p>
          <a:p>
            <a:r>
              <a:t>- EDIT_DISTANCE (Levenshtein distance): counts minimum single-character operations (insert, delete, substitute) to transform one string into another. Lower values mean more similar. For short strings (5-10 chars), distance of 1-2 indicates similarity.</a:t>
            </a:r>
          </a:p>
          <a:p>
            <a:r>
              <a:t>- EDIT_DISTANCE_SIMILARITY: normalized similarity score 0-100 (100 = identical). Easier to interpret than raw edit distance, especially for strings of different lengths. Use a threshold (70+) for approximate matching.</a:t>
            </a:r>
          </a:p>
          <a:p>
            <a:r>
              <a:t>- JARO_WINKLER_DISTANCE: specifically designed for name comparison, gives higher scores to strings matching from the beginning. Returns 0-1 where scores above 0.9 typically indicate strong matches for names. Better for short strings like names; use EDIT_DISTANCE_SIMILARITY for longer strings.</a:t>
            </a:r>
          </a:p>
          <a:p>
            <a:endParaRPr/>
          </a:p>
          <a:p>
            <a:r>
              <a:t>Performance: fuzzy matching is computationally expensive. Always pre-filter with indexed columns (LIKE 'Jo%') before applying fuzzy functions to reduce the candidate set.</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Graph queries model data as nodes (entities) and edges (relationships). SQL Server extends the relational model with dedicated node and edge tables using AS NODE and AS EDGE syntax. The key advantage is pattern matching with the MATCH operator. Instead of writing complex multi-way joins, you express the pattern you are looking for using ASCII-style arrow syntax.</a:t>
            </a:r>
          </a:p>
          <a:p>
            <a:endParaRPr/>
          </a:p>
          <a:p>
            <a:r>
              <a:t>Node tables store entities (CREATE TABLE ... AS NODE). SQL Server automatically adds a $node_id column. Edge tables store relationships (CREATE TABLE ... AS EDGE) with automatic $edge_id, $from_id, and $to_id columns. Edges can also store properties about the relationship itself (dates, weights, types).</a:t>
            </a:r>
          </a:p>
          <a:p>
            <a:endParaRPr/>
          </a:p>
          <a:p>
            <a:r>
              <a:t>The MATCH clause uses arrow syntax to show relationship direction: Node1-(Edge)-&gt;Node2. Arrow direction must match how edges were inserted. Multi-hop traversals chain multiple edge patterns in a single MATCH to follow paths through several relationships, answering questions like "what products did my colleagues purchase?" SHORTEST_PATH handles variable-length traversals with quantifiers like {1,3} for one to three hops.</a:t>
            </a:r>
          </a:p>
          <a:p>
            <a:endParaRPr/>
          </a:p>
          <a:p>
            <a:r>
              <a:t>Use graph queries when relationships are the primary focus, you need variable-depth traversal, or the data naturally forms a network. Use relational queries when relationships are simple and fixed-depth, or you are primarily filtering and aggregating entity attributes.</a:t>
            </a:r>
          </a:p>
          <a:p>
            <a:endParaRPr/>
          </a:p>
          <a:p>
            <a:r>
              <a:t>Correlated subqueries reference columns from the outer query, executing once for each outer row, similar to a nested loop. They enable row-by-row comparisons that regular subqueries cannot express (for example, finding products priced above their own category's average).</a:t>
            </a:r>
          </a:p>
          <a:p>
            <a:endParaRPr/>
          </a:p>
          <a:p>
            <a:r>
              <a:t>Key correlated patterns: filtering with WHERE (compare each row against its group's aggregate), EXISTS/NOT EXISTS (test for presence or absence, which is more efficient than IN because the engine stops at the first match), calculated columns in SELECT (include per-row aggregates without GROUP BY), top-N per group (find top items within each category), and consecutive row comparisons (access previous/next row values, though LAG/LEAD window functions are typically more efficient for this).</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Production database code must handle errors gracefully. Unhandled errors can leave data in an inconsistent state with some rows inserted and others not, or with locks held indefinitely.</a:t>
            </a:r>
          </a:p>
          <a:p>
            <a:endParaRPr/>
          </a:p>
          <a:p>
            <a:r>
              <a:t>TRY...CATCH blocks provide structured error handling similar to other programming languages. When an error occurs in the TRY block, execution transfers to the CATCH block. Note that TRY...CATCH cannot catch compilation errors (syntax, missing objects) or errors with severity 20+ that close the connection.</a:t>
            </a:r>
          </a:p>
          <a:p>
            <a:endParaRPr/>
          </a:p>
          <a:p>
            <a:r>
              <a:t>Error information functions in the CATCH block: ERROR_NUMBER(), ERROR_MESSAGE(), ERROR_SEVERITY(), ERROR_STATE(), ERROR_LINE(), ERROR_PROCEDURE(). Always log errors before reraising them. Once you use THROW, the error functions return NULL if called again.</a:t>
            </a:r>
          </a:p>
          <a:p>
            <a:endParaRPr/>
          </a:p>
          <a:p>
            <a:r>
              <a:t>Transaction handling: when errors occur within transactions, you must explicitly roll back. Always check @@TRANCOUNT &gt; 0 before calling ROLLBACK TRANSACTION in the CATCH block. Some errors auto-rollback before reaching CATCH, and rolling back without an active transaction causes another error.</a:t>
            </a:r>
          </a:p>
          <a:p>
            <a:endParaRPr/>
          </a:p>
          <a:p>
            <a:r>
              <a:t>THROW raises custom exceptions (error numbers 50000+) and reraises the current error when called without parameters. RAISERROR provides printf-style parameter substitution for formatted messages. THROW is recommended for new code because it is simpler and always includes a stack trace.</a:t>
            </a:r>
          </a:p>
          <a:p>
            <a:endParaRPr/>
          </a:p>
          <a:p>
            <a:r>
              <a:t>Nested error handling: inner procedures should reraise with THROW and let the outer procedure handle rollback, keeping transaction management in one place.</a:t>
            </a:r>
          </a:p>
          <a:p>
            <a:endParaRPr/>
          </a:p>
          <a:p>
            <a:r>
              <a:t>SET XACT_ABORT ON causes automatic rollback on any error. Combine it with TRY...CATCH for the best of both approaches. XACT_ABORT guarantees immediate rollback while TRY...CATCH lets you log error details and perform custom cleanup. This is a best practice for stored procedures that span multiple operations.</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rPr dirty="0"/>
              <a:t>Also uses AdventureWorksLT locally.</a:t>
            </a:r>
            <a:endParaRPr lang="en-US" dirty="0"/>
          </a:p>
          <a:p>
            <a:endParaRPr dirty="0"/>
          </a:p>
          <a:p>
            <a:r>
              <a:rPr dirty="0"/>
              <a:t>FOR JSON PATH converts relational rows into JSON arrays with nested dot-path column aliases. JSON_OBJECT (new syntax) builds JSON inline without the FOR JSON clause, useful for single-row construction.</a:t>
            </a:r>
            <a:endParaRPr lang="en-US" dirty="0"/>
          </a:p>
          <a:p>
            <a:endParaRPr dirty="0"/>
          </a:p>
          <a:p>
            <a:r>
              <a:rPr dirty="0"/>
              <a:t>The CTE with ROW_NUMBER() demonstrates window functions for ranking products by price within each category. FOR JSON PATH with ROOT('Products') wraps the output in a named root element.</a:t>
            </a:r>
            <a:endParaRPr lang="en-US" dirty="0"/>
          </a:p>
          <a:p>
            <a:endParaRPr dirty="0"/>
          </a:p>
          <a:p>
            <a:r>
              <a:rPr dirty="0"/>
              <a:t>OPENJSON with an explicit schema (WITH clause) shreds a JSON array into typed relational columns. Point out that OPENJSON without a schema returns key/value/type rows, while WITH returns strongly-typed columns.</a:t>
            </a:r>
            <a:endParaRPr lang="en-US" dirty="0"/>
          </a:p>
          <a:p>
            <a:endParaRPr dirty="0"/>
          </a:p>
          <a:p>
            <a:r>
              <a:rPr dirty="0"/>
              <a:t>Estimated time: 30 minutes.</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Five knowledge check questions for this module:</a:t>
            </a:r>
          </a:p>
          <a:p>
            <a:endParaRPr/>
          </a:p>
          <a:p>
            <a:r>
              <a:t>Q1: Which approach should you use for a running total of sales by date while showing individual order details? Answer: (c) An aggregate function with OVER (ORDER BY) clause to create a window function. SUM(...) OVER (ORDER BY date) efficiently calculates running totals while preserving row details. Correlated subqueries would work but execute per row and are slower. Recursive CTEs and self-joins are unnecessarily complex for running totals.</a:t>
            </a:r>
          </a:p>
          <a:p>
            <a:endParaRPr/>
          </a:p>
          <a:p>
            <a:r>
              <a:t>Q2: Which combination of functions creates nested JSON with arrays from grouped rows? Answer: (b) JSON_OBJECT combined with JSON_ARRAYAGG to aggregate rows into arrays. JSON_OBJECT creates JSON objects from key-value pairs and JSON_ARRAYAGG aggregates multiple rows into a JSON array. FOR JSON PATH does not directly aggregate rows into arrays. OPENJSON parses existing JSON into rows (the opposite direction).</a:t>
            </a:r>
          </a:p>
          <a:p>
            <a:endParaRPr/>
          </a:p>
          <a:p>
            <a:r>
              <a:t>Q3: Which approach best finds customer records where names might be misspelled? Answer: (c) JARO_WINKLER_DISTANCE, which is optimized for name comparison and considers prefix matching. It gives higher scores to strings matching from the beginning and handles common typos well. LIKE cannot handle character substitutions or transpositions. SOUNDEX has limited phonetics and too many false positives. Regex patterns for all possible misspellings are impractical.</a:t>
            </a:r>
          </a:p>
          <a:p>
            <a:endParaRPr/>
          </a:p>
          <a:p>
            <a:r>
              <a:t>Q4: What is the correct pattern for a stored procedure that updates multiple tables within a transaction when an error occurs? Answer: (b) TRY...CATCH with IF @@TRANCOUNT &gt; 0 ROLLBACK in the CATCH block, then reraise with THROW. This ensures cleanup, allows error logging, and propagates the error to callers. Checking @@TRANCOUNT prevents errors when no transaction is active. XACT_ABORT alone does not allow error logging. Checking @@ERROR after each statement is unreliable since it resets.</a:t>
            </a:r>
          </a:p>
          <a:p>
            <a:endParaRPr/>
          </a:p>
          <a:p>
            <a:r>
              <a:t>Q5: Which approach best handles variable-depth hierarchical traversal? Answer: (b) A recursive CTE. The anchor member starts at the root and the recursive member joins to find the next level, continuing until no more matches are found. Multiple self-joins require knowing the maximum depth. Window functions cannot traverse relationships. Single correlated subqueries can only look one level up or down.</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r>
              <a:t>This module covered advanced T-SQL techniques for writing more expressive, efficient, and maintainable database code.</a:t>
            </a:r>
          </a:p>
          <a:p>
            <a:endParaRPr/>
          </a:p>
          <a:p>
            <a:r>
              <a:t>Key takeaways:</a:t>
            </a:r>
          </a:p>
          <a:p>
            <a:r>
              <a:t>- Recursive CTEs are the standard approach for traversing hierarchical data. Nonrecursive CTEs improve readability for complex multi-step queries. Both types work with INSERT, UPDATE, and DELETE, not just SELECT.</a:t>
            </a:r>
          </a:p>
          <a:p>
            <a:r>
              <a:t>- Window functions with OVER clauses enable running totals, rankings, moving averages, and analytical calculations without collapsing rows. Use ROW_NUMBER() for top-N per group. LAG/LEAD access previous/next row values for trend analysis.</a:t>
            </a:r>
          </a:p>
          <a:p>
            <a:r>
              <a:t>- JSON_OBJECT, JSON_ARRAY, and JSON_ARRAYAGG construct JSON from relational data. OPENJSON parses JSON into relational rows. Index computed columns on frequently queried JSON properties for performance.</a:t>
            </a:r>
          </a:p>
          <a:p>
            <a:r>
              <a:t>- Regular expressions provide complex pattern matching beyond LIKE and are available in SQL Server 2025 and Fabric. REGEXP_LIKE for filtering, REGEXP_REPLACE for cleansing, REGEXP_SPLIT_TO_TABLE for splitting strings.</a:t>
            </a:r>
          </a:p>
          <a:p>
            <a:r>
              <a:t>- JARO_WINKLER_DISTANCE is optimized for name matching. EDIT_DISTANCE_SIMILARITY works better for longer strings. Always pre-filter before applying fuzzy functions.</a:t>
            </a:r>
          </a:p>
          <a:p>
            <a:r>
              <a:t>- Graph tables with MATCH syntax handle network-style data naturally. Use SHORTEST_PATH for variable-length traversals.</a:t>
            </a:r>
          </a:p>
          <a:p>
            <a:r>
              <a:t>- Correlated subqueries enable row-by-row comparisons. EXISTS is more efficient than IN for existence checks.</a:t>
            </a:r>
          </a:p>
          <a:p>
            <a:r>
              <a:t>- Always check @@TRANCOUNT before ROLLBACK in CATCH blocks. Combine SET XACT_ABORT ON with TRY...CATCH for the most robust transaction protection.</a:t>
            </a:r>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A1DAEA-AE32-F070-6ED3-D504A682E75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A416E4B-6120-577E-4D2A-4A1ABE841FC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D3FEA55-CB7B-4EED-B5D0-B89E47653689}"/>
              </a:ext>
            </a:extLst>
          </p:cNvPr>
          <p:cNvSpPr>
            <a:spLocks noGrp="1"/>
          </p:cNvSpPr>
          <p:nvPr>
            <p:ph type="body" idx="1"/>
          </p:nvPr>
        </p:nvSpPr>
        <p:spPr/>
        <p:txBody>
          <a:bodyPr/>
          <a:lstStyle/>
          <a:p>
            <a:r>
              <a:rPr lang="en-US" dirty="0"/>
              <a:t>This module covers AI-assisted development tools for database professionals working with SQL Server, Azure SQL, and Microsoft Fabric. The scenario: a database developer working on a complex enterprise application who needs to write dozens of stored procedures, optimize query performance, and ensure code follows team standards. Traditionally this means hours of boilerplate code, searching documentation, and reviewing query plans. AI-assisted tools change that workflow.</a:t>
            </a:r>
          </a:p>
          <a:p>
            <a:endParaRPr lang="en-US" dirty="0"/>
          </a:p>
          <a:p>
            <a:r>
              <a:rPr lang="en-US" dirty="0"/>
              <a:t>GitHub Copilot and Fabric Copilot are AI assistants that understand database context and help write T-SQL faster and more accurately. They suggest complete queries from natural language descriptions, explain existing code, help diagnose performance issues, and learn team coding standards through custom instruction files.</a:t>
            </a:r>
          </a:p>
          <a:p>
            <a:endParaRPr lang="en-US" dirty="0"/>
          </a:p>
          <a:p>
            <a:r>
              <a:rPr lang="en-US" dirty="0"/>
              <a:t>By the end, students will be able to describe available AI tools for SQL platforms, interpret security impacts, enable GitHub Copilot and Fabric Copilot, configure model and MCP tool options, create instruction files for consistent behavior, and connect MCP server endpoints.</a:t>
            </a:r>
          </a:p>
        </p:txBody>
      </p:sp>
      <p:sp>
        <p:nvSpPr>
          <p:cNvPr id="4" name="Header Placeholder 3">
            <a:extLst>
              <a:ext uri="{FF2B5EF4-FFF2-40B4-BE49-F238E27FC236}">
                <a16:creationId xmlns:a16="http://schemas.microsoft.com/office/drawing/2014/main" id="{FD8FB398-C95F-A28B-E76E-DA5003777FC3}"/>
              </a:ext>
            </a:extLst>
          </p:cNvPr>
          <p:cNvSpPr>
            <a:spLocks noGrp="1"/>
          </p:cNvSpPr>
          <p:nvPr>
            <p:ph type="hdr" sz="quarter"/>
          </p:nvPr>
        </p:nvSpPr>
        <p:spPr/>
        <p:txBody>
          <a:bodyPr/>
          <a:lstStyle/>
          <a:p>
            <a:endParaRPr lang="en-US"/>
          </a:p>
        </p:txBody>
      </p:sp>
      <p:sp>
        <p:nvSpPr>
          <p:cNvPr id="5" name="Footer Placeholder 4">
            <a:extLst>
              <a:ext uri="{FF2B5EF4-FFF2-40B4-BE49-F238E27FC236}">
                <a16:creationId xmlns:a16="http://schemas.microsoft.com/office/drawing/2014/main" id="{B0C0B15E-CC15-62D6-DFA6-AC773FC66785}"/>
              </a:ext>
            </a:extLst>
          </p:cNvPr>
          <p:cNvSpPr>
            <a:spLocks noGrp="1"/>
          </p:cNvSpPr>
          <p:nvPr>
            <p:ph type="ftr" sz="quarter" idx="4"/>
          </p:nvPr>
        </p:nvSpPr>
        <p:spPr/>
        <p:txBody>
          <a:bodyPr/>
          <a:lstStyle/>
          <a:p>
            <a:pPr defTabSz="914099" eaLnBrk="0" hangingPunct="0"/>
            <a:r>
              <a:rPr lang="en-US" sz="400">
                <a:gradFill>
                  <a:gsLst>
                    <a:gs pos="0">
                      <a:prstClr val="black"/>
                    </a:gs>
                    <a:gs pos="100000">
                      <a:prstClr val="black"/>
                    </a:gs>
                  </a:gsLst>
                  <a:lin ang="5400000" scaled="0"/>
                </a:gradFill>
                <a:latin typeface="Segoe UI" pitchFamily="34" charset="0"/>
                <a:ea typeface="Segoe UI" pitchFamily="34" charset="0"/>
                <a:cs typeface="Segoe UI" pitchFamily="34" charset="0"/>
              </a:rPr>
              <a:t>© Microsoft Corporation</a:t>
            </a:r>
          </a:p>
        </p:txBody>
      </p:sp>
      <p:sp>
        <p:nvSpPr>
          <p:cNvPr id="6" name="Slide Number Placeholder 5">
            <a:extLst>
              <a:ext uri="{FF2B5EF4-FFF2-40B4-BE49-F238E27FC236}">
                <a16:creationId xmlns:a16="http://schemas.microsoft.com/office/drawing/2014/main" id="{18936D85-BFB7-EEBA-5054-DA2EDF12EDF6}"/>
              </a:ext>
            </a:extLst>
          </p:cNvPr>
          <p:cNvSpPr>
            <a:spLocks noGrp="1"/>
          </p:cNvSpPr>
          <p:nvPr>
            <p:ph type="sldNum" sz="quarter" idx="5"/>
          </p:nvPr>
        </p:nvSpPr>
        <p:spPr/>
        <p:txBody>
          <a:bodyPr/>
          <a:lstStyle/>
          <a:p>
            <a:fld id="{B4008EB6-D09E-4580-8CD6-DDB14511944F}" type="slidenum">
              <a:rPr lang="en-US" smtClean="0"/>
              <a:pPr/>
              <a:t>32</a:t>
            </a:fld>
            <a:endParaRPr lang="en-US"/>
          </a:p>
        </p:txBody>
      </p:sp>
    </p:spTree>
    <p:extLst>
      <p:ext uri="{BB962C8B-B14F-4D97-AF65-F5344CB8AC3E}">
        <p14:creationId xmlns:p14="http://schemas.microsoft.com/office/powerpoint/2010/main" val="122268811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AI-assisted development tools use large language models to help write, understand, and optimize code. They analyze code context, database schema, and natural language prompts to generate relevant suggestions. Two primary assistants are available for SQL platforms:</a:t>
            </a:r>
          </a:p>
          <a:p>
            <a:endParaRPr/>
          </a:p>
          <a:p>
            <a:r>
              <a:t>GitHub Copilot works directly in Visual Studio Code, Visual Studio, or SQL Server Management Studio (SSMS). It provides code completions, answers questions about your database, and generates T-SQL queries by understanding your schema and patterns. Fabric Copilot is integrated into Microsoft Fabric workspaces and provides AI assistance for data engineering, data science, and analytics workloads. It helps explore data, generate queries, and understand lakehouse structures.</a:t>
            </a:r>
          </a:p>
          <a:p>
            <a:endParaRPr/>
          </a:p>
          <a:p>
            <a:r>
              <a:t>Key capabilities include: code completion (suggesting complete statements, column names, and table references), natural language to SQL, code explanation (useful for unfamiliar stored procedures or complex queries), query optimization based on best practices and your schema, and error assistance for diagnosing issues. SQL Server and Azure SQL Database are supported through GitHub Copilot in SSMS and VS Code. SQL databases in Fabric benefit from both Fabric Copilot in the portal and GitHub Copilot in external tools. Model Context Protocol (MCP) extends capabilities by allowing assistants to connect directly to data sources, querying actual schema, sample data, and metadata in real time for more accurate suggestions.</a:t>
            </a:r>
          </a:p>
        </p:txBody>
      </p:sp>
      <p:sp>
        <p:nvSpPr>
          <p:cNvPr id="4" name="Slide Number Placeholder 3"/>
          <p:cNvSpPr>
            <a:spLocks noGrp="1"/>
          </p:cNvSpPr>
          <p:nvPr>
            <p:ph type="sldNum" sz="quarter" idx="5"/>
          </p:nvPr>
        </p:nvSpPr>
        <p:spPr/>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Before enabling AI-assisted tools, you need to understand the security implications. When using GitHub Copilot or Fabric Copilot, prompts and code context are sent to cloud-based AI models. GitHub Copilot transmits the code being edited, content from open files, database schema information when connected, and natural language prompts. Fabric Copilot processes similar data within the Fabric workspace context. Both are designed to protect data. Prompts and responses are not used to train the underlying models, and data is encrypted in transit and at rest.</a:t>
            </a:r>
          </a:p>
          <a:p>
            <a:endParaRPr/>
          </a:p>
          <a:p>
            <a:r>
              <a:t>Organizational policy considerations include: data classification (does the database contain PII, financial, or healthcare data?), compliance requirements, intellectual property (proprietary schema designs may be trade secrets), and access controls. GitHub Copilot includes content filtering to avoid harmful code patterns including SQL injection, organization policies for administrators, and audit logging through Enterprise Cloud.</a:t>
            </a:r>
          </a:p>
          <a:p>
            <a:endParaRPr/>
          </a:p>
          <a:p>
            <a:r>
              <a:t>Critical security practices: never paste credentials into prompts, use environment variables rather than hardcoding in AI-visible files, and review generated code before committing. AI-generated code requires the same security review as any code. Verify GRANT/REVOKE statements align with least-privilege, validate dynamic SQL for injection risks with sp_executesql, and check SELECT statements for unintended data exposure. For MCP servers, use dedicated service accounts with read-only access when only schema querying is needed, and consider network security for sensitive environments.</a:t>
            </a:r>
          </a:p>
        </p:txBody>
      </p:sp>
      <p:sp>
        <p:nvSpPr>
          <p:cNvPr id="4" name="Slide Number Placeholder 3"/>
          <p:cNvSpPr>
            <a:spLocks noGrp="1"/>
          </p:cNvSpPr>
          <p:nvPr>
            <p:ph type="sldNum" sz="quarter" idx="5"/>
          </p:nvPr>
        </p:nvSpPr>
        <p:spPr/>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For SSMS: SSMS 22+ includes native GitHub Copilot support. Install via the Visual Studio Installer. Locate SSMS, select Modify, check AI Assistance on the Workloads tab, and apply. After installation, a Copilot badge appears in the upper-right corner. Sign in with a GitHub account that has Copilot access (Individual, Business, or Enterprise subscription).</a:t>
            </a:r>
          </a:p>
          <a:p>
            <a:endParaRPr/>
          </a:p>
          <a:p>
            <a:r>
              <a:t>For VS Code: install the GitHub Copilot and GitHub Copilot Chat extensions, sign in to GitHub. For SQL development, also install the MSSQL extension. With both installed, you can right-click a connected database and select "Chat with this database" for context-aware conversations.</a:t>
            </a:r>
          </a:p>
          <a:p>
            <a:endParaRPr/>
          </a:p>
          <a:p>
            <a:r>
              <a:t>For Fabric Copilot: requires F2+ Fabric capacity or P1+ Premium capacity. A Fabric Administrator enables it at the tenant level through Admin portal &gt; Tenant settings &gt; "Users can use Copilot and other features powered by Azure OpenAI." Then users access Copilot within Data Engineering, Data Warehouse, or Data Science experiences.</a:t>
            </a:r>
          </a:p>
          <a:p>
            <a:endParaRPr/>
          </a:p>
          <a:p>
            <a:r>
              <a:t>For enterprise teams: standardize subscriptions so all members have the same Copilot access, document approved uses especially for production changes, and set up shared instruction files for coding standards.</a:t>
            </a:r>
          </a:p>
        </p:txBody>
      </p:sp>
      <p:sp>
        <p:nvSpPr>
          <p:cNvPr id="4" name="Slide Number Placeholder 3"/>
          <p:cNvSpPr>
            <a:spLocks noGrp="1"/>
          </p:cNvSpPr>
          <p:nvPr>
            <p:ph type="sldNum" sz="quarter" idx="5"/>
          </p:nvPr>
        </p:nvSpPr>
        <p:spPr/>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GitHub Copilot supports multiple AI models that can be selected per chat session. Available models include GPT (advanced reasoning for complex T-SQL and database design), Claude models (strong code explanation and documentation), and Gemini models. In SSMS, use the model selector dropdown at the top of the chat. In VS Code, use the model picker in the chat interface.</a:t>
            </a:r>
          </a:p>
          <a:p>
            <a:endParaRPr/>
          </a:p>
          <a:p>
            <a:r>
              <a:t>Model Context Protocol (MCP) is an open standard that allows AI assistants to connect directly to external data sources and tools. Instead of only seeing editor code, MCP enables querying actual database schema, sample data, and metadata in real time. It follows a client-server architecture: MCP Host (GitHub Copilot, Claude, etc.), MCP Client (protocol client connecting to servers), and MCP Server (service exposing specific data sources).</a:t>
            </a:r>
          </a:p>
          <a:p>
            <a:endParaRPr/>
          </a:p>
          <a:p>
            <a:r>
              <a:t>In VS Code, MCP works through Agent mode. Switch from Ask/Edit to Agent to access MCP tools. Add servers via Command Palette (MCP: Add Server) or by editing .vscode/mcp.json. Several MCP server options exist: SQL MCP Server (Microsoft's open-source solution built on Data API builder for SQL Server/Azure SQL), Microsoft Fabric MCP Server (connects to Fabric data agents), and Azure MCP Server (broader Azure resource integration). Configure MCP connections with least-privilege access. If your workflow only needs schema information, don't grant data read permissions.</a:t>
            </a:r>
          </a:p>
        </p:txBody>
      </p:sp>
      <p:sp>
        <p:nvSpPr>
          <p:cNvPr id="4" name="Slide Number Placeholder 3"/>
          <p:cNvSpPr>
            <a:spLocks noGrp="1"/>
          </p:cNvSpPr>
          <p:nvPr>
            <p:ph type="sldNum" sz="quarter" idx="5"/>
          </p:nvPr>
        </p:nvSpPr>
        <p:spPr/>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Custom instruction files are markdown documents that guide GitHub Copilot's behavior consistently across projects and teams. Instead of repeating context in every prompt, you define preferences, coding standards, and project-specific guidance in files that Copilot reads automatically.</a:t>
            </a:r>
          </a:p>
          <a:p>
            <a:endParaRPr/>
          </a:p>
          <a:p>
            <a:r>
              <a:t>Two main types: Repository instructions (copilot-instructions.md) go in the .github folder at the repository root and apply to everyone in the repository. Prompt files (.prompt.md) go in .github/prompts and define reusable templates for specific tasks, like creating stored procedure templates, migration scripts, or performance reviews.</a:t>
            </a:r>
          </a:p>
          <a:p>
            <a:endParaRPr/>
          </a:p>
          <a:p>
            <a:r>
              <a:t>The instruction file should be specific. Example content includes naming conventions (tables in PascalCase singular, procedures as usp_ActionEntity, indexes as IX_TableName_ColumnName), T-SQL style rules (explicit column lists, schema prefixes, ANSI JOIN syntax, TRY...CATCH blocks), security requirements (never GRANT to public, parameterized queries, avoid dynamic SQL), and performance guidelines (SET NOCOUNT ON, EXISTS over COUNT).</a:t>
            </a:r>
          </a:p>
          <a:p>
            <a:endParaRPr/>
          </a:p>
          <a:p>
            <a:r>
              <a:t>For enterprise teams: maintain a master instruction file in a shared repository, use layered instructions (org-level general + repo-specific additions), track changes in version control, and review periodically as practices evolve. Be specific rather than vague, provide code examples demonstrating preferred patterns, prioritize the most important guidelines first, and test iteratively.</a:t>
            </a:r>
          </a:p>
        </p:txBody>
      </p:sp>
      <p:sp>
        <p:nvSpPr>
          <p:cNvPr id="4" name="Slide Number Placeholder 3"/>
          <p:cNvSpPr>
            <a:spLocks noGrp="1"/>
          </p:cNvSpPr>
          <p:nvPr>
            <p:ph type="sldNum" sz="quarter" idx="5"/>
          </p:nvPr>
        </p:nvSpPr>
        <p:spPr/>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This unit covers connecting MCP servers to specific SQL platforms. For SQL Server and Azure SQL: use the SQL MCP Server (Microsoft's open-source solution built on Data API builder), or use the MSSQL extension's built-in integration in VS Code. Right-click a connected database and select "Chat with this database" for schema-aware conversations without a separate MCP server.</a:t>
            </a:r>
          </a:p>
          <a:p>
            <a:endParaRPr/>
          </a:p>
          <a:p>
            <a:r>
              <a:t>For Azure SQL databases: additionally consider the Azure MCP Server for broader Azure resource integration. Network configuration is important. Ensure client IP is allowed through the Azure SQL firewall, configure network for private endpoints, and consider service principals for automated access.</a:t>
            </a:r>
          </a:p>
          <a:p>
            <a:endParaRPr/>
          </a:p>
          <a:p>
            <a:r>
              <a:t>For Fabric Lakehouse: create a data agent in your Fabric workspace, configure it with lakehouse or warehouse access, publish it, then copy the MCP server URL from Settings &gt; Model Context Protocol tab. Add this URL to your .vscode/mcp.json. The Fabric MCP Server VS Code extension provides a streamlined experience.</a:t>
            </a:r>
          </a:p>
          <a:p>
            <a:endParaRPr/>
          </a:p>
          <a:p>
            <a:r>
              <a:t>Authentication options include interactive authentication (sign in via browser, best for development), service principal (Microsoft Entra ID application, best for automated scenarios), and API keys (store securely using environment variables or VS Code input prompts). Never store credentials directly in configuration files that might be committed to source control. Best practices: use least-privilege access, separate environments for dev/test/production, monitor connection usage, and share configurations through version control.</a:t>
            </a:r>
          </a:p>
        </p:txBody>
      </p:sp>
      <p:sp>
        <p:nvSpPr>
          <p:cNvPr id="4" name="Slide Number Placeholder 3"/>
          <p:cNvSpPr>
            <a:spLocks noGrp="1"/>
          </p:cNvSpPr>
          <p:nvPr>
            <p:ph type="sldNum" sz="quarter" idx="5"/>
          </p:nvPr>
        </p:nvSpPr>
        <p:spPr/>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dirty="0"/>
              <a:t>First lab that uses Azure SQL Database. Students install the GitHub Copilot and GitHub Copilot Chat extensions in VS Code, plus the SQL tools extension.</a:t>
            </a:r>
            <a:endParaRPr lang="en-US" dirty="0"/>
          </a:p>
          <a:p>
            <a:endParaRPr dirty="0"/>
          </a:p>
          <a:p>
            <a:r>
              <a:rPr dirty="0"/>
              <a:t>The custom instruction file (.</a:t>
            </a:r>
            <a:r>
              <a:rPr dirty="0" err="1"/>
              <a:t>github</a:t>
            </a:r>
            <a:r>
              <a:rPr dirty="0"/>
              <a:t>/copilot-instructions.md) sets coding standards like "use schema prefixes," "include error handling," and "add comments." Copilot then generates a stored procedure and a view following those standards.</a:t>
            </a:r>
            <a:endParaRPr lang="en-US" dirty="0"/>
          </a:p>
          <a:p>
            <a:endParaRPr dirty="0"/>
          </a:p>
          <a:p>
            <a:r>
              <a:rPr dirty="0"/>
              <a:t>The "explain" feature helps students understand generated code, and the optimization suggestions show how Copilot can recommend indexing or query rewrites.</a:t>
            </a:r>
            <a:endParaRPr lang="en-US" dirty="0"/>
          </a:p>
          <a:p>
            <a:endParaRPr dirty="0"/>
          </a:p>
          <a:p>
            <a:r>
              <a:rPr dirty="0"/>
              <a:t>Remind students that Copilot suggestions should always be reviewed before running against production.</a:t>
            </a:r>
            <a:endParaRPr lang="en-US" dirty="0"/>
          </a:p>
          <a:p>
            <a:endParaRPr dirty="0"/>
          </a:p>
          <a:p>
            <a:r>
              <a:rPr dirty="0"/>
              <a:t>Estimated time: 30 minutes.</a:t>
            </a:r>
          </a:p>
        </p:txBody>
      </p:sp>
      <p:sp>
        <p:nvSpPr>
          <p:cNvPr id="4" name="Slide Number Placeholder 3"/>
          <p:cNvSpPr>
            <a:spLocks noGrp="1"/>
          </p:cNvSpPr>
          <p:nvPr>
            <p:ph type="sldNum" sz="quarter" idx="5"/>
          </p:nvPr>
        </p:nvSpPr>
        <p:spPr/>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Question 1: "Which tool should a developer install for AI assistance in SSMS?" Answer: GitHub Copilot through the AI Assistance workload. It's installed in SSMS 22+ through the Visual Studio Installer by selecting the AI Assistance workload. Fabric Copilot is for Fabric workspaces, not SSMS.</a:t>
            </a:r>
          </a:p>
          <a:p>
            <a:endParaRPr/>
          </a:p>
          <a:p>
            <a:r>
              <a:t>Question 2: "What security practice for database credentials?" Answer: Use environment variables and never paste credentials into prompts. Never store credentials in instruction files or any AI-visible files.</a:t>
            </a:r>
          </a:p>
          <a:p>
            <a:endParaRPr/>
          </a:p>
          <a:p>
            <a:r>
              <a:t>Question 3: "What does MCP enable AI assistants to do?" Answer: Connect directly to data sources for real-time schema and metadata access. MCP doesn't change model speed  -  it provides context by connecting to external data sources for more accurate suggestions.</a:t>
            </a:r>
          </a:p>
          <a:p>
            <a:endParaRPr/>
          </a:p>
          <a:p>
            <a:r>
              <a:t>Question 4: "Where to place copilot-instructions.md?" Answer: In the .github folder at the repository root. This applies instructions to all repository users.</a:t>
            </a:r>
          </a:p>
          <a:p>
            <a:endParaRPr/>
          </a:p>
          <a:p>
            <a:r>
              <a:t>Question 5: "How to connect AI assistant to Fabric Lakehouse?" Answer: Publish a Fabric data agent as an MCP server and connect using the MCP endpoint URL. Copy the URL from the agent's settings and configure it in mcp.json.</a:t>
            </a:r>
          </a:p>
        </p:txBody>
      </p:sp>
      <p:sp>
        <p:nvSpPr>
          <p:cNvPr id="4" name="Slide Number Placeholder 3"/>
          <p:cNvSpPr>
            <a:spLocks noGrp="1"/>
          </p:cNvSpPr>
          <p:nvPr>
            <p:ph type="sldNum" sz="quarter" idx="5"/>
          </p:nvPr>
        </p:nvSpPr>
        <p:spPr/>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This module covered AI-assisted development tools for SQL platforms. Students learned to describe GitHub Copilot (for SSMS and VS Code) and Fabric Copilot (for Fabric workspaces), interpret security impacts including data processing, organizational policies, and credential protection, and enable both tools in their development environments.</a:t>
            </a:r>
          </a:p>
          <a:p>
            <a:endParaRPr/>
          </a:p>
          <a:p>
            <a:r>
              <a:t>They configured model selection to match different tasks and set up MCP tools for real-time database context. They created custom instruction files (copilot-instructions.md and .prompt.md files) to guide Copilot behavior consistently across teams. And they connected MCP server endpoints for SQL Server, Azure SQL, and Fabric Lakehouse. Key takeaways: MCP enables AI assistants to access actual database schema for more accurate suggestions, custom instruction files codify coding standards for consistent AI behavior, and security awareness is essential. Never expose credentials to AI tools and always review generated code before execution.</a:t>
            </a:r>
          </a:p>
        </p:txBody>
      </p:sp>
      <p:sp>
        <p:nvSpPr>
          <p:cNvPr id="4" name="Slide Number Placeholder 3"/>
          <p:cNvSpPr>
            <a:spLocks noGrp="1"/>
          </p:cNvSpPr>
          <p:nvPr>
            <p:ph type="sldNum" sz="quarter" idx="5"/>
          </p:nvPr>
        </p:nvSpPr>
        <p:spPr/>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xml"/></Relationships>
</file>

<file path=ppt/slideLayouts/_rels/slideLayout8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xml"/></Relationships>
</file>

<file path=ppt/slideLayouts/_rels/slideLayout87.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xml"/></Relationships>
</file>

<file path=ppt/slideLayouts/_rels/slideLayout88.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xml"/></Relationships>
</file>

<file path=ppt/slideLayouts/_rels/slideLayout9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xml"/></Relationships>
</file>

<file path=ppt/slideLayouts/_rels/slideLayout94.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2.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4.emf"/><Relationship Id="rId1" Type="http://schemas.openxmlformats.org/officeDocument/2006/relationships/slideMaster" Target="../slideMasters/slideMaster3.xml"/></Relationships>
</file>

<file path=ppt/slideLayouts/_rels/slideLayout10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xml"/></Relationships>
</file>

<file path=ppt/slideLayouts/_rels/slideLayout102.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103.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104.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4.png"/><Relationship Id="rId1" Type="http://schemas.openxmlformats.org/officeDocument/2006/relationships/slideMaster" Target="../slideMasters/slideMaster3.xml"/></Relationships>
</file>

<file path=ppt/slideLayouts/_rels/slideLayout105.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5.png"/><Relationship Id="rId1" Type="http://schemas.openxmlformats.org/officeDocument/2006/relationships/slideMaster" Target="../slideMasters/slideMaster3.xml"/></Relationships>
</file>

<file path=ppt/slideLayouts/_rels/slideLayout106.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6.png"/><Relationship Id="rId1" Type="http://schemas.openxmlformats.org/officeDocument/2006/relationships/slideMaster" Target="../slideMasters/slideMaster3.xml"/><Relationship Id="rId4" Type="http://schemas.openxmlformats.org/officeDocument/2006/relationships/image" Target="../media/image6.jpeg"/></Relationships>
</file>

<file path=ppt/slideLayouts/_rels/slideLayout107.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7.png"/><Relationship Id="rId1" Type="http://schemas.openxmlformats.org/officeDocument/2006/relationships/slideMaster" Target="../slideMasters/slideMaster3.xml"/><Relationship Id="rId4" Type="http://schemas.openxmlformats.org/officeDocument/2006/relationships/image" Target="../media/image18.jpeg"/></Relationships>
</file>

<file path=ppt/slideLayouts/_rels/slideLayout108.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4.emf"/><Relationship Id="rId1" Type="http://schemas.openxmlformats.org/officeDocument/2006/relationships/slideMaster" Target="../slideMasters/slideMaster3.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0.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3.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1.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3.xml"/></Relationships>
</file>

<file path=ppt/slideLayouts/_rels/slideLayout132.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3.xml"/></Relationships>
</file>

<file path=ppt/slideLayouts/_rels/slideLayout133.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3.xml"/></Relationships>
</file>

<file path=ppt/slideLayouts/_rels/slideLayout134.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3.xml"/></Relationships>
</file>

<file path=ppt/slideLayouts/_rels/slideLayout135.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136.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137.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138.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139.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3.xml"/></Relationships>
</file>

<file path=ppt/slideLayouts/_rels/slideLayout140.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3.xml"/></Relationships>
</file>

<file path=ppt/slideLayouts/_rels/slideLayout141.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23.jpeg"/><Relationship Id="rId1" Type="http://schemas.openxmlformats.org/officeDocument/2006/relationships/slideMaster" Target="../slideMasters/slideMaster3.xml"/></Relationships>
</file>

<file path=ppt/slideLayouts/_rels/slideLayout142.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xml"/><Relationship Id="rId4" Type="http://schemas.openxmlformats.org/officeDocument/2006/relationships/image" Target="../media/image19.jpeg"/></Relationships>
</file>

<file path=ppt/slideLayouts/_rels/slideLayout143.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xml"/><Relationship Id="rId4" Type="http://schemas.openxmlformats.org/officeDocument/2006/relationships/image" Target="../media/image19.jpeg"/></Relationships>
</file>

<file path=ppt/slideLayouts/_rels/slideLayout144.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26.jpeg"/><Relationship Id="rId1" Type="http://schemas.openxmlformats.org/officeDocument/2006/relationships/slideMaster" Target="../slideMasters/slideMaster3.xml"/><Relationship Id="rId5" Type="http://schemas.openxmlformats.org/officeDocument/2006/relationships/image" Target="../media/image6.jpeg"/><Relationship Id="rId4" Type="http://schemas.openxmlformats.org/officeDocument/2006/relationships/image" Target="../media/image25.jpeg"/></Relationships>
</file>

<file path=ppt/slideLayouts/_rels/slideLayout145.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Master" Target="../slideMasters/slideMaster3.xml"/></Relationships>
</file>

<file path=ppt/slideLayouts/_rels/slideLayout146.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image" Target="../media/image29.jpeg"/><Relationship Id="rId1" Type="http://schemas.openxmlformats.org/officeDocument/2006/relationships/slideMaster" Target="../slideMasters/slideMaster3.xml"/><Relationship Id="rId4" Type="http://schemas.openxmlformats.org/officeDocument/2006/relationships/image" Target="../media/image31.jpeg"/></Relationships>
</file>

<file path=ppt/slideLayouts/_rels/slideLayout147.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2.jpeg"/><Relationship Id="rId1" Type="http://schemas.openxmlformats.org/officeDocument/2006/relationships/slideMaster" Target="../slideMasters/slideMaster3.xml"/><Relationship Id="rId5" Type="http://schemas.openxmlformats.org/officeDocument/2006/relationships/image" Target="../media/image35.jpeg"/><Relationship Id="rId4" Type="http://schemas.openxmlformats.org/officeDocument/2006/relationships/image" Target="../media/image34.jpeg"/></Relationships>
</file>

<file path=ppt/slideLayouts/_rels/slideLayout148.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49.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xml"/><Relationship Id="rId4" Type="http://schemas.openxmlformats.org/officeDocument/2006/relationships/image" Target="../media/image19.jpeg"/></Relationships>
</file>

<file path=ppt/slideLayouts/_rels/slideLayout150.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xml"/><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51.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3.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164.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3.xml"/></Relationships>
</file>

<file path=ppt/slideLayouts/_rels/slideLayout165.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3.xml"/></Relationships>
</file>

<file path=ppt/slideLayouts/_rels/slideLayout166.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3.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9.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3.xml"/></Relationships>
</file>

<file path=ppt/slideLayouts/_rels/slideLayout170.xml.rels><?xml version="1.0" encoding="UTF-8" standalone="yes"?>
<Relationships xmlns="http://schemas.openxmlformats.org/package/2006/relationships"><Relationship Id="rId3" Type="http://schemas.openxmlformats.org/officeDocument/2006/relationships/image" Target="../media/image40.emf"/><Relationship Id="rId2" Type="http://schemas.openxmlformats.org/officeDocument/2006/relationships/image" Target="../media/image39.png"/><Relationship Id="rId1" Type="http://schemas.openxmlformats.org/officeDocument/2006/relationships/slideMaster" Target="../slideMasters/slideMaster3.xml"/></Relationships>
</file>

<file path=ppt/slideLayouts/_rels/slideLayout171.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39.png"/><Relationship Id="rId1" Type="http://schemas.openxmlformats.org/officeDocument/2006/relationships/slideMaster" Target="../slideMasters/slideMaster3.xml"/></Relationships>
</file>

<file path=ppt/slideLayouts/_rels/slideLayout17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17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174.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3.xml"/></Relationships>
</file>

<file path=ppt/slideLayouts/_rels/slideLayout175.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3.xml"/></Relationships>
</file>

<file path=ppt/slideLayouts/_rels/slideLayout176.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3.xml"/></Relationships>
</file>

<file path=ppt/slideLayouts/_rels/slideLayout177.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3.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xml"/></Relationships>
</file>

<file path=ppt/slideLayouts/_rels/slideLayout18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xml"/></Relationships>
</file>

<file path=ppt/slideLayouts/_rels/slideLayout18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4.xml"/></Relationships>
</file>

<file path=ppt/slideLayouts/_rels/slideLayout185.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18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4.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9.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4.xml"/></Relationships>
</file>

<file path=ppt/slideLayouts/_rels/slideLayout190.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4.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220.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4.xml"/></Relationships>
</file>

<file path=ppt/slideLayouts/_rels/slideLayout221.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4.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2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4.xml"/></Relationships>
</file>

<file path=ppt/slideLayouts/_rels/slideLayout22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4.xml"/></Relationships>
</file>

<file path=ppt/slideLayouts/_rels/slideLayout227.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4.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30.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4.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3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23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5.xml"/></Relationships>
</file>

<file path=ppt/slideLayouts/_rels/slideLayout236.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5.xml"/></Relationships>
</file>

<file path=ppt/slideLayouts/_rels/slideLayout23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5.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0.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5.xml"/></Relationships>
</file>

<file path=ppt/slideLayouts/_rels/slideLayout241.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5.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6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5.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6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5.xml"/></Relationships>
</file>

<file path=ppt/slideLayouts/_rels/slideLayout27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5.xml"/></Relationships>
</file>

<file path=ppt/slideLayouts/_rels/slideLayout271.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5.xml"/></Relationships>
</file>

<file path=ppt/slideLayouts/_rels/slideLayout272.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5.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7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5.xml"/></Relationships>
</file>

<file path=ppt/slideLayouts/_rels/slideLayout277.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5.xml"/></Relationships>
</file>

<file path=ppt/slideLayouts/_rels/slideLayout278.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5.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8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4.emf"/><Relationship Id="rId1" Type="http://schemas.openxmlformats.org/officeDocument/2006/relationships/slideMaster" Target="../slideMasters/slideMaster6.xml"/></Relationships>
</file>

<file path=ppt/slideLayouts/_rels/slideLayout28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6.xml"/></Relationships>
</file>

<file path=ppt/slideLayouts/_rels/slideLayout286.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6.xml"/></Relationships>
</file>

<file path=ppt/slideLayouts/_rels/slideLayout287.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3.png"/><Relationship Id="rId1" Type="http://schemas.openxmlformats.org/officeDocument/2006/relationships/slideMaster" Target="../slideMasters/slideMaster6.xml"/></Relationships>
</file>

<file path=ppt/slideLayouts/_rels/slideLayout288.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4.png"/><Relationship Id="rId1" Type="http://schemas.openxmlformats.org/officeDocument/2006/relationships/slideMaster" Target="../slideMasters/slideMaster6.xml"/></Relationships>
</file>

<file path=ppt/slideLayouts/_rels/slideLayout289.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5.png"/><Relationship Id="rId1" Type="http://schemas.openxmlformats.org/officeDocument/2006/relationships/slideMaster" Target="../slideMasters/slideMaster6.xml"/></Relationships>
</file>

<file path=ppt/slideLayouts/_rels/slideLayout290.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6.png"/><Relationship Id="rId1" Type="http://schemas.openxmlformats.org/officeDocument/2006/relationships/slideMaster" Target="../slideMasters/slideMaster6.xml"/><Relationship Id="rId4" Type="http://schemas.openxmlformats.org/officeDocument/2006/relationships/image" Target="../media/image6.jpeg"/></Relationships>
</file>

<file path=ppt/slideLayouts/_rels/slideLayout291.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7.png"/><Relationship Id="rId1" Type="http://schemas.openxmlformats.org/officeDocument/2006/relationships/slideMaster" Target="../slideMasters/slideMaster6.xml"/><Relationship Id="rId4" Type="http://schemas.openxmlformats.org/officeDocument/2006/relationships/image" Target="../media/image18.jpeg"/></Relationships>
</file>

<file path=ppt/slideLayouts/_rels/slideLayout292.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4.emf"/><Relationship Id="rId1" Type="http://schemas.openxmlformats.org/officeDocument/2006/relationships/slideMaster" Target="../slideMasters/slideMaster6.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9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6.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15.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6.xml"/></Relationships>
</file>

<file path=ppt/slideLayouts/_rels/slideLayout316.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6.xml"/></Relationships>
</file>

<file path=ppt/slideLayouts/_rels/slideLayout317.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6.xml"/></Relationships>
</file>

<file path=ppt/slideLayouts/_rels/slideLayout318.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6.xml"/></Relationships>
</file>

<file path=ppt/slideLayouts/_rels/slideLayout319.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6.xml"/></Relationships>
</file>

<file path=ppt/slideLayouts/_rels/slideLayout320.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6.xml"/></Relationships>
</file>

<file path=ppt/slideLayouts/_rels/slideLayout321.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6.xml"/></Relationships>
</file>

<file path=ppt/slideLayouts/_rels/slideLayout322.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6.xml"/></Relationships>
</file>

<file path=ppt/slideLayouts/_rels/slideLayout323.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6.xml"/></Relationships>
</file>

<file path=ppt/slideLayouts/_rels/slideLayout324.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6.xml"/></Relationships>
</file>

<file path=ppt/slideLayouts/_rels/slideLayout325.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23.jpeg"/><Relationship Id="rId1" Type="http://schemas.openxmlformats.org/officeDocument/2006/relationships/slideMaster" Target="../slideMasters/slideMaster6.xml"/></Relationships>
</file>

<file path=ppt/slideLayouts/_rels/slideLayout326.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6.xml"/><Relationship Id="rId4" Type="http://schemas.openxmlformats.org/officeDocument/2006/relationships/image" Target="../media/image19.jpeg"/></Relationships>
</file>

<file path=ppt/slideLayouts/_rels/slideLayout327.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6.xml"/><Relationship Id="rId4" Type="http://schemas.openxmlformats.org/officeDocument/2006/relationships/image" Target="../media/image19.jpeg"/></Relationships>
</file>

<file path=ppt/slideLayouts/_rels/slideLayout328.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26.jpeg"/><Relationship Id="rId1" Type="http://schemas.openxmlformats.org/officeDocument/2006/relationships/slideMaster" Target="../slideMasters/slideMaster6.xml"/><Relationship Id="rId5" Type="http://schemas.openxmlformats.org/officeDocument/2006/relationships/image" Target="../media/image6.jpeg"/><Relationship Id="rId4" Type="http://schemas.openxmlformats.org/officeDocument/2006/relationships/image" Target="../media/image25.jpeg"/></Relationships>
</file>

<file path=ppt/slideLayouts/_rels/slideLayout329.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Master" Target="../slideMasters/slideMaster6.xml"/></Relationships>
</file>

<file path=ppt/slideLayouts/_rels/slideLayout330.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image" Target="../media/image29.jpeg"/><Relationship Id="rId1" Type="http://schemas.openxmlformats.org/officeDocument/2006/relationships/slideMaster" Target="../slideMasters/slideMaster6.xml"/><Relationship Id="rId4" Type="http://schemas.openxmlformats.org/officeDocument/2006/relationships/image" Target="../media/image31.jpeg"/></Relationships>
</file>

<file path=ppt/slideLayouts/_rels/slideLayout331.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2.jpeg"/><Relationship Id="rId1" Type="http://schemas.openxmlformats.org/officeDocument/2006/relationships/slideMaster" Target="../slideMasters/slideMaster6.xml"/><Relationship Id="rId5" Type="http://schemas.openxmlformats.org/officeDocument/2006/relationships/image" Target="../media/image35.jpeg"/><Relationship Id="rId4" Type="http://schemas.openxmlformats.org/officeDocument/2006/relationships/image" Target="../media/image34.jpeg"/></Relationships>
</file>

<file path=ppt/slideLayouts/_rels/slideLayout332.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6.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333.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6.xml"/><Relationship Id="rId4" Type="http://schemas.openxmlformats.org/officeDocument/2006/relationships/image" Target="../media/image19.jpeg"/></Relationships>
</file>

<file path=ppt/slideLayouts/_rels/slideLayout334.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6.xml"/><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335.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6.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47.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6.xml"/></Relationships>
</file>

<file path=ppt/slideLayouts/_rels/slideLayout348.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6.xml"/></Relationships>
</file>

<file path=ppt/slideLayouts/_rels/slideLayout349.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6.xml"/></Relationships>
</file>

<file path=ppt/slideLayouts/_rels/slideLayout350.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6.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53.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354.xml.rels><?xml version="1.0" encoding="UTF-8" standalone="yes"?>
<Relationships xmlns="http://schemas.openxmlformats.org/package/2006/relationships"><Relationship Id="rId3" Type="http://schemas.openxmlformats.org/officeDocument/2006/relationships/image" Target="../media/image40.emf"/><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355.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35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6.xml"/></Relationships>
</file>

<file path=ppt/slideLayouts/_rels/slideLayout35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6.xml"/></Relationships>
</file>

<file path=ppt/slideLayouts/_rels/slideLayout358.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359.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360.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6.xml"/></Relationships>
</file>

<file path=ppt/slideLayouts/_rels/slideLayout361.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6.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6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6.xml"/></Relationships>
</file>

<file path=ppt/slideLayouts/_rels/slideLayout36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6.xml"/></Relationships>
</file>

<file path=ppt/slideLayouts/_rels/slideLayout36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6.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6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7.xml"/></Relationships>
</file>

<file path=ppt/slideLayouts/_rels/slideLayout369.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37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7.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73.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7.xml"/></Relationships>
</file>

<file path=ppt/slideLayouts/_rels/slideLayout374.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7.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9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7.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0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7.xml"/></Relationships>
</file>

<file path=ppt/slideLayouts/_rels/slideLayout404.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7.xml"/></Relationships>
</file>

<file path=ppt/slideLayouts/_rels/slideLayout405.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7.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0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7.xml"/></Relationships>
</file>

<file path=ppt/slideLayouts/_rels/slideLayout41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7.xml"/></Relationships>
</file>

<file path=ppt/slideLayouts/_rels/slideLayout411.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7.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14.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7.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1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7.xml"/></Relationships>
</file>

<file path=ppt/slideLayouts/_rels/slideLayout4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8.xml"/></Relationships>
</file>

<file path=ppt/slideLayouts/_rels/slideLayout420.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42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24.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8.xml"/></Relationships>
</file>

<file path=ppt/slideLayouts/_rels/slideLayout425.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8.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4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8.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5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45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455.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8.xml"/></Relationships>
</file>

<file path=ppt/slideLayouts/_rels/slideLayout456.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8.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6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8.xml"/></Relationships>
</file>

<file path=ppt/slideLayouts/_rels/slideLayout46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8.xml"/></Relationships>
</file>

<file path=ppt/slideLayouts/_rels/slideLayout462.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8.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6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4.emf"/><Relationship Id="rId1" Type="http://schemas.openxmlformats.org/officeDocument/2006/relationships/slideMaster" Target="../slideMasters/slideMaster9.xml"/></Relationships>
</file>

<file path=ppt/slideLayouts/_rels/slideLayout46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9.xml"/></Relationships>
</file>

<file path=ppt/slideLayouts/_rels/slideLayout470.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9.xml"/></Relationships>
</file>

<file path=ppt/slideLayouts/_rels/slideLayout471.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3.png"/><Relationship Id="rId1" Type="http://schemas.openxmlformats.org/officeDocument/2006/relationships/slideMaster" Target="../slideMasters/slideMaster9.xml"/></Relationships>
</file>

<file path=ppt/slideLayouts/_rels/slideLayout472.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4.png"/><Relationship Id="rId1" Type="http://schemas.openxmlformats.org/officeDocument/2006/relationships/slideMaster" Target="../slideMasters/slideMaster9.xml"/></Relationships>
</file>

<file path=ppt/slideLayouts/_rels/slideLayout473.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474.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6.png"/><Relationship Id="rId1" Type="http://schemas.openxmlformats.org/officeDocument/2006/relationships/slideMaster" Target="../slideMasters/slideMaster9.xml"/><Relationship Id="rId4" Type="http://schemas.openxmlformats.org/officeDocument/2006/relationships/image" Target="../media/image6.jpeg"/></Relationships>
</file>

<file path=ppt/slideLayouts/_rels/slideLayout475.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7.png"/><Relationship Id="rId1" Type="http://schemas.openxmlformats.org/officeDocument/2006/relationships/slideMaster" Target="../slideMasters/slideMaster9.xml"/><Relationship Id="rId4" Type="http://schemas.openxmlformats.org/officeDocument/2006/relationships/image" Target="../media/image18.jpeg"/></Relationships>
</file>

<file path=ppt/slideLayouts/_rels/slideLayout476.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4.emf"/><Relationship Id="rId1" Type="http://schemas.openxmlformats.org/officeDocument/2006/relationships/slideMaster" Target="../slideMasters/slideMaster9.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7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9.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99.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9.xml"/></Relationships>
</file>

<file path=ppt/slideLayouts/_rels/slideLayout500.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9.xml"/></Relationships>
</file>

<file path=ppt/slideLayouts/_rels/slideLayout501.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9.xml"/></Relationships>
</file>

<file path=ppt/slideLayouts/_rels/slideLayout502.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9.xml"/></Relationships>
</file>

<file path=ppt/slideLayouts/_rels/slideLayout503.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9.xml"/></Relationships>
</file>

<file path=ppt/slideLayouts/_rels/slideLayout504.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9.xml"/></Relationships>
</file>

<file path=ppt/slideLayouts/_rels/slideLayout505.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9.xml"/></Relationships>
</file>

<file path=ppt/slideLayouts/_rels/slideLayout506.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9.xml"/></Relationships>
</file>

<file path=ppt/slideLayouts/_rels/slideLayout507.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9.xml"/></Relationships>
</file>

<file path=ppt/slideLayouts/_rels/slideLayout508.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9.xml"/></Relationships>
</file>

<file path=ppt/slideLayouts/_rels/slideLayout509.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23.jpeg"/><Relationship Id="rId1" Type="http://schemas.openxmlformats.org/officeDocument/2006/relationships/slideMaster" Target="../slideMasters/slideMaster9.xml"/></Relationships>
</file>

<file path=ppt/slideLayouts/_rels/slideLayout510.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9.xml"/><Relationship Id="rId4" Type="http://schemas.openxmlformats.org/officeDocument/2006/relationships/image" Target="../media/image19.jpeg"/></Relationships>
</file>

<file path=ppt/slideLayouts/_rels/slideLayout511.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9.xml"/><Relationship Id="rId4" Type="http://schemas.openxmlformats.org/officeDocument/2006/relationships/image" Target="../media/image19.jpeg"/></Relationships>
</file>

<file path=ppt/slideLayouts/_rels/slideLayout512.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26.jpeg"/><Relationship Id="rId1" Type="http://schemas.openxmlformats.org/officeDocument/2006/relationships/slideMaster" Target="../slideMasters/slideMaster9.xml"/><Relationship Id="rId5" Type="http://schemas.openxmlformats.org/officeDocument/2006/relationships/image" Target="../media/image6.jpeg"/><Relationship Id="rId4" Type="http://schemas.openxmlformats.org/officeDocument/2006/relationships/image" Target="../media/image25.jpeg"/></Relationships>
</file>

<file path=ppt/slideLayouts/_rels/slideLayout513.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Master" Target="../slideMasters/slideMaster9.xml"/></Relationships>
</file>

<file path=ppt/slideLayouts/_rels/slideLayout514.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image" Target="../media/image29.jpeg"/><Relationship Id="rId1" Type="http://schemas.openxmlformats.org/officeDocument/2006/relationships/slideMaster" Target="../slideMasters/slideMaster9.xml"/><Relationship Id="rId4" Type="http://schemas.openxmlformats.org/officeDocument/2006/relationships/image" Target="../media/image31.jpeg"/></Relationships>
</file>

<file path=ppt/slideLayouts/_rels/slideLayout515.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2.jpeg"/><Relationship Id="rId1" Type="http://schemas.openxmlformats.org/officeDocument/2006/relationships/slideMaster" Target="../slideMasters/slideMaster9.xml"/><Relationship Id="rId5" Type="http://schemas.openxmlformats.org/officeDocument/2006/relationships/image" Target="../media/image35.jpeg"/><Relationship Id="rId4" Type="http://schemas.openxmlformats.org/officeDocument/2006/relationships/image" Target="../media/image34.jpeg"/></Relationships>
</file>

<file path=ppt/slideLayouts/_rels/slideLayout516.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9.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517.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9.xml"/><Relationship Id="rId4" Type="http://schemas.openxmlformats.org/officeDocument/2006/relationships/image" Target="../media/image19.jpeg"/></Relationships>
</file>

<file path=ppt/slideLayouts/_rels/slideLayout518.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9.xml"/><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519.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9.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31.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9.xml"/></Relationships>
</file>

<file path=ppt/slideLayouts/_rels/slideLayout532.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9.xml"/></Relationships>
</file>

<file path=ppt/slideLayouts/_rels/slideLayout533.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9.xml"/></Relationships>
</file>

<file path=ppt/slideLayouts/_rels/slideLayout534.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9.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37.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9.xml"/></Relationships>
</file>

<file path=ppt/slideLayouts/_rels/slideLayout538.xml.rels><?xml version="1.0" encoding="UTF-8" standalone="yes"?>
<Relationships xmlns="http://schemas.openxmlformats.org/package/2006/relationships"><Relationship Id="rId3" Type="http://schemas.openxmlformats.org/officeDocument/2006/relationships/image" Target="../media/image40.emf"/><Relationship Id="rId2" Type="http://schemas.openxmlformats.org/officeDocument/2006/relationships/image" Target="../media/image39.png"/><Relationship Id="rId1" Type="http://schemas.openxmlformats.org/officeDocument/2006/relationships/slideMaster" Target="../slideMasters/slideMaster9.xml"/></Relationships>
</file>

<file path=ppt/slideLayouts/_rels/slideLayout539.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39.png"/><Relationship Id="rId1" Type="http://schemas.openxmlformats.org/officeDocument/2006/relationships/slideMaster" Target="../slideMasters/slideMaster9.xml"/></Relationships>
</file>

<file path=ppt/slideLayouts/_rels/slideLayout54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9.xml"/></Relationships>
</file>

<file path=ppt/slideLayouts/_rels/slideLayout54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9.xml"/></Relationships>
</file>

<file path=ppt/slideLayouts/_rels/slideLayout542.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9.xml"/></Relationships>
</file>

<file path=ppt/slideLayouts/_rels/slideLayout543.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9.xml"/></Relationships>
</file>

<file path=ppt/slideLayouts/_rels/slideLayout544.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9.xml"/></Relationships>
</file>

<file path=ppt/slideLayouts/_rels/slideLayout545.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9.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48.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9.xml"/></Relationships>
</file>

<file path=ppt/slideLayouts/_rels/slideLayout54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9.xml"/></Relationships>
</file>

<file path=ppt/slideLayouts/_rels/slideLayout55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9.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5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10.xml"/></Relationships>
</file>

<file path=ppt/slideLayouts/_rels/slideLayout553.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10.xml"/></Relationships>
</file>

<file path=ppt/slideLayouts/_rels/slideLayout55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0.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57.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10.xml"/></Relationships>
</file>

<file path=ppt/slideLayouts/_rels/slideLayout558.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0.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8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0.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8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0.xml"/></Relationships>
</file>

<file path=ppt/slideLayouts/_rels/slideLayout588.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0.xml"/></Relationships>
</file>

<file path=ppt/slideLayouts/_rels/slideLayout589.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0.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9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0.xml"/></Relationships>
</file>

<file path=ppt/slideLayouts/_rels/slideLayout59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0.xml"/></Relationships>
</file>

<file path=ppt/slideLayouts/_rels/slideLayout595.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10.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98.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0.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02.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0.xml"/></Relationships>
</file>

<file path=ppt/slideLayouts/_rels/slideLayout60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11.xml"/></Relationships>
</file>

<file path=ppt/slideLayouts/_rels/slideLayout604.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11.xml"/></Relationships>
</file>

<file path=ppt/slideLayouts/_rels/slideLayout60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1.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08.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11.xml"/></Relationships>
</file>

<file path=ppt/slideLayouts/_rels/slideLayout609.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1.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3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1.xml"/></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3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1.xml"/></Relationships>
</file>

<file path=ppt/slideLayouts/_rels/slideLayout63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1.xml"/></Relationships>
</file>

<file path=ppt/slideLayouts/_rels/slideLayout639.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1.xml"/></Relationships>
</file>

<file path=ppt/slideLayouts/_rels/slideLayout640.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1.xml"/></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4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1.xml"/></Relationships>
</file>

<file path=ppt/slideLayouts/_rels/slideLayout64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1.xml"/></Relationships>
</file>

<file path=ppt/slideLayouts/_rels/slideLayout646.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11.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52.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4.emf"/><Relationship Id="rId1" Type="http://schemas.openxmlformats.org/officeDocument/2006/relationships/slideMaster" Target="../slideMasters/slideMaster12.xml"/></Relationships>
</file>

<file path=ppt/slideLayouts/_rels/slideLayout65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2.xml"/></Relationships>
</file>

<file path=ppt/slideLayouts/_rels/slideLayout654.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12.xml"/></Relationships>
</file>

<file path=ppt/slideLayouts/_rels/slideLayout655.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3.png"/><Relationship Id="rId1" Type="http://schemas.openxmlformats.org/officeDocument/2006/relationships/slideMaster" Target="../slideMasters/slideMaster12.xml"/></Relationships>
</file>

<file path=ppt/slideLayouts/_rels/slideLayout656.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4.png"/><Relationship Id="rId1" Type="http://schemas.openxmlformats.org/officeDocument/2006/relationships/slideMaster" Target="../slideMasters/slideMaster12.xml"/></Relationships>
</file>

<file path=ppt/slideLayouts/_rels/slideLayout657.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5.png"/><Relationship Id="rId1" Type="http://schemas.openxmlformats.org/officeDocument/2006/relationships/slideMaster" Target="../slideMasters/slideMaster12.xml"/></Relationships>
</file>

<file path=ppt/slideLayouts/_rels/slideLayout658.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6.png"/><Relationship Id="rId1" Type="http://schemas.openxmlformats.org/officeDocument/2006/relationships/slideMaster" Target="../slideMasters/slideMaster12.xml"/><Relationship Id="rId4" Type="http://schemas.openxmlformats.org/officeDocument/2006/relationships/image" Target="../media/image6.jpeg"/></Relationships>
</file>

<file path=ppt/slideLayouts/_rels/slideLayout659.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7.png"/><Relationship Id="rId1" Type="http://schemas.openxmlformats.org/officeDocument/2006/relationships/slideMaster" Target="../slideMasters/slideMaster12.xml"/><Relationship Id="rId4" Type="http://schemas.openxmlformats.org/officeDocument/2006/relationships/image" Target="../media/image18.jpeg"/></Relationships>
</file>

<file path=ppt/slideLayouts/_rels/slideLayout660.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4.emf"/><Relationship Id="rId1" Type="http://schemas.openxmlformats.org/officeDocument/2006/relationships/slideMaster" Target="../slideMasters/slideMaster12.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62.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2.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7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7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7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8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8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83.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2.xml"/></Relationships>
</file>

<file path=ppt/slideLayouts/_rels/slideLayout684.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2.xml"/></Relationships>
</file>

<file path=ppt/slideLayouts/_rels/slideLayout685.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2.xml"/></Relationships>
</file>

<file path=ppt/slideLayouts/_rels/slideLayout686.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2.xml"/></Relationships>
</file>

<file path=ppt/slideLayouts/_rels/slideLayout687.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2.xml"/></Relationships>
</file>

<file path=ppt/slideLayouts/_rels/slideLayout688.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2.xml"/></Relationships>
</file>

<file path=ppt/slideLayouts/_rels/slideLayout689.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2.xml"/></Relationships>
</file>

<file path=ppt/slideLayouts/_rels/slideLayout690.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2.xml"/></Relationships>
</file>

<file path=ppt/slideLayouts/_rels/slideLayout691.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2.xml"/></Relationships>
</file>

<file path=ppt/slideLayouts/_rels/slideLayout692.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2.xml"/></Relationships>
</file>

<file path=ppt/slideLayouts/_rels/slideLayout693.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23.jpeg"/><Relationship Id="rId1" Type="http://schemas.openxmlformats.org/officeDocument/2006/relationships/slideMaster" Target="../slideMasters/slideMaster12.xml"/></Relationships>
</file>

<file path=ppt/slideLayouts/_rels/slideLayout694.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2.xml"/><Relationship Id="rId4" Type="http://schemas.openxmlformats.org/officeDocument/2006/relationships/image" Target="../media/image19.jpeg"/></Relationships>
</file>

<file path=ppt/slideLayouts/_rels/slideLayout695.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2.xml"/><Relationship Id="rId4" Type="http://schemas.openxmlformats.org/officeDocument/2006/relationships/image" Target="../media/image19.jpeg"/></Relationships>
</file>

<file path=ppt/slideLayouts/_rels/slideLayout696.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26.jpeg"/><Relationship Id="rId1" Type="http://schemas.openxmlformats.org/officeDocument/2006/relationships/slideMaster" Target="../slideMasters/slideMaster12.xml"/><Relationship Id="rId5" Type="http://schemas.openxmlformats.org/officeDocument/2006/relationships/image" Target="../media/image6.jpeg"/><Relationship Id="rId4" Type="http://schemas.openxmlformats.org/officeDocument/2006/relationships/image" Target="../media/image25.jpeg"/></Relationships>
</file>

<file path=ppt/slideLayouts/_rels/slideLayout697.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Master" Target="../slideMasters/slideMaster12.xml"/></Relationships>
</file>

<file path=ppt/slideLayouts/_rels/slideLayout698.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image" Target="../media/image29.jpeg"/><Relationship Id="rId1" Type="http://schemas.openxmlformats.org/officeDocument/2006/relationships/slideMaster" Target="../slideMasters/slideMaster12.xml"/><Relationship Id="rId4" Type="http://schemas.openxmlformats.org/officeDocument/2006/relationships/image" Target="../media/image31.jpeg"/></Relationships>
</file>

<file path=ppt/slideLayouts/_rels/slideLayout699.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2.jpeg"/><Relationship Id="rId1" Type="http://schemas.openxmlformats.org/officeDocument/2006/relationships/slideMaster" Target="../slideMasters/slideMaster12.xml"/><Relationship Id="rId5" Type="http://schemas.openxmlformats.org/officeDocument/2006/relationships/image" Target="../media/image35.jpeg"/><Relationship Id="rId4" Type="http://schemas.openxmlformats.org/officeDocument/2006/relationships/image" Target="../media/image34.jpeg"/></Relationships>
</file>

<file path=ppt/slideLayouts/_rels/slideLayout700.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2.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701.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2.xml"/><Relationship Id="rId4" Type="http://schemas.openxmlformats.org/officeDocument/2006/relationships/image" Target="../media/image19.jpeg"/></Relationships>
</file>

<file path=ppt/slideLayouts/_rels/slideLayout702.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2.xml"/><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703.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2.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0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0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0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0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1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1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1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1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1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15.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2.xml"/></Relationships>
</file>

<file path=ppt/slideLayouts/_rels/slideLayout716.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12.xml"/></Relationships>
</file>

<file path=ppt/slideLayouts/_rels/slideLayout717.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12.xml"/></Relationships>
</file>

<file path=ppt/slideLayouts/_rels/slideLayout718.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12.xml"/></Relationships>
</file>

<file path=ppt/slideLayouts/_rels/slideLayout71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2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21.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12.xml"/></Relationships>
</file>

<file path=ppt/slideLayouts/_rels/slideLayout722.xml.rels><?xml version="1.0" encoding="UTF-8" standalone="yes"?>
<Relationships xmlns="http://schemas.openxmlformats.org/package/2006/relationships"><Relationship Id="rId3" Type="http://schemas.openxmlformats.org/officeDocument/2006/relationships/image" Target="../media/image40.emf"/><Relationship Id="rId2" Type="http://schemas.openxmlformats.org/officeDocument/2006/relationships/image" Target="../media/image39.png"/><Relationship Id="rId1" Type="http://schemas.openxmlformats.org/officeDocument/2006/relationships/slideMaster" Target="../slideMasters/slideMaster12.xml"/></Relationships>
</file>

<file path=ppt/slideLayouts/_rels/slideLayout723.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39.png"/><Relationship Id="rId1" Type="http://schemas.openxmlformats.org/officeDocument/2006/relationships/slideMaster" Target="../slideMasters/slideMaster12.xml"/></Relationships>
</file>

<file path=ppt/slideLayouts/_rels/slideLayout72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2.xml"/></Relationships>
</file>

<file path=ppt/slideLayouts/_rels/slideLayout72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2.xml"/></Relationships>
</file>

<file path=ppt/slideLayouts/_rels/slideLayout726.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12.xml"/></Relationships>
</file>

<file path=ppt/slideLayouts/_rels/slideLayout727.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12.xml"/></Relationships>
</file>

<file path=ppt/slideLayouts/_rels/slideLayout728.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12.xml"/></Relationships>
</file>

<file path=ppt/slideLayouts/_rels/slideLayout729.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12.xml"/></Relationships>
</file>

<file path=ppt/slideLayouts/_rels/slideLayout73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3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3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2.xml"/></Relationships>
</file>

<file path=ppt/slideLayouts/_rels/slideLayout73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2.xml"/></Relationships>
</file>

<file path=ppt/slideLayouts/_rels/slideLayout73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2.xml"/></Relationships>
</file>

<file path=ppt/slideLayouts/_rels/slideLayout73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3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13.xml"/></Relationships>
</file>

<file path=ppt/slideLayouts/_rels/slideLayout737.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13.xml"/></Relationships>
</file>

<file path=ppt/slideLayouts/_rels/slideLayout73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3.xml"/></Relationships>
</file>

<file path=ppt/slideLayouts/_rels/slideLayout73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1.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13.xml"/></Relationships>
</file>

<file path=ppt/slideLayouts/_rels/slideLayout742.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3.xml"/></Relationships>
</file>

<file path=ppt/slideLayouts/_rels/slideLayout74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3.xml"/></Relationships>
</file>

<file path=ppt/slideLayouts/_rels/slideLayout76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7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3.xml"/></Relationships>
</file>

<file path=ppt/slideLayouts/_rels/slideLayout771.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3.xml"/></Relationships>
</file>

<file path=ppt/slideLayouts/_rels/slideLayout772.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3.xml"/></Relationships>
</file>

<file path=ppt/slideLayouts/_rels/slideLayout77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7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7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7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3.xml"/></Relationships>
</file>

<file path=ppt/slideLayouts/_rels/slideLayout777.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3.xml"/></Relationships>
</file>

<file path=ppt/slideLayouts/_rels/slideLayout778.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13.xml"/></Relationships>
</file>

<file path=ppt/slideLayouts/_rels/slideLayout77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8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81.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3.xml"/></Relationships>
</file>

<file path=ppt/slideLayouts/_rels/slideLayout78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8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8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8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3.xml"/></Relationships>
</file>

<file path=ppt/slideLayouts/_rels/slideLayout78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14.xml"/></Relationships>
</file>

<file path=ppt/slideLayouts/_rels/slideLayout787.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14.xml"/></Relationships>
</file>

<file path=ppt/slideLayouts/_rels/slideLayout78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4.xml"/></Relationships>
</file>

<file path=ppt/slideLayouts/_rels/slideLayout78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9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91.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14.xml"/></Relationships>
</file>

<file path=ppt/slideLayouts/_rels/slideLayout792.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4.xml"/></Relationships>
</file>

<file path=ppt/slideLayouts/_rels/slideLayout79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9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9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9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9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9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9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0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0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0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0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0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0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0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0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0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0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1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1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1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1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1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1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4.xml"/></Relationships>
</file>

<file path=ppt/slideLayouts/_rels/slideLayout81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1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1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1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2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4.xml"/></Relationships>
</file>

<file path=ppt/slideLayouts/_rels/slideLayout821.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4.xml"/></Relationships>
</file>

<file path=ppt/slideLayouts/_rels/slideLayout822.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4.xml"/></Relationships>
</file>

<file path=ppt/slideLayouts/_rels/slideLayout823.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4.xml"/></Relationships>
</file>

<file path=ppt/slideLayouts/_rels/slideLayout82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2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2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27.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4.xml"/></Relationships>
</file>

<file path=ppt/slideLayouts/_rels/slideLayout828.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4.xml"/></Relationships>
</file>

<file path=ppt/slideLayouts/_rels/slideLayout829.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14.xml"/></Relationships>
</file>

<file path=ppt/slideLayouts/_rels/slideLayout83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3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3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3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3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35.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4.emf"/><Relationship Id="rId1" Type="http://schemas.openxmlformats.org/officeDocument/2006/relationships/slideMaster" Target="../slideMasters/slideMaster15.xml"/></Relationships>
</file>

<file path=ppt/slideLayouts/_rels/slideLayout83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5.xml"/></Relationships>
</file>

<file path=ppt/slideLayouts/_rels/slideLayout837.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15.xml"/></Relationships>
</file>

<file path=ppt/slideLayouts/_rels/slideLayout838.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3.png"/><Relationship Id="rId1" Type="http://schemas.openxmlformats.org/officeDocument/2006/relationships/slideMaster" Target="../slideMasters/slideMaster15.xml"/></Relationships>
</file>

<file path=ppt/slideLayouts/_rels/slideLayout839.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4.png"/><Relationship Id="rId1" Type="http://schemas.openxmlformats.org/officeDocument/2006/relationships/slideMaster" Target="../slideMasters/slideMaster15.xml"/></Relationships>
</file>

<file path=ppt/slideLayouts/_rels/slideLayout840.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5.png"/><Relationship Id="rId1" Type="http://schemas.openxmlformats.org/officeDocument/2006/relationships/slideMaster" Target="../slideMasters/slideMaster15.xml"/></Relationships>
</file>

<file path=ppt/slideLayouts/_rels/slideLayout841.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6.png"/><Relationship Id="rId1" Type="http://schemas.openxmlformats.org/officeDocument/2006/relationships/slideMaster" Target="../slideMasters/slideMaster15.xml"/><Relationship Id="rId4" Type="http://schemas.openxmlformats.org/officeDocument/2006/relationships/image" Target="../media/image6.jpeg"/></Relationships>
</file>

<file path=ppt/slideLayouts/_rels/slideLayout842.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7.png"/><Relationship Id="rId1" Type="http://schemas.openxmlformats.org/officeDocument/2006/relationships/slideMaster" Target="../slideMasters/slideMaster15.xml"/><Relationship Id="rId4" Type="http://schemas.openxmlformats.org/officeDocument/2006/relationships/image" Target="../media/image18.jpeg"/></Relationships>
</file>

<file path=ppt/slideLayouts/_rels/slideLayout843.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4.emf"/><Relationship Id="rId1" Type="http://schemas.openxmlformats.org/officeDocument/2006/relationships/slideMaster" Target="../slideMasters/slideMaster15.xml"/></Relationships>
</file>

<file path=ppt/slideLayouts/_rels/slideLayout84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4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5.xml"/></Relationships>
</file>

<file path=ppt/slideLayouts/_rels/slideLayout84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4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4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4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5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5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5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5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5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5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5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5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5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5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6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6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6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6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6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6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66.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5.xml"/></Relationships>
</file>

<file path=ppt/slideLayouts/_rels/slideLayout867.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5.xml"/></Relationships>
</file>

<file path=ppt/slideLayouts/_rels/slideLayout868.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5.xml"/></Relationships>
</file>

<file path=ppt/slideLayouts/_rels/slideLayout869.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5.xml"/></Relationships>
</file>

<file path=ppt/slideLayouts/_rels/slideLayout870.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5.xml"/></Relationships>
</file>

<file path=ppt/slideLayouts/_rels/slideLayout871.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5.xml"/></Relationships>
</file>

<file path=ppt/slideLayouts/_rels/slideLayout872.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5.xml"/></Relationships>
</file>

<file path=ppt/slideLayouts/_rels/slideLayout873.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5.xml"/></Relationships>
</file>

<file path=ppt/slideLayouts/_rels/slideLayout874.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5.xml"/></Relationships>
</file>

<file path=ppt/slideLayouts/_rels/slideLayout875.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5.xml"/></Relationships>
</file>

<file path=ppt/slideLayouts/_rels/slideLayout876.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23.jpeg"/><Relationship Id="rId1" Type="http://schemas.openxmlformats.org/officeDocument/2006/relationships/slideMaster" Target="../slideMasters/slideMaster15.xml"/></Relationships>
</file>

<file path=ppt/slideLayouts/_rels/slideLayout877.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5.xml"/><Relationship Id="rId4" Type="http://schemas.openxmlformats.org/officeDocument/2006/relationships/image" Target="../media/image19.jpeg"/></Relationships>
</file>

<file path=ppt/slideLayouts/_rels/slideLayout878.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5.xml"/><Relationship Id="rId4" Type="http://schemas.openxmlformats.org/officeDocument/2006/relationships/image" Target="../media/image19.jpeg"/></Relationships>
</file>

<file path=ppt/slideLayouts/_rels/slideLayout879.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26.jpeg"/><Relationship Id="rId1" Type="http://schemas.openxmlformats.org/officeDocument/2006/relationships/slideMaster" Target="../slideMasters/slideMaster15.xml"/><Relationship Id="rId5" Type="http://schemas.openxmlformats.org/officeDocument/2006/relationships/image" Target="../media/image6.jpeg"/><Relationship Id="rId4" Type="http://schemas.openxmlformats.org/officeDocument/2006/relationships/image" Target="../media/image25.jpeg"/></Relationships>
</file>

<file path=ppt/slideLayouts/_rels/slideLayout880.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Master" Target="../slideMasters/slideMaster15.xml"/></Relationships>
</file>

<file path=ppt/slideLayouts/_rels/slideLayout881.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image" Target="../media/image29.jpeg"/><Relationship Id="rId1" Type="http://schemas.openxmlformats.org/officeDocument/2006/relationships/slideMaster" Target="../slideMasters/slideMaster15.xml"/><Relationship Id="rId4" Type="http://schemas.openxmlformats.org/officeDocument/2006/relationships/image" Target="../media/image31.jpeg"/></Relationships>
</file>

<file path=ppt/slideLayouts/_rels/slideLayout882.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2.jpeg"/><Relationship Id="rId1" Type="http://schemas.openxmlformats.org/officeDocument/2006/relationships/slideMaster" Target="../slideMasters/slideMaster15.xml"/><Relationship Id="rId5" Type="http://schemas.openxmlformats.org/officeDocument/2006/relationships/image" Target="../media/image35.jpeg"/><Relationship Id="rId4" Type="http://schemas.openxmlformats.org/officeDocument/2006/relationships/image" Target="../media/image34.jpeg"/></Relationships>
</file>

<file path=ppt/slideLayouts/_rels/slideLayout883.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5.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884.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5.xml"/><Relationship Id="rId4" Type="http://schemas.openxmlformats.org/officeDocument/2006/relationships/image" Target="../media/image19.jpeg"/></Relationships>
</file>

<file path=ppt/slideLayouts/_rels/slideLayout885.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5.xml"/><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886.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5.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88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8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8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9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9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9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9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9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9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9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9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98.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5.xml"/></Relationships>
</file>

<file path=ppt/slideLayouts/_rels/slideLayout899.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15.xml"/></Relationships>
</file>

<file path=ppt/slideLayouts/_rels/slideLayout900.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15.xml"/></Relationships>
</file>

<file path=ppt/slideLayouts/_rels/slideLayout901.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15.xml"/></Relationships>
</file>

<file path=ppt/slideLayouts/_rels/slideLayout90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90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904.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15.xml"/></Relationships>
</file>

<file path=ppt/slideLayouts/_rels/slideLayout905.xml.rels><?xml version="1.0" encoding="UTF-8" standalone="yes"?>
<Relationships xmlns="http://schemas.openxmlformats.org/package/2006/relationships"><Relationship Id="rId3" Type="http://schemas.openxmlformats.org/officeDocument/2006/relationships/image" Target="../media/image40.emf"/><Relationship Id="rId2" Type="http://schemas.openxmlformats.org/officeDocument/2006/relationships/image" Target="../media/image39.png"/><Relationship Id="rId1" Type="http://schemas.openxmlformats.org/officeDocument/2006/relationships/slideMaster" Target="../slideMasters/slideMaster15.xml"/></Relationships>
</file>

<file path=ppt/slideLayouts/_rels/slideLayout906.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39.png"/><Relationship Id="rId1" Type="http://schemas.openxmlformats.org/officeDocument/2006/relationships/slideMaster" Target="../slideMasters/slideMaster15.xml"/></Relationships>
</file>

<file path=ppt/slideLayouts/_rels/slideLayout90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5.xml"/></Relationships>
</file>

<file path=ppt/slideLayouts/_rels/slideLayout90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5.xml"/></Relationships>
</file>

<file path=ppt/slideLayouts/_rels/slideLayout909.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15.xml"/></Relationships>
</file>

<file path=ppt/slideLayouts/_rels/slideLayout910.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15.xml"/></Relationships>
</file>

<file path=ppt/slideLayouts/_rels/slideLayout911.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15.xml"/></Relationships>
</file>

<file path=ppt/slideLayouts/_rels/slideLayout912.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15.xml"/></Relationships>
</file>

<file path=ppt/slideLayouts/_rels/slideLayout91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91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91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5.xml"/></Relationships>
</file>

<file path=ppt/slideLayouts/_rels/slideLayout91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5.xml"/></Relationships>
</file>

<file path=ppt/slideLayouts/_rels/slideLayout917.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5.xml"/></Relationships>
</file>

<file path=ppt/slideLayouts/_rels/slideLayout91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9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16.xml"/></Relationships>
</file>

<file path=ppt/slideLayouts/_rels/slideLayout920.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16.xml"/></Relationships>
</file>

<file path=ppt/slideLayouts/_rels/slideLayout92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6.xml"/></Relationships>
</file>

<file path=ppt/slideLayouts/_rels/slideLayout92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2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24.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16.xml"/></Relationships>
</file>

<file path=ppt/slideLayouts/_rels/slideLayout925.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6.xml"/></Relationships>
</file>

<file path=ppt/slideLayouts/_rels/slideLayout92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2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2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2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3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3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3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3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3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3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3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3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3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3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4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4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4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4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4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4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4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4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4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6.xml"/></Relationships>
</file>

<file path=ppt/slideLayouts/_rels/slideLayout94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5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5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5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5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6.xml"/></Relationships>
</file>

<file path=ppt/slideLayouts/_rels/slideLayout954.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6.xml"/></Relationships>
</file>

<file path=ppt/slideLayouts/_rels/slideLayout955.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6.xml"/></Relationships>
</file>

<file path=ppt/slideLayouts/_rels/slideLayout95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5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5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5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6.xml"/></Relationships>
</file>

<file path=ppt/slideLayouts/_rels/slideLayout96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6.xml"/></Relationships>
</file>

<file path=ppt/slideLayouts/_rels/slideLayout961.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16.xml"/></Relationships>
</file>

<file path=ppt/slideLayouts/_rels/slideLayout96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6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64.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6.xml"/></Relationships>
</file>

<file path=ppt/slideLayouts/_rels/slideLayout96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6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6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96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6.xml"/></Relationships>
</file>

<file path=ppt/slideLayouts/_rels/slideLayout96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17.xml"/></Relationships>
</file>

<file path=ppt/slideLayouts/_rels/slideLayout970.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17.xml"/></Relationships>
</file>

<file path=ppt/slideLayouts/_rels/slideLayout97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7.xml"/></Relationships>
</file>

<file path=ppt/slideLayouts/_rels/slideLayout97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7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74.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17.xml"/></Relationships>
</file>

<file path=ppt/slideLayouts/_rels/slideLayout975.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7.xml"/></Relationships>
</file>

<file path=ppt/slideLayouts/_rels/slideLayout97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7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7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7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8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8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8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8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8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8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8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8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8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8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9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9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9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9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9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9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9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9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9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7.xml"/></Relationships>
</file>

<file path=ppt/slideLayouts/_rels/slideLayout99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00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00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00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00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7.xml"/></Relationships>
</file>

<file path=ppt/slideLayouts/_rels/slideLayout100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7.xml"/></Relationships>
</file>

<file path=ppt/slideLayouts/_rels/slideLayout1005.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7.xml"/></Relationships>
</file>

<file path=ppt/slideLayouts/_rels/slideLayout1006.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7.xml"/></Relationships>
</file>

<file path=ppt/slideLayouts/_rels/slideLayout100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00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00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01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7.xml"/></Relationships>
</file>

<file path=ppt/slideLayouts/_rels/slideLayout101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7.xml"/></Relationships>
</file>

<file path=ppt/slideLayouts/_rels/slideLayout1012.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17.xml"/></Relationships>
</file>

<file path=ppt/slideLayouts/_rels/slideLayout101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01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01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01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01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01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4.emf"/><Relationship Id="rId1" Type="http://schemas.openxmlformats.org/officeDocument/2006/relationships/slideMaster" Target="../slideMasters/slideMaster18.xml"/></Relationships>
</file>

<file path=ppt/slideLayouts/_rels/slideLayout101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8.xml"/></Relationships>
</file>

<file path=ppt/slideLayouts/_rels/slideLayout1020.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18.xml"/></Relationships>
</file>

<file path=ppt/slideLayouts/_rels/slideLayout1021.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3.png"/><Relationship Id="rId1" Type="http://schemas.openxmlformats.org/officeDocument/2006/relationships/slideMaster" Target="../slideMasters/slideMaster18.xml"/></Relationships>
</file>

<file path=ppt/slideLayouts/_rels/slideLayout1022.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4.png"/><Relationship Id="rId1" Type="http://schemas.openxmlformats.org/officeDocument/2006/relationships/slideMaster" Target="../slideMasters/slideMaster18.xml"/></Relationships>
</file>

<file path=ppt/slideLayouts/_rels/slideLayout1023.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5.png"/><Relationship Id="rId1" Type="http://schemas.openxmlformats.org/officeDocument/2006/relationships/slideMaster" Target="../slideMasters/slideMaster18.xml"/></Relationships>
</file>

<file path=ppt/slideLayouts/_rels/slideLayout1024.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6.png"/><Relationship Id="rId1" Type="http://schemas.openxmlformats.org/officeDocument/2006/relationships/slideMaster" Target="../slideMasters/slideMaster18.xml"/><Relationship Id="rId4" Type="http://schemas.openxmlformats.org/officeDocument/2006/relationships/image" Target="../media/image6.jpeg"/></Relationships>
</file>

<file path=ppt/slideLayouts/_rels/slideLayout1025.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7.png"/><Relationship Id="rId1" Type="http://schemas.openxmlformats.org/officeDocument/2006/relationships/slideMaster" Target="../slideMasters/slideMaster18.xml"/><Relationship Id="rId4" Type="http://schemas.openxmlformats.org/officeDocument/2006/relationships/image" Target="../media/image18.jpeg"/></Relationships>
</file>

<file path=ppt/slideLayouts/_rels/slideLayout1026.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4.emf"/><Relationship Id="rId1" Type="http://schemas.openxmlformats.org/officeDocument/2006/relationships/slideMaster" Target="../slideMasters/slideMaster18.xml"/></Relationships>
</file>

<file path=ppt/slideLayouts/_rels/slideLayout102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2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8.xml"/></Relationships>
</file>

<file path=ppt/slideLayouts/_rels/slideLayout102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3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3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3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3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3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3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3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3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3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3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4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4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4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4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4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4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4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4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4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49.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8.xml"/></Relationships>
</file>

<file path=ppt/slideLayouts/_rels/slideLayout1050.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8.xml"/></Relationships>
</file>

<file path=ppt/slideLayouts/_rels/slideLayout1051.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8.xml"/></Relationships>
</file>

<file path=ppt/slideLayouts/_rels/slideLayout1052.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8.xml"/></Relationships>
</file>

<file path=ppt/slideLayouts/_rels/slideLayout1053.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8.xml"/></Relationships>
</file>

<file path=ppt/slideLayouts/_rels/slideLayout1054.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8.xml"/></Relationships>
</file>

<file path=ppt/slideLayouts/_rels/slideLayout1055.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8.xml"/></Relationships>
</file>

<file path=ppt/slideLayouts/_rels/slideLayout1056.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8.xml"/></Relationships>
</file>

<file path=ppt/slideLayouts/_rels/slideLayout1057.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8.xml"/></Relationships>
</file>

<file path=ppt/slideLayouts/_rels/slideLayout1058.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8.xml"/></Relationships>
</file>

<file path=ppt/slideLayouts/_rels/slideLayout1059.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23.jpeg"/><Relationship Id="rId1" Type="http://schemas.openxmlformats.org/officeDocument/2006/relationships/slideMaster" Target="../slideMasters/slideMaster18.xml"/></Relationships>
</file>

<file path=ppt/slideLayouts/_rels/slideLayout1060.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8.xml"/><Relationship Id="rId4" Type="http://schemas.openxmlformats.org/officeDocument/2006/relationships/image" Target="../media/image19.jpeg"/></Relationships>
</file>

<file path=ppt/slideLayouts/_rels/slideLayout1061.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8.xml"/><Relationship Id="rId4" Type="http://schemas.openxmlformats.org/officeDocument/2006/relationships/image" Target="../media/image19.jpeg"/></Relationships>
</file>

<file path=ppt/slideLayouts/_rels/slideLayout1062.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26.jpeg"/><Relationship Id="rId1" Type="http://schemas.openxmlformats.org/officeDocument/2006/relationships/slideMaster" Target="../slideMasters/slideMaster18.xml"/><Relationship Id="rId5" Type="http://schemas.openxmlformats.org/officeDocument/2006/relationships/image" Target="../media/image6.jpeg"/><Relationship Id="rId4" Type="http://schemas.openxmlformats.org/officeDocument/2006/relationships/image" Target="../media/image25.jpeg"/></Relationships>
</file>

<file path=ppt/slideLayouts/_rels/slideLayout1063.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Master" Target="../slideMasters/slideMaster18.xml"/></Relationships>
</file>

<file path=ppt/slideLayouts/_rels/slideLayout1064.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image" Target="../media/image29.jpeg"/><Relationship Id="rId1" Type="http://schemas.openxmlformats.org/officeDocument/2006/relationships/slideMaster" Target="../slideMasters/slideMaster18.xml"/><Relationship Id="rId4" Type="http://schemas.openxmlformats.org/officeDocument/2006/relationships/image" Target="../media/image31.jpeg"/></Relationships>
</file>

<file path=ppt/slideLayouts/_rels/slideLayout1065.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2.jpeg"/><Relationship Id="rId1" Type="http://schemas.openxmlformats.org/officeDocument/2006/relationships/slideMaster" Target="../slideMasters/slideMaster18.xml"/><Relationship Id="rId5" Type="http://schemas.openxmlformats.org/officeDocument/2006/relationships/image" Target="../media/image35.jpeg"/><Relationship Id="rId4" Type="http://schemas.openxmlformats.org/officeDocument/2006/relationships/image" Target="../media/image34.jpeg"/></Relationships>
</file>

<file path=ppt/slideLayouts/_rels/slideLayout1066.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8.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067.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8.xml"/><Relationship Id="rId4" Type="http://schemas.openxmlformats.org/officeDocument/2006/relationships/image" Target="../media/image19.jpeg"/></Relationships>
</file>

<file path=ppt/slideLayouts/_rels/slideLayout1068.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8.xml"/><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069.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18.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07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7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7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7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7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7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7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7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7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7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8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81.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8.xml"/></Relationships>
</file>

<file path=ppt/slideLayouts/_rels/slideLayout1082.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18.xml"/></Relationships>
</file>

<file path=ppt/slideLayouts/_rels/slideLayout1083.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18.xml"/></Relationships>
</file>

<file path=ppt/slideLayouts/_rels/slideLayout1084.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18.xml"/></Relationships>
</file>

<file path=ppt/slideLayouts/_rels/slideLayout108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8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87.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18.xml"/></Relationships>
</file>

<file path=ppt/slideLayouts/_rels/slideLayout1088.xml.rels><?xml version="1.0" encoding="UTF-8" standalone="yes"?>
<Relationships xmlns="http://schemas.openxmlformats.org/package/2006/relationships"><Relationship Id="rId3" Type="http://schemas.openxmlformats.org/officeDocument/2006/relationships/image" Target="../media/image40.emf"/><Relationship Id="rId2" Type="http://schemas.openxmlformats.org/officeDocument/2006/relationships/image" Target="../media/image39.png"/><Relationship Id="rId1" Type="http://schemas.openxmlformats.org/officeDocument/2006/relationships/slideMaster" Target="../slideMasters/slideMaster18.xml"/></Relationships>
</file>

<file path=ppt/slideLayouts/_rels/slideLayout1089.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39.png"/><Relationship Id="rId1" Type="http://schemas.openxmlformats.org/officeDocument/2006/relationships/slideMaster" Target="../slideMasters/slideMaster18.xml"/></Relationships>
</file>

<file path=ppt/slideLayouts/_rels/slideLayout109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8.xml"/></Relationships>
</file>

<file path=ppt/slideLayouts/_rels/slideLayout109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8.xml"/></Relationships>
</file>

<file path=ppt/slideLayouts/_rels/slideLayout1092.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18.xml"/></Relationships>
</file>

<file path=ppt/slideLayouts/_rels/slideLayout1093.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18.xml"/></Relationships>
</file>

<file path=ppt/slideLayouts/_rels/slideLayout1094.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18.xml"/></Relationships>
</file>

<file path=ppt/slideLayouts/_rels/slideLayout1095.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18.xml"/></Relationships>
</file>

<file path=ppt/slideLayouts/_rels/slideLayout109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9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098.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8.xml"/></Relationships>
</file>

<file path=ppt/slideLayouts/_rels/slideLayout109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8.xml"/></Relationships>
</file>

<file path=ppt/slideLayouts/_rels/slideLayout110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8.xml"/></Relationships>
</file>

<file path=ppt/slideLayouts/_rels/slideLayout110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10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19.xml"/></Relationships>
</file>

<file path=ppt/slideLayouts/_rels/slideLayout1103.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19.xml"/></Relationships>
</file>

<file path=ppt/slideLayouts/_rels/slideLayout110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9.xml"/></Relationships>
</file>

<file path=ppt/slideLayouts/_rels/slideLayout110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0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07.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19.xml"/></Relationships>
</file>

<file path=ppt/slideLayouts/_rels/slideLayout1108.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9.xml"/></Relationships>
</file>

<file path=ppt/slideLayouts/_rels/slideLayout110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1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1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1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1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1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1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1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1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1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1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2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2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2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2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2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2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2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2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2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2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3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3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9.xml"/></Relationships>
</file>

<file path=ppt/slideLayouts/_rels/slideLayout113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3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3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3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3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9.xml"/></Relationships>
</file>

<file path=ppt/slideLayouts/_rels/slideLayout1137.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9.xml"/></Relationships>
</file>

<file path=ppt/slideLayouts/_rels/slideLayout1138.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9.xml"/></Relationships>
</file>

<file path=ppt/slideLayouts/_rels/slideLayout113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4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4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4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9.xml"/></Relationships>
</file>

<file path=ppt/slideLayouts/_rels/slideLayout114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9.xml"/></Relationships>
</file>

<file path=ppt/slideLayouts/_rels/slideLayout1144.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19.xml"/></Relationships>
</file>

<file path=ppt/slideLayouts/_rels/slideLayout114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4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47.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9.xml"/></Relationships>
</file>

<file path=ppt/slideLayouts/_rels/slideLayout114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4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5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151.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9.xml"/></Relationships>
</file>

<file path=ppt/slideLayouts/_rels/slideLayout115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20.xml"/></Relationships>
</file>

<file path=ppt/slideLayouts/_rels/slideLayout1153.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20.xml"/></Relationships>
</file>

<file path=ppt/slideLayouts/_rels/slideLayout115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0.xml"/></Relationships>
</file>

<file path=ppt/slideLayouts/_rels/slideLayout115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5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57.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20.xml"/></Relationships>
</file>

<file path=ppt/slideLayouts/_rels/slideLayout1158.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0.xml"/></Relationships>
</file>

<file path=ppt/slideLayouts/_rels/slideLayout115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6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6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6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6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6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6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6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6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6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6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7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7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7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7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7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7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7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7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7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7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8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8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0.xml"/></Relationships>
</file>

<file path=ppt/slideLayouts/_rels/slideLayout118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8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8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8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8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0.xml"/></Relationships>
</file>

<file path=ppt/slideLayouts/_rels/slideLayout118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0.xml"/></Relationships>
</file>

<file path=ppt/slideLayouts/_rels/slideLayout1188.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0.xml"/></Relationships>
</file>

<file path=ppt/slideLayouts/_rels/slideLayout1189.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0.xml"/></Relationships>
</file>

<file path=ppt/slideLayouts/_rels/slideLayout119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9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9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9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0.xml"/></Relationships>
</file>

<file path=ppt/slideLayouts/_rels/slideLayout119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0.xml"/></Relationships>
</file>

<file path=ppt/slideLayouts/_rels/slideLayout1195.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20.xml"/></Relationships>
</file>

<file path=ppt/slideLayouts/_rels/slideLayout119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9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9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19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20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201.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4.emf"/><Relationship Id="rId1" Type="http://schemas.openxmlformats.org/officeDocument/2006/relationships/slideMaster" Target="../slideMasters/slideMaster21.xml"/></Relationships>
</file>

<file path=ppt/slideLayouts/_rels/slideLayout120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1.xml"/></Relationships>
</file>

<file path=ppt/slideLayouts/_rels/slideLayout1203.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21.xml"/></Relationships>
</file>

<file path=ppt/slideLayouts/_rels/slideLayout1204.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3.png"/><Relationship Id="rId1" Type="http://schemas.openxmlformats.org/officeDocument/2006/relationships/slideMaster" Target="../slideMasters/slideMaster21.xml"/></Relationships>
</file>

<file path=ppt/slideLayouts/_rels/slideLayout1205.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4.png"/><Relationship Id="rId1" Type="http://schemas.openxmlformats.org/officeDocument/2006/relationships/slideMaster" Target="../slideMasters/slideMaster21.xml"/></Relationships>
</file>

<file path=ppt/slideLayouts/_rels/slideLayout1206.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5.png"/><Relationship Id="rId1" Type="http://schemas.openxmlformats.org/officeDocument/2006/relationships/slideMaster" Target="../slideMasters/slideMaster21.xml"/></Relationships>
</file>

<file path=ppt/slideLayouts/_rels/slideLayout1207.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6.png"/><Relationship Id="rId1" Type="http://schemas.openxmlformats.org/officeDocument/2006/relationships/slideMaster" Target="../slideMasters/slideMaster21.xml"/><Relationship Id="rId4" Type="http://schemas.openxmlformats.org/officeDocument/2006/relationships/image" Target="../media/image6.jpeg"/></Relationships>
</file>

<file path=ppt/slideLayouts/_rels/slideLayout1208.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7.png"/><Relationship Id="rId1" Type="http://schemas.openxmlformats.org/officeDocument/2006/relationships/slideMaster" Target="../slideMasters/slideMaster21.xml"/><Relationship Id="rId4" Type="http://schemas.openxmlformats.org/officeDocument/2006/relationships/image" Target="../media/image18.jpeg"/></Relationships>
</file>

<file path=ppt/slideLayouts/_rels/slideLayout1209.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4.emf"/><Relationship Id="rId1" Type="http://schemas.openxmlformats.org/officeDocument/2006/relationships/slideMaster" Target="../slideMasters/slideMaster21.xml"/></Relationships>
</file>

<file path=ppt/slideLayouts/_rels/slideLayout121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1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21.xml"/></Relationships>
</file>

<file path=ppt/slideLayouts/_rels/slideLayout121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1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1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1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1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1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1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1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2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2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2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2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2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2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2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2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2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2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3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3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32.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21.xml"/></Relationships>
</file>

<file path=ppt/slideLayouts/_rels/slideLayout1233.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21.xml"/></Relationships>
</file>

<file path=ppt/slideLayouts/_rels/slideLayout1234.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21.xml"/></Relationships>
</file>

<file path=ppt/slideLayouts/_rels/slideLayout1235.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21.xml"/></Relationships>
</file>

<file path=ppt/slideLayouts/_rels/slideLayout1236.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1.xml"/></Relationships>
</file>

<file path=ppt/slideLayouts/_rels/slideLayout1237.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1.xml"/></Relationships>
</file>

<file path=ppt/slideLayouts/_rels/slideLayout1238.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1.xml"/></Relationships>
</file>

<file path=ppt/slideLayouts/_rels/slideLayout1239.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1.xml"/></Relationships>
</file>

<file path=ppt/slideLayouts/_rels/slideLayout1240.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21.xml"/></Relationships>
</file>

<file path=ppt/slideLayouts/_rels/slideLayout1241.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21.xml"/></Relationships>
</file>

<file path=ppt/slideLayouts/_rels/slideLayout1242.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23.jpeg"/><Relationship Id="rId1" Type="http://schemas.openxmlformats.org/officeDocument/2006/relationships/slideMaster" Target="../slideMasters/slideMaster21.xml"/></Relationships>
</file>

<file path=ppt/slideLayouts/_rels/slideLayout1243.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1.xml"/><Relationship Id="rId4" Type="http://schemas.openxmlformats.org/officeDocument/2006/relationships/image" Target="../media/image19.jpeg"/></Relationships>
</file>

<file path=ppt/slideLayouts/_rels/slideLayout1244.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1.xml"/><Relationship Id="rId4" Type="http://schemas.openxmlformats.org/officeDocument/2006/relationships/image" Target="../media/image19.jpeg"/></Relationships>
</file>

<file path=ppt/slideLayouts/_rels/slideLayout1245.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26.jpeg"/><Relationship Id="rId1" Type="http://schemas.openxmlformats.org/officeDocument/2006/relationships/slideMaster" Target="../slideMasters/slideMaster21.xml"/><Relationship Id="rId5" Type="http://schemas.openxmlformats.org/officeDocument/2006/relationships/image" Target="../media/image6.jpeg"/><Relationship Id="rId4" Type="http://schemas.openxmlformats.org/officeDocument/2006/relationships/image" Target="../media/image25.jpeg"/></Relationships>
</file>

<file path=ppt/slideLayouts/_rels/slideLayout1246.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Master" Target="../slideMasters/slideMaster21.xml"/></Relationships>
</file>

<file path=ppt/slideLayouts/_rels/slideLayout1247.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image" Target="../media/image29.jpeg"/><Relationship Id="rId1" Type="http://schemas.openxmlformats.org/officeDocument/2006/relationships/slideMaster" Target="../slideMasters/slideMaster21.xml"/><Relationship Id="rId4" Type="http://schemas.openxmlformats.org/officeDocument/2006/relationships/image" Target="../media/image31.jpeg"/></Relationships>
</file>

<file path=ppt/slideLayouts/_rels/slideLayout1248.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2.jpeg"/><Relationship Id="rId1" Type="http://schemas.openxmlformats.org/officeDocument/2006/relationships/slideMaster" Target="../slideMasters/slideMaster21.xml"/><Relationship Id="rId5" Type="http://schemas.openxmlformats.org/officeDocument/2006/relationships/image" Target="../media/image35.jpeg"/><Relationship Id="rId4" Type="http://schemas.openxmlformats.org/officeDocument/2006/relationships/image" Target="../media/image34.jpeg"/></Relationships>
</file>

<file path=ppt/slideLayouts/_rels/slideLayout1249.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1.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250.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1.xml"/><Relationship Id="rId4" Type="http://schemas.openxmlformats.org/officeDocument/2006/relationships/image" Target="../media/image19.jpeg"/></Relationships>
</file>

<file path=ppt/slideLayouts/_rels/slideLayout1251.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1.xml"/><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252.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1.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25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5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5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5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5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5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5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6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6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6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6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64.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1.xml"/></Relationships>
</file>

<file path=ppt/slideLayouts/_rels/slideLayout1265.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21.xml"/></Relationships>
</file>

<file path=ppt/slideLayouts/_rels/slideLayout1266.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21.xml"/></Relationships>
</file>

<file path=ppt/slideLayouts/_rels/slideLayout1267.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21.xml"/></Relationships>
</file>

<file path=ppt/slideLayouts/_rels/slideLayout126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6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70.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21.xml"/></Relationships>
</file>

<file path=ppt/slideLayouts/_rels/slideLayout1271.xml.rels><?xml version="1.0" encoding="UTF-8" standalone="yes"?>
<Relationships xmlns="http://schemas.openxmlformats.org/package/2006/relationships"><Relationship Id="rId3" Type="http://schemas.openxmlformats.org/officeDocument/2006/relationships/image" Target="../media/image40.emf"/><Relationship Id="rId2" Type="http://schemas.openxmlformats.org/officeDocument/2006/relationships/image" Target="../media/image39.png"/><Relationship Id="rId1" Type="http://schemas.openxmlformats.org/officeDocument/2006/relationships/slideMaster" Target="../slideMasters/slideMaster21.xml"/></Relationships>
</file>

<file path=ppt/slideLayouts/_rels/slideLayout1272.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39.png"/><Relationship Id="rId1" Type="http://schemas.openxmlformats.org/officeDocument/2006/relationships/slideMaster" Target="../slideMasters/slideMaster21.xml"/></Relationships>
</file>

<file path=ppt/slideLayouts/_rels/slideLayout127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1.xml"/></Relationships>
</file>

<file path=ppt/slideLayouts/_rels/slideLayout127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1.xml"/></Relationships>
</file>

<file path=ppt/slideLayouts/_rels/slideLayout1275.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21.xml"/></Relationships>
</file>

<file path=ppt/slideLayouts/_rels/slideLayout1276.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21.xml"/></Relationships>
</file>

<file path=ppt/slideLayouts/_rels/slideLayout1277.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21.xml"/></Relationships>
</file>

<file path=ppt/slideLayouts/_rels/slideLayout1278.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21.xml"/></Relationships>
</file>

<file path=ppt/slideLayouts/_rels/slideLayout127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8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8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1.xml"/></Relationships>
</file>

<file path=ppt/slideLayouts/_rels/slideLayout128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1.xml"/></Relationships>
</file>

<file path=ppt/slideLayouts/_rels/slideLayout128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1.xml"/></Relationships>
</file>

<file path=ppt/slideLayouts/_rels/slideLayout128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28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22.xml"/></Relationships>
</file>

<file path=ppt/slideLayouts/_rels/slideLayout1286.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22.xml"/></Relationships>
</file>

<file path=ppt/slideLayouts/_rels/slideLayout128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2.xml"/></Relationships>
</file>

<file path=ppt/slideLayouts/_rels/slideLayout128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28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290.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22.xml"/></Relationships>
</file>

<file path=ppt/slideLayouts/_rels/slideLayout1291.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2.xml"/></Relationships>
</file>

<file path=ppt/slideLayouts/_rels/slideLayout129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29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29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29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29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29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29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29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0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0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0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0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0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0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0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0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0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0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1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1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1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1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1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2.xml"/></Relationships>
</file>

<file path=ppt/slideLayouts/_rels/slideLayout131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1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1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1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1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2.xml"/></Relationships>
</file>

<file path=ppt/slideLayouts/_rels/slideLayout1320.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2.xml"/></Relationships>
</file>

<file path=ppt/slideLayouts/_rels/slideLayout1321.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2.xml"/></Relationships>
</file>

<file path=ppt/slideLayouts/_rels/slideLayout132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2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2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2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2.xml"/></Relationships>
</file>

<file path=ppt/slideLayouts/_rels/slideLayout132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2.xml"/></Relationships>
</file>

<file path=ppt/slideLayouts/_rels/slideLayout1327.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22.xml"/></Relationships>
</file>

<file path=ppt/slideLayouts/_rels/slideLayout132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2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30.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2.xml"/></Relationships>
</file>

<file path=ppt/slideLayouts/_rels/slideLayout133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3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3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33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2.xml"/></Relationships>
</file>

<file path=ppt/slideLayouts/_rels/slideLayout133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23.xml"/></Relationships>
</file>

<file path=ppt/slideLayouts/_rels/slideLayout1336.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23.xml"/></Relationships>
</file>

<file path=ppt/slideLayouts/_rels/slideLayout133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3.xml"/></Relationships>
</file>

<file path=ppt/slideLayouts/_rels/slideLayout133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3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40.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23.xml"/></Relationships>
</file>

<file path=ppt/slideLayouts/_rels/slideLayout1341.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3.xml"/></Relationships>
</file>

<file path=ppt/slideLayouts/_rels/slideLayout134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4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4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4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4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4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4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4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5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5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5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5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5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5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5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5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5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5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6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6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6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6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6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3.xml"/></Relationships>
</file>

<file path=ppt/slideLayouts/_rels/slideLayout136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6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6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6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6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3.xml"/></Relationships>
</file>

<file path=ppt/slideLayouts/_rels/slideLayout137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3.xml"/></Relationships>
</file>

<file path=ppt/slideLayouts/_rels/slideLayout1371.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3.xml"/></Relationships>
</file>

<file path=ppt/slideLayouts/_rels/slideLayout1372.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3.xml"/></Relationships>
</file>

<file path=ppt/slideLayouts/_rels/slideLayout137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7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7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7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3.xml"/></Relationships>
</file>

<file path=ppt/slideLayouts/_rels/slideLayout1377.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3.xml"/></Relationships>
</file>

<file path=ppt/slideLayouts/_rels/slideLayout1378.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23.xml"/></Relationships>
</file>

<file path=ppt/slideLayouts/_rels/slideLayout137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8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8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8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8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38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4.emf"/><Relationship Id="rId1" Type="http://schemas.openxmlformats.org/officeDocument/2006/relationships/slideMaster" Target="../slideMasters/slideMaster24.xml"/></Relationships>
</file>

<file path=ppt/slideLayouts/_rels/slideLayout138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4.xml"/></Relationships>
</file>

<file path=ppt/slideLayouts/_rels/slideLayout1386.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24.xml"/></Relationships>
</file>

<file path=ppt/slideLayouts/_rels/slideLayout1387.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3.png"/><Relationship Id="rId1" Type="http://schemas.openxmlformats.org/officeDocument/2006/relationships/slideMaster" Target="../slideMasters/slideMaster24.xml"/></Relationships>
</file>

<file path=ppt/slideLayouts/_rels/slideLayout1388.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4.png"/><Relationship Id="rId1" Type="http://schemas.openxmlformats.org/officeDocument/2006/relationships/slideMaster" Target="../slideMasters/slideMaster24.xml"/></Relationships>
</file>

<file path=ppt/slideLayouts/_rels/slideLayout1389.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5.png"/><Relationship Id="rId1" Type="http://schemas.openxmlformats.org/officeDocument/2006/relationships/slideMaster" Target="../slideMasters/slideMaster24.xml"/></Relationships>
</file>

<file path=ppt/slideLayouts/_rels/slideLayout1390.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6.png"/><Relationship Id="rId1" Type="http://schemas.openxmlformats.org/officeDocument/2006/relationships/slideMaster" Target="../slideMasters/slideMaster24.xml"/><Relationship Id="rId4" Type="http://schemas.openxmlformats.org/officeDocument/2006/relationships/image" Target="../media/image6.jpeg"/></Relationships>
</file>

<file path=ppt/slideLayouts/_rels/slideLayout1391.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7.png"/><Relationship Id="rId1" Type="http://schemas.openxmlformats.org/officeDocument/2006/relationships/slideMaster" Target="../slideMasters/slideMaster24.xml"/><Relationship Id="rId4" Type="http://schemas.openxmlformats.org/officeDocument/2006/relationships/image" Target="../media/image18.jpeg"/></Relationships>
</file>

<file path=ppt/slideLayouts/_rels/slideLayout1392.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4.emf"/><Relationship Id="rId1" Type="http://schemas.openxmlformats.org/officeDocument/2006/relationships/slideMaster" Target="../slideMasters/slideMaster24.xml"/></Relationships>
</file>

<file path=ppt/slideLayouts/_rels/slideLayout139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39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24.xml"/></Relationships>
</file>

<file path=ppt/slideLayouts/_rels/slideLayout139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39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39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39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39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0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0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0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0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0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0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0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0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0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0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1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1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1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1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1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15.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24.xml"/></Relationships>
</file>

<file path=ppt/slideLayouts/_rels/slideLayout1416.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24.xml"/></Relationships>
</file>

<file path=ppt/slideLayouts/_rels/slideLayout1417.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24.xml"/></Relationships>
</file>

<file path=ppt/slideLayouts/_rels/slideLayout1418.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24.xml"/></Relationships>
</file>

<file path=ppt/slideLayouts/_rels/slideLayout1419.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4.xml"/></Relationships>
</file>

<file path=ppt/slideLayouts/_rels/slideLayout1420.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4.xml"/></Relationships>
</file>

<file path=ppt/slideLayouts/_rels/slideLayout1421.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4.xml"/></Relationships>
</file>

<file path=ppt/slideLayouts/_rels/slideLayout1422.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4.xml"/></Relationships>
</file>

<file path=ppt/slideLayouts/_rels/slideLayout1423.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24.xml"/></Relationships>
</file>

<file path=ppt/slideLayouts/_rels/slideLayout1424.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24.xml"/></Relationships>
</file>

<file path=ppt/slideLayouts/_rels/slideLayout1425.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23.jpeg"/><Relationship Id="rId1" Type="http://schemas.openxmlformats.org/officeDocument/2006/relationships/slideMaster" Target="../slideMasters/slideMaster24.xml"/></Relationships>
</file>

<file path=ppt/slideLayouts/_rels/slideLayout1426.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4.xml"/><Relationship Id="rId4" Type="http://schemas.openxmlformats.org/officeDocument/2006/relationships/image" Target="../media/image19.jpeg"/></Relationships>
</file>

<file path=ppt/slideLayouts/_rels/slideLayout1427.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4.xml"/><Relationship Id="rId4" Type="http://schemas.openxmlformats.org/officeDocument/2006/relationships/image" Target="../media/image19.jpeg"/></Relationships>
</file>

<file path=ppt/slideLayouts/_rels/slideLayout1428.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26.jpeg"/><Relationship Id="rId1" Type="http://schemas.openxmlformats.org/officeDocument/2006/relationships/slideMaster" Target="../slideMasters/slideMaster24.xml"/><Relationship Id="rId5" Type="http://schemas.openxmlformats.org/officeDocument/2006/relationships/image" Target="../media/image6.jpeg"/><Relationship Id="rId4" Type="http://schemas.openxmlformats.org/officeDocument/2006/relationships/image" Target="../media/image25.jpeg"/></Relationships>
</file>

<file path=ppt/slideLayouts/_rels/slideLayout1429.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Master" Target="../slideMasters/slideMaster24.xml"/></Relationships>
</file>

<file path=ppt/slideLayouts/_rels/slideLayout1430.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image" Target="../media/image29.jpeg"/><Relationship Id="rId1" Type="http://schemas.openxmlformats.org/officeDocument/2006/relationships/slideMaster" Target="../slideMasters/slideMaster24.xml"/><Relationship Id="rId4" Type="http://schemas.openxmlformats.org/officeDocument/2006/relationships/image" Target="../media/image31.jpeg"/></Relationships>
</file>

<file path=ppt/slideLayouts/_rels/slideLayout1431.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2.jpeg"/><Relationship Id="rId1" Type="http://schemas.openxmlformats.org/officeDocument/2006/relationships/slideMaster" Target="../slideMasters/slideMaster24.xml"/><Relationship Id="rId5" Type="http://schemas.openxmlformats.org/officeDocument/2006/relationships/image" Target="../media/image35.jpeg"/><Relationship Id="rId4" Type="http://schemas.openxmlformats.org/officeDocument/2006/relationships/image" Target="../media/image34.jpeg"/></Relationships>
</file>

<file path=ppt/slideLayouts/_rels/slideLayout1432.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4.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433.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4.xml"/><Relationship Id="rId4" Type="http://schemas.openxmlformats.org/officeDocument/2006/relationships/image" Target="../media/image19.jpeg"/></Relationships>
</file>

<file path=ppt/slideLayouts/_rels/slideLayout1434.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4.xml"/><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435.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4.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43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3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3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3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4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4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4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4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4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4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4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47.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4.xml"/></Relationships>
</file>

<file path=ppt/slideLayouts/_rels/slideLayout1448.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24.xml"/></Relationships>
</file>

<file path=ppt/slideLayouts/_rels/slideLayout1449.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24.xml"/></Relationships>
</file>

<file path=ppt/slideLayouts/_rels/slideLayout1450.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24.xml"/></Relationships>
</file>

<file path=ppt/slideLayouts/_rels/slideLayout145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5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53.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24.xml"/></Relationships>
</file>

<file path=ppt/slideLayouts/_rels/slideLayout1454.xml.rels><?xml version="1.0" encoding="UTF-8" standalone="yes"?>
<Relationships xmlns="http://schemas.openxmlformats.org/package/2006/relationships"><Relationship Id="rId3" Type="http://schemas.openxmlformats.org/officeDocument/2006/relationships/image" Target="../media/image40.emf"/><Relationship Id="rId2" Type="http://schemas.openxmlformats.org/officeDocument/2006/relationships/image" Target="../media/image39.png"/><Relationship Id="rId1" Type="http://schemas.openxmlformats.org/officeDocument/2006/relationships/slideMaster" Target="../slideMasters/slideMaster24.xml"/></Relationships>
</file>

<file path=ppt/slideLayouts/_rels/slideLayout1455.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39.png"/><Relationship Id="rId1" Type="http://schemas.openxmlformats.org/officeDocument/2006/relationships/slideMaster" Target="../slideMasters/slideMaster24.xml"/></Relationships>
</file>

<file path=ppt/slideLayouts/_rels/slideLayout145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4.xml"/></Relationships>
</file>

<file path=ppt/slideLayouts/_rels/slideLayout145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4.xml"/></Relationships>
</file>

<file path=ppt/slideLayouts/_rels/slideLayout1458.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24.xml"/></Relationships>
</file>

<file path=ppt/slideLayouts/_rels/slideLayout1459.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24.xml"/></Relationships>
</file>

<file path=ppt/slideLayouts/_rels/slideLayout1460.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24.xml"/></Relationships>
</file>

<file path=ppt/slideLayouts/_rels/slideLayout1461.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24.xml"/></Relationships>
</file>

<file path=ppt/slideLayouts/_rels/slideLayout146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6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6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4.xml"/></Relationships>
</file>

<file path=ppt/slideLayouts/_rels/slideLayout146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4.xml"/></Relationships>
</file>

<file path=ppt/slideLayouts/_rels/slideLayout146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4.xml"/></Relationships>
</file>

<file path=ppt/slideLayouts/_rels/slideLayout146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46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25.xml"/></Relationships>
</file>

<file path=ppt/slideLayouts/_rels/slideLayout1469.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25.xml"/></Relationships>
</file>

<file path=ppt/slideLayouts/_rels/slideLayout147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5.xml"/></Relationships>
</file>

<file path=ppt/slideLayouts/_rels/slideLayout147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7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73.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25.xml"/></Relationships>
</file>

<file path=ppt/slideLayouts/_rels/slideLayout1474.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5.xml"/></Relationships>
</file>

<file path=ppt/slideLayouts/_rels/slideLayout147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7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7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7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7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8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8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8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8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8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8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8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8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8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8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9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9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9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9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9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9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9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9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5.xml"/></Relationships>
</file>

<file path=ppt/slideLayouts/_rels/slideLayout149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9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50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50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502.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5.xml"/></Relationships>
</file>

<file path=ppt/slideLayouts/_rels/slideLayout1503.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5.xml"/></Relationships>
</file>

<file path=ppt/slideLayouts/_rels/slideLayout1504.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5.xml"/></Relationships>
</file>

<file path=ppt/slideLayouts/_rels/slideLayout150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50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50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508.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5.xml"/></Relationships>
</file>

<file path=ppt/slideLayouts/_rels/slideLayout150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5.xml"/></Relationships>
</file>

<file path=ppt/slideLayouts/_rels/slideLayout1510.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25.xml"/></Relationships>
</file>

<file path=ppt/slideLayouts/_rels/slideLayout151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51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513.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5.xml"/></Relationships>
</file>

<file path=ppt/slideLayouts/_rels/slideLayout151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51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51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51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5.xml"/></Relationships>
</file>

<file path=ppt/slideLayouts/_rels/slideLayout151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26.xml"/></Relationships>
</file>

<file path=ppt/slideLayouts/_rels/slideLayout1519.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26.xml"/></Relationships>
</file>

<file path=ppt/slideLayouts/_rels/slideLayout152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6.xml"/></Relationships>
</file>

<file path=ppt/slideLayouts/_rels/slideLayout152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2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23.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26.xml"/></Relationships>
</file>

<file path=ppt/slideLayouts/_rels/slideLayout1524.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6.xml"/></Relationships>
</file>

<file path=ppt/slideLayouts/_rels/slideLayout152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2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2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2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2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3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3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3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3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3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3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3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3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3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3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4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4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4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4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4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4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4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4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6.xml"/></Relationships>
</file>

<file path=ppt/slideLayouts/_rels/slideLayout154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4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5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5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52.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6.xml"/></Relationships>
</file>

<file path=ppt/slideLayouts/_rels/slideLayout155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6.xml"/></Relationships>
</file>

<file path=ppt/slideLayouts/_rels/slideLayout1554.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6.xml"/></Relationships>
</file>

<file path=ppt/slideLayouts/_rels/slideLayout1555.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6.xml"/></Relationships>
</file>

<file path=ppt/slideLayouts/_rels/slideLayout155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5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5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5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6.xml"/></Relationships>
</file>

<file path=ppt/slideLayouts/_rels/slideLayout156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6.xml"/></Relationships>
</file>

<file path=ppt/slideLayouts/_rels/slideLayout1561.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26.xml"/></Relationships>
</file>

<file path=ppt/slideLayouts/_rels/slideLayout156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6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6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6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6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6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4.emf"/><Relationship Id="rId1" Type="http://schemas.openxmlformats.org/officeDocument/2006/relationships/slideMaster" Target="../slideMasters/slideMaster27.xml"/></Relationships>
</file>

<file path=ppt/slideLayouts/_rels/slideLayout1568.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7.xml"/></Relationships>
</file>

<file path=ppt/slideLayouts/_rels/slideLayout1569.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27.xml"/></Relationships>
</file>

<file path=ppt/slideLayouts/_rels/slideLayout1570.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3.png"/><Relationship Id="rId1" Type="http://schemas.openxmlformats.org/officeDocument/2006/relationships/slideMaster" Target="../slideMasters/slideMaster27.xml"/></Relationships>
</file>

<file path=ppt/slideLayouts/_rels/slideLayout1571.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4.png"/><Relationship Id="rId1" Type="http://schemas.openxmlformats.org/officeDocument/2006/relationships/slideMaster" Target="../slideMasters/slideMaster27.xml"/></Relationships>
</file>

<file path=ppt/slideLayouts/_rels/slideLayout1572.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5.png"/><Relationship Id="rId1" Type="http://schemas.openxmlformats.org/officeDocument/2006/relationships/slideMaster" Target="../slideMasters/slideMaster27.xml"/></Relationships>
</file>

<file path=ppt/slideLayouts/_rels/slideLayout1573.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6.png"/><Relationship Id="rId1" Type="http://schemas.openxmlformats.org/officeDocument/2006/relationships/slideMaster" Target="../slideMasters/slideMaster27.xml"/><Relationship Id="rId4" Type="http://schemas.openxmlformats.org/officeDocument/2006/relationships/image" Target="../media/image6.jpeg"/></Relationships>
</file>

<file path=ppt/slideLayouts/_rels/slideLayout1574.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7.png"/><Relationship Id="rId1" Type="http://schemas.openxmlformats.org/officeDocument/2006/relationships/slideMaster" Target="../slideMasters/slideMaster27.xml"/><Relationship Id="rId4" Type="http://schemas.openxmlformats.org/officeDocument/2006/relationships/image" Target="../media/image18.jpeg"/></Relationships>
</file>

<file path=ppt/slideLayouts/_rels/slideLayout1575.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4.emf"/><Relationship Id="rId1" Type="http://schemas.openxmlformats.org/officeDocument/2006/relationships/slideMaster" Target="../slideMasters/slideMaster27.xml"/></Relationships>
</file>

<file path=ppt/slideLayouts/_rels/slideLayout157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7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27.xml"/></Relationships>
</file>

<file path=ppt/slideLayouts/_rels/slideLayout157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7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8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8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8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8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8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8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8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8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8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8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9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9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9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9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9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9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9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9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98.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27.xml"/></Relationships>
</file>

<file path=ppt/slideLayouts/_rels/slideLayout1599.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27.xml"/></Relationships>
</file>

<file path=ppt/slideLayouts/_rels/slideLayout1600.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27.xml"/></Relationships>
</file>

<file path=ppt/slideLayouts/_rels/slideLayout1601.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27.xml"/></Relationships>
</file>

<file path=ppt/slideLayouts/_rels/slideLayout1602.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7.xml"/></Relationships>
</file>

<file path=ppt/slideLayouts/_rels/slideLayout1603.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7.xml"/></Relationships>
</file>

<file path=ppt/slideLayouts/_rels/slideLayout1604.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7.xml"/></Relationships>
</file>

<file path=ppt/slideLayouts/_rels/slideLayout1605.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7.xml"/></Relationships>
</file>

<file path=ppt/slideLayouts/_rels/slideLayout1606.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27.xml"/></Relationships>
</file>

<file path=ppt/slideLayouts/_rels/slideLayout1607.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27.xml"/></Relationships>
</file>

<file path=ppt/slideLayouts/_rels/slideLayout1608.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23.jpeg"/><Relationship Id="rId1" Type="http://schemas.openxmlformats.org/officeDocument/2006/relationships/slideMaster" Target="../slideMasters/slideMaster27.xml"/></Relationships>
</file>

<file path=ppt/slideLayouts/_rels/slideLayout1609.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7.xml"/><Relationship Id="rId4" Type="http://schemas.openxmlformats.org/officeDocument/2006/relationships/image" Target="../media/image19.jpeg"/></Relationships>
</file>

<file path=ppt/slideLayouts/_rels/slideLayout1610.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7.xml"/><Relationship Id="rId4" Type="http://schemas.openxmlformats.org/officeDocument/2006/relationships/image" Target="../media/image19.jpeg"/></Relationships>
</file>

<file path=ppt/slideLayouts/_rels/slideLayout1611.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26.jpeg"/><Relationship Id="rId1" Type="http://schemas.openxmlformats.org/officeDocument/2006/relationships/slideMaster" Target="../slideMasters/slideMaster27.xml"/><Relationship Id="rId5" Type="http://schemas.openxmlformats.org/officeDocument/2006/relationships/image" Target="../media/image6.jpeg"/><Relationship Id="rId4" Type="http://schemas.openxmlformats.org/officeDocument/2006/relationships/image" Target="../media/image25.jpeg"/></Relationships>
</file>

<file path=ppt/slideLayouts/_rels/slideLayout1612.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Master" Target="../slideMasters/slideMaster27.xml"/></Relationships>
</file>

<file path=ppt/slideLayouts/_rels/slideLayout1613.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image" Target="../media/image29.jpeg"/><Relationship Id="rId1" Type="http://schemas.openxmlformats.org/officeDocument/2006/relationships/slideMaster" Target="../slideMasters/slideMaster27.xml"/><Relationship Id="rId4" Type="http://schemas.openxmlformats.org/officeDocument/2006/relationships/image" Target="../media/image31.jpeg"/></Relationships>
</file>

<file path=ppt/slideLayouts/_rels/slideLayout1614.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2.jpeg"/><Relationship Id="rId1" Type="http://schemas.openxmlformats.org/officeDocument/2006/relationships/slideMaster" Target="../slideMasters/slideMaster27.xml"/><Relationship Id="rId5" Type="http://schemas.openxmlformats.org/officeDocument/2006/relationships/image" Target="../media/image35.jpeg"/><Relationship Id="rId4" Type="http://schemas.openxmlformats.org/officeDocument/2006/relationships/image" Target="../media/image34.jpeg"/></Relationships>
</file>

<file path=ppt/slideLayouts/_rels/slideLayout1615.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7.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616.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7.xml"/><Relationship Id="rId4" Type="http://schemas.openxmlformats.org/officeDocument/2006/relationships/image" Target="../media/image19.jpeg"/></Relationships>
</file>

<file path=ppt/slideLayouts/_rels/slideLayout1617.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7.xml"/><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618.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27.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61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2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2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2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2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2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2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2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2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2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2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30.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27.xml"/></Relationships>
</file>

<file path=ppt/slideLayouts/_rels/slideLayout1631.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27.xml"/></Relationships>
</file>

<file path=ppt/slideLayouts/_rels/slideLayout1632.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27.xml"/></Relationships>
</file>

<file path=ppt/slideLayouts/_rels/slideLayout1633.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27.xml"/></Relationships>
</file>

<file path=ppt/slideLayouts/_rels/slideLayout163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3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36.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27.xml"/></Relationships>
</file>

<file path=ppt/slideLayouts/_rels/slideLayout1637.xml.rels><?xml version="1.0" encoding="UTF-8" standalone="yes"?>
<Relationships xmlns="http://schemas.openxmlformats.org/package/2006/relationships"><Relationship Id="rId3" Type="http://schemas.openxmlformats.org/officeDocument/2006/relationships/image" Target="../media/image40.emf"/><Relationship Id="rId2" Type="http://schemas.openxmlformats.org/officeDocument/2006/relationships/image" Target="../media/image39.png"/><Relationship Id="rId1" Type="http://schemas.openxmlformats.org/officeDocument/2006/relationships/slideMaster" Target="../slideMasters/slideMaster27.xml"/></Relationships>
</file>

<file path=ppt/slideLayouts/_rels/slideLayout1638.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39.png"/><Relationship Id="rId1" Type="http://schemas.openxmlformats.org/officeDocument/2006/relationships/slideMaster" Target="../slideMasters/slideMaster27.xml"/></Relationships>
</file>

<file path=ppt/slideLayouts/_rels/slideLayout163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7.xml"/></Relationships>
</file>

<file path=ppt/slideLayouts/_rels/slideLayout164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7.xml"/></Relationships>
</file>

<file path=ppt/slideLayouts/_rels/slideLayout1641.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27.xml"/></Relationships>
</file>

<file path=ppt/slideLayouts/_rels/slideLayout1642.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27.xml"/></Relationships>
</file>

<file path=ppt/slideLayouts/_rels/slideLayout1643.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27.xml"/></Relationships>
</file>

<file path=ppt/slideLayouts/_rels/slideLayout1644.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27.xml"/></Relationships>
</file>

<file path=ppt/slideLayouts/_rels/slideLayout164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4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47.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7.xml"/></Relationships>
</file>

<file path=ppt/slideLayouts/_rels/slideLayout1648.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7.xml"/></Relationships>
</file>

<file path=ppt/slideLayouts/_rels/slideLayout164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7.xml"/></Relationships>
</file>

<file path=ppt/slideLayouts/_rels/slideLayout165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65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28.xml"/></Relationships>
</file>

<file path=ppt/slideLayouts/_rels/slideLayout1652.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28.xml"/></Relationships>
</file>

<file path=ppt/slideLayouts/_rels/slideLayout165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8.xml"/></Relationships>
</file>

<file path=ppt/slideLayouts/_rels/slideLayout165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5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56.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28.xml"/></Relationships>
</file>

<file path=ppt/slideLayouts/_rels/slideLayout1657.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8.xml"/></Relationships>
</file>

<file path=ppt/slideLayouts/_rels/slideLayout165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5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6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6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6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6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6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6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6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6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6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6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7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7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7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7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7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7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7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7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7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7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8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8.xml"/></Relationships>
</file>

<file path=ppt/slideLayouts/_rels/slideLayout168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8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8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8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8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8.xml"/></Relationships>
</file>

<file path=ppt/slideLayouts/_rels/slideLayout1686.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8.xml"/></Relationships>
</file>

<file path=ppt/slideLayouts/_rels/slideLayout1687.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8.xml"/></Relationships>
</file>

<file path=ppt/slideLayouts/_rels/slideLayout168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8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9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9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8.xml"/></Relationships>
</file>

<file path=ppt/slideLayouts/_rels/slideLayout169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8.xml"/></Relationships>
</file>

<file path=ppt/slideLayouts/_rels/slideLayout1693.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28.xml"/></Relationships>
</file>

<file path=ppt/slideLayouts/_rels/slideLayout169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9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96.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8.xml"/></Relationships>
</file>

<file path=ppt/slideLayouts/_rels/slideLayout169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9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9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70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8.xml"/></Relationships>
</file>

<file path=ppt/slideLayouts/_rels/slideLayout170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29.xml"/></Relationships>
</file>

<file path=ppt/slideLayouts/_rels/slideLayout1702.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29.xml"/></Relationships>
</file>

<file path=ppt/slideLayouts/_rels/slideLayout170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9.xml"/></Relationships>
</file>

<file path=ppt/slideLayouts/_rels/slideLayout170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0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06.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29.xml"/></Relationships>
</file>

<file path=ppt/slideLayouts/_rels/slideLayout1707.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9.xml"/></Relationships>
</file>

<file path=ppt/slideLayouts/_rels/slideLayout170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0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1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1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1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1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1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1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1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1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1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1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2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2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2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2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2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2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2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2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2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2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3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9.xml"/></Relationships>
</file>

<file path=ppt/slideLayouts/_rels/slideLayout173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3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3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3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3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9.xml"/></Relationships>
</file>

<file path=ppt/slideLayouts/_rels/slideLayout173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9.xml"/></Relationships>
</file>

<file path=ppt/slideLayouts/_rels/slideLayout1737.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9.xml"/></Relationships>
</file>

<file path=ppt/slideLayouts/_rels/slideLayout1738.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29.xml"/></Relationships>
</file>

<file path=ppt/slideLayouts/_rels/slideLayout173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4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4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4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9.xml"/></Relationships>
</file>

<file path=ppt/slideLayouts/_rels/slideLayout174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9.xml"/></Relationships>
</file>

<file path=ppt/slideLayouts/_rels/slideLayout1744.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29.xml"/></Relationships>
</file>

<file path=ppt/slideLayouts/_rels/slideLayout174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4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4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4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4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5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4.emf"/><Relationship Id="rId1" Type="http://schemas.openxmlformats.org/officeDocument/2006/relationships/slideMaster" Target="../slideMasters/slideMaster30.xml"/></Relationships>
</file>

<file path=ppt/slideLayouts/_rels/slideLayout175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0.xml"/></Relationships>
</file>

<file path=ppt/slideLayouts/_rels/slideLayout1752.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30.xml"/></Relationships>
</file>

<file path=ppt/slideLayouts/_rels/slideLayout1753.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3.png"/><Relationship Id="rId1" Type="http://schemas.openxmlformats.org/officeDocument/2006/relationships/slideMaster" Target="../slideMasters/slideMaster30.xml"/></Relationships>
</file>

<file path=ppt/slideLayouts/_rels/slideLayout1754.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4.png"/><Relationship Id="rId1" Type="http://schemas.openxmlformats.org/officeDocument/2006/relationships/slideMaster" Target="../slideMasters/slideMaster30.xml"/></Relationships>
</file>

<file path=ppt/slideLayouts/_rels/slideLayout1755.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5.png"/><Relationship Id="rId1" Type="http://schemas.openxmlformats.org/officeDocument/2006/relationships/slideMaster" Target="../slideMasters/slideMaster30.xml"/></Relationships>
</file>

<file path=ppt/slideLayouts/_rels/slideLayout1756.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6.png"/><Relationship Id="rId1" Type="http://schemas.openxmlformats.org/officeDocument/2006/relationships/slideMaster" Target="../slideMasters/slideMaster30.xml"/><Relationship Id="rId4" Type="http://schemas.openxmlformats.org/officeDocument/2006/relationships/image" Target="../media/image6.jpeg"/></Relationships>
</file>

<file path=ppt/slideLayouts/_rels/slideLayout1757.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7.png"/><Relationship Id="rId1" Type="http://schemas.openxmlformats.org/officeDocument/2006/relationships/slideMaster" Target="../slideMasters/slideMaster30.xml"/><Relationship Id="rId4" Type="http://schemas.openxmlformats.org/officeDocument/2006/relationships/image" Target="../media/image18.jpeg"/></Relationships>
</file>

<file path=ppt/slideLayouts/_rels/slideLayout1758.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4.emf"/><Relationship Id="rId1" Type="http://schemas.openxmlformats.org/officeDocument/2006/relationships/slideMaster" Target="../slideMasters/slideMaster30.xml"/></Relationships>
</file>

<file path=ppt/slideLayouts/_rels/slideLayout175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60.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30.xml"/></Relationships>
</file>

<file path=ppt/slideLayouts/_rels/slideLayout176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6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6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6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6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6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6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6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6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7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7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7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7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7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7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7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7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7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7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8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781.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30.xml"/></Relationships>
</file>

<file path=ppt/slideLayouts/_rels/slideLayout1782.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30.xml"/></Relationships>
</file>

<file path=ppt/slideLayouts/_rels/slideLayout1783.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30.xml"/></Relationships>
</file>

<file path=ppt/slideLayouts/_rels/slideLayout1784.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30.xml"/></Relationships>
</file>

<file path=ppt/slideLayouts/_rels/slideLayout1785.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0.xml"/></Relationships>
</file>

<file path=ppt/slideLayouts/_rels/slideLayout1786.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0.xml"/></Relationships>
</file>

<file path=ppt/slideLayouts/_rels/slideLayout1787.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0.xml"/></Relationships>
</file>

<file path=ppt/slideLayouts/_rels/slideLayout1788.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0.xml"/></Relationships>
</file>

<file path=ppt/slideLayouts/_rels/slideLayout1789.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30.xml"/></Relationships>
</file>

<file path=ppt/slideLayouts/_rels/slideLayout1790.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30.xml"/></Relationships>
</file>

<file path=ppt/slideLayouts/_rels/slideLayout1791.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23.jpeg"/><Relationship Id="rId1" Type="http://schemas.openxmlformats.org/officeDocument/2006/relationships/slideMaster" Target="../slideMasters/slideMaster30.xml"/></Relationships>
</file>

<file path=ppt/slideLayouts/_rels/slideLayout1792.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0.xml"/><Relationship Id="rId4" Type="http://schemas.openxmlformats.org/officeDocument/2006/relationships/image" Target="../media/image19.jpeg"/></Relationships>
</file>

<file path=ppt/slideLayouts/_rels/slideLayout1793.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0.xml"/><Relationship Id="rId4" Type="http://schemas.openxmlformats.org/officeDocument/2006/relationships/image" Target="../media/image19.jpeg"/></Relationships>
</file>

<file path=ppt/slideLayouts/_rels/slideLayout1794.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26.jpeg"/><Relationship Id="rId1" Type="http://schemas.openxmlformats.org/officeDocument/2006/relationships/slideMaster" Target="../slideMasters/slideMaster30.xml"/><Relationship Id="rId5" Type="http://schemas.openxmlformats.org/officeDocument/2006/relationships/image" Target="../media/image6.jpeg"/><Relationship Id="rId4" Type="http://schemas.openxmlformats.org/officeDocument/2006/relationships/image" Target="../media/image25.jpeg"/></Relationships>
</file>

<file path=ppt/slideLayouts/_rels/slideLayout1795.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Master" Target="../slideMasters/slideMaster30.xml"/></Relationships>
</file>

<file path=ppt/slideLayouts/_rels/slideLayout1796.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image" Target="../media/image29.jpeg"/><Relationship Id="rId1" Type="http://schemas.openxmlformats.org/officeDocument/2006/relationships/slideMaster" Target="../slideMasters/slideMaster30.xml"/><Relationship Id="rId4" Type="http://schemas.openxmlformats.org/officeDocument/2006/relationships/image" Target="../media/image31.jpeg"/></Relationships>
</file>

<file path=ppt/slideLayouts/_rels/slideLayout1797.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2.jpeg"/><Relationship Id="rId1" Type="http://schemas.openxmlformats.org/officeDocument/2006/relationships/slideMaster" Target="../slideMasters/slideMaster30.xml"/><Relationship Id="rId5" Type="http://schemas.openxmlformats.org/officeDocument/2006/relationships/image" Target="../media/image35.jpeg"/><Relationship Id="rId4" Type="http://schemas.openxmlformats.org/officeDocument/2006/relationships/image" Target="../media/image34.jpeg"/></Relationships>
</file>

<file path=ppt/slideLayouts/_rels/slideLayout1798.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0.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799.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0.xml"/><Relationship Id="rId4" Type="http://schemas.openxmlformats.org/officeDocument/2006/relationships/image" Target="../media/image19.jpeg"/></Relationships>
</file>

<file path=ppt/slideLayouts/_rels/slideLayout1800.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0.xml"/><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801.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0.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80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0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0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0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0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0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0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0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1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1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1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13.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0.xml"/></Relationships>
</file>

<file path=ppt/slideLayouts/_rels/slideLayout1814.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30.xml"/></Relationships>
</file>

<file path=ppt/slideLayouts/_rels/slideLayout1815.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30.xml"/></Relationships>
</file>

<file path=ppt/slideLayouts/_rels/slideLayout1816.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30.xml"/></Relationships>
</file>

<file path=ppt/slideLayouts/_rels/slideLayout181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1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19.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30.xml"/></Relationships>
</file>

<file path=ppt/slideLayouts/_rels/slideLayout1820.xml.rels><?xml version="1.0" encoding="UTF-8" standalone="yes"?>
<Relationships xmlns="http://schemas.openxmlformats.org/package/2006/relationships"><Relationship Id="rId3" Type="http://schemas.openxmlformats.org/officeDocument/2006/relationships/image" Target="../media/image40.emf"/><Relationship Id="rId2" Type="http://schemas.openxmlformats.org/officeDocument/2006/relationships/image" Target="../media/image39.png"/><Relationship Id="rId1" Type="http://schemas.openxmlformats.org/officeDocument/2006/relationships/slideMaster" Target="../slideMasters/slideMaster30.xml"/></Relationships>
</file>

<file path=ppt/slideLayouts/_rels/slideLayout1821.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39.png"/><Relationship Id="rId1" Type="http://schemas.openxmlformats.org/officeDocument/2006/relationships/slideMaster" Target="../slideMasters/slideMaster30.xml"/></Relationships>
</file>

<file path=ppt/slideLayouts/_rels/slideLayout182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0.xml"/></Relationships>
</file>

<file path=ppt/slideLayouts/_rels/slideLayout182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0.xml"/></Relationships>
</file>

<file path=ppt/slideLayouts/_rels/slideLayout1824.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30.xml"/></Relationships>
</file>

<file path=ppt/slideLayouts/_rels/slideLayout1825.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30.xml"/></Relationships>
</file>

<file path=ppt/slideLayouts/_rels/slideLayout1826.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30.xml"/></Relationships>
</file>

<file path=ppt/slideLayouts/_rels/slideLayout1827.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30.xml"/></Relationships>
</file>

<file path=ppt/slideLayouts/_rels/slideLayout182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2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3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0.xml"/></Relationships>
</file>

<file path=ppt/slideLayouts/_rels/slideLayout183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0.xml"/></Relationships>
</file>

<file path=ppt/slideLayouts/_rels/slideLayout183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0.xml"/></Relationships>
</file>

<file path=ppt/slideLayouts/_rels/slideLayout183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3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31.xml"/></Relationships>
</file>

<file path=ppt/slideLayouts/_rels/slideLayout1835.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31.xml"/></Relationships>
</file>

<file path=ppt/slideLayouts/_rels/slideLayout183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1.xml"/></Relationships>
</file>

<file path=ppt/slideLayouts/_rels/slideLayout183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3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39.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31.xml"/></Relationships>
</file>

<file path=ppt/slideLayouts/_rels/slideLayout1840.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31.xml"/></Relationships>
</file>

<file path=ppt/slideLayouts/_rels/slideLayout184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4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4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4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4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4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4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4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4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5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5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5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5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5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5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5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5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5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5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6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6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6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6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1.xml"/></Relationships>
</file>

<file path=ppt/slideLayouts/_rels/slideLayout186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6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6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6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6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31.xml"/></Relationships>
</file>

<file path=ppt/slideLayouts/_rels/slideLayout1869.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31.xml"/></Relationships>
</file>

<file path=ppt/slideLayouts/_rels/slideLayout1870.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31.xml"/></Relationships>
</file>

<file path=ppt/slideLayouts/_rels/slideLayout187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7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7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7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1.xml"/></Relationships>
</file>

<file path=ppt/slideLayouts/_rels/slideLayout187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1.xml"/></Relationships>
</file>

<file path=ppt/slideLayouts/_rels/slideLayout1876.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31.xml"/></Relationships>
</file>

<file path=ppt/slideLayouts/_rels/slideLayout187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7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79.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31.xml"/></Relationships>
</file>

<file path=ppt/slideLayouts/_rels/slideLayout188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8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8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8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31.xml"/></Relationships>
</file>

<file path=ppt/slideLayouts/_rels/slideLayout188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32.xml"/></Relationships>
</file>

<file path=ppt/slideLayouts/_rels/slideLayout1885.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32.xml"/></Relationships>
</file>

<file path=ppt/slideLayouts/_rels/slideLayout188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2.xml"/></Relationships>
</file>

<file path=ppt/slideLayouts/_rels/slideLayout188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88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889.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32.xml"/></Relationships>
</file>

<file path=ppt/slideLayouts/_rels/slideLayout1890.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32.xml"/></Relationships>
</file>

<file path=ppt/slideLayouts/_rels/slideLayout189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89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89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89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89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89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89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89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89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0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0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0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0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0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0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0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0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0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0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1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1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1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1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2.xml"/></Relationships>
</file>

<file path=ppt/slideLayouts/_rels/slideLayout191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1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1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1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1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32.xml"/></Relationships>
</file>

<file path=ppt/slideLayouts/_rels/slideLayout191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32.xml"/></Relationships>
</file>

<file path=ppt/slideLayouts/_rels/slideLayout1920.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32.xml"/></Relationships>
</file>

<file path=ppt/slideLayouts/_rels/slideLayout1921.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32.xml"/></Relationships>
</file>

<file path=ppt/slideLayouts/_rels/slideLayout192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2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2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2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2.xml"/></Relationships>
</file>

<file path=ppt/slideLayouts/_rels/slideLayout1926.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2.xml"/></Relationships>
</file>

<file path=ppt/slideLayouts/_rels/slideLayout1927.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32.xml"/></Relationships>
</file>

<file path=ppt/slideLayouts/_rels/slideLayout192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2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3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3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3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33.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4.emf"/><Relationship Id="rId1" Type="http://schemas.openxmlformats.org/officeDocument/2006/relationships/slideMaster" Target="../slideMasters/slideMaster33.xml"/></Relationships>
</file>

<file path=ppt/slideLayouts/_rels/slideLayout193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3.xml"/></Relationships>
</file>

<file path=ppt/slideLayouts/_rels/slideLayout1935.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png"/><Relationship Id="rId1" Type="http://schemas.openxmlformats.org/officeDocument/2006/relationships/slideMaster" Target="../slideMasters/slideMaster33.xml"/></Relationships>
</file>

<file path=ppt/slideLayouts/_rels/slideLayout1936.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3.png"/><Relationship Id="rId1" Type="http://schemas.openxmlformats.org/officeDocument/2006/relationships/slideMaster" Target="../slideMasters/slideMaster33.xml"/></Relationships>
</file>

<file path=ppt/slideLayouts/_rels/slideLayout1937.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4.png"/><Relationship Id="rId1" Type="http://schemas.openxmlformats.org/officeDocument/2006/relationships/slideMaster" Target="../slideMasters/slideMaster33.xml"/></Relationships>
</file>

<file path=ppt/slideLayouts/_rels/slideLayout1938.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5.png"/><Relationship Id="rId1" Type="http://schemas.openxmlformats.org/officeDocument/2006/relationships/slideMaster" Target="../slideMasters/slideMaster33.xml"/></Relationships>
</file>

<file path=ppt/slideLayouts/_rels/slideLayout1939.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6.png"/><Relationship Id="rId1" Type="http://schemas.openxmlformats.org/officeDocument/2006/relationships/slideMaster" Target="../slideMasters/slideMaster33.xml"/><Relationship Id="rId4" Type="http://schemas.openxmlformats.org/officeDocument/2006/relationships/image" Target="../media/image6.jpeg"/></Relationships>
</file>

<file path=ppt/slideLayouts/_rels/slideLayout1940.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7.png"/><Relationship Id="rId1" Type="http://schemas.openxmlformats.org/officeDocument/2006/relationships/slideMaster" Target="../slideMasters/slideMaster33.xml"/><Relationship Id="rId4" Type="http://schemas.openxmlformats.org/officeDocument/2006/relationships/image" Target="../media/image18.jpeg"/></Relationships>
</file>

<file path=ppt/slideLayouts/_rels/slideLayout1941.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4.emf"/><Relationship Id="rId1" Type="http://schemas.openxmlformats.org/officeDocument/2006/relationships/slideMaster" Target="../slideMasters/slideMaster33.xml"/></Relationships>
</file>

<file path=ppt/slideLayouts/_rels/slideLayout194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4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33.xml"/></Relationships>
</file>

<file path=ppt/slideLayouts/_rels/slideLayout194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4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4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4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4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4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5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5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5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5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5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5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5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5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5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5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6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6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6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6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64.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33.xml"/></Relationships>
</file>

<file path=ppt/slideLayouts/_rels/slideLayout1965.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33.xml"/></Relationships>
</file>

<file path=ppt/slideLayouts/_rels/slideLayout1966.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33.xml"/></Relationships>
</file>

<file path=ppt/slideLayouts/_rels/slideLayout1967.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33.xml"/></Relationships>
</file>

<file path=ppt/slideLayouts/_rels/slideLayout1968.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3.xml"/></Relationships>
</file>

<file path=ppt/slideLayouts/_rels/slideLayout1969.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3.xml"/></Relationships>
</file>

<file path=ppt/slideLayouts/_rels/slideLayout1970.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3.xml"/></Relationships>
</file>

<file path=ppt/slideLayouts/_rels/slideLayout1971.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3.xml"/></Relationships>
</file>

<file path=ppt/slideLayouts/_rels/slideLayout1972.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33.xml"/></Relationships>
</file>

<file path=ppt/slideLayouts/_rels/slideLayout1973.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33.xml"/></Relationships>
</file>

<file path=ppt/slideLayouts/_rels/slideLayout1974.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23.jpeg"/><Relationship Id="rId1" Type="http://schemas.openxmlformats.org/officeDocument/2006/relationships/slideMaster" Target="../slideMasters/slideMaster33.xml"/></Relationships>
</file>

<file path=ppt/slideLayouts/_rels/slideLayout1975.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3.xml"/><Relationship Id="rId4" Type="http://schemas.openxmlformats.org/officeDocument/2006/relationships/image" Target="../media/image19.jpeg"/></Relationships>
</file>

<file path=ppt/slideLayouts/_rels/slideLayout1976.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3.xml"/><Relationship Id="rId4" Type="http://schemas.openxmlformats.org/officeDocument/2006/relationships/image" Target="../media/image19.jpeg"/></Relationships>
</file>

<file path=ppt/slideLayouts/_rels/slideLayout1977.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26.jpeg"/><Relationship Id="rId1" Type="http://schemas.openxmlformats.org/officeDocument/2006/relationships/slideMaster" Target="../slideMasters/slideMaster33.xml"/><Relationship Id="rId5" Type="http://schemas.openxmlformats.org/officeDocument/2006/relationships/image" Target="../media/image6.jpeg"/><Relationship Id="rId4" Type="http://schemas.openxmlformats.org/officeDocument/2006/relationships/image" Target="../media/image25.jpeg"/></Relationships>
</file>

<file path=ppt/slideLayouts/_rels/slideLayout1978.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Master" Target="../slideMasters/slideMaster33.xml"/></Relationships>
</file>

<file path=ppt/slideLayouts/_rels/slideLayout1979.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image" Target="../media/image29.jpeg"/><Relationship Id="rId1" Type="http://schemas.openxmlformats.org/officeDocument/2006/relationships/slideMaster" Target="../slideMasters/slideMaster33.xml"/><Relationship Id="rId4" Type="http://schemas.openxmlformats.org/officeDocument/2006/relationships/image" Target="../media/image31.jpeg"/></Relationships>
</file>

<file path=ppt/slideLayouts/_rels/slideLayout1980.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2.jpeg"/><Relationship Id="rId1" Type="http://schemas.openxmlformats.org/officeDocument/2006/relationships/slideMaster" Target="../slideMasters/slideMaster33.xml"/><Relationship Id="rId5" Type="http://schemas.openxmlformats.org/officeDocument/2006/relationships/image" Target="../media/image35.jpeg"/><Relationship Id="rId4" Type="http://schemas.openxmlformats.org/officeDocument/2006/relationships/image" Target="../media/image34.jpeg"/></Relationships>
</file>

<file path=ppt/slideLayouts/_rels/slideLayout1981.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3.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982.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3.xml"/><Relationship Id="rId4" Type="http://schemas.openxmlformats.org/officeDocument/2006/relationships/image" Target="../media/image19.jpeg"/></Relationships>
</file>

<file path=ppt/slideLayouts/_rels/slideLayout1983.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3.xml"/><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984.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6.jpeg"/><Relationship Id="rId1" Type="http://schemas.openxmlformats.org/officeDocument/2006/relationships/slideMaster" Target="../slideMasters/slideMaster33.xml"/><Relationship Id="rId6" Type="http://schemas.openxmlformats.org/officeDocument/2006/relationships/image" Target="../media/image36.jpeg"/><Relationship Id="rId5" Type="http://schemas.openxmlformats.org/officeDocument/2006/relationships/image" Target="../media/image26.jpeg"/><Relationship Id="rId4" Type="http://schemas.openxmlformats.org/officeDocument/2006/relationships/image" Target="../media/image19.jpeg"/></Relationships>
</file>

<file path=ppt/slideLayouts/_rels/slideLayout198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8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8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8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8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9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9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9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9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9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9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996.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33.xml"/></Relationships>
</file>

<file path=ppt/slideLayouts/_rels/slideLayout1997.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33.xml"/></Relationships>
</file>

<file path=ppt/slideLayouts/_rels/slideLayout1998.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33.xml"/></Relationships>
</file>

<file path=ppt/slideLayouts/_rels/slideLayout1999.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33.xml"/></Relationships>
</file>

<file path=ppt/slideLayouts/_rels/slideLayout200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200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2002.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33.xml"/></Relationships>
</file>

<file path=ppt/slideLayouts/_rels/slideLayout2003.xml.rels><?xml version="1.0" encoding="UTF-8" standalone="yes"?>
<Relationships xmlns="http://schemas.openxmlformats.org/package/2006/relationships"><Relationship Id="rId3" Type="http://schemas.openxmlformats.org/officeDocument/2006/relationships/image" Target="../media/image40.emf"/><Relationship Id="rId2" Type="http://schemas.openxmlformats.org/officeDocument/2006/relationships/image" Target="../media/image39.png"/><Relationship Id="rId1" Type="http://schemas.openxmlformats.org/officeDocument/2006/relationships/slideMaster" Target="../slideMasters/slideMaster33.xml"/></Relationships>
</file>

<file path=ppt/slideLayouts/_rels/slideLayout2004.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39.png"/><Relationship Id="rId1" Type="http://schemas.openxmlformats.org/officeDocument/2006/relationships/slideMaster" Target="../slideMasters/slideMaster33.xml"/></Relationships>
</file>

<file path=ppt/slideLayouts/_rels/slideLayout200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3.xml"/></Relationships>
</file>

<file path=ppt/slideLayouts/_rels/slideLayout200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3.xml"/></Relationships>
</file>

<file path=ppt/slideLayouts/_rels/slideLayout2007.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33.xml"/></Relationships>
</file>

<file path=ppt/slideLayouts/_rels/slideLayout2008.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33.xml"/></Relationships>
</file>

<file path=ppt/slideLayouts/_rels/slideLayout2009.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33.xml"/></Relationships>
</file>

<file path=ppt/slideLayouts/_rels/slideLayout2010.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33.xml"/></Relationships>
</file>

<file path=ppt/slideLayouts/_rels/slideLayout201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201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201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3.xml"/></Relationships>
</file>

<file path=ppt/slideLayouts/_rels/slideLayout201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3.xml"/></Relationships>
</file>

<file path=ppt/slideLayouts/_rels/slideLayout201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3.xml"/></Relationships>
</file>

<file path=ppt/slideLayouts/_rels/slideLayout201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13474148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8833812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190285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userDrawn="1">
          <p15:clr>
            <a:srgbClr val="FBAE40"/>
          </p15:clr>
        </p15:guide>
        <p15:guide id="2" orient="horz" pos="2647" userDrawn="1">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9841306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guide id="40" pos="3840"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06971266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9696606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9405676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userDrawn="1">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userDrawn="1">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7356945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707281"/>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2647809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18332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2734392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userDrawn="1">
          <p15:clr>
            <a:srgbClr val="954F72"/>
          </p15:clr>
        </p15:guide>
        <p15:guide id="9" pos="2150">
          <p15:clr>
            <a:srgbClr val="954F72"/>
          </p15:clr>
        </p15:guide>
        <p15:guide id="10" pos="2544"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userDrawn="1">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160398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3512493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2348114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4444391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2988" userDrawn="1">
          <p15:clr>
            <a:srgbClr val="FBAE40"/>
          </p15:clr>
        </p15:guide>
        <p15:guide id="42" pos="5352" userDrawn="1">
          <p15:clr>
            <a:srgbClr val="FBAE40"/>
          </p15:clr>
        </p15:guide>
        <p15:guide id="43" orient="horz" pos="1085" userDrawn="1">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5392417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4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75032791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80857129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358688"/>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4442374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97981605"/>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3261136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62243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398820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userDrawn="1">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userDrawn="1">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439070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4350463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9668924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0662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76425179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6401984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84243487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9935578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9689885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22205983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73589038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2084087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userDrawn="1">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226551399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185120091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6784805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6905234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7741485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1258852"/>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359519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userDrawn="1">
          <p15:clr>
            <a:srgbClr val="FBAE40"/>
          </p15:clr>
        </p15:guide>
      </p15:sldGuideLst>
    </p:ext>
  </p:extLst>
</p:sldLayout>
</file>

<file path=ppt/slideLayouts/slideLayout44.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14592919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163449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46.xml><?xml version="1.0" encoding="utf-8"?>
<p:sldLayout xmlns:a="http://schemas.openxmlformats.org/drawingml/2006/main" xmlns:r="http://schemas.openxmlformats.org/officeDocument/2006/relationships" xmlns:p="http://schemas.openxmlformats.org/presentationml/2006/main" userDrawn="1">
  <p:cSld name="LearningPath2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4" name="Graphic 3">
            <a:extLst>
              <a:ext uri="{FF2B5EF4-FFF2-40B4-BE49-F238E27FC236}">
                <a16:creationId xmlns:a16="http://schemas.microsoft.com/office/drawing/2014/main" id="{7DE894E4-791C-907F-1385-BF33ADCFFE2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555918877"/>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7064">
          <p15:clr>
            <a:srgbClr val="FBAE40"/>
          </p15:clr>
        </p15:guide>
        <p15:guide id="41" orient="horz" pos="3638">
          <p15:clr>
            <a:srgbClr val="FBAE40"/>
          </p15:clr>
        </p15:guide>
      </p15:sldGuideLst>
    </p:ext>
  </p:extLst>
</p:sldLayout>
</file>

<file path=ppt/slideLayouts/slideLayout47.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7271408"/>
      </p:ext>
    </p:extLst>
  </p:cSld>
  <p:clrMapOvr>
    <a:masterClrMapping/>
  </p:clrMapOvr>
  <p:transition>
    <p:fade/>
  </p:transition>
</p:sldLayout>
</file>

<file path=ppt/slideLayouts/slideLayout48.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945696836"/>
      </p:ext>
    </p:extLst>
  </p:cSld>
  <p:clrMapOvr>
    <a:masterClrMapping/>
  </p:clrMapOvr>
  <p:transition>
    <p:fade/>
  </p:transition>
</p:sldLayout>
</file>

<file path=ppt/slideLayouts/slideLayout49.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084305509"/>
      </p:ext>
    </p:extLst>
  </p:cSld>
  <p:clrMapOvr>
    <a:masterClrMapping/>
  </p:clrMapOvr>
  <p:transition>
    <p:fade/>
  </p:transition>
</p:sldLayout>
</file>

<file path=ppt/slideLayouts/slideLayout50.xml><?xml version="1.0" encoding="utf-8"?>
<p:sldLayout xmlns:a="http://schemas.openxmlformats.org/drawingml/2006/main" xmlns:r="http://schemas.openxmlformats.org/officeDocument/2006/relationships" xmlns:p="http://schemas.openxmlformats.org/presentationml/2006/main"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04843045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56032623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45057173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4828290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74816696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guide id="40" pos="3840">
          <p15:clr>
            <a:srgbClr val="FBAE40"/>
          </p15:clr>
        </p15:guide>
      </p15:sldGuideLst>
    </p:ext>
  </p:extLst>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20223732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sldGuideLst>
    </p:ext>
  </p:extLst>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76543902"/>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965201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72326342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95224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25886540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564391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6508173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15104689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471652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0355855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2988">
          <p15:clr>
            <a:srgbClr val="FBAE40"/>
          </p15:clr>
        </p15:guide>
        <p15:guide id="42" pos="5352">
          <p15:clr>
            <a:srgbClr val="FBAE40"/>
          </p15:clr>
        </p15:guide>
        <p15:guide id="43" orient="horz" pos="1085">
          <p15:clr>
            <a:srgbClr val="FBAE40"/>
          </p15:clr>
        </p15:guide>
      </p15:sldGuideLst>
    </p:ext>
  </p:extLst>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6867567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3589130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27744721"/>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43621746"/>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77534660"/>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77606402"/>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72.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44938"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17149108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99425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860518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5.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3422298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6.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3187353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7.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3442097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218785744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75333801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3313597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8911283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15380387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8572234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4018437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4888954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18722413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67078604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45562202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9675666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13860271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839624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87226471"/>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4840281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p15:clr>
            <a:srgbClr val="FBAE40"/>
          </p15:clr>
        </p15:guide>
      </p15:sldGuideLst>
    </p:ext>
  </p:extLst>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1124420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95.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0440552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96.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577163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97.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3542492"/>
      </p:ext>
    </p:extLst>
  </p:cSld>
  <p:clrMapOvr>
    <a:masterClrMapping/>
  </p:clrMapOvr>
  <p:transition>
    <p:fade/>
  </p:transition>
</p:sldLayout>
</file>

<file path=ppt/slideLayouts/slideLayout98.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671429784"/>
      </p:ext>
    </p:extLst>
  </p:cSld>
  <p:clrMapOvr>
    <a:masterClrMapping/>
  </p:clrMapOvr>
  <p:transition>
    <p:fade/>
  </p:transition>
</p:sldLayout>
</file>

<file path=ppt/slideLayouts/slideLayout99.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2735761152"/>
      </p:ext>
    </p:extLst>
  </p:cSld>
  <p:clrMapOvr>
    <a:masterClrMapping/>
  </p:clrMapOvr>
  <p:transition>
    <p:fade/>
  </p:transition>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4" name="Picture 3" descr="Microsoft Learn&#10;Spark possibility">
            <a:extLst>
              <a:ext uri="{FF2B5EF4-FFF2-40B4-BE49-F238E27FC236}">
                <a16:creationId xmlns:a16="http://schemas.microsoft.com/office/drawing/2014/main" id="{5DD74BAF-F737-DF24-4119-69612D6CEE2E}"/>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7"/>
          </a:xfrm>
          <a:prstGeom prst="rect">
            <a:avLst/>
          </a:prstGeom>
        </p:spPr>
      </p:pic>
    </p:spTree>
    <p:extLst>
      <p:ext uri="{BB962C8B-B14F-4D97-AF65-F5344CB8AC3E}">
        <p14:creationId xmlns:p14="http://schemas.microsoft.com/office/powerpoint/2010/main" val="19961896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1_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12" name="Title 1">
            <a:extLst>
              <a:ext uri="{FF2B5EF4-FFF2-40B4-BE49-F238E27FC236}">
                <a16:creationId xmlns:a16="http://schemas.microsoft.com/office/drawing/2014/main" id="{C419B008-216D-CA1F-2D39-75B36E6A6972}"/>
              </a:ext>
            </a:extLst>
          </p:cNvPr>
          <p:cNvSpPr>
            <a:spLocks noGrp="1"/>
          </p:cNvSpPr>
          <p:nvPr>
            <p:ph type="title" hasCustomPrompt="1"/>
          </p:nvPr>
        </p:nvSpPr>
        <p:spPr>
          <a:xfrm>
            <a:off x="588263" y="2573338"/>
            <a:ext cx="11021125" cy="1676929"/>
          </a:xfrm>
        </p:spPr>
        <p:txBody>
          <a:bodyPr wrap="square" anchor="b" anchorCtr="0">
            <a:noAutofit/>
          </a:bodyPr>
          <a:lstStyle>
            <a:lvl1pPr>
              <a:lnSpc>
                <a:spcPct val="90000"/>
              </a:lnSpc>
              <a:defRPr sz="4800">
                <a:solidFill>
                  <a:schemeClr val="tx1"/>
                </a:solidFill>
              </a:defRPr>
            </a:lvl1pPr>
          </a:lstStyle>
          <a:p>
            <a:r>
              <a:rPr lang="en-US"/>
              <a:t>Microsoft Learn</a:t>
            </a:r>
            <a:br>
              <a:rPr lang="en-US"/>
            </a:br>
            <a:r>
              <a:rPr lang="en-US"/>
              <a:t>presentation title or event name</a:t>
            </a:r>
          </a:p>
        </p:txBody>
      </p:sp>
      <p:sp>
        <p:nvSpPr>
          <p:cNvPr id="13" name="Text Placeholder 4">
            <a:extLst>
              <a:ext uri="{FF2B5EF4-FFF2-40B4-BE49-F238E27FC236}">
                <a16:creationId xmlns:a16="http://schemas.microsoft.com/office/drawing/2014/main" id="{AA0EBFEA-E746-E760-148D-6B55E33CE98B}"/>
              </a:ext>
            </a:extLst>
          </p:cNvPr>
          <p:cNvSpPr>
            <a:spLocks noGrp="1"/>
          </p:cNvSpPr>
          <p:nvPr>
            <p:ph type="body" sz="quarter" idx="12" hasCustomPrompt="1"/>
          </p:nvPr>
        </p:nvSpPr>
        <p:spPr>
          <a:xfrm>
            <a:off x="582043" y="4445908"/>
            <a:ext cx="11021124"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86589986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nSpc>
                <a:spcPct val="100000"/>
              </a:lnSpc>
              <a:defRPr sz="3600">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9900723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Title Slide 2">
    <p:bg>
      <p:bgRef idx="1001">
        <a:schemeClr val="bg1"/>
      </p:bgRef>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16C68DE-B737-469C-0510-1CE6FB0FCD97}"/>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106072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Title Slide 3">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F6A99E2-B1B8-F05E-79FB-6E5F6BA2198F}"/>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979539"/>
            <a:ext cx="8680865" cy="553998"/>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8673983"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6536316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Title Slide 4">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A518B55A-6C79-359D-87CF-515B5B5F6EF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cxnSp>
        <p:nvCxnSpPr>
          <p:cNvPr id="12" name="Straight Connector 11">
            <a:extLst>
              <a:ext uri="{FF2B5EF4-FFF2-40B4-BE49-F238E27FC236}">
                <a16:creationId xmlns:a16="http://schemas.microsoft.com/office/drawing/2014/main" id="{731143F6-2E66-B7DD-83D0-10E3BEE182CA}"/>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5D47B2CB-325C-5073-D8C2-698C29B7BD94}"/>
              </a:ext>
            </a:extLst>
          </p:cNvPr>
          <p:cNvSpPr>
            <a:spLocks noGrp="1"/>
          </p:cNvSpPr>
          <p:nvPr>
            <p:ph type="body" sz="quarter" idx="13" hasCustomPrompt="1"/>
          </p:nvPr>
        </p:nvSpPr>
        <p:spPr>
          <a:xfrm>
            <a:off x="582043" y="426212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12071492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Title Slide 5">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5CC7D666-BCD6-C322-9710-8EA204E6238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1" y="0"/>
            <a:ext cx="12191996" cy="6857998"/>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8547960" y="2099733"/>
            <a:ext cx="2863181" cy="2863181"/>
          </a:xfrm>
          <a:prstGeom prst="roundRect">
            <a:avLst>
              <a:gd name="adj" fmla="val 21738"/>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8328418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2_Title Slide 5">
    <p:bg>
      <p:bgPr>
        <a:solidFill>
          <a:schemeClr val="bg2"/>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3A552F5-A279-E01D-8684-06A66C8E3A3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4" y="2425541"/>
            <a:ext cx="4419602"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4" y="3962400"/>
            <a:ext cx="441960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6066182" y="1209017"/>
            <a:ext cx="4419601" cy="4419601"/>
          </a:xfrm>
          <a:prstGeom prst="roundRect">
            <a:avLst>
              <a:gd name="adj" fmla="val 21738"/>
            </a:avLst>
          </a:prstGeom>
          <a:blipFill>
            <a:blip r:embed="rId4" cstate="email">
              <a:extLst>
                <a:ext uri="{28A0092B-C50C-407E-A947-70E740481C1C}">
                  <a14:useLocalDpi xmlns:a14="http://schemas.microsoft.com/office/drawing/2010/main"/>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75889412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Title Slide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3393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4260778"/>
            <a:ext cx="4335897"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9" name="Picture Placeholder" descr="This photo is a 'placeholder' only. Drag or drop your photo here, or click and tap the center to insert a photo.">
            <a:extLst>
              <a:ext uri="{FF2B5EF4-FFF2-40B4-BE49-F238E27FC236}">
                <a16:creationId xmlns:a16="http://schemas.microsoft.com/office/drawing/2014/main" id="{E9C6438B-8AA6-6FF8-579B-E6859D9CFF89}"/>
              </a:ext>
            </a:extLst>
          </p:cNvPr>
          <p:cNvSpPr>
            <a:spLocks noGrp="1"/>
          </p:cNvSpPr>
          <p:nvPr>
            <p:ph type="pic" sz="quarter" idx="11" hasCustomPrompt="1"/>
          </p:nvPr>
        </p:nvSpPr>
        <p:spPr bwMode="ltGray">
          <a:xfrm>
            <a:off x="5334000" y="0"/>
            <a:ext cx="6858000" cy="6858000"/>
          </a:xfrm>
          <a:blipFill>
            <a:blip r:embed="rId3"/>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cxnSp>
        <p:nvCxnSpPr>
          <p:cNvPr id="8" name="Straight Connector 7">
            <a:extLst>
              <a:ext uri="{FF2B5EF4-FFF2-40B4-BE49-F238E27FC236}">
                <a16:creationId xmlns:a16="http://schemas.microsoft.com/office/drawing/2014/main" id="{D9E5E791-B100-3AA7-21F7-E48EDD0B5D63}"/>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652114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Title and Content_Microso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a:xfrm>
            <a:off x="588263" y="457200"/>
            <a:ext cx="11018520" cy="553998"/>
          </a:xfrm>
        </p:spPr>
        <p:txBody>
          <a:bodyPr/>
          <a:lstStyle>
            <a:lvl1pPr>
              <a:lnSpc>
                <a:spcPct val="100000"/>
              </a:lnSpc>
              <a:defRPr sz="3600">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sz="2800">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60132376"/>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Title and Content Al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pic>
        <p:nvPicPr>
          <p:cNvPr id="1026" name="Picture 2" descr="A black triangle on a white background&#10;&#10;Description automatically generated">
            <a:extLst>
              <a:ext uri="{FF2B5EF4-FFF2-40B4-BE49-F238E27FC236}">
                <a16:creationId xmlns:a16="http://schemas.microsoft.com/office/drawing/2014/main" id="{D34FB095-B792-8E28-D887-870C3ECB52A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1711892" y="6232204"/>
            <a:ext cx="287452" cy="45731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3253083"/>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Title and Content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7" name="Text Placeholder 3">
            <a:extLst>
              <a:ext uri="{FF2B5EF4-FFF2-40B4-BE49-F238E27FC236}">
                <a16:creationId xmlns:a16="http://schemas.microsoft.com/office/drawing/2014/main" id="{86F2E5AA-B8E1-2D99-BFF6-55964406C169}"/>
              </a:ext>
            </a:extLst>
          </p:cNvPr>
          <p:cNvSpPr>
            <a:spLocks noGrp="1"/>
          </p:cNvSpPr>
          <p:nvPr>
            <p:ph type="body" sz="quarter" idx="10" hasCustomPrompt="1"/>
          </p:nvPr>
        </p:nvSpPr>
        <p:spPr>
          <a:xfrm>
            <a:off x="584200" y="1961079"/>
            <a:ext cx="11018521" cy="307777"/>
          </a:xfrm>
          <a:prstGeom prst="rect">
            <a:avLst/>
          </a:prstGeom>
        </p:spPr>
        <p:txBody>
          <a:bodyPr wrap="square" lIns="0" tIns="0" rIns="0" bIns="0">
            <a:spAutoFit/>
          </a:bodyPr>
          <a:lstStyle>
            <a:lvl1pPr marL="0" indent="0">
              <a:lnSpc>
                <a:spcPts val="2400"/>
              </a:lnSpc>
              <a:buNone/>
              <a:defRPr sz="2000" b="0" i="0" spc="0">
                <a:solidFill>
                  <a:srgbClr val="000000"/>
                </a:solidFill>
                <a:latin typeface="+mj-lt"/>
              </a:defRPr>
            </a:lvl1pPr>
            <a:lvl2pPr marL="0" indent="0">
              <a:lnSpc>
                <a:spcPts val="2400"/>
              </a:lnSpc>
              <a:buNone/>
              <a:defRPr spc="0">
                <a:solidFill>
                  <a:srgbClr val="000000"/>
                </a:solidFill>
                <a:latin typeface="+mn-lt"/>
              </a:defRPr>
            </a:lvl2pPr>
            <a:lvl3pPr marL="457200" indent="0">
              <a:buNone/>
              <a:defRPr/>
            </a:lvl3pPr>
            <a:lvl4pPr marL="685800" indent="0">
              <a:buNone/>
              <a:defRPr/>
            </a:lvl4pPr>
            <a:lvl5pPr marL="914400" indent="0">
              <a:buNone/>
              <a:defRPr/>
            </a:lvl5pPr>
          </a:lstStyle>
          <a:p>
            <a:pPr lvl="1"/>
            <a:r>
              <a:rPr lang="en-US"/>
              <a:t>Large: subhead Segoe UI Regular 20/24</a:t>
            </a:r>
          </a:p>
        </p:txBody>
      </p:sp>
      <p:sp>
        <p:nvSpPr>
          <p:cNvPr id="8" name="Text Placeholder 4">
            <a:extLst>
              <a:ext uri="{FF2B5EF4-FFF2-40B4-BE49-F238E27FC236}">
                <a16:creationId xmlns:a16="http://schemas.microsoft.com/office/drawing/2014/main" id="{24F7BF36-6F86-1AAC-B730-8494CAF9A2B5}"/>
              </a:ext>
            </a:extLst>
          </p:cNvPr>
          <p:cNvSpPr>
            <a:spLocks noGrp="1"/>
          </p:cNvSpPr>
          <p:nvPr>
            <p:ph type="body" sz="quarter" idx="11" hasCustomPrompt="1"/>
          </p:nvPr>
        </p:nvSpPr>
        <p:spPr>
          <a:xfrm>
            <a:off x="584200" y="3075739"/>
            <a:ext cx="11018521" cy="220510"/>
          </a:xfrm>
          <a:prstGeom prst="rect">
            <a:avLst/>
          </a:prstGeom>
        </p:spPr>
        <p:txBody>
          <a:bodyPr lIns="0" tIns="0" rIns="0" bIns="0"/>
          <a:lstStyle>
            <a:lvl1pPr marL="0" indent="0">
              <a:lnSpc>
                <a:spcPts val="1800"/>
              </a:lnSpc>
              <a:spcBef>
                <a:spcPts val="0"/>
              </a:spcBef>
              <a:buNone/>
              <a:defRPr sz="1400" b="0" spc="0">
                <a:solidFill>
                  <a:schemeClr val="accent1"/>
                </a:solidFill>
                <a:latin typeface="+mj-lt"/>
              </a:defRPr>
            </a:lvl1pPr>
            <a:lvl2pPr marL="0" indent="0">
              <a:lnSpc>
                <a:spcPts val="1800"/>
              </a:lnSpc>
              <a:spcBef>
                <a:spcPts val="0"/>
              </a:spcBef>
              <a:buNone/>
              <a:defRPr sz="1400" spc="0">
                <a:solidFill>
                  <a:srgbClr val="000000"/>
                </a:solidFill>
              </a:defRPr>
            </a:lvl2pPr>
            <a:lvl3pPr marL="457200" indent="0">
              <a:buNone/>
              <a:defRPr/>
            </a:lvl3pPr>
            <a:lvl4pPr marL="685800" indent="0">
              <a:buNone/>
              <a:defRPr/>
            </a:lvl4pPr>
            <a:lvl5pPr marL="914400" indent="0">
              <a:buNone/>
              <a:defRPr/>
            </a:lvl5pPr>
          </a:lstStyle>
          <a:p>
            <a:pPr lvl="0"/>
            <a:r>
              <a:rPr lang="en-US"/>
              <a:t>Medium: paragraph heading Segoe UI </a:t>
            </a:r>
            <a:r>
              <a:rPr lang="en-US" err="1"/>
              <a:t>Semibold</a:t>
            </a:r>
            <a:r>
              <a:rPr lang="en-US"/>
              <a:t> 14/18</a:t>
            </a:r>
          </a:p>
        </p:txBody>
      </p:sp>
      <p:sp>
        <p:nvSpPr>
          <p:cNvPr id="9" name="Text Placeholder 6">
            <a:extLst>
              <a:ext uri="{FF2B5EF4-FFF2-40B4-BE49-F238E27FC236}">
                <a16:creationId xmlns:a16="http://schemas.microsoft.com/office/drawing/2014/main" id="{345546AD-A5A5-3F3C-BA37-4B19AEF2A5DB}"/>
              </a:ext>
            </a:extLst>
          </p:cNvPr>
          <p:cNvSpPr>
            <a:spLocks noGrp="1"/>
          </p:cNvSpPr>
          <p:nvPr>
            <p:ph type="body" sz="quarter" idx="14" hasCustomPrompt="1"/>
          </p:nvPr>
        </p:nvSpPr>
        <p:spPr>
          <a:xfrm>
            <a:off x="584200" y="4593491"/>
            <a:ext cx="11018521" cy="153888"/>
          </a:xfrm>
          <a:prstGeom prst="rect">
            <a:avLst/>
          </a:prstGeom>
        </p:spPr>
        <p:txBody>
          <a:bodyPr lIns="0" tIns="0" rIns="0" bIns="0"/>
          <a:lstStyle>
            <a:lvl1pPr marL="0" indent="0">
              <a:lnSpc>
                <a:spcPts val="1200"/>
              </a:lnSpc>
              <a:spcBef>
                <a:spcPts val="0"/>
              </a:spcBef>
              <a:buNone/>
              <a:defRPr sz="1000" spc="0">
                <a:solidFill>
                  <a:schemeClr val="tx1"/>
                </a:solidFill>
              </a:defRPr>
            </a:lvl1pPr>
            <a:lvl2pPr marL="0" indent="0">
              <a:lnSpc>
                <a:spcPct val="100000"/>
              </a:lnSpc>
              <a:spcBef>
                <a:spcPts val="0"/>
              </a:spcBef>
              <a:buNone/>
              <a:defRPr sz="1000" spc="0">
                <a:solidFill>
                  <a:srgbClr val="000000"/>
                </a:solidFill>
              </a:defRPr>
            </a:lvl2pPr>
            <a:lvl3pPr marL="457200" indent="0">
              <a:buNone/>
              <a:defRPr/>
            </a:lvl3pPr>
            <a:lvl4pPr marL="685800" indent="0">
              <a:buNone/>
              <a:defRPr/>
            </a:lvl4pPr>
            <a:lvl5pPr marL="0" indent="0">
              <a:lnSpc>
                <a:spcPct val="100000"/>
              </a:lnSpc>
              <a:buNone/>
              <a:defRPr>
                <a:solidFill>
                  <a:srgbClr val="000000"/>
                </a:solidFill>
              </a:defRPr>
            </a:lvl5pPr>
          </a:lstStyle>
          <a:p>
            <a:pPr lvl="1"/>
            <a:r>
              <a:rPr lang="en-US"/>
              <a:t>Small: caption body copy Segoe Regular 10/12</a:t>
            </a:r>
          </a:p>
        </p:txBody>
      </p:sp>
      <p:sp>
        <p:nvSpPr>
          <p:cNvPr id="10" name="Text Placeholder 3">
            <a:extLst>
              <a:ext uri="{FF2B5EF4-FFF2-40B4-BE49-F238E27FC236}">
                <a16:creationId xmlns:a16="http://schemas.microsoft.com/office/drawing/2014/main" id="{90ACF05F-2419-331C-73AA-1456DD524AFE}"/>
              </a:ext>
            </a:extLst>
          </p:cNvPr>
          <p:cNvSpPr>
            <a:spLocks noGrp="1"/>
          </p:cNvSpPr>
          <p:nvPr>
            <p:ph type="body" sz="quarter" idx="24" hasCustomPrompt="1"/>
          </p:nvPr>
        </p:nvSpPr>
        <p:spPr>
          <a:xfrm>
            <a:off x="582338" y="4385524"/>
            <a:ext cx="11018521"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Small: caption title Segoe UI Bold 10/12. </a:t>
            </a:r>
          </a:p>
        </p:txBody>
      </p:sp>
      <p:sp>
        <p:nvSpPr>
          <p:cNvPr id="11" name="Text Placeholder 4">
            <a:extLst>
              <a:ext uri="{FF2B5EF4-FFF2-40B4-BE49-F238E27FC236}">
                <a16:creationId xmlns:a16="http://schemas.microsoft.com/office/drawing/2014/main" id="{F10E3B9C-87B7-FCD5-21F0-3C1505450B59}"/>
              </a:ext>
            </a:extLst>
          </p:cNvPr>
          <p:cNvSpPr>
            <a:spLocks noGrp="1"/>
          </p:cNvSpPr>
          <p:nvPr>
            <p:ph type="body" sz="quarter" idx="18" hasCustomPrompt="1"/>
          </p:nvPr>
        </p:nvSpPr>
        <p:spPr>
          <a:xfrm>
            <a:off x="582338" y="3385527"/>
            <a:ext cx="11018521" cy="220445"/>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Medium: body copy Segoe UI Regular 14/18</a:t>
            </a:r>
          </a:p>
        </p:txBody>
      </p:sp>
    </p:spTree>
    <p:extLst>
      <p:ext uri="{BB962C8B-B14F-4D97-AF65-F5344CB8AC3E}">
        <p14:creationId xmlns:p14="http://schemas.microsoft.com/office/powerpoint/2010/main" val="3877922930"/>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Title &amp; Non-bulleted text">
    <p:bg>
      <p:bgPr>
        <a:solidFill>
          <a:srgbClr val="F4F3F5"/>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86389" y="2030760"/>
            <a:ext cx="9570435" cy="307777"/>
          </a:xfrm>
        </p:spPr>
        <p:txBody>
          <a:bodyPr wrap="square">
            <a:spAutoFit/>
          </a:bodyPr>
          <a:lstStyle>
            <a:lvl1pPr marL="0" indent="0">
              <a:buNone/>
              <a:defRPr lang="en-US" sz="2000" kern="1200" spc="0" baseline="0" dirty="0" smtClean="0">
                <a:solidFill>
                  <a:schemeClr val="tx1"/>
                </a:solidFill>
                <a:latin typeface="+mn-lt"/>
                <a:ea typeface="+mn-ea"/>
                <a:cs typeface="Segoe UI" panose="020B0502040204020203" pitchFamily="34" charset="0"/>
              </a:defRPr>
            </a:lvl1pPr>
            <a:lvl2pPr marL="228600" indent="0">
              <a:buNone/>
              <a:defRPr/>
            </a:lvl2pPr>
            <a:lvl3pPr marL="457200" indent="0">
              <a:buNone/>
              <a:defRPr/>
            </a:lvl3pPr>
            <a:lvl4pPr marL="685800" indent="0">
              <a:buNone/>
              <a:defRPr/>
            </a:lvl4pPr>
            <a:lvl5pPr marL="914400" indent="0">
              <a:buNone/>
              <a:defRPr/>
            </a:lvl5pPr>
          </a:lstStyle>
          <a:p>
            <a:pPr marL="342900" marR="0" lvl="0" indent="-342900" algn="l" defTabSz="932742" rtl="0" eaLnBrk="1" fontAlgn="auto" latinLnBrk="0" hangingPunct="1">
              <a:lnSpc>
                <a:spcPts val="2400"/>
              </a:lnSpc>
              <a:spcBef>
                <a:spcPts val="0"/>
              </a:spcBef>
              <a:spcAft>
                <a:spcPts val="0"/>
              </a:spcAft>
              <a:buClrTx/>
              <a:buSzPct val="90000"/>
              <a:buFont typeface="Arial" panose="020B0604020202020204" pitchFamily="34" charset="0"/>
              <a:buChar char="•"/>
              <a:tabLst/>
              <a:defRPr/>
            </a:pPr>
            <a:r>
              <a:rPr lang="en-US"/>
              <a:t>Click to edit Master text styles</a:t>
            </a:r>
          </a:p>
        </p:txBody>
      </p:sp>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0989989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hasCustomPrompt="1"/>
          </p:nvPr>
        </p:nvSpPr>
        <p:spPr/>
        <p:txBody>
          <a:bodyPr/>
          <a:lstStyle/>
          <a:p>
            <a:r>
              <a:rPr lang="en-US"/>
              <a:t>Click to edit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hasCustomPrompt="1"/>
          </p:nvPr>
        </p:nvSpPr>
        <p:spPr>
          <a:xfrm>
            <a:off x="584200" y="1435100"/>
            <a:ext cx="5211763"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hasCustomPrompt="1"/>
          </p:nvPr>
        </p:nvSpPr>
        <p:spPr>
          <a:xfrm>
            <a:off x="6389688" y="1435100"/>
            <a:ext cx="5219700"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5449844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p:cNvSpPr>
            <a:spLocks noGrp="1"/>
          </p:cNvSpPr>
          <p:nvPr>
            <p:ph type="body" sz="quarter" idx="10" hasCustomPrompt="1"/>
          </p:nvPr>
        </p:nvSpPr>
        <p:spPr>
          <a:xfrm>
            <a:off x="584200"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hasCustomPrompt="1"/>
          </p:nvPr>
        </p:nvSpPr>
        <p:spPr>
          <a:xfrm>
            <a:off x="6397171"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179388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Two Column Bulle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hasCustomPrompt="1"/>
          </p:nvPr>
        </p:nvSpPr>
        <p:spPr>
          <a:xfrm>
            <a:off x="584200"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66750" indent="-152400">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hasCustomPrompt="1"/>
          </p:nvPr>
        </p:nvSpPr>
        <p:spPr>
          <a:xfrm>
            <a:off x="6397625"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85800" indent="-136525">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818605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Two Column Conten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hasCustomPrompt="1"/>
          </p:nvPr>
        </p:nvSpPr>
        <p:spPr>
          <a:xfrm>
            <a:off x="588963"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hasCustomPrompt="1"/>
          </p:nvPr>
        </p:nvSpPr>
        <p:spPr>
          <a:xfrm>
            <a:off x="6394451"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208667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17.xml><?xml version="1.0" encoding="utf-8"?>
<p:sldLayout xmlns:a="http://schemas.openxmlformats.org/drawingml/2006/main" xmlns:r="http://schemas.openxmlformats.org/officeDocument/2006/relationships" xmlns:p="http://schemas.openxmlformats.org/presentationml/2006/main" userDrawn="1">
  <p:cSld name="Two Column Content with Subheads 2">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1"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514562"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199"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514562"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2147297665"/>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hasCustomPrompt="1"/>
          </p:nvPr>
        </p:nvSpPr>
        <p:spPr>
          <a:xfrm>
            <a:off x="585217"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181862"/>
          </a:xfrm>
        </p:spPr>
        <p:txBody>
          <a:bodyPr wrap="square">
            <a:spAutoFit/>
          </a:bodyPr>
          <a:lstStyle>
            <a:lvl1pPr marL="176213" indent="-176213">
              <a:defRPr lang="en-US" sz="1800" dirty="0"/>
            </a:lvl1pPr>
            <a:lvl2pPr marL="322263" indent="-150813">
              <a:defRPr lang="en-US" sz="1600" dirty="0"/>
            </a:lvl2pPr>
            <a:lvl3pPr marL="466725" indent="-138113">
              <a:defRPr lang="en-US" sz="1100" dirty="0"/>
            </a:lvl3pPr>
            <a:lvl4pPr marL="595313" indent="-128588">
              <a:defRPr lang="en-US" sz="1050" dirty="0"/>
            </a:lvl4pPr>
            <a:lvl5pPr marL="731838" indent="-122238">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hasCustomPrompt="1"/>
          </p:nvPr>
        </p:nvSpPr>
        <p:spPr>
          <a:xfrm>
            <a:off x="4463796"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hasCustomPrompt="1"/>
          </p:nvPr>
        </p:nvSpPr>
        <p:spPr>
          <a:xfrm>
            <a:off x="8342375"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87917678"/>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24">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20" name="Text Placeholder 4">
            <a:extLst>
              <a:ext uri="{FF2B5EF4-FFF2-40B4-BE49-F238E27FC236}">
                <a16:creationId xmlns:a16="http://schemas.microsoft.com/office/drawing/2014/main" id="{8AB7BB6A-65B6-AEC7-836B-8D35242275AF}"/>
              </a:ext>
            </a:extLst>
          </p:cNvPr>
          <p:cNvSpPr>
            <a:spLocks noGrp="1"/>
          </p:cNvSpPr>
          <p:nvPr>
            <p:ph type="body" sz="quarter" idx="17" hasCustomPrompt="1"/>
          </p:nvPr>
        </p:nvSpPr>
        <p:spPr>
          <a:xfrm>
            <a:off x="582877"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sz="1400" b="0" i="0" spc="0">
                <a:solidFill>
                  <a:schemeClr val="tx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FB0535AF-BE85-1E67-DD92-E38C21AF7E8C}"/>
              </a:ext>
            </a:extLst>
          </p:cNvPr>
          <p:cNvSpPr>
            <a:spLocks noGrp="1"/>
          </p:cNvSpPr>
          <p:nvPr>
            <p:ph type="body" sz="quarter" idx="18" hasCustomPrompt="1"/>
          </p:nvPr>
        </p:nvSpPr>
        <p:spPr>
          <a:xfrm>
            <a:off x="437134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8E1F9237-EE15-C9FE-E0CA-3A37C93F9063}"/>
              </a:ext>
            </a:extLst>
          </p:cNvPr>
          <p:cNvSpPr>
            <a:spLocks noGrp="1"/>
          </p:cNvSpPr>
          <p:nvPr>
            <p:ph type="body" sz="quarter" idx="19" hasCustomPrompt="1"/>
          </p:nvPr>
        </p:nvSpPr>
        <p:spPr>
          <a:xfrm>
            <a:off x="813655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6" name="Text Placeholder 4">
            <a:extLst>
              <a:ext uri="{FF2B5EF4-FFF2-40B4-BE49-F238E27FC236}">
                <a16:creationId xmlns:a16="http://schemas.microsoft.com/office/drawing/2014/main" id="{775241E4-9061-8DB7-2B87-BA0CCA011ACE}"/>
              </a:ext>
            </a:extLst>
          </p:cNvPr>
          <p:cNvSpPr>
            <a:spLocks noGrp="1"/>
          </p:cNvSpPr>
          <p:nvPr>
            <p:ph type="body" sz="quarter" idx="11" hasCustomPrompt="1"/>
          </p:nvPr>
        </p:nvSpPr>
        <p:spPr>
          <a:xfrm>
            <a:off x="582877"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7" name="Text Placeholder 4">
            <a:extLst>
              <a:ext uri="{FF2B5EF4-FFF2-40B4-BE49-F238E27FC236}">
                <a16:creationId xmlns:a16="http://schemas.microsoft.com/office/drawing/2014/main" id="{82D1AEC7-7020-CBA4-58E1-0D75BA2EF496}"/>
              </a:ext>
            </a:extLst>
          </p:cNvPr>
          <p:cNvSpPr>
            <a:spLocks noGrp="1"/>
          </p:cNvSpPr>
          <p:nvPr>
            <p:ph type="body" sz="quarter" idx="12" hasCustomPrompt="1"/>
          </p:nvPr>
        </p:nvSpPr>
        <p:spPr>
          <a:xfrm>
            <a:off x="437134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8" name="Text Placeholder 4">
            <a:extLst>
              <a:ext uri="{FF2B5EF4-FFF2-40B4-BE49-F238E27FC236}">
                <a16:creationId xmlns:a16="http://schemas.microsoft.com/office/drawing/2014/main" id="{6416719B-F50B-D496-C069-4C1F30AFEC70}"/>
              </a:ext>
            </a:extLst>
          </p:cNvPr>
          <p:cNvSpPr>
            <a:spLocks noGrp="1"/>
          </p:cNvSpPr>
          <p:nvPr>
            <p:ph type="body" sz="quarter" idx="13" hasCustomPrompt="1"/>
          </p:nvPr>
        </p:nvSpPr>
        <p:spPr>
          <a:xfrm>
            <a:off x="813655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Tree>
    <p:extLst>
      <p:ext uri="{BB962C8B-B14F-4D97-AF65-F5344CB8AC3E}">
        <p14:creationId xmlns:p14="http://schemas.microsoft.com/office/powerpoint/2010/main" val="234679232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3">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6" name="Text Placeholder 3">
            <a:extLst>
              <a:ext uri="{FF2B5EF4-FFF2-40B4-BE49-F238E27FC236}">
                <a16:creationId xmlns:a16="http://schemas.microsoft.com/office/drawing/2014/main" id="{46628952-3608-D408-E97B-C5509801C79B}"/>
              </a:ext>
            </a:extLst>
          </p:cNvPr>
          <p:cNvSpPr>
            <a:spLocks noGrp="1"/>
          </p:cNvSpPr>
          <p:nvPr>
            <p:ph type="body" sz="quarter" idx="10" hasCustomPrompt="1"/>
          </p:nvPr>
        </p:nvSpPr>
        <p:spPr>
          <a:xfrm>
            <a:off x="588263" y="1971020"/>
            <a:ext cx="9449500" cy="615553"/>
          </a:xfrm>
          <a:prstGeom prst="rect">
            <a:avLst/>
          </a:prstGeom>
        </p:spPr>
        <p:txBody>
          <a:bodyPr wrap="square" lIns="0" tIns="0" rIns="0" bIns="0">
            <a:spAutoFit/>
          </a:bodyPr>
          <a:lstStyle>
            <a:lvl1pPr marL="0" indent="0">
              <a:lnSpc>
                <a:spcPts val="2400"/>
              </a:lnSpc>
              <a:buNone/>
              <a:defRPr lang="en-US" sz="2000" kern="1200" spc="0" baseline="0" dirty="0">
                <a:solidFill>
                  <a:srgbClr val="000000"/>
                </a:solidFill>
                <a:latin typeface="+mn-lt"/>
                <a:ea typeface="+mn-ea"/>
                <a:cs typeface="+mn-cs"/>
              </a:defRPr>
            </a:lvl1pPr>
            <a:lvl2pPr marL="228600" indent="0">
              <a:buNone/>
              <a:defRPr/>
            </a:lvl2pPr>
            <a:lvl3pPr marL="457200" indent="0">
              <a:buNone/>
              <a:defRPr/>
            </a:lvl3pPr>
            <a:lvl4pPr marL="685800" indent="0">
              <a:buNone/>
              <a:defRPr/>
            </a:lvl4pPr>
            <a:lvl5pPr marL="914400" indent="0">
              <a:buNone/>
              <a:defRPr/>
            </a:lvl5pPr>
          </a:lstStyle>
          <a:p>
            <a:pPr lvl="0"/>
            <a:r>
              <a:rPr lang="en-US"/>
              <a:t>Subhead Segoe UI Regular 20/24.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2"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356101"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9" name="Text Placeholder 4">
            <a:extLst>
              <a:ext uri="{FF2B5EF4-FFF2-40B4-BE49-F238E27FC236}">
                <a16:creationId xmlns:a16="http://schemas.microsoft.com/office/drawing/2014/main" id="{A65E358F-5CAF-2294-2C8A-0C65BE0A268F}"/>
              </a:ext>
            </a:extLst>
          </p:cNvPr>
          <p:cNvSpPr>
            <a:spLocks noGrp="1"/>
          </p:cNvSpPr>
          <p:nvPr>
            <p:ph type="body" sz="quarter" idx="13" hasCustomPrompt="1"/>
          </p:nvPr>
        </p:nvSpPr>
        <p:spPr>
          <a:xfrm>
            <a:off x="8128000" y="3214124"/>
            <a:ext cx="3474445"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200"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356101"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602E34F2-8AEC-5D82-A459-7615DC29B15F}"/>
              </a:ext>
            </a:extLst>
          </p:cNvPr>
          <p:cNvSpPr>
            <a:spLocks noGrp="1"/>
          </p:cNvSpPr>
          <p:nvPr>
            <p:ph type="body" sz="quarter" idx="19" hasCustomPrompt="1"/>
          </p:nvPr>
        </p:nvSpPr>
        <p:spPr>
          <a:xfrm>
            <a:off x="8134943" y="3521898"/>
            <a:ext cx="3474445"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33156714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Oval 10">
            <a:extLst>
              <a:ext uri="{FF2B5EF4-FFF2-40B4-BE49-F238E27FC236}">
                <a16:creationId xmlns:a16="http://schemas.microsoft.com/office/drawing/2014/main" id="{F3C14C4D-447D-641B-9EE1-BB7D37876DFD}"/>
              </a:ext>
            </a:extLst>
          </p:cNvPr>
          <p:cNvSpPr/>
          <p:nvPr userDrawn="1"/>
        </p:nvSpPr>
        <p:spPr>
          <a:xfrm>
            <a:off x="8769505" y="1609347"/>
            <a:ext cx="2196790" cy="2196790"/>
          </a:xfrm>
          <a:prstGeom prst="ellipse">
            <a:avLst/>
          </a:prstGeom>
          <a:solidFill>
            <a:srgbClr val="8DC8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1A257B80-0E22-6118-D58C-8D479BE856CC}"/>
              </a:ext>
            </a:extLst>
          </p:cNvPr>
          <p:cNvSpPr/>
          <p:nvPr userDrawn="1"/>
        </p:nvSpPr>
        <p:spPr>
          <a:xfrm>
            <a:off x="1216757" y="1609347"/>
            <a:ext cx="2196790" cy="219679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F3C5F4DB-FE2F-3894-3C54-F1395F059BC1}"/>
              </a:ext>
            </a:extLst>
          </p:cNvPr>
          <p:cNvSpPr/>
          <p:nvPr userDrawn="1"/>
        </p:nvSpPr>
        <p:spPr>
          <a:xfrm>
            <a:off x="4997605" y="1609347"/>
            <a:ext cx="2196790" cy="2196790"/>
          </a:xfrm>
          <a:prstGeom prst="ellipse">
            <a:avLst/>
          </a:prstGeom>
          <a:solidFill>
            <a:srgbClr val="CD9B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9037727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2"/>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1"/>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chemeClr val="accent3"/>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838240332"/>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6"/>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5"/>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rgbClr val="8DC8E8"/>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392951494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3413125"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3413125"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6244208"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6244208"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9073133"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9073133"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86028884"/>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2">
    <p:bg>
      <p:bgPr>
        <a:solidFill>
          <a:srgbClr val="F4F3F5"/>
        </a:solidFill>
        <a:effectLst/>
      </p:bgPr>
    </p:bg>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AE4763AA-7A64-C315-54ED-405AA5F28928}"/>
              </a:ext>
            </a:extLst>
          </p:cNvPr>
          <p:cNvSpPr/>
          <p:nvPr userDrawn="1"/>
        </p:nvSpPr>
        <p:spPr bwMode="auto">
          <a:xfrm>
            <a:off x="0" y="0"/>
            <a:ext cx="12192000" cy="1208988"/>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chemeClr val="accent2"/>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7" name="Text Placeholder 11">
            <a:extLst>
              <a:ext uri="{FF2B5EF4-FFF2-40B4-BE49-F238E27FC236}">
                <a16:creationId xmlns:a16="http://schemas.microsoft.com/office/drawing/2014/main" id="{0EA42F63-B2F3-3A38-57BC-24F6164484E0}"/>
              </a:ext>
            </a:extLst>
          </p:cNvPr>
          <p:cNvSpPr>
            <a:spLocks noGrp="1"/>
          </p:cNvSpPr>
          <p:nvPr>
            <p:ph type="body" sz="quarter" idx="16"/>
          </p:nvPr>
        </p:nvSpPr>
        <p:spPr>
          <a:xfrm>
            <a:off x="584200"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9" name="Text Placeholder 7">
            <a:extLst>
              <a:ext uri="{FF2B5EF4-FFF2-40B4-BE49-F238E27FC236}">
                <a16:creationId xmlns:a16="http://schemas.microsoft.com/office/drawing/2014/main" id="{1F284777-927E-F267-62FB-0ADA3AB8ABEF}"/>
              </a:ext>
            </a:extLst>
          </p:cNvPr>
          <p:cNvSpPr>
            <a:spLocks noGrp="1"/>
          </p:cNvSpPr>
          <p:nvPr>
            <p:ph type="body" sz="quarter" idx="14"/>
          </p:nvPr>
        </p:nvSpPr>
        <p:spPr>
          <a:xfrm>
            <a:off x="584200"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11">
            <a:extLst>
              <a:ext uri="{FF2B5EF4-FFF2-40B4-BE49-F238E27FC236}">
                <a16:creationId xmlns:a16="http://schemas.microsoft.com/office/drawing/2014/main" id="{B6D7214D-CF27-5C85-22BE-C501CC3F79F6}"/>
              </a:ext>
            </a:extLst>
          </p:cNvPr>
          <p:cNvSpPr>
            <a:spLocks noGrp="1"/>
          </p:cNvSpPr>
          <p:nvPr>
            <p:ph type="body" sz="quarter" idx="17"/>
          </p:nvPr>
        </p:nvSpPr>
        <p:spPr>
          <a:xfrm>
            <a:off x="3413125"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1" name="Text Placeholder 9">
            <a:extLst>
              <a:ext uri="{FF2B5EF4-FFF2-40B4-BE49-F238E27FC236}">
                <a16:creationId xmlns:a16="http://schemas.microsoft.com/office/drawing/2014/main" id="{D0E08958-F760-A396-6DDC-ADDF12562EFC}"/>
              </a:ext>
            </a:extLst>
          </p:cNvPr>
          <p:cNvSpPr>
            <a:spLocks noGrp="1"/>
          </p:cNvSpPr>
          <p:nvPr>
            <p:ph type="body" sz="quarter" idx="15"/>
          </p:nvPr>
        </p:nvSpPr>
        <p:spPr>
          <a:xfrm>
            <a:off x="3413125"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11">
            <a:extLst>
              <a:ext uri="{FF2B5EF4-FFF2-40B4-BE49-F238E27FC236}">
                <a16:creationId xmlns:a16="http://schemas.microsoft.com/office/drawing/2014/main" id="{2E8EB955-55F0-24FF-CDCC-B5A5FFFC6B4A}"/>
              </a:ext>
            </a:extLst>
          </p:cNvPr>
          <p:cNvSpPr>
            <a:spLocks noGrp="1"/>
          </p:cNvSpPr>
          <p:nvPr>
            <p:ph type="body" sz="quarter" idx="18"/>
          </p:nvPr>
        </p:nvSpPr>
        <p:spPr>
          <a:xfrm>
            <a:off x="6244208"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3" name="Text Placeholder 7">
            <a:extLst>
              <a:ext uri="{FF2B5EF4-FFF2-40B4-BE49-F238E27FC236}">
                <a16:creationId xmlns:a16="http://schemas.microsoft.com/office/drawing/2014/main" id="{36792F0E-DEBA-6C31-5613-59E8E3706BAE}"/>
              </a:ext>
            </a:extLst>
          </p:cNvPr>
          <p:cNvSpPr>
            <a:spLocks noGrp="1"/>
          </p:cNvSpPr>
          <p:nvPr>
            <p:ph type="body" sz="quarter" idx="19"/>
          </p:nvPr>
        </p:nvSpPr>
        <p:spPr>
          <a:xfrm>
            <a:off x="6244208"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11">
            <a:extLst>
              <a:ext uri="{FF2B5EF4-FFF2-40B4-BE49-F238E27FC236}">
                <a16:creationId xmlns:a16="http://schemas.microsoft.com/office/drawing/2014/main" id="{2A858486-2BAB-90FA-E642-5FFCB8955993}"/>
              </a:ext>
            </a:extLst>
          </p:cNvPr>
          <p:cNvSpPr>
            <a:spLocks noGrp="1"/>
          </p:cNvSpPr>
          <p:nvPr>
            <p:ph type="body" sz="quarter" idx="20"/>
          </p:nvPr>
        </p:nvSpPr>
        <p:spPr>
          <a:xfrm>
            <a:off x="9073133"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5" name="Text Placeholder 9">
            <a:extLst>
              <a:ext uri="{FF2B5EF4-FFF2-40B4-BE49-F238E27FC236}">
                <a16:creationId xmlns:a16="http://schemas.microsoft.com/office/drawing/2014/main" id="{6614B332-A4F9-7C7C-FA27-45DE478DA645}"/>
              </a:ext>
            </a:extLst>
          </p:cNvPr>
          <p:cNvSpPr>
            <a:spLocks noGrp="1"/>
          </p:cNvSpPr>
          <p:nvPr>
            <p:ph type="body" sz="quarter" idx="21"/>
          </p:nvPr>
        </p:nvSpPr>
        <p:spPr>
          <a:xfrm>
            <a:off x="9073133"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6914528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Five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2849007"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5113814"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7378621"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hasCustomPrompt="1"/>
          </p:nvPr>
        </p:nvSpPr>
        <p:spPr>
          <a:xfrm>
            <a:off x="9643428"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25195852"/>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p:txBody>
          <a:bodyPr/>
          <a:lstStyle/>
          <a:p>
            <a:r>
              <a:rPr lang="en-US"/>
              <a:t>Click to edit title style</a:t>
            </a:r>
          </a:p>
        </p:txBody>
      </p:sp>
    </p:spTree>
    <p:extLst>
      <p:ext uri="{BB962C8B-B14F-4D97-AF65-F5344CB8AC3E}">
        <p14:creationId xmlns:p14="http://schemas.microsoft.com/office/powerpoint/2010/main" val="320474966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6">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0">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4" y="2875002"/>
            <a:ext cx="4127692" cy="1107996"/>
          </a:xfrm>
        </p:spPr>
        <p:txBody>
          <a:bodyPr wrap="square" anchor="ctr">
            <a:spAutoFit/>
          </a:bodyPr>
          <a:lstStyle/>
          <a:p>
            <a:r>
              <a:rPr lang="en-US"/>
              <a:t>Click to edit title style</a:t>
            </a:r>
          </a:p>
        </p:txBody>
      </p:sp>
    </p:spTree>
    <p:extLst>
      <p:ext uri="{BB962C8B-B14F-4D97-AF65-F5344CB8AC3E}">
        <p14:creationId xmlns:p14="http://schemas.microsoft.com/office/powerpoint/2010/main" val="3078607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Tree>
    <p:extLst>
      <p:ext uri="{BB962C8B-B14F-4D97-AF65-F5344CB8AC3E}">
        <p14:creationId xmlns:p14="http://schemas.microsoft.com/office/powerpoint/2010/main" val="250768035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Title - spli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2" y="457200"/>
            <a:ext cx="5687568" cy="553998"/>
          </a:xfrm>
        </p:spPr>
        <p:txBody>
          <a:bodyPr/>
          <a:lstStyle/>
          <a:p>
            <a:r>
              <a:rPr lang="en-US"/>
              <a:t>Click to edit title style</a:t>
            </a:r>
          </a:p>
        </p:txBody>
      </p:sp>
      <p:sp>
        <p:nvSpPr>
          <p:cNvPr id="4" name="Rectangle 3">
            <a:extLst>
              <a:ext uri="{FF2B5EF4-FFF2-40B4-BE49-F238E27FC236}">
                <a16:creationId xmlns:a16="http://schemas.microsoft.com/office/drawing/2014/main" id="{66ED9561-2D36-C7A9-8121-647D44F28482}"/>
              </a:ext>
              <a:ext uri="{C183D7F6-B498-43B3-948B-1728B52AA6E4}">
                <adec:decorative xmlns:adec="http://schemas.microsoft.com/office/drawing/2017/decorative" val="1"/>
              </a:ext>
            </a:extLst>
          </p:cNvPr>
          <p:cNvSpPr/>
          <p:nvPr userDrawn="1"/>
        </p:nvSpPr>
        <p:spPr bwMode="auto">
          <a:xfrm>
            <a:off x="6858000" y="0"/>
            <a:ext cx="5333999" cy="6858000"/>
          </a:xfrm>
          <a:prstGeom prst="rect">
            <a:avLst/>
          </a:prstGeom>
          <a:solidFill>
            <a:schemeClr val="bg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err="1">
              <a:ln>
                <a:noFill/>
              </a:ln>
              <a:solidFill>
                <a:srgbClr val="FFFFFF"/>
              </a:soli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69599528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Title - 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453303"/>
            <a:ext cx="4158362" cy="430887"/>
          </a:xfrm>
        </p:spPr>
        <p:txBody>
          <a:bodyPr anchor="b"/>
          <a:lstStyle>
            <a:lvl1pPr>
              <a:defRPr sz="2800"/>
            </a:lvl1pPr>
          </a:lstStyle>
          <a:p>
            <a:r>
              <a:rPr lang="en-US"/>
              <a:t>Click to edit title style</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1971020"/>
            <a:ext cx="4162425" cy="307777"/>
          </a:xfrm>
        </p:spPr>
        <p:txBody>
          <a:bodyPr/>
          <a:lstStyle>
            <a:lvl1pPr marL="0" indent="0">
              <a:lnSpc>
                <a:spcPts val="2400"/>
              </a:lnSpc>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8" name="Text Placeholder 4">
            <a:extLst>
              <a:ext uri="{FF2B5EF4-FFF2-40B4-BE49-F238E27FC236}">
                <a16:creationId xmlns:a16="http://schemas.microsoft.com/office/drawing/2014/main" id="{AA4A25BE-EEC4-2D45-6B51-A6D5FDC0CD9E}"/>
              </a:ext>
            </a:extLst>
          </p:cNvPr>
          <p:cNvSpPr>
            <a:spLocks noGrp="1"/>
          </p:cNvSpPr>
          <p:nvPr>
            <p:ph type="body" sz="quarter" idx="13" hasCustomPrompt="1"/>
          </p:nvPr>
        </p:nvSpPr>
        <p:spPr>
          <a:xfrm>
            <a:off x="586062" y="3084755"/>
            <a:ext cx="4167188"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9" name="Text Placeholder 4">
            <a:extLst>
              <a:ext uri="{FF2B5EF4-FFF2-40B4-BE49-F238E27FC236}">
                <a16:creationId xmlns:a16="http://schemas.microsoft.com/office/drawing/2014/main" id="{B898ECC2-F025-9F52-FDDA-2757DC69BA28}"/>
              </a:ext>
            </a:extLst>
          </p:cNvPr>
          <p:cNvSpPr>
            <a:spLocks noGrp="1"/>
          </p:cNvSpPr>
          <p:nvPr>
            <p:ph type="body" sz="quarter" idx="17" hasCustomPrompt="1"/>
          </p:nvPr>
        </p:nvSpPr>
        <p:spPr>
          <a:xfrm>
            <a:off x="584200" y="3392529"/>
            <a:ext cx="4167188" cy="1598771"/>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AB1F49BE-32CF-300B-48DC-B74CA09F2E96}"/>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2432088536"/>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28">
          <p15:clr>
            <a:srgbClr val="A4A3A4"/>
          </p15:clr>
        </p15:guide>
      </p15:sldGuideLst>
    </p:ext>
  </p:extLst>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Title - Square Photo 2">
    <p:bg>
      <p:bgPr>
        <a:solidFill>
          <a:schemeClr val="bg2"/>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3535540"/>
            <a:ext cx="4162425" cy="307777"/>
          </a:xfrm>
        </p:spPr>
        <p:txBody>
          <a:bodyPr/>
          <a:lstStyle>
            <a:lvl1pPr marL="0" indent="0">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327750147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hasCustomPrompt="1"/>
          </p:nvPr>
        </p:nvSpPr>
        <p:spPr>
          <a:xfrm>
            <a:off x="588263" y="2873414"/>
            <a:ext cx="4159950" cy="1107996"/>
          </a:xfrm>
        </p:spPr>
        <p:txBody>
          <a:bodyPr anchor="ct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59072879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Square Photo 2">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738664"/>
          </a:xfrm>
        </p:spPr>
        <p:txBody>
          <a:bodyPr anchor="t"/>
          <a:lstStyle>
            <a:lvl1pPr>
              <a:defRPr sz="24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552095664"/>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Photo full bleed">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5159207"/>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200" spc="0">
                <a:solidFill>
                  <a:srgbClr val="FFFFFF"/>
                </a:solidFill>
              </a:defRPr>
            </a:lvl1pPr>
          </a:lstStyle>
          <a:p>
            <a:r>
              <a:rPr lang="en-US"/>
              <a:t>Click to edit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9917259"/>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627371179"/>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617601740"/>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Top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hasCustomPrompt="1"/>
          </p:nvPr>
        </p:nvSpPr>
        <p:spPr>
          <a:xfrm>
            <a:off x="588263" y="5436128"/>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66885463"/>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Bottom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hasCustomPrompt="1"/>
          </p:nvPr>
        </p:nvSpPr>
        <p:spPr>
          <a:xfrm>
            <a:off x="588263" y="866287"/>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14112850"/>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Two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4199"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prstGeom prst="roundRect">
            <a:avLst>
              <a:gd name="adj" fmla="val 8178"/>
            </a:avLst>
          </a:prstGeom>
          <a:blipFill>
            <a:blip r:embed="rId2"/>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1860"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prstGeom prst="roundRect">
            <a:avLst>
              <a:gd name="adj" fmla="val 7612"/>
            </a:avLst>
          </a:prstGeom>
          <a:blipFill>
            <a:blip r:embed="rId3"/>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807229046"/>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Three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89540135"/>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Three picture with subtitl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1332631"/>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1332631"/>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1332631"/>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4">
            <a:extLst>
              <a:ext uri="{FF2B5EF4-FFF2-40B4-BE49-F238E27FC236}">
                <a16:creationId xmlns:a16="http://schemas.microsoft.com/office/drawing/2014/main" id="{2BFE283E-20EE-6783-BD84-82B4E8AD3588}"/>
              </a:ext>
            </a:extLst>
          </p:cNvPr>
          <p:cNvSpPr>
            <a:spLocks noGrp="1"/>
          </p:cNvSpPr>
          <p:nvPr>
            <p:ph type="body" sz="quarter" idx="19" hasCustomPrompt="1"/>
          </p:nvPr>
        </p:nvSpPr>
        <p:spPr>
          <a:xfrm>
            <a:off x="584200"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4F92DA75-7E4D-567F-ECD8-2CA3158E6DF4}"/>
              </a:ext>
            </a:extLst>
          </p:cNvPr>
          <p:cNvSpPr>
            <a:spLocks noGrp="1"/>
          </p:cNvSpPr>
          <p:nvPr>
            <p:ph type="body" sz="quarter" idx="20" hasCustomPrompt="1"/>
          </p:nvPr>
        </p:nvSpPr>
        <p:spPr>
          <a:xfrm>
            <a:off x="4356101"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8" name="Text Placeholder 4">
            <a:extLst>
              <a:ext uri="{FF2B5EF4-FFF2-40B4-BE49-F238E27FC236}">
                <a16:creationId xmlns:a16="http://schemas.microsoft.com/office/drawing/2014/main" id="{1341BE00-329F-B62F-D11D-64896AE5DD0E}"/>
              </a:ext>
            </a:extLst>
          </p:cNvPr>
          <p:cNvSpPr>
            <a:spLocks noGrp="1"/>
          </p:cNvSpPr>
          <p:nvPr>
            <p:ph type="body" sz="quarter" idx="21" hasCustomPrompt="1"/>
          </p:nvPr>
        </p:nvSpPr>
        <p:spPr>
          <a:xfrm>
            <a:off x="8134943" y="5354468"/>
            <a:ext cx="3474445"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721669192"/>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Four picture content">
    <p:bg>
      <p:bgPr>
        <a:solidFill>
          <a:srgbClr val="F4F3F5"/>
        </a:solidFill>
        <a:effectLst/>
      </p:bgPr>
    </p:bg>
    <p:spTree>
      <p:nvGrpSpPr>
        <p:cNvPr id="1" name=""/>
        <p:cNvGrpSpPr/>
        <p:nvPr/>
      </p:nvGrpSpPr>
      <p:grpSpPr>
        <a:xfrm>
          <a:off x="0" y="0"/>
          <a:ext cx="0" cy="0"/>
          <a:chOff x="0" y="0"/>
          <a:chExt cx="0" cy="0"/>
        </a:xfrm>
      </p:grpSpPr>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prstGeom prst="roundRect">
            <a:avLst>
              <a:gd name="adj" fmla="val 9291"/>
            </a:avLst>
          </a:prstGeo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prstGeom prst="roundRect">
            <a:avLst>
              <a:gd name="adj" fmla="val 9680"/>
            </a:avLst>
          </a:prstGeo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prstGeom prst="roundRect">
            <a:avLst>
              <a:gd name="adj" fmla="val 9679"/>
            </a:avLst>
          </a:prstGeo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prstGeom prst="roundRect">
            <a:avLst>
              <a:gd name="adj" fmla="val 9680"/>
            </a:avLst>
          </a:prstGeo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3413908"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5204"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hasCustomPrompt="1"/>
          </p:nvPr>
        </p:nvSpPr>
        <p:spPr>
          <a:xfrm>
            <a:off x="9076500"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Tree>
    <p:extLst>
      <p:ext uri="{BB962C8B-B14F-4D97-AF65-F5344CB8AC3E}">
        <p14:creationId xmlns:p14="http://schemas.microsoft.com/office/powerpoint/2010/main" val="3906914797"/>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Two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6714744"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8CE10F07-B8D9-4B69-A567-8BEDE6973D9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87595012"/>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Thre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2"/>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4669536" y="4799409"/>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8753856" y="479941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025569780"/>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Four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3649472"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6713728" y="479941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9777984"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803520036"/>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Fiv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292608" y="4800600"/>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2743962" y="4799409"/>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5195316" y="4799410"/>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7646670"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hasCustomPrompt="1"/>
          </p:nvPr>
        </p:nvSpPr>
        <p:spPr>
          <a:xfrm>
            <a:off x="10098024"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20176245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Thre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9747"/>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2037906"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4939284"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7840663"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57734870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Four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348725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63903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9293351"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7342212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Fiv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2905506"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5227320" y="4235451"/>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7548118"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hasCustomPrompt="1"/>
          </p:nvPr>
        </p:nvSpPr>
        <p:spPr>
          <a:xfrm>
            <a:off x="9869423"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44772515"/>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Title and text side by sid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hasCustomPrompt="1"/>
          </p:nvPr>
        </p:nvSpPr>
        <p:spPr>
          <a:xfrm>
            <a:off x="4356100" y="2309812"/>
            <a:ext cx="7253288" cy="3959225"/>
          </a:xfrm>
        </p:spPr>
        <p:txBody>
          <a:bodyPr anchor="t"/>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948370C-2FF9-EB05-1275-F0B9E34E40E3}"/>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2573620"/>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Title and text side by side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FD366496-0526-A79B-C195-310BDEC5329D}"/>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8B9282B-2098-430D-B57F-67ED8C920ADA}"/>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F917A19-5353-F019-737D-CB017D70B4F9}"/>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9" name="Text Placeholder 2">
            <a:extLst>
              <a:ext uri="{FF2B5EF4-FFF2-40B4-BE49-F238E27FC236}">
                <a16:creationId xmlns:a16="http://schemas.microsoft.com/office/drawing/2014/main" id="{E9EDB421-EDBF-FF28-16C9-56834DF21C4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20" name="Text Placeholder 2">
            <a:extLst>
              <a:ext uri="{FF2B5EF4-FFF2-40B4-BE49-F238E27FC236}">
                <a16:creationId xmlns:a16="http://schemas.microsoft.com/office/drawing/2014/main" id="{8C86039A-AC59-0AA2-3B10-E7EE56A2CD57}"/>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84126602"/>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Title and text side by side 3">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hasCustomPrompt="1"/>
          </p:nvPr>
        </p:nvSpPr>
        <p:spPr>
          <a:xfrm>
            <a:off x="4941888" y="585789"/>
            <a:ext cx="6667500" cy="5683248"/>
          </a:xfrm>
        </p:spPr>
        <p:txBody>
          <a:bodyPr anchor="ctr"/>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082075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Title and text side by side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EFC8378B-6E45-F469-0519-68B9FC5BEEA8}"/>
              </a:ext>
            </a:extLst>
          </p:cNvPr>
          <p:cNvSpPr>
            <a:spLocks noGrp="1"/>
          </p:cNvSpPr>
          <p:nvPr>
            <p:ph type="body" sz="quarter" idx="11" hasCustomPrompt="1"/>
          </p:nvPr>
        </p:nvSpPr>
        <p:spPr>
          <a:xfrm>
            <a:off x="5654082" y="1857800"/>
            <a:ext cx="5966418"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6" name="Text Placeholder 2">
            <a:extLst>
              <a:ext uri="{FF2B5EF4-FFF2-40B4-BE49-F238E27FC236}">
                <a16:creationId xmlns:a16="http://schemas.microsoft.com/office/drawing/2014/main" id="{6763BA2C-322D-A7E8-7431-EF84FFCD9B12}"/>
              </a:ext>
            </a:extLst>
          </p:cNvPr>
          <p:cNvSpPr>
            <a:spLocks noGrp="1"/>
          </p:cNvSpPr>
          <p:nvPr>
            <p:ph type="body" sz="quarter" idx="25" hasCustomPrompt="1"/>
          </p:nvPr>
        </p:nvSpPr>
        <p:spPr>
          <a:xfrm>
            <a:off x="5095668" y="1857800"/>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233279391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Title and text side by side 5">
    <p:bg>
      <p:bgPr>
        <a:solidFill>
          <a:srgbClr val="F4F3F5"/>
        </a:solidFill>
        <a:effectLst/>
      </p:bgPr>
    </p:bg>
    <p:spTree>
      <p:nvGrpSpPr>
        <p:cNvPr id="1" name=""/>
        <p:cNvGrpSpPr/>
        <p:nvPr/>
      </p:nvGrpSpPr>
      <p:grpSpPr>
        <a:xfrm>
          <a:off x="0" y="0"/>
          <a:ext cx="0" cy="0"/>
          <a:chOff x="0" y="0"/>
          <a:chExt cx="0" cy="0"/>
        </a:xfrm>
      </p:grpSpPr>
      <p:cxnSp>
        <p:nvCxnSpPr>
          <p:cNvPr id="36" name="Straight Connector 35">
            <a:extLst>
              <a:ext uri="{FF2B5EF4-FFF2-40B4-BE49-F238E27FC236}">
                <a16:creationId xmlns:a16="http://schemas.microsoft.com/office/drawing/2014/main" id="{50BFCD8B-853E-92A8-FD5C-C5659CCB744A}"/>
              </a:ext>
              <a:ext uri="{C183D7F6-B498-43B3-948B-1728B52AA6E4}">
                <adec:decorative xmlns:adec="http://schemas.microsoft.com/office/drawing/2017/decorative" val="1"/>
              </a:ext>
            </a:extLst>
          </p:cNvPr>
          <p:cNvCxnSpPr>
            <a:cxnSpLocks/>
          </p:cNvCxnSpPr>
          <p:nvPr userDrawn="1"/>
        </p:nvCxnSpPr>
        <p:spPr>
          <a:xfrm>
            <a:off x="584200" y="2019300"/>
            <a:ext cx="3182112" cy="0"/>
          </a:xfrm>
          <a:prstGeom prst="line">
            <a:avLst/>
          </a:prstGeom>
          <a:ln w="76200" cap="rnd">
            <a:gradFill>
              <a:gsLst>
                <a:gs pos="0">
                  <a:schemeClr val="accent1"/>
                </a:gs>
                <a:gs pos="100000">
                  <a:schemeClr val="accent2"/>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1698F6FE-FA89-D09B-0F56-2F89F05F6E1E}"/>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8" name="Text Placeholder 2">
            <a:extLst>
              <a:ext uri="{FF2B5EF4-FFF2-40B4-BE49-F238E27FC236}">
                <a16:creationId xmlns:a16="http://schemas.microsoft.com/office/drawing/2014/main" id="{1DBC7FD1-5168-7C9E-36DD-EFCBEFE2FAC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9" name="Text Placeholder 2">
            <a:extLst>
              <a:ext uri="{FF2B5EF4-FFF2-40B4-BE49-F238E27FC236}">
                <a16:creationId xmlns:a16="http://schemas.microsoft.com/office/drawing/2014/main" id="{AC81A518-CF66-2BAF-FE9A-48CB9F7E9C5C}"/>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3363125809"/>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F4F3F5"/>
        </a:solidFill>
        <a:effectLst/>
      </p:bgPr>
    </p:bg>
    <p:spTree>
      <p:nvGrpSpPr>
        <p:cNvPr id="1" name=""/>
        <p:cNvGrpSpPr/>
        <p:nvPr/>
      </p:nvGrpSpPr>
      <p:grpSpPr>
        <a:xfrm>
          <a:off x="0" y="0"/>
          <a:ext cx="0" cy="0"/>
          <a:chOff x="0" y="0"/>
          <a:chExt cx="0" cy="0"/>
        </a:xfrm>
      </p:grpSpPr>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91438" y="710247"/>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Tree>
    <p:extLst>
      <p:ext uri="{BB962C8B-B14F-4D97-AF65-F5344CB8AC3E}">
        <p14:creationId xmlns:p14="http://schemas.microsoft.com/office/powerpoint/2010/main" val="25868070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Developer code 2">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userDrawn="1"/>
        </p:nvSpPr>
        <p:spPr bwMode="auto">
          <a:xfrm>
            <a:off x="0" y="1436688"/>
            <a:ext cx="12192000" cy="542131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143668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88263" y="2099310"/>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Tree>
    <p:extLst>
      <p:ext uri="{BB962C8B-B14F-4D97-AF65-F5344CB8AC3E}">
        <p14:creationId xmlns:p14="http://schemas.microsoft.com/office/powerpoint/2010/main" val="11567833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Developer code bottom">
    <p:bg>
      <p:bgRef idx="1001">
        <a:schemeClr val="bg2"/>
      </p:bgRef>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86390" y="1230681"/>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2827138"/>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282713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3491219"/>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27917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1776">
          <p15:clr>
            <a:srgbClr val="5ACBF0"/>
          </p15:clr>
        </p15:guide>
        <p15:guide id="5" orient="horz" pos="2197">
          <p15:clr>
            <a:srgbClr val="5ACBF0"/>
          </p15:clr>
        </p15:guide>
        <p15:guide id="6" orient="horz" pos="773">
          <p15:clr>
            <a:srgbClr val="5ACBF0"/>
          </p15:clr>
        </p15:guide>
      </p15:sldGuideLst>
    </p:ext>
  </p:extLst>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Developer code top">
    <p:bg>
      <p:bgRef idx="1001">
        <a:schemeClr val="bg2"/>
      </p:bgRef>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0"/>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a:xfrm>
            <a:off x="588263" y="4224580"/>
            <a:ext cx="11018520" cy="492443"/>
          </a:xfrm>
        </p:spPr>
        <p:txBody>
          <a:bodyPr/>
          <a:lstStyle>
            <a:lvl1pPr>
              <a:defRPr sz="3200">
                <a:solidFill>
                  <a:schemeClr val="tx1"/>
                </a:solidFill>
              </a:defRPr>
            </a:lvl1pPr>
          </a:lstStyle>
          <a:p>
            <a:r>
              <a:rPr lang="en-US"/>
              <a:t>Click to edit title style</a:t>
            </a: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660508"/>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91152" y="4996505"/>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309321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2661">
          <p15:clr>
            <a:srgbClr val="5ACBF0"/>
          </p15:clr>
        </p15:guide>
        <p15:guide id="5" orient="horz" pos="3147">
          <p15:clr>
            <a:srgbClr val="5ACBF0"/>
          </p15:clr>
        </p15:guide>
        <p15:guide id="6" orient="horz" pos="419">
          <p15:clr>
            <a:srgbClr val="5ACBF0"/>
          </p15:clr>
        </p15:guide>
      </p15:sldGuideLst>
    </p:ext>
  </p:extLst>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Developer code right">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82BB27-7DA5-4478-8C18-C1FFEE20AAC1}"/>
              </a:ext>
            </a:extLst>
          </p:cNvPr>
          <p:cNvSpPr>
            <a:spLocks noGrp="1"/>
          </p:cNvSpPr>
          <p:nvPr>
            <p:ph type="title" hasCustomPrompt="1"/>
          </p:nvPr>
        </p:nvSpPr>
        <p:spPr>
          <a:xfrm>
            <a:off x="588263" y="457200"/>
            <a:ext cx="4040887" cy="492443"/>
          </a:xfrm>
        </p:spPr>
        <p:txBody>
          <a:bodyPr/>
          <a:lstStyle>
            <a:lvl1pPr>
              <a:defRPr sz="3200">
                <a:solidFill>
                  <a:schemeClr val="tx1"/>
                </a:solidFill>
              </a:defRPr>
            </a:lvl1pPr>
          </a:lstStyle>
          <a:p>
            <a:r>
              <a:rPr lang="en-US"/>
              <a:t>Click to edit title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588965" y="1338139"/>
            <a:ext cx="4040185"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5211763"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00725" y="709187"/>
            <a:ext cx="5801961" cy="307777"/>
          </a:xfrm>
        </p:spPr>
        <p:txBody>
          <a:bodyPr/>
          <a:lstStyle>
            <a:lvl1pPr marL="0" indent="0">
              <a:buNone/>
              <a:tabLst/>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68270880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Developer code left">
    <p:bg>
      <p:bgRef idx="1001">
        <a:schemeClr val="bg2"/>
      </p:bgRef>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2"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6BB14A7D-C409-4A7C-9D82-A2E5DBB8AB72}"/>
              </a:ext>
            </a:extLst>
          </p:cNvPr>
          <p:cNvSpPr>
            <a:spLocks noGrp="1"/>
          </p:cNvSpPr>
          <p:nvPr>
            <p:ph type="title" hasCustomPrompt="1"/>
          </p:nvPr>
        </p:nvSpPr>
        <p:spPr>
          <a:xfrm>
            <a:off x="7575549" y="457200"/>
            <a:ext cx="4031233" cy="492443"/>
          </a:xfrm>
        </p:spPr>
        <p:txBody>
          <a:bodyPr/>
          <a:lstStyle>
            <a:lvl1pPr>
              <a:defRPr sz="3200">
                <a:solidFill>
                  <a:schemeClr val="tx1"/>
                </a:solidFill>
              </a:defRPr>
            </a:lvl1pPr>
          </a:lstStyle>
          <a:p>
            <a:r>
              <a:rPr lang="en-US"/>
              <a:t>Click to edit title</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7575550" y="1336675"/>
            <a:ext cx="4033838"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9302251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Developer code left, image right">
    <p:bg>
      <p:bgPr>
        <a:solidFill>
          <a:srgbClr val="F4F3F5"/>
        </a:solidFill>
        <a:effectLst/>
      </p:bgPr>
    </p:bg>
    <p:spTree>
      <p:nvGrpSpPr>
        <p:cNvPr id="1" name=""/>
        <p:cNvGrpSpPr/>
        <p:nvPr/>
      </p:nvGrpSpPr>
      <p:grpSpPr>
        <a:xfrm>
          <a:off x="0" y="0"/>
          <a:ext cx="0" cy="0"/>
          <a:chOff x="0" y="0"/>
          <a:chExt cx="0" cy="0"/>
        </a:xfrm>
      </p:grpSpPr>
      <p:sp>
        <p:nvSpPr>
          <p:cNvPr id="9" name="Picture Placeholder 7" descr="This photo is a 'placeholder' only. Drag or drop your photo here, or click and tap the center to insert a photo.">
            <a:extLst>
              <a:ext uri="{FF2B5EF4-FFF2-40B4-BE49-F238E27FC236}">
                <a16:creationId xmlns:a16="http://schemas.microsoft.com/office/drawing/2014/main" id="{8456ECE7-2FD2-0E8A-D0BD-61173814D9B7}"/>
              </a:ext>
            </a:extLst>
          </p:cNvPr>
          <p:cNvSpPr>
            <a:spLocks noGrp="1"/>
          </p:cNvSpPr>
          <p:nvPr>
            <p:ph type="pic" sz="quarter" idx="10" hasCustomPrompt="1"/>
          </p:nvPr>
        </p:nvSpPr>
        <p:spPr bwMode="ltGray">
          <a:xfrm>
            <a:off x="8490856" y="707231"/>
            <a:ext cx="3116945" cy="5561808"/>
          </a:xfrm>
          <a:prstGeom prst="roundRect">
            <a:avLst>
              <a:gd name="adj" fmla="val 4445"/>
            </a:avLst>
          </a:prstGeom>
          <a:blipFill>
            <a:blip r:embed="rId2"/>
            <a:stretch>
              <a:fillRect l="-107368" r="-109854"/>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410421373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Device 1">
    <p:bg>
      <p:bgPr>
        <a:solidFill>
          <a:srgbClr val="F4F3F5"/>
        </a:soli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C4B95F29-56C3-4C85-A12B-0B0BE769E70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2" name="Title 1"/>
          <p:cNvSpPr>
            <a:spLocks noGrp="1"/>
          </p:cNvSpPr>
          <p:nvPr>
            <p:ph type="title" hasCustomPrompt="1"/>
          </p:nvPr>
        </p:nvSpPr>
        <p:spPr>
          <a:xfrm>
            <a:off x="584200" y="464817"/>
            <a:ext cx="11023600"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1: one column</a:t>
            </a:r>
          </a:p>
        </p:txBody>
      </p:sp>
      <p:sp>
        <p:nvSpPr>
          <p:cNvPr id="4" name="Text Placeholder 3"/>
          <p:cNvSpPr>
            <a:spLocks noGrp="1"/>
          </p:cNvSpPr>
          <p:nvPr>
            <p:ph type="body" sz="quarter" idx="10" hasCustomPrompt="1"/>
          </p:nvPr>
        </p:nvSpPr>
        <p:spPr>
          <a:xfrm>
            <a:off x="584200" y="1922802"/>
            <a:ext cx="4630006" cy="615553"/>
          </a:xfrm>
          <a:prstGeom prst="rect">
            <a:avLst/>
          </a:prstGeom>
        </p:spPr>
        <p:txBody>
          <a:bodyPr wrap="square" lIns="0" tIns="0" rIns="0" bIns="0">
            <a:spAutoFit/>
          </a:bodyPr>
          <a:lstStyle>
            <a:lvl1pPr marL="0" indent="0">
              <a:lnSpc>
                <a:spcPts val="2400"/>
              </a:lnSpc>
              <a:buNone/>
              <a:defRPr sz="2000" b="0" i="0">
                <a:solidFill>
                  <a:srgbClr val="000000"/>
                </a:solidFill>
                <a:latin typeface="+mn-lt"/>
              </a:defRPr>
            </a:lvl1pPr>
            <a:lvl2pPr marL="224097" indent="0">
              <a:buNone/>
              <a:defRPr/>
            </a:lvl2pPr>
            <a:lvl3pPr marL="448193" indent="0">
              <a:buNone/>
              <a:defRPr/>
            </a:lvl3pPr>
            <a:lvl4pPr marL="672290" indent="0">
              <a:buNone/>
              <a:defRPr/>
            </a:lvl4pPr>
            <a:lvl5pPr marL="896386" indent="0">
              <a:buNone/>
              <a:defRPr/>
            </a:lvl5pPr>
          </a:lstStyle>
          <a:p>
            <a:pPr lvl="0"/>
            <a:r>
              <a:rPr lang="pt-BR"/>
              <a:t>Large subhead Segoe UI Regular 20/24. </a:t>
            </a:r>
            <a:r>
              <a:rPr lang="da-DK"/>
              <a:t>Lorem ipsum dolor sit amet</a:t>
            </a:r>
            <a:r>
              <a:rPr lang="pt-BR"/>
              <a:t>.</a:t>
            </a:r>
            <a:endParaRPr lang="en-US"/>
          </a:p>
        </p:txBody>
      </p:sp>
      <p:sp>
        <p:nvSpPr>
          <p:cNvPr id="5" name="Text Placeholder 4"/>
          <p:cNvSpPr>
            <a:spLocks noGrp="1"/>
          </p:cNvSpPr>
          <p:nvPr>
            <p:ph type="body" sz="quarter" idx="11" hasCustomPrompt="1"/>
          </p:nvPr>
        </p:nvSpPr>
        <p:spPr>
          <a:xfrm>
            <a:off x="584199" y="2707597"/>
            <a:ext cx="4630005" cy="2521331"/>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2" name="Picture Placeholder 11">
            <a:extLst>
              <a:ext uri="{FF2B5EF4-FFF2-40B4-BE49-F238E27FC236}">
                <a16:creationId xmlns:a16="http://schemas.microsoft.com/office/drawing/2014/main" id="{934476FE-7091-4DE7-A55E-3EF5A6569A7D}"/>
              </a:ext>
            </a:extLst>
          </p:cNvPr>
          <p:cNvSpPr>
            <a:spLocks noGrp="1"/>
          </p:cNvSpPr>
          <p:nvPr>
            <p:ph type="pic" sz="quarter" idx="12"/>
          </p:nvPr>
        </p:nvSpPr>
        <p:spPr>
          <a:xfrm>
            <a:off x="6358812" y="1519688"/>
            <a:ext cx="5833188" cy="4343375"/>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690846582"/>
      </p:ext>
    </p:extLst>
  </p:cSld>
  <p:clrMapOvr>
    <a:masterClrMapping/>
  </p:clrMapOvr>
  <p:transition>
    <p:fade/>
  </p:transition>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Device 2">
    <p:bg>
      <p:bgPr>
        <a:solidFill>
          <a:srgbClr val="F4F3F5"/>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C99DE98C-91A8-4163-A280-8BB561692C8E}"/>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9" name="Picture Placeholder 11">
            <a:extLst>
              <a:ext uri="{FF2B5EF4-FFF2-40B4-BE49-F238E27FC236}">
                <a16:creationId xmlns:a16="http://schemas.microsoft.com/office/drawing/2014/main" id="{784CA30E-A92E-4E40-944A-73B1CF9EEE0A}"/>
              </a:ext>
            </a:extLst>
          </p:cNvPr>
          <p:cNvSpPr>
            <a:spLocks noGrp="1"/>
          </p:cNvSpPr>
          <p:nvPr>
            <p:ph type="pic" sz="quarter" idx="12"/>
          </p:nvPr>
        </p:nvSpPr>
        <p:spPr>
          <a:xfrm>
            <a:off x="6357959" y="1535104"/>
            <a:ext cx="5834041" cy="4315059"/>
          </a:xfrm>
          <a:prstGeom prst="rect">
            <a:avLst/>
          </a:prstGeom>
        </p:spPr>
        <p:txBody>
          <a:bodyPr anchor="ctr" anchorCtr="0">
            <a:noAutofit/>
          </a:bodyPr>
          <a:lstStyle>
            <a:lvl1pPr algn="ctr">
              <a:defRPr>
                <a:solidFill>
                  <a:srgbClr val="000000"/>
                </a:solidFill>
              </a:defRPr>
            </a:lvl1pPr>
          </a:lstStyle>
          <a:p>
            <a:r>
              <a:rPr lang="en-US"/>
              <a:t>Click icon to add picture</a:t>
            </a:r>
          </a:p>
        </p:txBody>
      </p:sp>
      <p:sp>
        <p:nvSpPr>
          <p:cNvPr id="13" name="Text Placeholder 4">
            <a:extLst>
              <a:ext uri="{FF2B5EF4-FFF2-40B4-BE49-F238E27FC236}">
                <a16:creationId xmlns:a16="http://schemas.microsoft.com/office/drawing/2014/main" id="{8D17D4B4-B6B9-4273-ACCB-7A5ED46F35A8}"/>
              </a:ext>
            </a:extLst>
          </p:cNvPr>
          <p:cNvSpPr>
            <a:spLocks noGrp="1"/>
          </p:cNvSpPr>
          <p:nvPr>
            <p:ph type="body" sz="quarter" idx="11" hasCustomPrompt="1"/>
          </p:nvPr>
        </p:nvSpPr>
        <p:spPr>
          <a:xfrm>
            <a:off x="593750"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4" name="Text Placeholder 4">
            <a:extLst>
              <a:ext uri="{FF2B5EF4-FFF2-40B4-BE49-F238E27FC236}">
                <a16:creationId xmlns:a16="http://schemas.microsoft.com/office/drawing/2014/main" id="{FB204BE2-B985-4315-8D5B-9C54B1074DD6}"/>
              </a:ext>
            </a:extLst>
          </p:cNvPr>
          <p:cNvSpPr>
            <a:spLocks noGrp="1"/>
          </p:cNvSpPr>
          <p:nvPr>
            <p:ph type="body" sz="quarter" idx="13" hasCustomPrompt="1"/>
          </p:nvPr>
        </p:nvSpPr>
        <p:spPr>
          <a:xfrm>
            <a:off x="2521876"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8" name="Text Placeholder 4">
            <a:extLst>
              <a:ext uri="{FF2B5EF4-FFF2-40B4-BE49-F238E27FC236}">
                <a16:creationId xmlns:a16="http://schemas.microsoft.com/office/drawing/2014/main" id="{02963930-27DC-A146-BED0-307A0CE5F43A}"/>
              </a:ext>
            </a:extLst>
          </p:cNvPr>
          <p:cNvSpPr>
            <a:spLocks noGrp="1"/>
          </p:cNvSpPr>
          <p:nvPr>
            <p:ph type="body" sz="quarter" idx="42" hasCustomPrompt="1"/>
          </p:nvPr>
        </p:nvSpPr>
        <p:spPr>
          <a:xfrm>
            <a:off x="59024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9" name="Text Placeholder 4">
            <a:extLst>
              <a:ext uri="{FF2B5EF4-FFF2-40B4-BE49-F238E27FC236}">
                <a16:creationId xmlns:a16="http://schemas.microsoft.com/office/drawing/2014/main" id="{8EE99189-A4FF-8C44-809C-285F33AF913B}"/>
              </a:ext>
            </a:extLst>
          </p:cNvPr>
          <p:cNvSpPr>
            <a:spLocks noGrp="1"/>
          </p:cNvSpPr>
          <p:nvPr>
            <p:ph type="body" sz="quarter" idx="43" hasCustomPrompt="1"/>
          </p:nvPr>
        </p:nvSpPr>
        <p:spPr>
          <a:xfrm>
            <a:off x="252160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Title 1">
            <a:extLst>
              <a:ext uri="{FF2B5EF4-FFF2-40B4-BE49-F238E27FC236}">
                <a16:creationId xmlns:a16="http://schemas.microsoft.com/office/drawing/2014/main" id="{41C62C6E-6C8D-E263-ED20-65125864F2C8}"/>
              </a:ext>
            </a:extLst>
          </p:cNvPr>
          <p:cNvSpPr>
            <a:spLocks noGrp="1"/>
          </p:cNvSpPr>
          <p:nvPr>
            <p:ph type="title" hasCustomPrompt="1"/>
          </p:nvPr>
        </p:nvSpPr>
        <p:spPr>
          <a:xfrm>
            <a:off x="582612" y="462415"/>
            <a:ext cx="11026776"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2: two columns</a:t>
            </a:r>
          </a:p>
        </p:txBody>
      </p:sp>
    </p:spTree>
    <p:extLst>
      <p:ext uri="{BB962C8B-B14F-4D97-AF65-F5344CB8AC3E}">
        <p14:creationId xmlns:p14="http://schemas.microsoft.com/office/powerpoint/2010/main" val="993326050"/>
      </p:ext>
    </p:extLst>
  </p:cSld>
  <p:clrMapOvr>
    <a:masterClrMapping/>
  </p:clrMapOvr>
  <p:transition>
    <p:fade/>
  </p:transition>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Device 3">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3</a:t>
            </a:r>
          </a:p>
        </p:txBody>
      </p:sp>
      <p:pic>
        <p:nvPicPr>
          <p:cNvPr id="10" name="Picture 9">
            <a:extLst>
              <a:ext uri="{FF2B5EF4-FFF2-40B4-BE49-F238E27FC236}">
                <a16:creationId xmlns:a16="http://schemas.microsoft.com/office/drawing/2014/main" id="{73CDB1EA-72FB-46B3-89D4-DEE1F2EF724A}"/>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384249" y="486947"/>
            <a:ext cx="10869930" cy="6371053"/>
          </a:xfrm>
          <a:prstGeom prst="rect">
            <a:avLst/>
          </a:prstGeom>
        </p:spPr>
      </p:pic>
      <p:sp>
        <p:nvSpPr>
          <p:cNvPr id="8" name="Picture Placeholder 11">
            <a:extLst>
              <a:ext uri="{FF2B5EF4-FFF2-40B4-BE49-F238E27FC236}">
                <a16:creationId xmlns:a16="http://schemas.microsoft.com/office/drawing/2014/main" id="{0473E679-3B6D-497A-A0F6-454C968B7607}"/>
              </a:ext>
            </a:extLst>
          </p:cNvPr>
          <p:cNvSpPr>
            <a:spLocks noGrp="1"/>
          </p:cNvSpPr>
          <p:nvPr>
            <p:ph type="pic" sz="quarter" idx="12"/>
          </p:nvPr>
        </p:nvSpPr>
        <p:spPr>
          <a:xfrm>
            <a:off x="2293976" y="1599603"/>
            <a:ext cx="7678751" cy="4327960"/>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1165843007"/>
      </p:ext>
    </p:extLst>
  </p:cSld>
  <p:clrMapOvr>
    <a:masterClrMapping/>
  </p:clrMapOvr>
  <p:transition>
    <p:fade/>
  </p:transition>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Chart with caption">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Chart layout examples</a:t>
            </a:r>
          </a:p>
        </p:txBody>
      </p:sp>
      <p:sp>
        <p:nvSpPr>
          <p:cNvPr id="5" name="Chart Placeholder 6">
            <a:extLst>
              <a:ext uri="{FF2B5EF4-FFF2-40B4-BE49-F238E27FC236}">
                <a16:creationId xmlns:a16="http://schemas.microsoft.com/office/drawing/2014/main" id="{D9638BF3-12D1-2694-0190-0AB19FCB5432}"/>
              </a:ext>
            </a:extLst>
          </p:cNvPr>
          <p:cNvSpPr>
            <a:spLocks noGrp="1"/>
          </p:cNvSpPr>
          <p:nvPr>
            <p:ph type="chart" sz="quarter" idx="21"/>
          </p:nvPr>
        </p:nvSpPr>
        <p:spPr>
          <a:xfrm>
            <a:off x="584200"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6" name="Text Placeholder 4">
            <a:extLst>
              <a:ext uri="{FF2B5EF4-FFF2-40B4-BE49-F238E27FC236}">
                <a16:creationId xmlns:a16="http://schemas.microsoft.com/office/drawing/2014/main" id="{9FDA6635-EE72-35BC-5065-7C47B07E2AF7}"/>
              </a:ext>
            </a:extLst>
          </p:cNvPr>
          <p:cNvSpPr>
            <a:spLocks noGrp="1"/>
          </p:cNvSpPr>
          <p:nvPr>
            <p:ph type="body" sz="quarter" idx="12" hasCustomPrompt="1"/>
          </p:nvPr>
        </p:nvSpPr>
        <p:spPr>
          <a:xfrm>
            <a:off x="584201" y="5973763"/>
            <a:ext cx="3474720" cy="307777"/>
          </a:xfrm>
          <a:prstGeom prst="rect">
            <a:avLst/>
          </a:prstGeom>
        </p:spPr>
        <p:txBody>
          <a:bodyPr lIns="0" tIns="0" rIns="0" bIns="0"/>
          <a:lstStyle>
            <a:lvl1pPr marL="0" indent="0">
              <a:lnSpc>
                <a:spcPts val="1200"/>
              </a:lnSpc>
              <a:spcBef>
                <a:spcPts val="900"/>
              </a:spcBef>
              <a:buFont typeface="Arial" panose="020B0604020202020204" pitchFamily="34" charset="0"/>
              <a:buNone/>
              <a:defRPr sz="1000" b="0" i="0" spc="0">
                <a:solidFill>
                  <a:srgbClr val="000000"/>
                </a:solidFill>
                <a:latin typeface="+mn-lt"/>
              </a:defRPr>
            </a:lvl1pPr>
            <a:lvl2pPr marL="0" marR="0" indent="0" algn="l" defTabSz="932742" rtl="0" eaLnBrk="1" fontAlgn="auto" latinLnBrk="0" hangingPunct="1">
              <a:lnSpc>
                <a:spcPts val="1200"/>
              </a:lnSpc>
              <a:spcBef>
                <a:spcPts val="450"/>
              </a:spcBef>
              <a:spcAft>
                <a:spcPts val="0"/>
              </a:spcAft>
              <a:buClrTx/>
              <a:buSzPct val="90000"/>
              <a:buFont typeface="Arial" panose="020B0604020202020204" pitchFamily="34" charset="0"/>
              <a:buNone/>
              <a:tabLst/>
              <a:defRPr sz="1000">
                <a:solidFill>
                  <a:schemeClr val="tx1"/>
                </a:solidFill>
              </a:defRPr>
            </a:lvl2pPr>
            <a:lvl3pPr marL="457200" indent="0">
              <a:buNone/>
              <a:defRPr/>
            </a:lvl3pPr>
            <a:lvl4pPr marL="685800" indent="0">
              <a:buNone/>
              <a:defRPr/>
            </a:lvl4pPr>
            <a:lvl5pPr marL="914400" indent="0">
              <a:buNone/>
              <a:defRPr/>
            </a:lvl5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7" name="Text Placeholder 4">
            <a:extLst>
              <a:ext uri="{FF2B5EF4-FFF2-40B4-BE49-F238E27FC236}">
                <a16:creationId xmlns:a16="http://schemas.microsoft.com/office/drawing/2014/main" id="{426EF772-758C-C1A7-A309-173E2AB9C395}"/>
              </a:ext>
            </a:extLst>
          </p:cNvPr>
          <p:cNvSpPr>
            <a:spLocks noGrp="1"/>
          </p:cNvSpPr>
          <p:nvPr>
            <p:ph type="body" sz="quarter" idx="18" hasCustomPrompt="1"/>
          </p:nvPr>
        </p:nvSpPr>
        <p:spPr>
          <a:xfrm>
            <a:off x="4358640"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9" name="Chart Placeholder 6">
            <a:extLst>
              <a:ext uri="{FF2B5EF4-FFF2-40B4-BE49-F238E27FC236}">
                <a16:creationId xmlns:a16="http://schemas.microsoft.com/office/drawing/2014/main" id="{C01D8C54-5478-2BF6-769F-9F0FC6FB57EA}"/>
              </a:ext>
            </a:extLst>
          </p:cNvPr>
          <p:cNvSpPr>
            <a:spLocks noGrp="1"/>
          </p:cNvSpPr>
          <p:nvPr>
            <p:ph type="chart" sz="quarter" idx="22"/>
          </p:nvPr>
        </p:nvSpPr>
        <p:spPr>
          <a:xfrm>
            <a:off x="4358641"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1" name="Chart Placeholder 6">
            <a:extLst>
              <a:ext uri="{FF2B5EF4-FFF2-40B4-BE49-F238E27FC236}">
                <a16:creationId xmlns:a16="http://schemas.microsoft.com/office/drawing/2014/main" id="{657835EA-5000-4043-FCC9-D8A17E147B1F}"/>
              </a:ext>
            </a:extLst>
          </p:cNvPr>
          <p:cNvSpPr>
            <a:spLocks noGrp="1"/>
          </p:cNvSpPr>
          <p:nvPr>
            <p:ph type="chart" sz="quarter" idx="23"/>
          </p:nvPr>
        </p:nvSpPr>
        <p:spPr>
          <a:xfrm>
            <a:off x="8132064"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2" name="Text Placeholder 3">
            <a:extLst>
              <a:ext uri="{FF2B5EF4-FFF2-40B4-BE49-F238E27FC236}">
                <a16:creationId xmlns:a16="http://schemas.microsoft.com/office/drawing/2014/main" id="{D11E6A22-8ABF-B71A-3401-3376773ED9AC}"/>
              </a:ext>
            </a:extLst>
          </p:cNvPr>
          <p:cNvSpPr>
            <a:spLocks noGrp="1"/>
          </p:cNvSpPr>
          <p:nvPr>
            <p:ph type="body" sz="quarter" idx="24" hasCustomPrompt="1"/>
          </p:nvPr>
        </p:nvSpPr>
        <p:spPr>
          <a:xfrm>
            <a:off x="584200"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3" name="Text Placeholder 3">
            <a:extLst>
              <a:ext uri="{FF2B5EF4-FFF2-40B4-BE49-F238E27FC236}">
                <a16:creationId xmlns:a16="http://schemas.microsoft.com/office/drawing/2014/main" id="{608861AB-092C-6472-7C72-ED6E47461F7C}"/>
              </a:ext>
            </a:extLst>
          </p:cNvPr>
          <p:cNvSpPr>
            <a:spLocks noGrp="1"/>
          </p:cNvSpPr>
          <p:nvPr>
            <p:ph type="body" sz="quarter" idx="25" hasCustomPrompt="1"/>
          </p:nvPr>
        </p:nvSpPr>
        <p:spPr>
          <a:xfrm>
            <a:off x="4369751"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4" name="Text Placeholder 3">
            <a:extLst>
              <a:ext uri="{FF2B5EF4-FFF2-40B4-BE49-F238E27FC236}">
                <a16:creationId xmlns:a16="http://schemas.microsoft.com/office/drawing/2014/main" id="{000561FE-DBFA-4AC4-AFCD-6B19B0C28254}"/>
              </a:ext>
            </a:extLst>
          </p:cNvPr>
          <p:cNvSpPr>
            <a:spLocks noGrp="1"/>
          </p:cNvSpPr>
          <p:nvPr>
            <p:ph type="body" sz="quarter" idx="26" hasCustomPrompt="1"/>
          </p:nvPr>
        </p:nvSpPr>
        <p:spPr>
          <a:xfrm>
            <a:off x="8132063"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5" name="Text Placeholder 4">
            <a:extLst>
              <a:ext uri="{FF2B5EF4-FFF2-40B4-BE49-F238E27FC236}">
                <a16:creationId xmlns:a16="http://schemas.microsoft.com/office/drawing/2014/main" id="{ABB165B4-FDFD-ADBC-4A1C-58CA8748A55C}"/>
              </a:ext>
            </a:extLst>
          </p:cNvPr>
          <p:cNvSpPr>
            <a:spLocks noGrp="1"/>
          </p:cNvSpPr>
          <p:nvPr>
            <p:ph type="body" sz="quarter" idx="27" hasCustomPrompt="1"/>
          </p:nvPr>
        </p:nvSpPr>
        <p:spPr>
          <a:xfrm>
            <a:off x="8132063"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Tree>
    <p:extLst>
      <p:ext uri="{BB962C8B-B14F-4D97-AF65-F5344CB8AC3E}">
        <p14:creationId xmlns:p14="http://schemas.microsoft.com/office/powerpoint/2010/main" val="1982342779"/>
      </p:ext>
    </p:extLst>
  </p:cSld>
  <p:clrMapOvr>
    <a:masterClrMapping/>
  </p:clrMapOvr>
  <p:transition>
    <p:fade/>
  </p:transition>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Table ">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9F1098-5BDB-3A14-0BC4-F3DC4A76BABB}"/>
              </a:ext>
            </a:extLst>
          </p:cNvPr>
          <p:cNvSpPr>
            <a:spLocks noGrp="1"/>
          </p:cNvSpPr>
          <p:nvPr>
            <p:ph type="title" hasCustomPrompt="1"/>
          </p:nvPr>
        </p:nvSpPr>
        <p:spPr/>
        <p:txBody>
          <a:bodyPr/>
          <a:lstStyle>
            <a:lvl1pPr>
              <a:defRPr/>
            </a:lvl1pPr>
          </a:lstStyle>
          <a:p>
            <a:r>
              <a:rPr lang="en-US"/>
              <a:t>Table layout</a:t>
            </a:r>
          </a:p>
        </p:txBody>
      </p:sp>
      <p:sp>
        <p:nvSpPr>
          <p:cNvPr id="4" name="Table Placeholder 3">
            <a:extLst>
              <a:ext uri="{FF2B5EF4-FFF2-40B4-BE49-F238E27FC236}">
                <a16:creationId xmlns:a16="http://schemas.microsoft.com/office/drawing/2014/main" id="{6DAF7D07-1867-0A94-96A1-88DE5F76DCC0}"/>
              </a:ext>
            </a:extLst>
          </p:cNvPr>
          <p:cNvSpPr>
            <a:spLocks noGrp="1"/>
          </p:cNvSpPr>
          <p:nvPr>
            <p:ph type="tbl" sz="quarter" idx="10"/>
          </p:nvPr>
        </p:nvSpPr>
        <p:spPr>
          <a:xfrm>
            <a:off x="584201" y="2201863"/>
            <a:ext cx="11025188" cy="4067176"/>
          </a:xfrm>
          <a:prstGeom prst="rect">
            <a:avLst/>
          </a:prstGeom>
        </p:spPr>
        <p:txBody>
          <a:bodyPr anchor="ctr" anchorCtr="0"/>
          <a:lstStyle>
            <a:lvl1pPr algn="ctr">
              <a:defRPr/>
            </a:lvl1pPr>
          </a:lstStyle>
          <a:p>
            <a:r>
              <a:rPr lang="en-US"/>
              <a:t>Click icon to add table</a:t>
            </a:r>
          </a:p>
        </p:txBody>
      </p:sp>
    </p:spTree>
    <p:extLst>
      <p:ext uri="{BB962C8B-B14F-4D97-AF65-F5344CB8AC3E}">
        <p14:creationId xmlns:p14="http://schemas.microsoft.com/office/powerpoint/2010/main" val="687834266"/>
      </p:ext>
    </p:extLst>
  </p:cSld>
  <p:clrMapOvr>
    <a:masterClrMapping/>
  </p:clrMapOvr>
  <p:transition>
    <p:fade/>
  </p:transition>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Quote slide">
    <p:bg>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68FF295-4867-A99B-E458-6E9396360BC0}"/>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1163637"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1163637"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1163637" y="850900"/>
            <a:ext cx="7256463" cy="3238500"/>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spTree>
    <p:extLst>
      <p:ext uri="{BB962C8B-B14F-4D97-AF65-F5344CB8AC3E}">
        <p14:creationId xmlns:p14="http://schemas.microsoft.com/office/powerpoint/2010/main" val="27085728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1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A95A0AA-74F0-F906-FF6C-5C3C4846A891}"/>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8" name="Picture 7" descr="Quotation marks">
            <a:extLst>
              <a:ext uri="{FF2B5EF4-FFF2-40B4-BE49-F238E27FC236}">
                <a16:creationId xmlns:a16="http://schemas.microsoft.com/office/drawing/2014/main" id="{04EC2229-8FBE-426A-CDA3-79B76E4E64E9}"/>
              </a:ext>
            </a:extLst>
          </p:cNvPr>
          <p:cNvPicPr>
            <a:picLocks noChangeAspect="1"/>
          </p:cNvPicPr>
          <p:nvPr userDrawn="1"/>
        </p:nvPicPr>
        <p:blipFill>
          <a:blip r:embed="rId3"/>
          <a:stretch>
            <a:fillRect/>
          </a:stretch>
        </p:blipFill>
        <p:spPr bwMode="black">
          <a:xfrm>
            <a:off x="549201" y="1033463"/>
            <a:ext cx="1555824" cy="1392940"/>
          </a:xfrm>
          <a:prstGeom prst="rect">
            <a:avLst/>
          </a:prstGeom>
        </p:spPr>
      </p:pic>
    </p:spTree>
    <p:extLst>
      <p:ext uri="{BB962C8B-B14F-4D97-AF65-F5344CB8AC3E}">
        <p14:creationId xmlns:p14="http://schemas.microsoft.com/office/powerpoint/2010/main" val="245950691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2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EE79450-F76B-B7C6-BF65-EFBA04ADB473}"/>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11" name="Picture 10" descr="Quotation marks">
            <a:extLst>
              <a:ext uri="{FF2B5EF4-FFF2-40B4-BE49-F238E27FC236}">
                <a16:creationId xmlns:a16="http://schemas.microsoft.com/office/drawing/2014/main" id="{3425CD53-2A7D-2007-E862-FDADC36307A1}"/>
              </a:ext>
            </a:extLst>
          </p:cNvPr>
          <p:cNvPicPr>
            <a:picLocks noChangeAspect="1"/>
          </p:cNvPicPr>
          <p:nvPr userDrawn="1"/>
        </p:nvPicPr>
        <p:blipFill>
          <a:blip r:embed="rId3"/>
          <a:srcRect/>
          <a:stretch/>
        </p:blipFill>
        <p:spPr bwMode="black">
          <a:xfrm>
            <a:off x="564441" y="1042185"/>
            <a:ext cx="1271081" cy="1132055"/>
          </a:xfrm>
          <a:prstGeom prst="rect">
            <a:avLst/>
          </a:prstGeom>
        </p:spPr>
      </p:pic>
    </p:spTree>
    <p:extLst>
      <p:ext uri="{BB962C8B-B14F-4D97-AF65-F5344CB8AC3E}">
        <p14:creationId xmlns:p14="http://schemas.microsoft.com/office/powerpoint/2010/main" val="422430217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Section Titl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8C42C5-9D1B-8547-8199-B0D8C17707CB}"/>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5" y="3091208"/>
            <a:ext cx="4773168"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86576453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Demo slid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2A6AA0B9-027D-8539-FF20-AFB01D1F7528}"/>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137566451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Section Title 2">
    <p:bg>
      <p:bgPr>
        <a:solidFill>
          <a:schemeClr val="tx2"/>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2D5FC56-4517-D1AD-EA54-49ECDFA7612A}"/>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244793605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Demo slide 2">
    <p:bg>
      <p:bgPr>
        <a:solidFill>
          <a:schemeClr val="bg2"/>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9A79DAA2-FFF6-E1D5-7BF6-E98C822B2F5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226360842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Section Title 3">
    <p:bg bwMode="gray">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756D10-0030-D9D3-52FE-13D839CE63BE}"/>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8542742"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36836294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Demo slide 3">
    <p:bg bwMode="gray">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84A2250-4B7E-6E63-E698-996FB39D2C14}"/>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07777"/>
          </a:xfrm>
          <a:noFill/>
        </p:spPr>
        <p:txBody>
          <a:bodyPr lIns="0" tIns="0" rIns="0" bIns="0">
            <a:spAutoFit/>
          </a:bodyPr>
          <a:lstStyle>
            <a:lvl1pPr marL="0" indent="0">
              <a:spcBef>
                <a:spcPts val="0"/>
              </a:spcBef>
              <a:spcAft>
                <a:spcPts val="0"/>
              </a:spcAft>
              <a:buFont typeface="Arial" panose="020B0604020202020204" pitchFamily="34" charset="0"/>
              <a:buNone/>
              <a:defRPr sz="2000" spc="0" baseline="0">
                <a:solidFill>
                  <a:schemeClr val="bg1"/>
                </a:solidFill>
                <a:latin typeface="+mn-lt"/>
              </a:defRPr>
            </a:lvl1pPr>
          </a:lstStyle>
          <a:p>
            <a:pPr lvl="0"/>
            <a:r>
              <a:rPr lang="en-US"/>
              <a:t>Speaker name</a:t>
            </a:r>
          </a:p>
        </p:txBody>
      </p:sp>
    </p:spTree>
    <p:extLst>
      <p:ext uri="{BB962C8B-B14F-4D97-AF65-F5344CB8AC3E}">
        <p14:creationId xmlns:p14="http://schemas.microsoft.com/office/powerpoint/2010/main" val="43931212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443789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Blank 2">
    <p:bg>
      <p:bgPr>
        <a:solidFill>
          <a:schemeClr val="tx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096543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Closing logo slide">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6" name="Title 1">
            <a:extLst>
              <a:ext uri="{FF2B5EF4-FFF2-40B4-BE49-F238E27FC236}">
                <a16:creationId xmlns:a16="http://schemas.microsoft.com/office/drawing/2014/main" id="{08079CCE-8626-53E5-1C9C-E9081D2B67CD}"/>
              </a:ext>
            </a:extLst>
          </p:cNvPr>
          <p:cNvSpPr>
            <a:spLocks noGrp="1"/>
          </p:cNvSpPr>
          <p:nvPr>
            <p:ph type="title"/>
          </p:nvPr>
        </p:nvSpPr>
        <p:spPr>
          <a:xfrm>
            <a:off x="4255769" y="1769814"/>
            <a:ext cx="550468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
        <p:nvSpPr>
          <p:cNvPr id="7" name="Text Placeholder 4">
            <a:extLst>
              <a:ext uri="{FF2B5EF4-FFF2-40B4-BE49-F238E27FC236}">
                <a16:creationId xmlns:a16="http://schemas.microsoft.com/office/drawing/2014/main" id="{8845B3A2-DAC2-0B7B-1866-377A5A244AC2}"/>
              </a:ext>
            </a:extLst>
          </p:cNvPr>
          <p:cNvSpPr>
            <a:spLocks noGrp="1"/>
          </p:cNvSpPr>
          <p:nvPr>
            <p:ph type="body" sz="quarter" idx="12" hasCustomPrompt="1"/>
          </p:nvPr>
        </p:nvSpPr>
        <p:spPr>
          <a:xfrm>
            <a:off x="585216" y="1572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Tree>
    <p:extLst>
      <p:ext uri="{BB962C8B-B14F-4D97-AF65-F5344CB8AC3E}">
        <p14:creationId xmlns:p14="http://schemas.microsoft.com/office/powerpoint/2010/main" val="89739085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1272">
          <p15:clr>
            <a:srgbClr val="FBAE40"/>
          </p15:clr>
        </p15:guide>
        <p15:guide id="3" orient="horz" pos="912">
          <p15:clr>
            <a:srgbClr val="FBAE40"/>
          </p15:clr>
        </p15:guide>
      </p15:sldGuideLst>
    </p:ext>
  </p:extLst>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Closing logo slide 2">
    <p:bg>
      <p:bgPr>
        <a:solidFill>
          <a:schemeClr val="tx2"/>
        </a:solidFill>
        <a:effectLst/>
      </p:bgPr>
    </p:bg>
    <p:spTree>
      <p:nvGrpSpPr>
        <p:cNvPr id="1" name=""/>
        <p:cNvGrpSpPr/>
        <p:nvPr/>
      </p:nvGrpSpPr>
      <p:grpSpPr>
        <a:xfrm>
          <a:off x="0" y="0"/>
          <a:ext cx="0" cy="0"/>
          <a:chOff x="0" y="0"/>
          <a:chExt cx="0" cy="0"/>
        </a:xfrm>
      </p:grpSpPr>
      <p:sp>
        <p:nvSpPr>
          <p:cNvPr id="10" name="Text Placeholder 4">
            <a:extLst>
              <a:ext uri="{FF2B5EF4-FFF2-40B4-BE49-F238E27FC236}">
                <a16:creationId xmlns:a16="http://schemas.microsoft.com/office/drawing/2014/main" id="{4F0F127D-8512-846C-2C30-5A85666BF445}"/>
              </a:ext>
            </a:extLst>
          </p:cNvPr>
          <p:cNvSpPr>
            <a:spLocks noGrp="1"/>
          </p:cNvSpPr>
          <p:nvPr>
            <p:ph type="body" sz="quarter" idx="12" hasCustomPrompt="1"/>
          </p:nvPr>
        </p:nvSpPr>
        <p:spPr>
          <a:xfrm>
            <a:off x="6090921" y="4612614"/>
            <a:ext cx="5524500" cy="553998"/>
          </a:xfrm>
          <a:noFill/>
        </p:spPr>
        <p:txBody>
          <a:bodyPr wrap="square" lIns="0" tIns="0" rIns="0" bIns="0">
            <a:spAutoFit/>
          </a:bodyPr>
          <a:lstStyle>
            <a:lvl1pPr marL="0" indent="0" algn="r"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7A38A2C9-D8C3-D252-BC8C-25222F314054}"/>
              </a:ext>
            </a:extLst>
          </p:cNvPr>
          <p:cNvSpPr>
            <a:spLocks noGrp="1"/>
          </p:cNvSpPr>
          <p:nvPr>
            <p:ph type="title"/>
          </p:nvPr>
        </p:nvSpPr>
        <p:spPr>
          <a:xfrm>
            <a:off x="588263" y="1766555"/>
            <a:ext cx="550265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542775558"/>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912">
          <p15:clr>
            <a:srgbClr val="FBAE40"/>
          </p15:clr>
        </p15:guide>
        <p15:guide id="3" orient="horz" pos="1272">
          <p15:clr>
            <a:srgbClr val="FBAE40"/>
          </p15:clr>
        </p15:guide>
      </p15:sldGuideLst>
    </p:ext>
  </p:extLst>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Closing logo slide 3">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4F8C85E6-DBED-FCF3-8B7D-1F82C6DBBCB7}"/>
              </a:ext>
            </a:extLst>
          </p:cNvPr>
          <p:cNvSpPr>
            <a:spLocks noGrp="1"/>
          </p:cNvSpPr>
          <p:nvPr>
            <p:ph type="title"/>
          </p:nvPr>
        </p:nvSpPr>
        <p:spPr>
          <a:xfrm>
            <a:off x="588263" y="1845276"/>
            <a:ext cx="11018520" cy="553998"/>
          </a:xfrm>
        </p:spPr>
        <p:txBody>
          <a:bodyPr/>
          <a:lstStyle>
            <a:lvl1pPr marL="0" algn="l" defTabSz="457200" rtl="0" eaLnBrk="1" latinLnBrk="0" hangingPunct="1">
              <a:defRPr lang="en-US" sz="3600" b="1" kern="1200" dirty="0">
                <a:gradFill>
                  <a:gsLst>
                    <a:gs pos="0">
                      <a:srgbClr val="FF5C39"/>
                    </a:gs>
                    <a:gs pos="100000">
                      <a:srgbClr val="C73ECC"/>
                    </a:gs>
                  </a:gsLst>
                  <a:lin ang="3900000" scaled="0"/>
                </a:gradFill>
                <a:latin typeface="Segoe UI" panose="020B0502040204020203" pitchFamily="34" charset="0"/>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1814380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gray">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solidFill>
                  <a:schemeClr val="tx1"/>
                </a:soli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1286506"/>
          </a:xfrm>
        </p:spPr>
        <p:txBody>
          <a:bodyPr>
            <a:spAutoFit/>
          </a:bodyPr>
          <a:lstStyle>
            <a:lvl1pPr>
              <a:defRPr sz="2000">
                <a:latin typeface="+mn-lt"/>
              </a:defRPr>
            </a:lvl1pPr>
            <a:lvl2pPr>
              <a:defRPr sz="1600">
                <a:latin typeface="+mn-lt"/>
              </a:defRPr>
            </a:lvl2pPr>
            <a:lvl3pPr>
              <a:defRPr sz="1400">
                <a:latin typeface="+mn-lt"/>
              </a:defRPr>
            </a:lvl3pPr>
            <a:lvl4pPr>
              <a:defRPr sz="1200">
                <a:latin typeface="+mn-lt"/>
              </a:defRPr>
            </a:lvl4pPr>
            <a:lvl5pPr>
              <a:defRPr sz="11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solidFill>
                  <a:srgbClr val="000000"/>
                </a:soli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3907401261"/>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13474148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8833812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190285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userDrawn="1">
          <p15:clr>
            <a:srgbClr val="FBAE40"/>
          </p15:clr>
        </p15:guide>
        <p15:guide id="2" orient="horz" pos="2647" userDrawn="1">
          <p15:clr>
            <a:srgbClr val="FBAE40"/>
          </p15:clr>
        </p15:guide>
      </p15:sldGuideLst>
    </p:ext>
  </p:extLst>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9841306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guide id="40" pos="3840" userDrawn="1">
          <p15:clr>
            <a:srgbClr val="FBAE40"/>
          </p15:clr>
        </p15:guide>
      </p15:sldGuideLst>
    </p:ext>
  </p:extLst>
</p:sldLayout>
</file>

<file path=ppt/slideLayouts/slideLayout188.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06971266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sldGuideLst>
    </p:ext>
  </p:extLst>
</p:sldLayout>
</file>

<file path=ppt/slideLayouts/slideLayout189.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9696606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9405676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userDrawn="1">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userDrawn="1">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1.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7356945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707281"/>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2647809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18332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2734392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userDrawn="1">
          <p15:clr>
            <a:srgbClr val="954F72"/>
          </p15:clr>
        </p15:guide>
        <p15:guide id="9" pos="2150">
          <p15:clr>
            <a:srgbClr val="954F72"/>
          </p15:clr>
        </p15:guide>
        <p15:guide id="10" pos="2544"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userDrawn="1">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160398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3512493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2348114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4444391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2988" userDrawn="1">
          <p15:clr>
            <a:srgbClr val="FBAE40"/>
          </p15:clr>
        </p15:guide>
        <p15:guide id="42" pos="5352" userDrawn="1">
          <p15:clr>
            <a:srgbClr val="FBAE40"/>
          </p15:clr>
        </p15:guide>
        <p15:guide id="43" orient="horz" pos="1085" userDrawn="1">
          <p15:clr>
            <a:srgbClr val="FBAE40"/>
          </p15:clr>
        </p15:guide>
      </p15:sldGuideLst>
    </p:ext>
  </p:extLst>
</p:sldLayout>
</file>

<file path=ppt/slideLayouts/slideLayout199.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5392417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200.xml><?xml version="1.0" encoding="utf-8"?>
<p:sldLayout xmlns:a="http://schemas.openxmlformats.org/drawingml/2006/main" xmlns:r="http://schemas.openxmlformats.org/officeDocument/2006/relationships" xmlns:p="http://schemas.openxmlformats.org/presentationml/2006/main" preserve="1" userDrawn="1">
  <p:cSld name="4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75032791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201.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80857129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202.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358688"/>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203.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4442374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204.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97981605"/>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205.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3261136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206.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62243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07.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398820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userDrawn="1">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userDrawn="1">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08.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439070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09.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4350463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10.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9668924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11.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0662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12.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76425179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13.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6401984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14.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84243487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215.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9935578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16.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9689885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17.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22205983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18.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73589038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19.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2084087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userDrawn="1">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20.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226551399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21.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185120091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22.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6784805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223.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6905234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224.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7741485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25.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1258852"/>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226.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359519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userDrawn="1">
          <p15:clr>
            <a:srgbClr val="FBAE40"/>
          </p15:clr>
        </p15:guide>
      </p15:sldGuideLst>
    </p:ext>
  </p:extLst>
</p:sldLayout>
</file>

<file path=ppt/slideLayouts/slideLayout227.xml><?xml version="1.0" encoding="utf-8"?>
<p:sldLayout xmlns:a="http://schemas.openxmlformats.org/drawingml/2006/main" xmlns:r="http://schemas.openxmlformats.org/officeDocument/2006/relationships" xmlns:p="http://schemas.openxmlformats.org/presentationml/2006/main"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22435780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228.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14592919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229.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163449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230.xml><?xml version="1.0" encoding="utf-8"?>
<p:sldLayout xmlns:a="http://schemas.openxmlformats.org/drawingml/2006/main" xmlns:r="http://schemas.openxmlformats.org/officeDocument/2006/relationships" xmlns:p="http://schemas.openxmlformats.org/presentationml/2006/main" userDrawn="1">
  <p:cSld name="LearningPath2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4" name="Graphic 3">
            <a:extLst>
              <a:ext uri="{FF2B5EF4-FFF2-40B4-BE49-F238E27FC236}">
                <a16:creationId xmlns:a16="http://schemas.microsoft.com/office/drawing/2014/main" id="{7DE894E4-791C-907F-1385-BF33ADCFFE2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555918877"/>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7064">
          <p15:clr>
            <a:srgbClr val="FBAE40"/>
          </p15:clr>
        </p15:guide>
        <p15:guide id="41" orient="horz" pos="3638">
          <p15:clr>
            <a:srgbClr val="FBAE40"/>
          </p15:clr>
        </p15:guide>
      </p15:sldGuideLst>
    </p:ext>
  </p:extLst>
</p:sldLayout>
</file>

<file path=ppt/slideLayouts/slideLayout231.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7271408"/>
      </p:ext>
    </p:extLst>
  </p:cSld>
  <p:clrMapOvr>
    <a:masterClrMapping/>
  </p:clrMapOvr>
  <p:transition>
    <p:fade/>
  </p:transition>
</p:sldLayout>
</file>

<file path=ppt/slideLayouts/slideLayout232.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945696836"/>
      </p:ext>
    </p:extLst>
  </p:cSld>
  <p:clrMapOvr>
    <a:masterClrMapping/>
  </p:clrMapOvr>
  <p:transition>
    <p:fade/>
  </p:transition>
</p:sldLayout>
</file>

<file path=ppt/slideLayouts/slideLayout233.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084305509"/>
      </p:ext>
    </p:extLst>
  </p:cSld>
  <p:clrMapOvr>
    <a:masterClrMapping/>
  </p:clrMapOvr>
  <p:transition>
    <p:fade/>
  </p:transition>
</p:sldLayout>
</file>

<file path=ppt/slideLayouts/slideLayout234.xml><?xml version="1.0" encoding="utf-8"?>
<p:sldLayout xmlns:a="http://schemas.openxmlformats.org/drawingml/2006/main" xmlns:r="http://schemas.openxmlformats.org/officeDocument/2006/relationships" xmlns:p="http://schemas.openxmlformats.org/presentationml/2006/main"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04843045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35.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56032623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236.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45057173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237.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4828290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238.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74816696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guide id="40" pos="3840">
          <p15:clr>
            <a:srgbClr val="FBAE40"/>
          </p15:clr>
        </p15:guide>
      </p15:sldGuideLst>
    </p:ext>
  </p:extLst>
</p:sldLayout>
</file>

<file path=ppt/slideLayouts/slideLayout239.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20223732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sldGuideLst>
    </p:ext>
  </p:extLst>
</p:sldLayout>
</file>

<file path=ppt/slideLayouts/slideLayout240.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76543902"/>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41.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965201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42.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72326342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43.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95224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44.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25886540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45.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564391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46.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6508173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47.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15104689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48.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471652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0355855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2988">
          <p15:clr>
            <a:srgbClr val="FBAE40"/>
          </p15:clr>
        </p15:guide>
        <p15:guide id="42" pos="5352">
          <p15:clr>
            <a:srgbClr val="FBAE40"/>
          </p15:clr>
        </p15:guide>
        <p15:guide id="43" orient="horz" pos="1085">
          <p15:clr>
            <a:srgbClr val="FBAE40"/>
          </p15:clr>
        </p15:guide>
      </p15:sldGuideLst>
    </p:ext>
  </p:extLst>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6867567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251.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3589130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27744721"/>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253.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43621746"/>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254.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77534660"/>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255.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77606402"/>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256.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44938"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17149108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57.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99425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58.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860518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59.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3422298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60.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3187353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61.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3442097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62.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218785744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63.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75333801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64.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3313597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265.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8911283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66.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15380387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67.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8572234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68.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4018437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69.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4888954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70.xml><?xml version="1.0" encoding="utf-8"?>
<p:sldLayout xmlns:a="http://schemas.openxmlformats.org/drawingml/2006/main" xmlns:r="http://schemas.openxmlformats.org/officeDocument/2006/relationships" xmlns:p="http://schemas.openxmlformats.org/presentationml/2006/main" preserve="1"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18722413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71.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67078604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72.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45562202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73.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9675666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274.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13860271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275.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839624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276.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87226471"/>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277.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4840281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p15:clr>
            <a:srgbClr val="FBAE40"/>
          </p15:clr>
        </p15:guide>
      </p15:sldGuideLst>
    </p:ext>
  </p:extLst>
</p:sldLayout>
</file>

<file path=ppt/slideLayouts/slideLayout278.xml><?xml version="1.0" encoding="utf-8"?>
<p:sldLayout xmlns:a="http://schemas.openxmlformats.org/drawingml/2006/main" xmlns:r="http://schemas.openxmlformats.org/officeDocument/2006/relationships" xmlns:p="http://schemas.openxmlformats.org/presentationml/2006/main" preserve="1"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1124420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279.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0440552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280.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577163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281.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3542492"/>
      </p:ext>
    </p:extLst>
  </p:cSld>
  <p:clrMapOvr>
    <a:masterClrMapping/>
  </p:clrMapOvr>
  <p:transition>
    <p:fade/>
  </p:transition>
</p:sldLayout>
</file>

<file path=ppt/slideLayouts/slideLayout282.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671429784"/>
      </p:ext>
    </p:extLst>
  </p:cSld>
  <p:clrMapOvr>
    <a:masterClrMapping/>
  </p:clrMapOvr>
  <p:transition>
    <p:fade/>
  </p:transition>
</p:sldLayout>
</file>

<file path=ppt/slideLayouts/slideLayout283.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2735761152"/>
      </p:ext>
    </p:extLst>
  </p:cSld>
  <p:clrMapOvr>
    <a:masterClrMapping/>
  </p:clrMapOvr>
  <p:transition>
    <p:fade/>
  </p:transition>
</p:sldLayout>
</file>

<file path=ppt/slideLayouts/slideLayout284.xml><?xml version="1.0" encoding="utf-8"?>
<p:sldLayout xmlns:a="http://schemas.openxmlformats.org/drawingml/2006/main" xmlns:r="http://schemas.openxmlformats.org/officeDocument/2006/relationships" xmlns:p="http://schemas.openxmlformats.org/presentationml/2006/main" preserve="1" userDrawn="1">
  <p:cSld name="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4" name="Picture 3" descr="Microsoft Learn&#10;Spark possibility">
            <a:extLst>
              <a:ext uri="{FF2B5EF4-FFF2-40B4-BE49-F238E27FC236}">
                <a16:creationId xmlns:a16="http://schemas.microsoft.com/office/drawing/2014/main" id="{5DD74BAF-F737-DF24-4119-69612D6CEE2E}"/>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7"/>
          </a:xfrm>
          <a:prstGeom prst="rect">
            <a:avLst/>
          </a:prstGeom>
        </p:spPr>
      </p:pic>
    </p:spTree>
    <p:extLst>
      <p:ext uri="{BB962C8B-B14F-4D97-AF65-F5344CB8AC3E}">
        <p14:creationId xmlns:p14="http://schemas.microsoft.com/office/powerpoint/2010/main" val="19961896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285.xml><?xml version="1.0" encoding="utf-8"?>
<p:sldLayout xmlns:a="http://schemas.openxmlformats.org/drawingml/2006/main" xmlns:r="http://schemas.openxmlformats.org/officeDocument/2006/relationships" xmlns:p="http://schemas.openxmlformats.org/presentationml/2006/main" preserve="1" userDrawn="1">
  <p:cSld name="1_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12" name="Title 1">
            <a:extLst>
              <a:ext uri="{FF2B5EF4-FFF2-40B4-BE49-F238E27FC236}">
                <a16:creationId xmlns:a16="http://schemas.microsoft.com/office/drawing/2014/main" id="{C419B008-216D-CA1F-2D39-75B36E6A6972}"/>
              </a:ext>
            </a:extLst>
          </p:cNvPr>
          <p:cNvSpPr>
            <a:spLocks noGrp="1"/>
          </p:cNvSpPr>
          <p:nvPr>
            <p:ph type="title" hasCustomPrompt="1"/>
          </p:nvPr>
        </p:nvSpPr>
        <p:spPr>
          <a:xfrm>
            <a:off x="588263" y="2573338"/>
            <a:ext cx="11021125" cy="1676929"/>
          </a:xfrm>
        </p:spPr>
        <p:txBody>
          <a:bodyPr wrap="square" anchor="b" anchorCtr="0">
            <a:noAutofit/>
          </a:bodyPr>
          <a:lstStyle>
            <a:lvl1pPr>
              <a:lnSpc>
                <a:spcPct val="90000"/>
              </a:lnSpc>
              <a:defRPr sz="4800">
                <a:solidFill>
                  <a:schemeClr val="tx1"/>
                </a:solidFill>
              </a:defRPr>
            </a:lvl1pPr>
          </a:lstStyle>
          <a:p>
            <a:r>
              <a:rPr lang="en-US"/>
              <a:t>Microsoft Learn</a:t>
            </a:r>
            <a:br>
              <a:rPr lang="en-US"/>
            </a:br>
            <a:r>
              <a:rPr lang="en-US"/>
              <a:t>presentation title or event name</a:t>
            </a:r>
          </a:p>
        </p:txBody>
      </p:sp>
      <p:sp>
        <p:nvSpPr>
          <p:cNvPr id="13" name="Text Placeholder 4">
            <a:extLst>
              <a:ext uri="{FF2B5EF4-FFF2-40B4-BE49-F238E27FC236}">
                <a16:creationId xmlns:a16="http://schemas.microsoft.com/office/drawing/2014/main" id="{AA0EBFEA-E746-E760-148D-6B55E33CE98B}"/>
              </a:ext>
            </a:extLst>
          </p:cNvPr>
          <p:cNvSpPr>
            <a:spLocks noGrp="1"/>
          </p:cNvSpPr>
          <p:nvPr>
            <p:ph type="body" sz="quarter" idx="12" hasCustomPrompt="1"/>
          </p:nvPr>
        </p:nvSpPr>
        <p:spPr>
          <a:xfrm>
            <a:off x="582043" y="4445908"/>
            <a:ext cx="11021124"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86589986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286.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nSpc>
                <a:spcPct val="100000"/>
              </a:lnSpc>
              <a:defRPr sz="3600">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9900723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287.xml><?xml version="1.0" encoding="utf-8"?>
<p:sldLayout xmlns:a="http://schemas.openxmlformats.org/drawingml/2006/main" xmlns:r="http://schemas.openxmlformats.org/officeDocument/2006/relationships" xmlns:p="http://schemas.openxmlformats.org/presentationml/2006/main" preserve="1" userDrawn="1">
  <p:cSld name="Title Slide 2">
    <p:bg>
      <p:bgRef idx="1001">
        <a:schemeClr val="bg1"/>
      </p:bgRef>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16C68DE-B737-469C-0510-1CE6FB0FCD97}"/>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106072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288.xml><?xml version="1.0" encoding="utf-8"?>
<p:sldLayout xmlns:a="http://schemas.openxmlformats.org/drawingml/2006/main" xmlns:r="http://schemas.openxmlformats.org/officeDocument/2006/relationships" xmlns:p="http://schemas.openxmlformats.org/presentationml/2006/main" preserve="1" userDrawn="1">
  <p:cSld name="Title Slide 3">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F6A99E2-B1B8-F05E-79FB-6E5F6BA2198F}"/>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979539"/>
            <a:ext cx="8680865" cy="553998"/>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8673983"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6536316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289.xml><?xml version="1.0" encoding="utf-8"?>
<p:sldLayout xmlns:a="http://schemas.openxmlformats.org/drawingml/2006/main" xmlns:r="http://schemas.openxmlformats.org/officeDocument/2006/relationships" xmlns:p="http://schemas.openxmlformats.org/presentationml/2006/main" preserve="1" userDrawn="1">
  <p:cSld name="Title Slide 4">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A518B55A-6C79-359D-87CF-515B5B5F6EF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cxnSp>
        <p:nvCxnSpPr>
          <p:cNvPr id="12" name="Straight Connector 11">
            <a:extLst>
              <a:ext uri="{FF2B5EF4-FFF2-40B4-BE49-F238E27FC236}">
                <a16:creationId xmlns:a16="http://schemas.microsoft.com/office/drawing/2014/main" id="{731143F6-2E66-B7DD-83D0-10E3BEE182CA}"/>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5D47B2CB-325C-5073-D8C2-698C29B7BD94}"/>
              </a:ext>
            </a:extLst>
          </p:cNvPr>
          <p:cNvSpPr>
            <a:spLocks noGrp="1"/>
          </p:cNvSpPr>
          <p:nvPr>
            <p:ph type="body" sz="quarter" idx="13" hasCustomPrompt="1"/>
          </p:nvPr>
        </p:nvSpPr>
        <p:spPr>
          <a:xfrm>
            <a:off x="582043" y="426212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12071492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290.xml><?xml version="1.0" encoding="utf-8"?>
<p:sldLayout xmlns:a="http://schemas.openxmlformats.org/drawingml/2006/main" xmlns:r="http://schemas.openxmlformats.org/officeDocument/2006/relationships" xmlns:p="http://schemas.openxmlformats.org/presentationml/2006/main" preserve="1" userDrawn="1">
  <p:cSld name="Title Slide 5">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5CC7D666-BCD6-C322-9710-8EA204E6238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1" y="0"/>
            <a:ext cx="12191996" cy="6857998"/>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8547960" y="2099733"/>
            <a:ext cx="2863181" cy="2863181"/>
          </a:xfrm>
          <a:prstGeom prst="roundRect">
            <a:avLst>
              <a:gd name="adj" fmla="val 21738"/>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8328418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291.xml><?xml version="1.0" encoding="utf-8"?>
<p:sldLayout xmlns:a="http://schemas.openxmlformats.org/drawingml/2006/main" xmlns:r="http://schemas.openxmlformats.org/officeDocument/2006/relationships" xmlns:p="http://schemas.openxmlformats.org/presentationml/2006/main" preserve="1" userDrawn="1">
  <p:cSld name="2_Title Slide 5">
    <p:bg>
      <p:bgPr>
        <a:solidFill>
          <a:schemeClr val="bg2"/>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3A552F5-A279-E01D-8684-06A66C8E3A3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4" y="2425541"/>
            <a:ext cx="4419602"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4" y="3962400"/>
            <a:ext cx="441960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6066182" y="1209017"/>
            <a:ext cx="4419601" cy="4419601"/>
          </a:xfrm>
          <a:prstGeom prst="roundRect">
            <a:avLst>
              <a:gd name="adj" fmla="val 21738"/>
            </a:avLst>
          </a:prstGeom>
          <a:blipFill>
            <a:blip r:embed="rId4" cstate="email">
              <a:extLst>
                <a:ext uri="{28A0092B-C50C-407E-A947-70E740481C1C}">
                  <a14:useLocalDpi xmlns:a14="http://schemas.microsoft.com/office/drawing/2010/main"/>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75889412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292.xml><?xml version="1.0" encoding="utf-8"?>
<p:sldLayout xmlns:a="http://schemas.openxmlformats.org/drawingml/2006/main" xmlns:r="http://schemas.openxmlformats.org/officeDocument/2006/relationships" xmlns:p="http://schemas.openxmlformats.org/presentationml/2006/main" preserve="1" userDrawn="1">
  <p:cSld name="Title Slide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3393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4260778"/>
            <a:ext cx="4335897"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9" name="Picture Placeholder" descr="This photo is a 'placeholder' only. Drag or drop your photo here, or click and tap the center to insert a photo.">
            <a:extLst>
              <a:ext uri="{FF2B5EF4-FFF2-40B4-BE49-F238E27FC236}">
                <a16:creationId xmlns:a16="http://schemas.microsoft.com/office/drawing/2014/main" id="{E9C6438B-8AA6-6FF8-579B-E6859D9CFF89}"/>
              </a:ext>
            </a:extLst>
          </p:cNvPr>
          <p:cNvSpPr>
            <a:spLocks noGrp="1"/>
          </p:cNvSpPr>
          <p:nvPr>
            <p:ph type="pic" sz="quarter" idx="11" hasCustomPrompt="1"/>
          </p:nvPr>
        </p:nvSpPr>
        <p:spPr bwMode="ltGray">
          <a:xfrm>
            <a:off x="5334000" y="0"/>
            <a:ext cx="6858000" cy="6858000"/>
          </a:xfrm>
          <a:blipFill>
            <a:blip r:embed="rId3"/>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cxnSp>
        <p:nvCxnSpPr>
          <p:cNvPr id="8" name="Straight Connector 7">
            <a:extLst>
              <a:ext uri="{FF2B5EF4-FFF2-40B4-BE49-F238E27FC236}">
                <a16:creationId xmlns:a16="http://schemas.microsoft.com/office/drawing/2014/main" id="{D9E5E791-B100-3AA7-21F7-E48EDD0B5D63}"/>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652114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293.xml><?xml version="1.0" encoding="utf-8"?>
<p:sldLayout xmlns:a="http://schemas.openxmlformats.org/drawingml/2006/main" xmlns:r="http://schemas.openxmlformats.org/officeDocument/2006/relationships" xmlns:p="http://schemas.openxmlformats.org/presentationml/2006/main" preserve="1" userDrawn="1">
  <p:cSld name="Title and Content_Microso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a:xfrm>
            <a:off x="588263" y="457200"/>
            <a:ext cx="11018520" cy="553998"/>
          </a:xfrm>
        </p:spPr>
        <p:txBody>
          <a:bodyPr/>
          <a:lstStyle>
            <a:lvl1pPr>
              <a:lnSpc>
                <a:spcPct val="100000"/>
              </a:lnSpc>
              <a:defRPr sz="3600">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sz="2800">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60132376"/>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294.xml><?xml version="1.0" encoding="utf-8"?>
<p:sldLayout xmlns:a="http://schemas.openxmlformats.org/drawingml/2006/main" xmlns:r="http://schemas.openxmlformats.org/officeDocument/2006/relationships" xmlns:p="http://schemas.openxmlformats.org/presentationml/2006/main" preserve="1" userDrawn="1">
  <p:cSld name="Title and Content Al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pic>
        <p:nvPicPr>
          <p:cNvPr id="1026" name="Picture 2" descr="A black triangle on a white background&#10;&#10;Description automatically generated">
            <a:extLst>
              <a:ext uri="{FF2B5EF4-FFF2-40B4-BE49-F238E27FC236}">
                <a16:creationId xmlns:a16="http://schemas.microsoft.com/office/drawing/2014/main" id="{D34FB095-B792-8E28-D887-870C3ECB52A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1711892" y="6232204"/>
            <a:ext cx="287452" cy="45731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3253083"/>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295.xml><?xml version="1.0" encoding="utf-8"?>
<p:sldLayout xmlns:a="http://schemas.openxmlformats.org/drawingml/2006/main" xmlns:r="http://schemas.openxmlformats.org/officeDocument/2006/relationships" xmlns:p="http://schemas.openxmlformats.org/presentationml/2006/main" preserve="1" userDrawn="1">
  <p:cSld name="Title and Content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7" name="Text Placeholder 3">
            <a:extLst>
              <a:ext uri="{FF2B5EF4-FFF2-40B4-BE49-F238E27FC236}">
                <a16:creationId xmlns:a16="http://schemas.microsoft.com/office/drawing/2014/main" id="{86F2E5AA-B8E1-2D99-BFF6-55964406C169}"/>
              </a:ext>
            </a:extLst>
          </p:cNvPr>
          <p:cNvSpPr>
            <a:spLocks noGrp="1"/>
          </p:cNvSpPr>
          <p:nvPr>
            <p:ph type="body" sz="quarter" idx="10" hasCustomPrompt="1"/>
          </p:nvPr>
        </p:nvSpPr>
        <p:spPr>
          <a:xfrm>
            <a:off x="584200" y="1961079"/>
            <a:ext cx="11018521" cy="307777"/>
          </a:xfrm>
          <a:prstGeom prst="rect">
            <a:avLst/>
          </a:prstGeom>
        </p:spPr>
        <p:txBody>
          <a:bodyPr wrap="square" lIns="0" tIns="0" rIns="0" bIns="0">
            <a:spAutoFit/>
          </a:bodyPr>
          <a:lstStyle>
            <a:lvl1pPr marL="0" indent="0">
              <a:lnSpc>
                <a:spcPts val="2400"/>
              </a:lnSpc>
              <a:buNone/>
              <a:defRPr sz="2000" b="0" i="0" spc="0">
                <a:solidFill>
                  <a:srgbClr val="000000"/>
                </a:solidFill>
                <a:latin typeface="+mj-lt"/>
              </a:defRPr>
            </a:lvl1pPr>
            <a:lvl2pPr marL="0" indent="0">
              <a:lnSpc>
                <a:spcPts val="2400"/>
              </a:lnSpc>
              <a:buNone/>
              <a:defRPr spc="0">
                <a:solidFill>
                  <a:srgbClr val="000000"/>
                </a:solidFill>
                <a:latin typeface="+mn-lt"/>
              </a:defRPr>
            </a:lvl2pPr>
            <a:lvl3pPr marL="457200" indent="0">
              <a:buNone/>
              <a:defRPr/>
            </a:lvl3pPr>
            <a:lvl4pPr marL="685800" indent="0">
              <a:buNone/>
              <a:defRPr/>
            </a:lvl4pPr>
            <a:lvl5pPr marL="914400" indent="0">
              <a:buNone/>
              <a:defRPr/>
            </a:lvl5pPr>
          </a:lstStyle>
          <a:p>
            <a:pPr lvl="1"/>
            <a:r>
              <a:rPr lang="en-US"/>
              <a:t>Large: subhead Segoe UI Regular 20/24</a:t>
            </a:r>
          </a:p>
        </p:txBody>
      </p:sp>
      <p:sp>
        <p:nvSpPr>
          <p:cNvPr id="8" name="Text Placeholder 4">
            <a:extLst>
              <a:ext uri="{FF2B5EF4-FFF2-40B4-BE49-F238E27FC236}">
                <a16:creationId xmlns:a16="http://schemas.microsoft.com/office/drawing/2014/main" id="{24F7BF36-6F86-1AAC-B730-8494CAF9A2B5}"/>
              </a:ext>
            </a:extLst>
          </p:cNvPr>
          <p:cNvSpPr>
            <a:spLocks noGrp="1"/>
          </p:cNvSpPr>
          <p:nvPr>
            <p:ph type="body" sz="quarter" idx="11" hasCustomPrompt="1"/>
          </p:nvPr>
        </p:nvSpPr>
        <p:spPr>
          <a:xfrm>
            <a:off x="584200" y="3075739"/>
            <a:ext cx="11018521" cy="220510"/>
          </a:xfrm>
          <a:prstGeom prst="rect">
            <a:avLst/>
          </a:prstGeom>
        </p:spPr>
        <p:txBody>
          <a:bodyPr lIns="0" tIns="0" rIns="0" bIns="0"/>
          <a:lstStyle>
            <a:lvl1pPr marL="0" indent="0">
              <a:lnSpc>
                <a:spcPts val="1800"/>
              </a:lnSpc>
              <a:spcBef>
                <a:spcPts val="0"/>
              </a:spcBef>
              <a:buNone/>
              <a:defRPr sz="1400" b="0" spc="0">
                <a:solidFill>
                  <a:schemeClr val="accent1"/>
                </a:solidFill>
                <a:latin typeface="+mj-lt"/>
              </a:defRPr>
            </a:lvl1pPr>
            <a:lvl2pPr marL="0" indent="0">
              <a:lnSpc>
                <a:spcPts val="1800"/>
              </a:lnSpc>
              <a:spcBef>
                <a:spcPts val="0"/>
              </a:spcBef>
              <a:buNone/>
              <a:defRPr sz="1400" spc="0">
                <a:solidFill>
                  <a:srgbClr val="000000"/>
                </a:solidFill>
              </a:defRPr>
            </a:lvl2pPr>
            <a:lvl3pPr marL="457200" indent="0">
              <a:buNone/>
              <a:defRPr/>
            </a:lvl3pPr>
            <a:lvl4pPr marL="685800" indent="0">
              <a:buNone/>
              <a:defRPr/>
            </a:lvl4pPr>
            <a:lvl5pPr marL="914400" indent="0">
              <a:buNone/>
              <a:defRPr/>
            </a:lvl5pPr>
          </a:lstStyle>
          <a:p>
            <a:pPr lvl="0"/>
            <a:r>
              <a:rPr lang="en-US"/>
              <a:t>Medium: paragraph heading Segoe UI </a:t>
            </a:r>
            <a:r>
              <a:rPr lang="en-US" err="1"/>
              <a:t>Semibold</a:t>
            </a:r>
            <a:r>
              <a:rPr lang="en-US"/>
              <a:t> 14/18</a:t>
            </a:r>
          </a:p>
        </p:txBody>
      </p:sp>
      <p:sp>
        <p:nvSpPr>
          <p:cNvPr id="9" name="Text Placeholder 6">
            <a:extLst>
              <a:ext uri="{FF2B5EF4-FFF2-40B4-BE49-F238E27FC236}">
                <a16:creationId xmlns:a16="http://schemas.microsoft.com/office/drawing/2014/main" id="{345546AD-A5A5-3F3C-BA37-4B19AEF2A5DB}"/>
              </a:ext>
            </a:extLst>
          </p:cNvPr>
          <p:cNvSpPr>
            <a:spLocks noGrp="1"/>
          </p:cNvSpPr>
          <p:nvPr>
            <p:ph type="body" sz="quarter" idx="14" hasCustomPrompt="1"/>
          </p:nvPr>
        </p:nvSpPr>
        <p:spPr>
          <a:xfrm>
            <a:off x="584200" y="4593491"/>
            <a:ext cx="11018521" cy="153888"/>
          </a:xfrm>
          <a:prstGeom prst="rect">
            <a:avLst/>
          </a:prstGeom>
        </p:spPr>
        <p:txBody>
          <a:bodyPr lIns="0" tIns="0" rIns="0" bIns="0"/>
          <a:lstStyle>
            <a:lvl1pPr marL="0" indent="0">
              <a:lnSpc>
                <a:spcPts val="1200"/>
              </a:lnSpc>
              <a:spcBef>
                <a:spcPts val="0"/>
              </a:spcBef>
              <a:buNone/>
              <a:defRPr sz="1000" spc="0">
                <a:solidFill>
                  <a:schemeClr val="tx1"/>
                </a:solidFill>
              </a:defRPr>
            </a:lvl1pPr>
            <a:lvl2pPr marL="0" indent="0">
              <a:lnSpc>
                <a:spcPct val="100000"/>
              </a:lnSpc>
              <a:spcBef>
                <a:spcPts val="0"/>
              </a:spcBef>
              <a:buNone/>
              <a:defRPr sz="1000" spc="0">
                <a:solidFill>
                  <a:srgbClr val="000000"/>
                </a:solidFill>
              </a:defRPr>
            </a:lvl2pPr>
            <a:lvl3pPr marL="457200" indent="0">
              <a:buNone/>
              <a:defRPr/>
            </a:lvl3pPr>
            <a:lvl4pPr marL="685800" indent="0">
              <a:buNone/>
              <a:defRPr/>
            </a:lvl4pPr>
            <a:lvl5pPr marL="0" indent="0">
              <a:lnSpc>
                <a:spcPct val="100000"/>
              </a:lnSpc>
              <a:buNone/>
              <a:defRPr>
                <a:solidFill>
                  <a:srgbClr val="000000"/>
                </a:solidFill>
              </a:defRPr>
            </a:lvl5pPr>
          </a:lstStyle>
          <a:p>
            <a:pPr lvl="1"/>
            <a:r>
              <a:rPr lang="en-US"/>
              <a:t>Small: caption body copy Segoe Regular 10/12</a:t>
            </a:r>
          </a:p>
        </p:txBody>
      </p:sp>
      <p:sp>
        <p:nvSpPr>
          <p:cNvPr id="10" name="Text Placeholder 3">
            <a:extLst>
              <a:ext uri="{FF2B5EF4-FFF2-40B4-BE49-F238E27FC236}">
                <a16:creationId xmlns:a16="http://schemas.microsoft.com/office/drawing/2014/main" id="{90ACF05F-2419-331C-73AA-1456DD524AFE}"/>
              </a:ext>
            </a:extLst>
          </p:cNvPr>
          <p:cNvSpPr>
            <a:spLocks noGrp="1"/>
          </p:cNvSpPr>
          <p:nvPr>
            <p:ph type="body" sz="quarter" idx="24" hasCustomPrompt="1"/>
          </p:nvPr>
        </p:nvSpPr>
        <p:spPr>
          <a:xfrm>
            <a:off x="582338" y="4385524"/>
            <a:ext cx="11018521"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Small: caption title Segoe UI Bold 10/12. </a:t>
            </a:r>
          </a:p>
        </p:txBody>
      </p:sp>
      <p:sp>
        <p:nvSpPr>
          <p:cNvPr id="11" name="Text Placeholder 4">
            <a:extLst>
              <a:ext uri="{FF2B5EF4-FFF2-40B4-BE49-F238E27FC236}">
                <a16:creationId xmlns:a16="http://schemas.microsoft.com/office/drawing/2014/main" id="{F10E3B9C-87B7-FCD5-21F0-3C1505450B59}"/>
              </a:ext>
            </a:extLst>
          </p:cNvPr>
          <p:cNvSpPr>
            <a:spLocks noGrp="1"/>
          </p:cNvSpPr>
          <p:nvPr>
            <p:ph type="body" sz="quarter" idx="18" hasCustomPrompt="1"/>
          </p:nvPr>
        </p:nvSpPr>
        <p:spPr>
          <a:xfrm>
            <a:off x="582338" y="3385527"/>
            <a:ext cx="11018521" cy="220445"/>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Medium: body copy Segoe UI Regular 14/18</a:t>
            </a:r>
          </a:p>
        </p:txBody>
      </p:sp>
    </p:spTree>
    <p:extLst>
      <p:ext uri="{BB962C8B-B14F-4D97-AF65-F5344CB8AC3E}">
        <p14:creationId xmlns:p14="http://schemas.microsoft.com/office/powerpoint/2010/main" val="3877922930"/>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296.xml><?xml version="1.0" encoding="utf-8"?>
<p:sldLayout xmlns:a="http://schemas.openxmlformats.org/drawingml/2006/main" xmlns:r="http://schemas.openxmlformats.org/officeDocument/2006/relationships" xmlns:p="http://schemas.openxmlformats.org/presentationml/2006/main" preserve="1" userDrawn="1">
  <p:cSld name="Title &amp; Non-bulleted text">
    <p:bg>
      <p:bgPr>
        <a:solidFill>
          <a:srgbClr val="F4F3F5"/>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86389" y="2030760"/>
            <a:ext cx="9570435" cy="307777"/>
          </a:xfrm>
        </p:spPr>
        <p:txBody>
          <a:bodyPr wrap="square">
            <a:spAutoFit/>
          </a:bodyPr>
          <a:lstStyle>
            <a:lvl1pPr marL="0" indent="0">
              <a:buNone/>
              <a:defRPr lang="en-US" sz="2000" kern="1200" spc="0" baseline="0" dirty="0" smtClean="0">
                <a:solidFill>
                  <a:schemeClr val="tx1"/>
                </a:solidFill>
                <a:latin typeface="+mn-lt"/>
                <a:ea typeface="+mn-ea"/>
                <a:cs typeface="Segoe UI" panose="020B0502040204020203" pitchFamily="34" charset="0"/>
              </a:defRPr>
            </a:lvl1pPr>
            <a:lvl2pPr marL="228600" indent="0">
              <a:buNone/>
              <a:defRPr/>
            </a:lvl2pPr>
            <a:lvl3pPr marL="457200" indent="0">
              <a:buNone/>
              <a:defRPr/>
            </a:lvl3pPr>
            <a:lvl4pPr marL="685800" indent="0">
              <a:buNone/>
              <a:defRPr/>
            </a:lvl4pPr>
            <a:lvl5pPr marL="914400" indent="0">
              <a:buNone/>
              <a:defRPr/>
            </a:lvl5pPr>
          </a:lstStyle>
          <a:p>
            <a:pPr marL="342900" marR="0" lvl="0" indent="-342900" algn="l" defTabSz="932742" rtl="0" eaLnBrk="1" fontAlgn="auto" latinLnBrk="0" hangingPunct="1">
              <a:lnSpc>
                <a:spcPts val="2400"/>
              </a:lnSpc>
              <a:spcBef>
                <a:spcPts val="0"/>
              </a:spcBef>
              <a:spcAft>
                <a:spcPts val="0"/>
              </a:spcAft>
              <a:buClrTx/>
              <a:buSzPct val="90000"/>
              <a:buFont typeface="Arial" panose="020B0604020202020204" pitchFamily="34" charset="0"/>
              <a:buChar char="•"/>
              <a:tabLst/>
              <a:defRPr/>
            </a:pPr>
            <a:r>
              <a:rPr lang="en-US"/>
              <a:t>Click to edit Master text styles</a:t>
            </a:r>
          </a:p>
        </p:txBody>
      </p:sp>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0989989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297.xml><?xml version="1.0" encoding="utf-8"?>
<p:sldLayout xmlns:a="http://schemas.openxmlformats.org/drawingml/2006/main" xmlns:r="http://schemas.openxmlformats.org/officeDocument/2006/relationships" xmlns:p="http://schemas.openxmlformats.org/presentationml/2006/main"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hasCustomPrompt="1"/>
          </p:nvPr>
        </p:nvSpPr>
        <p:spPr/>
        <p:txBody>
          <a:bodyPr/>
          <a:lstStyle/>
          <a:p>
            <a:r>
              <a:rPr lang="en-US"/>
              <a:t>Click to edit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hasCustomPrompt="1"/>
          </p:nvPr>
        </p:nvSpPr>
        <p:spPr>
          <a:xfrm>
            <a:off x="584200" y="1435100"/>
            <a:ext cx="5211763"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hasCustomPrompt="1"/>
          </p:nvPr>
        </p:nvSpPr>
        <p:spPr>
          <a:xfrm>
            <a:off x="6389688" y="1435100"/>
            <a:ext cx="5219700"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5449844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298.xml><?xml version="1.0" encoding="utf-8"?>
<p:sldLayout xmlns:a="http://schemas.openxmlformats.org/drawingml/2006/main" xmlns:r="http://schemas.openxmlformats.org/officeDocument/2006/relationships" xmlns:p="http://schemas.openxmlformats.org/presentationml/2006/main"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p:cNvSpPr>
            <a:spLocks noGrp="1"/>
          </p:cNvSpPr>
          <p:nvPr>
            <p:ph type="body" sz="quarter" idx="10" hasCustomPrompt="1"/>
          </p:nvPr>
        </p:nvSpPr>
        <p:spPr>
          <a:xfrm>
            <a:off x="584200"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hasCustomPrompt="1"/>
          </p:nvPr>
        </p:nvSpPr>
        <p:spPr>
          <a:xfrm>
            <a:off x="6397171"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179388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299.xml><?xml version="1.0" encoding="utf-8"?>
<p:sldLayout xmlns:a="http://schemas.openxmlformats.org/drawingml/2006/main" xmlns:r="http://schemas.openxmlformats.org/officeDocument/2006/relationships" xmlns:p="http://schemas.openxmlformats.org/presentationml/2006/main" preserve="1" userDrawn="1">
  <p:cSld name="Two Column Bulle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hasCustomPrompt="1"/>
          </p:nvPr>
        </p:nvSpPr>
        <p:spPr>
          <a:xfrm>
            <a:off x="584200"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66750" indent="-152400">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hasCustomPrompt="1"/>
          </p:nvPr>
        </p:nvSpPr>
        <p:spPr>
          <a:xfrm>
            <a:off x="6397625"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85800" indent="-136525">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818605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300.xml><?xml version="1.0" encoding="utf-8"?>
<p:sldLayout xmlns:a="http://schemas.openxmlformats.org/drawingml/2006/main" xmlns:r="http://schemas.openxmlformats.org/officeDocument/2006/relationships" xmlns:p="http://schemas.openxmlformats.org/presentationml/2006/main" preserve="1" userDrawn="1">
  <p:cSld name="Two Column Conten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hasCustomPrompt="1"/>
          </p:nvPr>
        </p:nvSpPr>
        <p:spPr>
          <a:xfrm>
            <a:off x="588963"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hasCustomPrompt="1"/>
          </p:nvPr>
        </p:nvSpPr>
        <p:spPr>
          <a:xfrm>
            <a:off x="6394451"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208667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301.xml><?xml version="1.0" encoding="utf-8"?>
<p:sldLayout xmlns:a="http://schemas.openxmlformats.org/drawingml/2006/main" xmlns:r="http://schemas.openxmlformats.org/officeDocument/2006/relationships" xmlns:p="http://schemas.openxmlformats.org/presentationml/2006/main" userDrawn="1">
  <p:cSld name="Two Column Content with Subheads 2">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1"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514562"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199"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514562"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2147297665"/>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302.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hasCustomPrompt="1"/>
          </p:nvPr>
        </p:nvSpPr>
        <p:spPr>
          <a:xfrm>
            <a:off x="585217"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181862"/>
          </a:xfrm>
        </p:spPr>
        <p:txBody>
          <a:bodyPr wrap="square">
            <a:spAutoFit/>
          </a:bodyPr>
          <a:lstStyle>
            <a:lvl1pPr marL="176213" indent="-176213">
              <a:defRPr lang="en-US" sz="1800" dirty="0"/>
            </a:lvl1pPr>
            <a:lvl2pPr marL="322263" indent="-150813">
              <a:defRPr lang="en-US" sz="1600" dirty="0"/>
            </a:lvl2pPr>
            <a:lvl3pPr marL="466725" indent="-138113">
              <a:defRPr lang="en-US" sz="1100" dirty="0"/>
            </a:lvl3pPr>
            <a:lvl4pPr marL="595313" indent="-128588">
              <a:defRPr lang="en-US" sz="1050" dirty="0"/>
            </a:lvl4pPr>
            <a:lvl5pPr marL="731838" indent="-122238">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hasCustomPrompt="1"/>
          </p:nvPr>
        </p:nvSpPr>
        <p:spPr>
          <a:xfrm>
            <a:off x="4463796"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hasCustomPrompt="1"/>
          </p:nvPr>
        </p:nvSpPr>
        <p:spPr>
          <a:xfrm>
            <a:off x="8342375"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87917678"/>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24">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303.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20" name="Text Placeholder 4">
            <a:extLst>
              <a:ext uri="{FF2B5EF4-FFF2-40B4-BE49-F238E27FC236}">
                <a16:creationId xmlns:a16="http://schemas.microsoft.com/office/drawing/2014/main" id="{8AB7BB6A-65B6-AEC7-836B-8D35242275AF}"/>
              </a:ext>
            </a:extLst>
          </p:cNvPr>
          <p:cNvSpPr>
            <a:spLocks noGrp="1"/>
          </p:cNvSpPr>
          <p:nvPr>
            <p:ph type="body" sz="quarter" idx="17" hasCustomPrompt="1"/>
          </p:nvPr>
        </p:nvSpPr>
        <p:spPr>
          <a:xfrm>
            <a:off x="582877"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sz="1400" b="0" i="0" spc="0">
                <a:solidFill>
                  <a:schemeClr val="tx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FB0535AF-BE85-1E67-DD92-E38C21AF7E8C}"/>
              </a:ext>
            </a:extLst>
          </p:cNvPr>
          <p:cNvSpPr>
            <a:spLocks noGrp="1"/>
          </p:cNvSpPr>
          <p:nvPr>
            <p:ph type="body" sz="quarter" idx="18" hasCustomPrompt="1"/>
          </p:nvPr>
        </p:nvSpPr>
        <p:spPr>
          <a:xfrm>
            <a:off x="437134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8E1F9237-EE15-C9FE-E0CA-3A37C93F9063}"/>
              </a:ext>
            </a:extLst>
          </p:cNvPr>
          <p:cNvSpPr>
            <a:spLocks noGrp="1"/>
          </p:cNvSpPr>
          <p:nvPr>
            <p:ph type="body" sz="quarter" idx="19" hasCustomPrompt="1"/>
          </p:nvPr>
        </p:nvSpPr>
        <p:spPr>
          <a:xfrm>
            <a:off x="813655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6" name="Text Placeholder 4">
            <a:extLst>
              <a:ext uri="{FF2B5EF4-FFF2-40B4-BE49-F238E27FC236}">
                <a16:creationId xmlns:a16="http://schemas.microsoft.com/office/drawing/2014/main" id="{775241E4-9061-8DB7-2B87-BA0CCA011ACE}"/>
              </a:ext>
            </a:extLst>
          </p:cNvPr>
          <p:cNvSpPr>
            <a:spLocks noGrp="1"/>
          </p:cNvSpPr>
          <p:nvPr>
            <p:ph type="body" sz="quarter" idx="11" hasCustomPrompt="1"/>
          </p:nvPr>
        </p:nvSpPr>
        <p:spPr>
          <a:xfrm>
            <a:off x="582877"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7" name="Text Placeholder 4">
            <a:extLst>
              <a:ext uri="{FF2B5EF4-FFF2-40B4-BE49-F238E27FC236}">
                <a16:creationId xmlns:a16="http://schemas.microsoft.com/office/drawing/2014/main" id="{82D1AEC7-7020-CBA4-58E1-0D75BA2EF496}"/>
              </a:ext>
            </a:extLst>
          </p:cNvPr>
          <p:cNvSpPr>
            <a:spLocks noGrp="1"/>
          </p:cNvSpPr>
          <p:nvPr>
            <p:ph type="body" sz="quarter" idx="12" hasCustomPrompt="1"/>
          </p:nvPr>
        </p:nvSpPr>
        <p:spPr>
          <a:xfrm>
            <a:off x="437134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8" name="Text Placeholder 4">
            <a:extLst>
              <a:ext uri="{FF2B5EF4-FFF2-40B4-BE49-F238E27FC236}">
                <a16:creationId xmlns:a16="http://schemas.microsoft.com/office/drawing/2014/main" id="{6416719B-F50B-D496-C069-4C1F30AFEC70}"/>
              </a:ext>
            </a:extLst>
          </p:cNvPr>
          <p:cNvSpPr>
            <a:spLocks noGrp="1"/>
          </p:cNvSpPr>
          <p:nvPr>
            <p:ph type="body" sz="quarter" idx="13" hasCustomPrompt="1"/>
          </p:nvPr>
        </p:nvSpPr>
        <p:spPr>
          <a:xfrm>
            <a:off x="813655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Tree>
    <p:extLst>
      <p:ext uri="{BB962C8B-B14F-4D97-AF65-F5344CB8AC3E}">
        <p14:creationId xmlns:p14="http://schemas.microsoft.com/office/powerpoint/2010/main" val="234679232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304.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3">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6" name="Text Placeholder 3">
            <a:extLst>
              <a:ext uri="{FF2B5EF4-FFF2-40B4-BE49-F238E27FC236}">
                <a16:creationId xmlns:a16="http://schemas.microsoft.com/office/drawing/2014/main" id="{46628952-3608-D408-E97B-C5509801C79B}"/>
              </a:ext>
            </a:extLst>
          </p:cNvPr>
          <p:cNvSpPr>
            <a:spLocks noGrp="1"/>
          </p:cNvSpPr>
          <p:nvPr>
            <p:ph type="body" sz="quarter" idx="10" hasCustomPrompt="1"/>
          </p:nvPr>
        </p:nvSpPr>
        <p:spPr>
          <a:xfrm>
            <a:off x="588263" y="1971020"/>
            <a:ext cx="9449500" cy="615553"/>
          </a:xfrm>
          <a:prstGeom prst="rect">
            <a:avLst/>
          </a:prstGeom>
        </p:spPr>
        <p:txBody>
          <a:bodyPr wrap="square" lIns="0" tIns="0" rIns="0" bIns="0">
            <a:spAutoFit/>
          </a:bodyPr>
          <a:lstStyle>
            <a:lvl1pPr marL="0" indent="0">
              <a:lnSpc>
                <a:spcPts val="2400"/>
              </a:lnSpc>
              <a:buNone/>
              <a:defRPr lang="en-US" sz="2000" kern="1200" spc="0" baseline="0" dirty="0">
                <a:solidFill>
                  <a:srgbClr val="000000"/>
                </a:solidFill>
                <a:latin typeface="+mn-lt"/>
                <a:ea typeface="+mn-ea"/>
                <a:cs typeface="+mn-cs"/>
              </a:defRPr>
            </a:lvl1pPr>
            <a:lvl2pPr marL="228600" indent="0">
              <a:buNone/>
              <a:defRPr/>
            </a:lvl2pPr>
            <a:lvl3pPr marL="457200" indent="0">
              <a:buNone/>
              <a:defRPr/>
            </a:lvl3pPr>
            <a:lvl4pPr marL="685800" indent="0">
              <a:buNone/>
              <a:defRPr/>
            </a:lvl4pPr>
            <a:lvl5pPr marL="914400" indent="0">
              <a:buNone/>
              <a:defRPr/>
            </a:lvl5pPr>
          </a:lstStyle>
          <a:p>
            <a:pPr lvl="0"/>
            <a:r>
              <a:rPr lang="en-US"/>
              <a:t>Subhead Segoe UI Regular 20/24.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2"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356101"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9" name="Text Placeholder 4">
            <a:extLst>
              <a:ext uri="{FF2B5EF4-FFF2-40B4-BE49-F238E27FC236}">
                <a16:creationId xmlns:a16="http://schemas.microsoft.com/office/drawing/2014/main" id="{A65E358F-5CAF-2294-2C8A-0C65BE0A268F}"/>
              </a:ext>
            </a:extLst>
          </p:cNvPr>
          <p:cNvSpPr>
            <a:spLocks noGrp="1"/>
          </p:cNvSpPr>
          <p:nvPr>
            <p:ph type="body" sz="quarter" idx="13" hasCustomPrompt="1"/>
          </p:nvPr>
        </p:nvSpPr>
        <p:spPr>
          <a:xfrm>
            <a:off x="8128000" y="3214124"/>
            <a:ext cx="3474445"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200"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356101"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602E34F2-8AEC-5D82-A459-7615DC29B15F}"/>
              </a:ext>
            </a:extLst>
          </p:cNvPr>
          <p:cNvSpPr>
            <a:spLocks noGrp="1"/>
          </p:cNvSpPr>
          <p:nvPr>
            <p:ph type="body" sz="quarter" idx="19" hasCustomPrompt="1"/>
          </p:nvPr>
        </p:nvSpPr>
        <p:spPr>
          <a:xfrm>
            <a:off x="8134943" y="3521898"/>
            <a:ext cx="3474445"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33156714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305.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Oval 10">
            <a:extLst>
              <a:ext uri="{FF2B5EF4-FFF2-40B4-BE49-F238E27FC236}">
                <a16:creationId xmlns:a16="http://schemas.microsoft.com/office/drawing/2014/main" id="{F3C14C4D-447D-641B-9EE1-BB7D37876DFD}"/>
              </a:ext>
            </a:extLst>
          </p:cNvPr>
          <p:cNvSpPr/>
          <p:nvPr userDrawn="1"/>
        </p:nvSpPr>
        <p:spPr>
          <a:xfrm>
            <a:off x="8769505" y="1609347"/>
            <a:ext cx="2196790" cy="2196790"/>
          </a:xfrm>
          <a:prstGeom prst="ellipse">
            <a:avLst/>
          </a:prstGeom>
          <a:solidFill>
            <a:srgbClr val="8DC8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1A257B80-0E22-6118-D58C-8D479BE856CC}"/>
              </a:ext>
            </a:extLst>
          </p:cNvPr>
          <p:cNvSpPr/>
          <p:nvPr userDrawn="1"/>
        </p:nvSpPr>
        <p:spPr>
          <a:xfrm>
            <a:off x="1216757" y="1609347"/>
            <a:ext cx="2196790" cy="219679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F3C5F4DB-FE2F-3894-3C54-F1395F059BC1}"/>
              </a:ext>
            </a:extLst>
          </p:cNvPr>
          <p:cNvSpPr/>
          <p:nvPr userDrawn="1"/>
        </p:nvSpPr>
        <p:spPr>
          <a:xfrm>
            <a:off x="4997605" y="1609347"/>
            <a:ext cx="2196790" cy="2196790"/>
          </a:xfrm>
          <a:prstGeom prst="ellipse">
            <a:avLst/>
          </a:prstGeom>
          <a:solidFill>
            <a:srgbClr val="CD9B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9037727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306.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2"/>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1"/>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chemeClr val="accent3"/>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838240332"/>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307.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6"/>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5"/>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rgbClr val="8DC8E8"/>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392951494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308.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3413125"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3413125"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6244208"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6244208"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9073133"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9073133"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86028884"/>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309.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2">
    <p:bg>
      <p:bgPr>
        <a:solidFill>
          <a:srgbClr val="F4F3F5"/>
        </a:solidFill>
        <a:effectLst/>
      </p:bgPr>
    </p:bg>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AE4763AA-7A64-C315-54ED-405AA5F28928}"/>
              </a:ext>
            </a:extLst>
          </p:cNvPr>
          <p:cNvSpPr/>
          <p:nvPr userDrawn="1"/>
        </p:nvSpPr>
        <p:spPr bwMode="auto">
          <a:xfrm>
            <a:off x="0" y="0"/>
            <a:ext cx="12192000" cy="1208988"/>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chemeClr val="accent2"/>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7" name="Text Placeholder 11">
            <a:extLst>
              <a:ext uri="{FF2B5EF4-FFF2-40B4-BE49-F238E27FC236}">
                <a16:creationId xmlns:a16="http://schemas.microsoft.com/office/drawing/2014/main" id="{0EA42F63-B2F3-3A38-57BC-24F6164484E0}"/>
              </a:ext>
            </a:extLst>
          </p:cNvPr>
          <p:cNvSpPr>
            <a:spLocks noGrp="1"/>
          </p:cNvSpPr>
          <p:nvPr>
            <p:ph type="body" sz="quarter" idx="16"/>
          </p:nvPr>
        </p:nvSpPr>
        <p:spPr>
          <a:xfrm>
            <a:off x="584200"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9" name="Text Placeholder 7">
            <a:extLst>
              <a:ext uri="{FF2B5EF4-FFF2-40B4-BE49-F238E27FC236}">
                <a16:creationId xmlns:a16="http://schemas.microsoft.com/office/drawing/2014/main" id="{1F284777-927E-F267-62FB-0ADA3AB8ABEF}"/>
              </a:ext>
            </a:extLst>
          </p:cNvPr>
          <p:cNvSpPr>
            <a:spLocks noGrp="1"/>
          </p:cNvSpPr>
          <p:nvPr>
            <p:ph type="body" sz="quarter" idx="14"/>
          </p:nvPr>
        </p:nvSpPr>
        <p:spPr>
          <a:xfrm>
            <a:off x="584200"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11">
            <a:extLst>
              <a:ext uri="{FF2B5EF4-FFF2-40B4-BE49-F238E27FC236}">
                <a16:creationId xmlns:a16="http://schemas.microsoft.com/office/drawing/2014/main" id="{B6D7214D-CF27-5C85-22BE-C501CC3F79F6}"/>
              </a:ext>
            </a:extLst>
          </p:cNvPr>
          <p:cNvSpPr>
            <a:spLocks noGrp="1"/>
          </p:cNvSpPr>
          <p:nvPr>
            <p:ph type="body" sz="quarter" idx="17"/>
          </p:nvPr>
        </p:nvSpPr>
        <p:spPr>
          <a:xfrm>
            <a:off x="3413125"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1" name="Text Placeholder 9">
            <a:extLst>
              <a:ext uri="{FF2B5EF4-FFF2-40B4-BE49-F238E27FC236}">
                <a16:creationId xmlns:a16="http://schemas.microsoft.com/office/drawing/2014/main" id="{D0E08958-F760-A396-6DDC-ADDF12562EFC}"/>
              </a:ext>
            </a:extLst>
          </p:cNvPr>
          <p:cNvSpPr>
            <a:spLocks noGrp="1"/>
          </p:cNvSpPr>
          <p:nvPr>
            <p:ph type="body" sz="quarter" idx="15"/>
          </p:nvPr>
        </p:nvSpPr>
        <p:spPr>
          <a:xfrm>
            <a:off x="3413125"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11">
            <a:extLst>
              <a:ext uri="{FF2B5EF4-FFF2-40B4-BE49-F238E27FC236}">
                <a16:creationId xmlns:a16="http://schemas.microsoft.com/office/drawing/2014/main" id="{2E8EB955-55F0-24FF-CDCC-B5A5FFFC6B4A}"/>
              </a:ext>
            </a:extLst>
          </p:cNvPr>
          <p:cNvSpPr>
            <a:spLocks noGrp="1"/>
          </p:cNvSpPr>
          <p:nvPr>
            <p:ph type="body" sz="quarter" idx="18"/>
          </p:nvPr>
        </p:nvSpPr>
        <p:spPr>
          <a:xfrm>
            <a:off x="6244208"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3" name="Text Placeholder 7">
            <a:extLst>
              <a:ext uri="{FF2B5EF4-FFF2-40B4-BE49-F238E27FC236}">
                <a16:creationId xmlns:a16="http://schemas.microsoft.com/office/drawing/2014/main" id="{36792F0E-DEBA-6C31-5613-59E8E3706BAE}"/>
              </a:ext>
            </a:extLst>
          </p:cNvPr>
          <p:cNvSpPr>
            <a:spLocks noGrp="1"/>
          </p:cNvSpPr>
          <p:nvPr>
            <p:ph type="body" sz="quarter" idx="19"/>
          </p:nvPr>
        </p:nvSpPr>
        <p:spPr>
          <a:xfrm>
            <a:off x="6244208"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11">
            <a:extLst>
              <a:ext uri="{FF2B5EF4-FFF2-40B4-BE49-F238E27FC236}">
                <a16:creationId xmlns:a16="http://schemas.microsoft.com/office/drawing/2014/main" id="{2A858486-2BAB-90FA-E642-5FFCB8955993}"/>
              </a:ext>
            </a:extLst>
          </p:cNvPr>
          <p:cNvSpPr>
            <a:spLocks noGrp="1"/>
          </p:cNvSpPr>
          <p:nvPr>
            <p:ph type="body" sz="quarter" idx="20"/>
          </p:nvPr>
        </p:nvSpPr>
        <p:spPr>
          <a:xfrm>
            <a:off x="9073133"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5" name="Text Placeholder 9">
            <a:extLst>
              <a:ext uri="{FF2B5EF4-FFF2-40B4-BE49-F238E27FC236}">
                <a16:creationId xmlns:a16="http://schemas.microsoft.com/office/drawing/2014/main" id="{6614B332-A4F9-7C7C-FA27-45DE478DA645}"/>
              </a:ext>
            </a:extLst>
          </p:cNvPr>
          <p:cNvSpPr>
            <a:spLocks noGrp="1"/>
          </p:cNvSpPr>
          <p:nvPr>
            <p:ph type="body" sz="quarter" idx="21"/>
          </p:nvPr>
        </p:nvSpPr>
        <p:spPr>
          <a:xfrm>
            <a:off x="9073133"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6914528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310.xml><?xml version="1.0" encoding="utf-8"?>
<p:sldLayout xmlns:a="http://schemas.openxmlformats.org/drawingml/2006/main" xmlns:r="http://schemas.openxmlformats.org/officeDocument/2006/relationships" xmlns:p="http://schemas.openxmlformats.org/presentationml/2006/main" preserve="1" userDrawn="1">
  <p:cSld name="Five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2849007"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5113814"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7378621"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hasCustomPrompt="1"/>
          </p:nvPr>
        </p:nvSpPr>
        <p:spPr>
          <a:xfrm>
            <a:off x="9643428"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25195852"/>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311.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p:txBody>
          <a:bodyPr/>
          <a:lstStyle/>
          <a:p>
            <a:r>
              <a:rPr lang="en-US"/>
              <a:t>Click to edit title style</a:t>
            </a:r>
          </a:p>
        </p:txBody>
      </p:sp>
    </p:spTree>
    <p:extLst>
      <p:ext uri="{BB962C8B-B14F-4D97-AF65-F5344CB8AC3E}">
        <p14:creationId xmlns:p14="http://schemas.microsoft.com/office/powerpoint/2010/main" val="320474966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6">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0">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12.xml><?xml version="1.0" encoding="utf-8"?>
<p:sldLayout xmlns:a="http://schemas.openxmlformats.org/drawingml/2006/main" xmlns:r="http://schemas.openxmlformats.org/officeDocument/2006/relationships" xmlns:p="http://schemas.openxmlformats.org/presentationml/2006/main" preserve="1" userDrawn="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4" y="2875002"/>
            <a:ext cx="4127692" cy="1107996"/>
          </a:xfrm>
        </p:spPr>
        <p:txBody>
          <a:bodyPr wrap="square" anchor="ctr">
            <a:spAutoFit/>
          </a:bodyPr>
          <a:lstStyle/>
          <a:p>
            <a:r>
              <a:rPr lang="en-US"/>
              <a:t>Click to edit title style</a:t>
            </a:r>
          </a:p>
        </p:txBody>
      </p:sp>
    </p:spTree>
    <p:extLst>
      <p:ext uri="{BB962C8B-B14F-4D97-AF65-F5344CB8AC3E}">
        <p14:creationId xmlns:p14="http://schemas.microsoft.com/office/powerpoint/2010/main" val="3078607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313.xml><?xml version="1.0" encoding="utf-8"?>
<p:sldLayout xmlns:a="http://schemas.openxmlformats.org/drawingml/2006/main" xmlns:r="http://schemas.openxmlformats.org/officeDocument/2006/relationships" xmlns:p="http://schemas.openxmlformats.org/presentationml/2006/main"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Tree>
    <p:extLst>
      <p:ext uri="{BB962C8B-B14F-4D97-AF65-F5344CB8AC3E}">
        <p14:creationId xmlns:p14="http://schemas.microsoft.com/office/powerpoint/2010/main" val="250768035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314.xml><?xml version="1.0" encoding="utf-8"?>
<p:sldLayout xmlns:a="http://schemas.openxmlformats.org/drawingml/2006/main" xmlns:r="http://schemas.openxmlformats.org/officeDocument/2006/relationships" xmlns:p="http://schemas.openxmlformats.org/presentationml/2006/main" preserve="1" userDrawn="1">
  <p:cSld name="Title - spli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2" y="457200"/>
            <a:ext cx="5687568" cy="553998"/>
          </a:xfrm>
        </p:spPr>
        <p:txBody>
          <a:bodyPr/>
          <a:lstStyle/>
          <a:p>
            <a:r>
              <a:rPr lang="en-US"/>
              <a:t>Click to edit title style</a:t>
            </a:r>
          </a:p>
        </p:txBody>
      </p:sp>
      <p:sp>
        <p:nvSpPr>
          <p:cNvPr id="4" name="Rectangle 3">
            <a:extLst>
              <a:ext uri="{FF2B5EF4-FFF2-40B4-BE49-F238E27FC236}">
                <a16:creationId xmlns:a16="http://schemas.microsoft.com/office/drawing/2014/main" id="{66ED9561-2D36-C7A9-8121-647D44F28482}"/>
              </a:ext>
              <a:ext uri="{C183D7F6-B498-43B3-948B-1728B52AA6E4}">
                <adec:decorative xmlns:adec="http://schemas.microsoft.com/office/drawing/2017/decorative" val="1"/>
              </a:ext>
            </a:extLst>
          </p:cNvPr>
          <p:cNvSpPr/>
          <p:nvPr userDrawn="1"/>
        </p:nvSpPr>
        <p:spPr bwMode="auto">
          <a:xfrm>
            <a:off x="6858000" y="0"/>
            <a:ext cx="5333999" cy="6858000"/>
          </a:xfrm>
          <a:prstGeom prst="rect">
            <a:avLst/>
          </a:prstGeom>
          <a:solidFill>
            <a:schemeClr val="bg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err="1">
              <a:ln>
                <a:noFill/>
              </a:ln>
              <a:solidFill>
                <a:srgbClr val="FFFFFF"/>
              </a:soli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69599528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15.xml><?xml version="1.0" encoding="utf-8"?>
<p:sldLayout xmlns:a="http://schemas.openxmlformats.org/drawingml/2006/main" xmlns:r="http://schemas.openxmlformats.org/officeDocument/2006/relationships" xmlns:p="http://schemas.openxmlformats.org/presentationml/2006/main" preserve="1" userDrawn="1">
  <p:cSld name="Title - 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453303"/>
            <a:ext cx="4158362" cy="430887"/>
          </a:xfrm>
        </p:spPr>
        <p:txBody>
          <a:bodyPr anchor="b"/>
          <a:lstStyle>
            <a:lvl1pPr>
              <a:defRPr sz="2800"/>
            </a:lvl1pPr>
          </a:lstStyle>
          <a:p>
            <a:r>
              <a:rPr lang="en-US"/>
              <a:t>Click to edit title style</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1971020"/>
            <a:ext cx="4162425" cy="307777"/>
          </a:xfrm>
        </p:spPr>
        <p:txBody>
          <a:bodyPr/>
          <a:lstStyle>
            <a:lvl1pPr marL="0" indent="0">
              <a:lnSpc>
                <a:spcPts val="2400"/>
              </a:lnSpc>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8" name="Text Placeholder 4">
            <a:extLst>
              <a:ext uri="{FF2B5EF4-FFF2-40B4-BE49-F238E27FC236}">
                <a16:creationId xmlns:a16="http://schemas.microsoft.com/office/drawing/2014/main" id="{AA4A25BE-EEC4-2D45-6B51-A6D5FDC0CD9E}"/>
              </a:ext>
            </a:extLst>
          </p:cNvPr>
          <p:cNvSpPr>
            <a:spLocks noGrp="1"/>
          </p:cNvSpPr>
          <p:nvPr>
            <p:ph type="body" sz="quarter" idx="13" hasCustomPrompt="1"/>
          </p:nvPr>
        </p:nvSpPr>
        <p:spPr>
          <a:xfrm>
            <a:off x="586062" y="3084755"/>
            <a:ext cx="4167188"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9" name="Text Placeholder 4">
            <a:extLst>
              <a:ext uri="{FF2B5EF4-FFF2-40B4-BE49-F238E27FC236}">
                <a16:creationId xmlns:a16="http://schemas.microsoft.com/office/drawing/2014/main" id="{B898ECC2-F025-9F52-FDDA-2757DC69BA28}"/>
              </a:ext>
            </a:extLst>
          </p:cNvPr>
          <p:cNvSpPr>
            <a:spLocks noGrp="1"/>
          </p:cNvSpPr>
          <p:nvPr>
            <p:ph type="body" sz="quarter" idx="17" hasCustomPrompt="1"/>
          </p:nvPr>
        </p:nvSpPr>
        <p:spPr>
          <a:xfrm>
            <a:off x="584200" y="3392529"/>
            <a:ext cx="4167188" cy="1598771"/>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AB1F49BE-32CF-300B-48DC-B74CA09F2E96}"/>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2432088536"/>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28">
          <p15:clr>
            <a:srgbClr val="A4A3A4"/>
          </p15:clr>
        </p15:guide>
      </p15:sldGuideLst>
    </p:ext>
  </p:extLst>
</p:sldLayout>
</file>

<file path=ppt/slideLayouts/slideLayout316.xml><?xml version="1.0" encoding="utf-8"?>
<p:sldLayout xmlns:a="http://schemas.openxmlformats.org/drawingml/2006/main" xmlns:r="http://schemas.openxmlformats.org/officeDocument/2006/relationships" xmlns:p="http://schemas.openxmlformats.org/presentationml/2006/main" preserve="1" userDrawn="1">
  <p:cSld name="Title - Square Photo 2">
    <p:bg>
      <p:bgPr>
        <a:solidFill>
          <a:schemeClr val="bg2"/>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3535540"/>
            <a:ext cx="4162425" cy="307777"/>
          </a:xfrm>
        </p:spPr>
        <p:txBody>
          <a:bodyPr/>
          <a:lstStyle>
            <a:lvl1pPr marL="0" indent="0">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327750147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317.xml><?xml version="1.0" encoding="utf-8"?>
<p:sldLayout xmlns:a="http://schemas.openxmlformats.org/drawingml/2006/main" xmlns:r="http://schemas.openxmlformats.org/officeDocument/2006/relationships" xmlns:p="http://schemas.openxmlformats.org/presentationml/2006/main" preserve="1" userDrawn="1">
  <p:cSld name="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hasCustomPrompt="1"/>
          </p:nvPr>
        </p:nvSpPr>
        <p:spPr>
          <a:xfrm>
            <a:off x="588263" y="2873414"/>
            <a:ext cx="4159950" cy="1107996"/>
          </a:xfrm>
        </p:spPr>
        <p:txBody>
          <a:bodyPr anchor="ct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59072879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318.xml><?xml version="1.0" encoding="utf-8"?>
<p:sldLayout xmlns:a="http://schemas.openxmlformats.org/drawingml/2006/main" xmlns:r="http://schemas.openxmlformats.org/officeDocument/2006/relationships" xmlns:p="http://schemas.openxmlformats.org/presentationml/2006/main" preserve="1" userDrawn="1">
  <p:cSld name="Square Photo 2">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738664"/>
          </a:xfrm>
        </p:spPr>
        <p:txBody>
          <a:bodyPr anchor="t"/>
          <a:lstStyle>
            <a:lvl1pPr>
              <a:defRPr sz="24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552095664"/>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319.xml><?xml version="1.0" encoding="utf-8"?>
<p:sldLayout xmlns:a="http://schemas.openxmlformats.org/drawingml/2006/main" xmlns:r="http://schemas.openxmlformats.org/officeDocument/2006/relationships" xmlns:p="http://schemas.openxmlformats.org/presentationml/2006/main" preserve="1" userDrawn="1">
  <p:cSld name="Photo full bleed">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5159207"/>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320.xml><?xml version="1.0" encoding="utf-8"?>
<p:sldLayout xmlns:a="http://schemas.openxmlformats.org/drawingml/2006/main" xmlns:r="http://schemas.openxmlformats.org/officeDocument/2006/relationships" xmlns:p="http://schemas.openxmlformats.org/presentationml/2006/main" preserve="1" userDrawn="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200" spc="0">
                <a:solidFill>
                  <a:srgbClr val="FFFFFF"/>
                </a:solidFill>
              </a:defRPr>
            </a:lvl1pPr>
          </a:lstStyle>
          <a:p>
            <a:r>
              <a:rPr lang="en-US"/>
              <a:t>Click to edit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9917259"/>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321.xml><?xml version="1.0" encoding="utf-8"?>
<p:sldLayout xmlns:a="http://schemas.openxmlformats.org/drawingml/2006/main" xmlns:r="http://schemas.openxmlformats.org/officeDocument/2006/relationships" xmlns:p="http://schemas.openxmlformats.org/presentationml/2006/main" preserve="1" userDrawn="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627371179"/>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322.xml><?xml version="1.0" encoding="utf-8"?>
<p:sldLayout xmlns:a="http://schemas.openxmlformats.org/drawingml/2006/main" xmlns:r="http://schemas.openxmlformats.org/officeDocument/2006/relationships" xmlns:p="http://schemas.openxmlformats.org/presentationml/2006/main" preserve="1" userDrawn="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617601740"/>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323.xml><?xml version="1.0" encoding="utf-8"?>
<p:sldLayout xmlns:a="http://schemas.openxmlformats.org/drawingml/2006/main" xmlns:r="http://schemas.openxmlformats.org/officeDocument/2006/relationships" xmlns:p="http://schemas.openxmlformats.org/presentationml/2006/main" preserve="1" userDrawn="1">
  <p:cSld name="Top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hasCustomPrompt="1"/>
          </p:nvPr>
        </p:nvSpPr>
        <p:spPr>
          <a:xfrm>
            <a:off x="588263" y="5436128"/>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66885463"/>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324.xml><?xml version="1.0" encoding="utf-8"?>
<p:sldLayout xmlns:a="http://schemas.openxmlformats.org/drawingml/2006/main" xmlns:r="http://schemas.openxmlformats.org/officeDocument/2006/relationships" xmlns:p="http://schemas.openxmlformats.org/presentationml/2006/main" preserve="1" userDrawn="1">
  <p:cSld name="Bottom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hasCustomPrompt="1"/>
          </p:nvPr>
        </p:nvSpPr>
        <p:spPr>
          <a:xfrm>
            <a:off x="588263" y="866287"/>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14112850"/>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325.xml><?xml version="1.0" encoding="utf-8"?>
<p:sldLayout xmlns:a="http://schemas.openxmlformats.org/drawingml/2006/main" xmlns:r="http://schemas.openxmlformats.org/officeDocument/2006/relationships" xmlns:p="http://schemas.openxmlformats.org/presentationml/2006/main" preserve="1" userDrawn="1">
  <p:cSld name="Two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4199"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prstGeom prst="roundRect">
            <a:avLst>
              <a:gd name="adj" fmla="val 8178"/>
            </a:avLst>
          </a:prstGeom>
          <a:blipFill>
            <a:blip r:embed="rId2"/>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1860"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prstGeom prst="roundRect">
            <a:avLst>
              <a:gd name="adj" fmla="val 7612"/>
            </a:avLst>
          </a:prstGeom>
          <a:blipFill>
            <a:blip r:embed="rId3"/>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807229046"/>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326.xml><?xml version="1.0" encoding="utf-8"?>
<p:sldLayout xmlns:a="http://schemas.openxmlformats.org/drawingml/2006/main" xmlns:r="http://schemas.openxmlformats.org/officeDocument/2006/relationships" xmlns:p="http://schemas.openxmlformats.org/presentationml/2006/main" preserve="1" userDrawn="1">
  <p:cSld name="Three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89540135"/>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327.xml><?xml version="1.0" encoding="utf-8"?>
<p:sldLayout xmlns:a="http://schemas.openxmlformats.org/drawingml/2006/main" xmlns:r="http://schemas.openxmlformats.org/officeDocument/2006/relationships" xmlns:p="http://schemas.openxmlformats.org/presentationml/2006/main" preserve="1" userDrawn="1">
  <p:cSld name="Three picture with subtitl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1332631"/>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1332631"/>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1332631"/>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4">
            <a:extLst>
              <a:ext uri="{FF2B5EF4-FFF2-40B4-BE49-F238E27FC236}">
                <a16:creationId xmlns:a16="http://schemas.microsoft.com/office/drawing/2014/main" id="{2BFE283E-20EE-6783-BD84-82B4E8AD3588}"/>
              </a:ext>
            </a:extLst>
          </p:cNvPr>
          <p:cNvSpPr>
            <a:spLocks noGrp="1"/>
          </p:cNvSpPr>
          <p:nvPr>
            <p:ph type="body" sz="quarter" idx="19" hasCustomPrompt="1"/>
          </p:nvPr>
        </p:nvSpPr>
        <p:spPr>
          <a:xfrm>
            <a:off x="584200"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4F92DA75-7E4D-567F-ECD8-2CA3158E6DF4}"/>
              </a:ext>
            </a:extLst>
          </p:cNvPr>
          <p:cNvSpPr>
            <a:spLocks noGrp="1"/>
          </p:cNvSpPr>
          <p:nvPr>
            <p:ph type="body" sz="quarter" idx="20" hasCustomPrompt="1"/>
          </p:nvPr>
        </p:nvSpPr>
        <p:spPr>
          <a:xfrm>
            <a:off x="4356101"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8" name="Text Placeholder 4">
            <a:extLst>
              <a:ext uri="{FF2B5EF4-FFF2-40B4-BE49-F238E27FC236}">
                <a16:creationId xmlns:a16="http://schemas.microsoft.com/office/drawing/2014/main" id="{1341BE00-329F-B62F-D11D-64896AE5DD0E}"/>
              </a:ext>
            </a:extLst>
          </p:cNvPr>
          <p:cNvSpPr>
            <a:spLocks noGrp="1"/>
          </p:cNvSpPr>
          <p:nvPr>
            <p:ph type="body" sz="quarter" idx="21" hasCustomPrompt="1"/>
          </p:nvPr>
        </p:nvSpPr>
        <p:spPr>
          <a:xfrm>
            <a:off x="8134943" y="5354468"/>
            <a:ext cx="3474445"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721669192"/>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328.xml><?xml version="1.0" encoding="utf-8"?>
<p:sldLayout xmlns:a="http://schemas.openxmlformats.org/drawingml/2006/main" xmlns:r="http://schemas.openxmlformats.org/officeDocument/2006/relationships" xmlns:p="http://schemas.openxmlformats.org/presentationml/2006/main" preserve="1" userDrawn="1">
  <p:cSld name="Four picture content">
    <p:bg>
      <p:bgPr>
        <a:solidFill>
          <a:srgbClr val="F4F3F5"/>
        </a:solidFill>
        <a:effectLst/>
      </p:bgPr>
    </p:bg>
    <p:spTree>
      <p:nvGrpSpPr>
        <p:cNvPr id="1" name=""/>
        <p:cNvGrpSpPr/>
        <p:nvPr/>
      </p:nvGrpSpPr>
      <p:grpSpPr>
        <a:xfrm>
          <a:off x="0" y="0"/>
          <a:ext cx="0" cy="0"/>
          <a:chOff x="0" y="0"/>
          <a:chExt cx="0" cy="0"/>
        </a:xfrm>
      </p:grpSpPr>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prstGeom prst="roundRect">
            <a:avLst>
              <a:gd name="adj" fmla="val 9291"/>
            </a:avLst>
          </a:prstGeo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prstGeom prst="roundRect">
            <a:avLst>
              <a:gd name="adj" fmla="val 9680"/>
            </a:avLst>
          </a:prstGeo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prstGeom prst="roundRect">
            <a:avLst>
              <a:gd name="adj" fmla="val 9679"/>
            </a:avLst>
          </a:prstGeo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prstGeom prst="roundRect">
            <a:avLst>
              <a:gd name="adj" fmla="val 9680"/>
            </a:avLst>
          </a:prstGeo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3413908"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5204"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hasCustomPrompt="1"/>
          </p:nvPr>
        </p:nvSpPr>
        <p:spPr>
          <a:xfrm>
            <a:off x="9076500"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Tree>
    <p:extLst>
      <p:ext uri="{BB962C8B-B14F-4D97-AF65-F5344CB8AC3E}">
        <p14:creationId xmlns:p14="http://schemas.microsoft.com/office/powerpoint/2010/main" val="3906914797"/>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329.xml><?xml version="1.0" encoding="utf-8"?>
<p:sldLayout xmlns:a="http://schemas.openxmlformats.org/drawingml/2006/main" xmlns:r="http://schemas.openxmlformats.org/officeDocument/2006/relationships" xmlns:p="http://schemas.openxmlformats.org/presentationml/2006/main" preserve="1" userDrawn="1">
  <p:cSld name="Two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6714744"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8CE10F07-B8D9-4B69-A567-8BEDE6973D9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87595012"/>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330.xml><?xml version="1.0" encoding="utf-8"?>
<p:sldLayout xmlns:a="http://schemas.openxmlformats.org/drawingml/2006/main" xmlns:r="http://schemas.openxmlformats.org/officeDocument/2006/relationships" xmlns:p="http://schemas.openxmlformats.org/presentationml/2006/main" preserve="1" userDrawn="1">
  <p:cSld name="Thre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2"/>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4669536" y="4799409"/>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8753856" y="479941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025569780"/>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331.xml><?xml version="1.0" encoding="utf-8"?>
<p:sldLayout xmlns:a="http://schemas.openxmlformats.org/drawingml/2006/main" xmlns:r="http://schemas.openxmlformats.org/officeDocument/2006/relationships" xmlns:p="http://schemas.openxmlformats.org/presentationml/2006/main" preserve="1" userDrawn="1">
  <p:cSld name="Four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3649472"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6713728" y="479941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9777984"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803520036"/>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332.xml><?xml version="1.0" encoding="utf-8"?>
<p:sldLayout xmlns:a="http://schemas.openxmlformats.org/drawingml/2006/main" xmlns:r="http://schemas.openxmlformats.org/officeDocument/2006/relationships" xmlns:p="http://schemas.openxmlformats.org/presentationml/2006/main" preserve="1" userDrawn="1">
  <p:cSld name="Fiv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292608" y="4800600"/>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2743962" y="4799409"/>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5195316" y="4799410"/>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7646670"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hasCustomPrompt="1"/>
          </p:nvPr>
        </p:nvSpPr>
        <p:spPr>
          <a:xfrm>
            <a:off x="10098024"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20176245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333.xml><?xml version="1.0" encoding="utf-8"?>
<p:sldLayout xmlns:a="http://schemas.openxmlformats.org/drawingml/2006/main" xmlns:r="http://schemas.openxmlformats.org/officeDocument/2006/relationships" xmlns:p="http://schemas.openxmlformats.org/presentationml/2006/main" preserve="1" userDrawn="1">
  <p:cSld name="Thre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9747"/>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2037906"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4939284"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7840663"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57734870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334.xml><?xml version="1.0" encoding="utf-8"?>
<p:sldLayout xmlns:a="http://schemas.openxmlformats.org/drawingml/2006/main" xmlns:r="http://schemas.openxmlformats.org/officeDocument/2006/relationships" xmlns:p="http://schemas.openxmlformats.org/presentationml/2006/main" preserve="1" userDrawn="1">
  <p:cSld name="Four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348725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63903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9293351"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7342212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335.xml><?xml version="1.0" encoding="utf-8"?>
<p:sldLayout xmlns:a="http://schemas.openxmlformats.org/drawingml/2006/main" xmlns:r="http://schemas.openxmlformats.org/officeDocument/2006/relationships" xmlns:p="http://schemas.openxmlformats.org/presentationml/2006/main" preserve="1" userDrawn="1">
  <p:cSld name="Fiv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2905506"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5227320" y="4235451"/>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7548118"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hasCustomPrompt="1"/>
          </p:nvPr>
        </p:nvSpPr>
        <p:spPr>
          <a:xfrm>
            <a:off x="9869423"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44772515"/>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336.xml><?xml version="1.0" encoding="utf-8"?>
<p:sldLayout xmlns:a="http://schemas.openxmlformats.org/drawingml/2006/main" xmlns:r="http://schemas.openxmlformats.org/officeDocument/2006/relationships" xmlns:p="http://schemas.openxmlformats.org/presentationml/2006/main" preserve="1" userDrawn="1">
  <p:cSld name="Title and text side by sid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hasCustomPrompt="1"/>
          </p:nvPr>
        </p:nvSpPr>
        <p:spPr>
          <a:xfrm>
            <a:off x="4356100" y="2309812"/>
            <a:ext cx="7253288" cy="3959225"/>
          </a:xfrm>
        </p:spPr>
        <p:txBody>
          <a:bodyPr anchor="t"/>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948370C-2FF9-EB05-1275-F0B9E34E40E3}"/>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2573620"/>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337.xml><?xml version="1.0" encoding="utf-8"?>
<p:sldLayout xmlns:a="http://schemas.openxmlformats.org/drawingml/2006/main" xmlns:r="http://schemas.openxmlformats.org/officeDocument/2006/relationships" xmlns:p="http://schemas.openxmlformats.org/presentationml/2006/main" preserve="1" userDrawn="1">
  <p:cSld name="Title and text side by side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FD366496-0526-A79B-C195-310BDEC5329D}"/>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8B9282B-2098-430D-B57F-67ED8C920ADA}"/>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F917A19-5353-F019-737D-CB017D70B4F9}"/>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9" name="Text Placeholder 2">
            <a:extLst>
              <a:ext uri="{FF2B5EF4-FFF2-40B4-BE49-F238E27FC236}">
                <a16:creationId xmlns:a16="http://schemas.microsoft.com/office/drawing/2014/main" id="{E9EDB421-EDBF-FF28-16C9-56834DF21C4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20" name="Text Placeholder 2">
            <a:extLst>
              <a:ext uri="{FF2B5EF4-FFF2-40B4-BE49-F238E27FC236}">
                <a16:creationId xmlns:a16="http://schemas.microsoft.com/office/drawing/2014/main" id="{8C86039A-AC59-0AA2-3B10-E7EE56A2CD57}"/>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84126602"/>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338.xml><?xml version="1.0" encoding="utf-8"?>
<p:sldLayout xmlns:a="http://schemas.openxmlformats.org/drawingml/2006/main" xmlns:r="http://schemas.openxmlformats.org/officeDocument/2006/relationships" xmlns:p="http://schemas.openxmlformats.org/presentationml/2006/main" preserve="1" userDrawn="1">
  <p:cSld name="Title and text side by side 3">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hasCustomPrompt="1"/>
          </p:nvPr>
        </p:nvSpPr>
        <p:spPr>
          <a:xfrm>
            <a:off x="4941888" y="585789"/>
            <a:ext cx="6667500" cy="5683248"/>
          </a:xfrm>
        </p:spPr>
        <p:txBody>
          <a:bodyPr anchor="ctr"/>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082075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339.xml><?xml version="1.0" encoding="utf-8"?>
<p:sldLayout xmlns:a="http://schemas.openxmlformats.org/drawingml/2006/main" xmlns:r="http://schemas.openxmlformats.org/officeDocument/2006/relationships" xmlns:p="http://schemas.openxmlformats.org/presentationml/2006/main" preserve="1" userDrawn="1">
  <p:cSld name="Title and text side by side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EFC8378B-6E45-F469-0519-68B9FC5BEEA8}"/>
              </a:ext>
            </a:extLst>
          </p:cNvPr>
          <p:cNvSpPr>
            <a:spLocks noGrp="1"/>
          </p:cNvSpPr>
          <p:nvPr>
            <p:ph type="body" sz="quarter" idx="11" hasCustomPrompt="1"/>
          </p:nvPr>
        </p:nvSpPr>
        <p:spPr>
          <a:xfrm>
            <a:off x="5654082" y="1857800"/>
            <a:ext cx="5966418"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6" name="Text Placeholder 2">
            <a:extLst>
              <a:ext uri="{FF2B5EF4-FFF2-40B4-BE49-F238E27FC236}">
                <a16:creationId xmlns:a16="http://schemas.microsoft.com/office/drawing/2014/main" id="{6763BA2C-322D-A7E8-7431-EF84FFCD9B12}"/>
              </a:ext>
            </a:extLst>
          </p:cNvPr>
          <p:cNvSpPr>
            <a:spLocks noGrp="1"/>
          </p:cNvSpPr>
          <p:nvPr>
            <p:ph type="body" sz="quarter" idx="25" hasCustomPrompt="1"/>
          </p:nvPr>
        </p:nvSpPr>
        <p:spPr>
          <a:xfrm>
            <a:off x="5095668" y="1857800"/>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233279391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340.xml><?xml version="1.0" encoding="utf-8"?>
<p:sldLayout xmlns:a="http://schemas.openxmlformats.org/drawingml/2006/main" xmlns:r="http://schemas.openxmlformats.org/officeDocument/2006/relationships" xmlns:p="http://schemas.openxmlformats.org/presentationml/2006/main" preserve="1" userDrawn="1">
  <p:cSld name="Title and text side by side 5">
    <p:bg>
      <p:bgPr>
        <a:solidFill>
          <a:srgbClr val="F4F3F5"/>
        </a:solidFill>
        <a:effectLst/>
      </p:bgPr>
    </p:bg>
    <p:spTree>
      <p:nvGrpSpPr>
        <p:cNvPr id="1" name=""/>
        <p:cNvGrpSpPr/>
        <p:nvPr/>
      </p:nvGrpSpPr>
      <p:grpSpPr>
        <a:xfrm>
          <a:off x="0" y="0"/>
          <a:ext cx="0" cy="0"/>
          <a:chOff x="0" y="0"/>
          <a:chExt cx="0" cy="0"/>
        </a:xfrm>
      </p:grpSpPr>
      <p:cxnSp>
        <p:nvCxnSpPr>
          <p:cNvPr id="36" name="Straight Connector 35">
            <a:extLst>
              <a:ext uri="{FF2B5EF4-FFF2-40B4-BE49-F238E27FC236}">
                <a16:creationId xmlns:a16="http://schemas.microsoft.com/office/drawing/2014/main" id="{50BFCD8B-853E-92A8-FD5C-C5659CCB744A}"/>
              </a:ext>
              <a:ext uri="{C183D7F6-B498-43B3-948B-1728B52AA6E4}">
                <adec:decorative xmlns:adec="http://schemas.microsoft.com/office/drawing/2017/decorative" val="1"/>
              </a:ext>
            </a:extLst>
          </p:cNvPr>
          <p:cNvCxnSpPr>
            <a:cxnSpLocks/>
          </p:cNvCxnSpPr>
          <p:nvPr userDrawn="1"/>
        </p:nvCxnSpPr>
        <p:spPr>
          <a:xfrm>
            <a:off x="584200" y="2019300"/>
            <a:ext cx="3182112" cy="0"/>
          </a:xfrm>
          <a:prstGeom prst="line">
            <a:avLst/>
          </a:prstGeom>
          <a:ln w="76200" cap="rnd">
            <a:gradFill>
              <a:gsLst>
                <a:gs pos="0">
                  <a:schemeClr val="accent1"/>
                </a:gs>
                <a:gs pos="100000">
                  <a:schemeClr val="accent2"/>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1698F6FE-FA89-D09B-0F56-2F89F05F6E1E}"/>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8" name="Text Placeholder 2">
            <a:extLst>
              <a:ext uri="{FF2B5EF4-FFF2-40B4-BE49-F238E27FC236}">
                <a16:creationId xmlns:a16="http://schemas.microsoft.com/office/drawing/2014/main" id="{1DBC7FD1-5168-7C9E-36DD-EFCBEFE2FAC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9" name="Text Placeholder 2">
            <a:extLst>
              <a:ext uri="{FF2B5EF4-FFF2-40B4-BE49-F238E27FC236}">
                <a16:creationId xmlns:a16="http://schemas.microsoft.com/office/drawing/2014/main" id="{AC81A518-CF66-2BAF-FE9A-48CB9F7E9C5C}"/>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3363125809"/>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341.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F4F3F5"/>
        </a:solidFill>
        <a:effectLst/>
      </p:bgPr>
    </p:bg>
    <p:spTree>
      <p:nvGrpSpPr>
        <p:cNvPr id="1" name=""/>
        <p:cNvGrpSpPr/>
        <p:nvPr/>
      </p:nvGrpSpPr>
      <p:grpSpPr>
        <a:xfrm>
          <a:off x="0" y="0"/>
          <a:ext cx="0" cy="0"/>
          <a:chOff x="0" y="0"/>
          <a:chExt cx="0" cy="0"/>
        </a:xfrm>
      </p:grpSpPr>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91438" y="710247"/>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Tree>
    <p:extLst>
      <p:ext uri="{BB962C8B-B14F-4D97-AF65-F5344CB8AC3E}">
        <p14:creationId xmlns:p14="http://schemas.microsoft.com/office/powerpoint/2010/main" val="25868070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342.xml><?xml version="1.0" encoding="utf-8"?>
<p:sldLayout xmlns:a="http://schemas.openxmlformats.org/drawingml/2006/main" xmlns:r="http://schemas.openxmlformats.org/officeDocument/2006/relationships" xmlns:p="http://schemas.openxmlformats.org/presentationml/2006/main" preserve="1" userDrawn="1">
  <p:cSld name="Developer code 2">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userDrawn="1"/>
        </p:nvSpPr>
        <p:spPr bwMode="auto">
          <a:xfrm>
            <a:off x="0" y="1436688"/>
            <a:ext cx="12192000" cy="542131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143668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88263" y="2099310"/>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Tree>
    <p:extLst>
      <p:ext uri="{BB962C8B-B14F-4D97-AF65-F5344CB8AC3E}">
        <p14:creationId xmlns:p14="http://schemas.microsoft.com/office/powerpoint/2010/main" val="11567833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343.xml><?xml version="1.0" encoding="utf-8"?>
<p:sldLayout xmlns:a="http://schemas.openxmlformats.org/drawingml/2006/main" xmlns:r="http://schemas.openxmlformats.org/officeDocument/2006/relationships" xmlns:p="http://schemas.openxmlformats.org/presentationml/2006/main" preserve="1" userDrawn="1">
  <p:cSld name="Developer code bottom">
    <p:bg>
      <p:bgRef idx="1001">
        <a:schemeClr val="bg2"/>
      </p:bgRef>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86390" y="1230681"/>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2827138"/>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282713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3491219"/>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27917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1776">
          <p15:clr>
            <a:srgbClr val="5ACBF0"/>
          </p15:clr>
        </p15:guide>
        <p15:guide id="5" orient="horz" pos="2197">
          <p15:clr>
            <a:srgbClr val="5ACBF0"/>
          </p15:clr>
        </p15:guide>
        <p15:guide id="6" orient="horz" pos="773">
          <p15:clr>
            <a:srgbClr val="5ACBF0"/>
          </p15:clr>
        </p15:guide>
      </p15:sldGuideLst>
    </p:ext>
  </p:extLst>
</p:sldLayout>
</file>

<file path=ppt/slideLayouts/slideLayout344.xml><?xml version="1.0" encoding="utf-8"?>
<p:sldLayout xmlns:a="http://schemas.openxmlformats.org/drawingml/2006/main" xmlns:r="http://schemas.openxmlformats.org/officeDocument/2006/relationships" xmlns:p="http://schemas.openxmlformats.org/presentationml/2006/main" preserve="1" userDrawn="1">
  <p:cSld name="Developer code top">
    <p:bg>
      <p:bgRef idx="1001">
        <a:schemeClr val="bg2"/>
      </p:bgRef>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0"/>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a:xfrm>
            <a:off x="588263" y="4224580"/>
            <a:ext cx="11018520" cy="492443"/>
          </a:xfrm>
        </p:spPr>
        <p:txBody>
          <a:bodyPr/>
          <a:lstStyle>
            <a:lvl1pPr>
              <a:defRPr sz="3200">
                <a:solidFill>
                  <a:schemeClr val="tx1"/>
                </a:solidFill>
              </a:defRPr>
            </a:lvl1pPr>
          </a:lstStyle>
          <a:p>
            <a:r>
              <a:rPr lang="en-US"/>
              <a:t>Click to edit title style</a:t>
            </a: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660508"/>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91152" y="4996505"/>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309321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2661">
          <p15:clr>
            <a:srgbClr val="5ACBF0"/>
          </p15:clr>
        </p15:guide>
        <p15:guide id="5" orient="horz" pos="3147">
          <p15:clr>
            <a:srgbClr val="5ACBF0"/>
          </p15:clr>
        </p15:guide>
        <p15:guide id="6" orient="horz" pos="419">
          <p15:clr>
            <a:srgbClr val="5ACBF0"/>
          </p15:clr>
        </p15:guide>
      </p15:sldGuideLst>
    </p:ext>
  </p:extLst>
</p:sldLayout>
</file>

<file path=ppt/slideLayouts/slideLayout345.xml><?xml version="1.0" encoding="utf-8"?>
<p:sldLayout xmlns:a="http://schemas.openxmlformats.org/drawingml/2006/main" xmlns:r="http://schemas.openxmlformats.org/officeDocument/2006/relationships" xmlns:p="http://schemas.openxmlformats.org/presentationml/2006/main" preserve="1" userDrawn="1">
  <p:cSld name="Developer code right">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82BB27-7DA5-4478-8C18-C1FFEE20AAC1}"/>
              </a:ext>
            </a:extLst>
          </p:cNvPr>
          <p:cNvSpPr>
            <a:spLocks noGrp="1"/>
          </p:cNvSpPr>
          <p:nvPr>
            <p:ph type="title" hasCustomPrompt="1"/>
          </p:nvPr>
        </p:nvSpPr>
        <p:spPr>
          <a:xfrm>
            <a:off x="588263" y="457200"/>
            <a:ext cx="4040887" cy="492443"/>
          </a:xfrm>
        </p:spPr>
        <p:txBody>
          <a:bodyPr/>
          <a:lstStyle>
            <a:lvl1pPr>
              <a:defRPr sz="3200">
                <a:solidFill>
                  <a:schemeClr val="tx1"/>
                </a:solidFill>
              </a:defRPr>
            </a:lvl1pPr>
          </a:lstStyle>
          <a:p>
            <a:r>
              <a:rPr lang="en-US"/>
              <a:t>Click to edit title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588965" y="1338139"/>
            <a:ext cx="4040185"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5211763"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00725" y="709187"/>
            <a:ext cx="5801961" cy="307777"/>
          </a:xfrm>
        </p:spPr>
        <p:txBody>
          <a:bodyPr/>
          <a:lstStyle>
            <a:lvl1pPr marL="0" indent="0">
              <a:buNone/>
              <a:tabLst/>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68270880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346.xml><?xml version="1.0" encoding="utf-8"?>
<p:sldLayout xmlns:a="http://schemas.openxmlformats.org/drawingml/2006/main" xmlns:r="http://schemas.openxmlformats.org/officeDocument/2006/relationships" xmlns:p="http://schemas.openxmlformats.org/presentationml/2006/main" preserve="1" userDrawn="1">
  <p:cSld name="Developer code left">
    <p:bg>
      <p:bgRef idx="1001">
        <a:schemeClr val="bg2"/>
      </p:bgRef>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2"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6BB14A7D-C409-4A7C-9D82-A2E5DBB8AB72}"/>
              </a:ext>
            </a:extLst>
          </p:cNvPr>
          <p:cNvSpPr>
            <a:spLocks noGrp="1"/>
          </p:cNvSpPr>
          <p:nvPr>
            <p:ph type="title" hasCustomPrompt="1"/>
          </p:nvPr>
        </p:nvSpPr>
        <p:spPr>
          <a:xfrm>
            <a:off x="7575549" y="457200"/>
            <a:ext cx="4031233" cy="492443"/>
          </a:xfrm>
        </p:spPr>
        <p:txBody>
          <a:bodyPr/>
          <a:lstStyle>
            <a:lvl1pPr>
              <a:defRPr sz="3200">
                <a:solidFill>
                  <a:schemeClr val="tx1"/>
                </a:solidFill>
              </a:defRPr>
            </a:lvl1pPr>
          </a:lstStyle>
          <a:p>
            <a:r>
              <a:rPr lang="en-US"/>
              <a:t>Click to edit title</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7575550" y="1336675"/>
            <a:ext cx="4033838"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9302251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347.xml><?xml version="1.0" encoding="utf-8"?>
<p:sldLayout xmlns:a="http://schemas.openxmlformats.org/drawingml/2006/main" xmlns:r="http://schemas.openxmlformats.org/officeDocument/2006/relationships" xmlns:p="http://schemas.openxmlformats.org/presentationml/2006/main" preserve="1" userDrawn="1">
  <p:cSld name="Developer code left, image right">
    <p:bg>
      <p:bgPr>
        <a:solidFill>
          <a:srgbClr val="F4F3F5"/>
        </a:solidFill>
        <a:effectLst/>
      </p:bgPr>
    </p:bg>
    <p:spTree>
      <p:nvGrpSpPr>
        <p:cNvPr id="1" name=""/>
        <p:cNvGrpSpPr/>
        <p:nvPr/>
      </p:nvGrpSpPr>
      <p:grpSpPr>
        <a:xfrm>
          <a:off x="0" y="0"/>
          <a:ext cx="0" cy="0"/>
          <a:chOff x="0" y="0"/>
          <a:chExt cx="0" cy="0"/>
        </a:xfrm>
      </p:grpSpPr>
      <p:sp>
        <p:nvSpPr>
          <p:cNvPr id="9" name="Picture Placeholder 7" descr="This photo is a 'placeholder' only. Drag or drop your photo here, or click and tap the center to insert a photo.">
            <a:extLst>
              <a:ext uri="{FF2B5EF4-FFF2-40B4-BE49-F238E27FC236}">
                <a16:creationId xmlns:a16="http://schemas.microsoft.com/office/drawing/2014/main" id="{8456ECE7-2FD2-0E8A-D0BD-61173814D9B7}"/>
              </a:ext>
            </a:extLst>
          </p:cNvPr>
          <p:cNvSpPr>
            <a:spLocks noGrp="1"/>
          </p:cNvSpPr>
          <p:nvPr>
            <p:ph type="pic" sz="quarter" idx="10" hasCustomPrompt="1"/>
          </p:nvPr>
        </p:nvSpPr>
        <p:spPr bwMode="ltGray">
          <a:xfrm>
            <a:off x="8490856" y="707231"/>
            <a:ext cx="3116945" cy="5561808"/>
          </a:xfrm>
          <a:prstGeom prst="roundRect">
            <a:avLst>
              <a:gd name="adj" fmla="val 4445"/>
            </a:avLst>
          </a:prstGeom>
          <a:blipFill>
            <a:blip r:embed="rId2"/>
            <a:stretch>
              <a:fillRect l="-107368" r="-109854"/>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410421373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348.xml><?xml version="1.0" encoding="utf-8"?>
<p:sldLayout xmlns:a="http://schemas.openxmlformats.org/drawingml/2006/main" xmlns:r="http://schemas.openxmlformats.org/officeDocument/2006/relationships" xmlns:p="http://schemas.openxmlformats.org/presentationml/2006/main" preserve="1" userDrawn="1">
  <p:cSld name="Device 1">
    <p:bg>
      <p:bgPr>
        <a:solidFill>
          <a:srgbClr val="F4F3F5"/>
        </a:soli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C4B95F29-56C3-4C85-A12B-0B0BE769E70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2" name="Title 1"/>
          <p:cNvSpPr>
            <a:spLocks noGrp="1"/>
          </p:cNvSpPr>
          <p:nvPr>
            <p:ph type="title" hasCustomPrompt="1"/>
          </p:nvPr>
        </p:nvSpPr>
        <p:spPr>
          <a:xfrm>
            <a:off x="584200" y="464817"/>
            <a:ext cx="11023600"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1: one column</a:t>
            </a:r>
          </a:p>
        </p:txBody>
      </p:sp>
      <p:sp>
        <p:nvSpPr>
          <p:cNvPr id="4" name="Text Placeholder 3"/>
          <p:cNvSpPr>
            <a:spLocks noGrp="1"/>
          </p:cNvSpPr>
          <p:nvPr>
            <p:ph type="body" sz="quarter" idx="10" hasCustomPrompt="1"/>
          </p:nvPr>
        </p:nvSpPr>
        <p:spPr>
          <a:xfrm>
            <a:off x="584200" y="1922802"/>
            <a:ext cx="4630006" cy="615553"/>
          </a:xfrm>
          <a:prstGeom prst="rect">
            <a:avLst/>
          </a:prstGeom>
        </p:spPr>
        <p:txBody>
          <a:bodyPr wrap="square" lIns="0" tIns="0" rIns="0" bIns="0">
            <a:spAutoFit/>
          </a:bodyPr>
          <a:lstStyle>
            <a:lvl1pPr marL="0" indent="0">
              <a:lnSpc>
                <a:spcPts val="2400"/>
              </a:lnSpc>
              <a:buNone/>
              <a:defRPr sz="2000" b="0" i="0">
                <a:solidFill>
                  <a:srgbClr val="000000"/>
                </a:solidFill>
                <a:latin typeface="+mn-lt"/>
              </a:defRPr>
            </a:lvl1pPr>
            <a:lvl2pPr marL="224097" indent="0">
              <a:buNone/>
              <a:defRPr/>
            </a:lvl2pPr>
            <a:lvl3pPr marL="448193" indent="0">
              <a:buNone/>
              <a:defRPr/>
            </a:lvl3pPr>
            <a:lvl4pPr marL="672290" indent="0">
              <a:buNone/>
              <a:defRPr/>
            </a:lvl4pPr>
            <a:lvl5pPr marL="896386" indent="0">
              <a:buNone/>
              <a:defRPr/>
            </a:lvl5pPr>
          </a:lstStyle>
          <a:p>
            <a:pPr lvl="0"/>
            <a:r>
              <a:rPr lang="pt-BR"/>
              <a:t>Large subhead Segoe UI Regular 20/24. </a:t>
            </a:r>
            <a:r>
              <a:rPr lang="da-DK"/>
              <a:t>Lorem ipsum dolor sit amet</a:t>
            </a:r>
            <a:r>
              <a:rPr lang="pt-BR"/>
              <a:t>.</a:t>
            </a:r>
            <a:endParaRPr lang="en-US"/>
          </a:p>
        </p:txBody>
      </p:sp>
      <p:sp>
        <p:nvSpPr>
          <p:cNvPr id="5" name="Text Placeholder 4"/>
          <p:cNvSpPr>
            <a:spLocks noGrp="1"/>
          </p:cNvSpPr>
          <p:nvPr>
            <p:ph type="body" sz="quarter" idx="11" hasCustomPrompt="1"/>
          </p:nvPr>
        </p:nvSpPr>
        <p:spPr>
          <a:xfrm>
            <a:off x="584199" y="2707597"/>
            <a:ext cx="4630005" cy="2521331"/>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2" name="Picture Placeholder 11">
            <a:extLst>
              <a:ext uri="{FF2B5EF4-FFF2-40B4-BE49-F238E27FC236}">
                <a16:creationId xmlns:a16="http://schemas.microsoft.com/office/drawing/2014/main" id="{934476FE-7091-4DE7-A55E-3EF5A6569A7D}"/>
              </a:ext>
            </a:extLst>
          </p:cNvPr>
          <p:cNvSpPr>
            <a:spLocks noGrp="1"/>
          </p:cNvSpPr>
          <p:nvPr>
            <p:ph type="pic" sz="quarter" idx="12"/>
          </p:nvPr>
        </p:nvSpPr>
        <p:spPr>
          <a:xfrm>
            <a:off x="6358812" y="1519688"/>
            <a:ext cx="5833188" cy="4343375"/>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690846582"/>
      </p:ext>
    </p:extLst>
  </p:cSld>
  <p:clrMapOvr>
    <a:masterClrMapping/>
  </p:clrMapOvr>
  <p:transition>
    <p:fade/>
  </p:transition>
</p:sldLayout>
</file>

<file path=ppt/slideLayouts/slideLayout349.xml><?xml version="1.0" encoding="utf-8"?>
<p:sldLayout xmlns:a="http://schemas.openxmlformats.org/drawingml/2006/main" xmlns:r="http://schemas.openxmlformats.org/officeDocument/2006/relationships" xmlns:p="http://schemas.openxmlformats.org/presentationml/2006/main" preserve="1" userDrawn="1">
  <p:cSld name="Device 2">
    <p:bg>
      <p:bgPr>
        <a:solidFill>
          <a:srgbClr val="F4F3F5"/>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C99DE98C-91A8-4163-A280-8BB561692C8E}"/>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9" name="Picture Placeholder 11">
            <a:extLst>
              <a:ext uri="{FF2B5EF4-FFF2-40B4-BE49-F238E27FC236}">
                <a16:creationId xmlns:a16="http://schemas.microsoft.com/office/drawing/2014/main" id="{784CA30E-A92E-4E40-944A-73B1CF9EEE0A}"/>
              </a:ext>
            </a:extLst>
          </p:cNvPr>
          <p:cNvSpPr>
            <a:spLocks noGrp="1"/>
          </p:cNvSpPr>
          <p:nvPr>
            <p:ph type="pic" sz="quarter" idx="12"/>
          </p:nvPr>
        </p:nvSpPr>
        <p:spPr>
          <a:xfrm>
            <a:off x="6357959" y="1535104"/>
            <a:ext cx="5834041" cy="4315059"/>
          </a:xfrm>
          <a:prstGeom prst="rect">
            <a:avLst/>
          </a:prstGeom>
        </p:spPr>
        <p:txBody>
          <a:bodyPr anchor="ctr" anchorCtr="0">
            <a:noAutofit/>
          </a:bodyPr>
          <a:lstStyle>
            <a:lvl1pPr algn="ctr">
              <a:defRPr>
                <a:solidFill>
                  <a:srgbClr val="000000"/>
                </a:solidFill>
              </a:defRPr>
            </a:lvl1pPr>
          </a:lstStyle>
          <a:p>
            <a:r>
              <a:rPr lang="en-US"/>
              <a:t>Click icon to add picture</a:t>
            </a:r>
          </a:p>
        </p:txBody>
      </p:sp>
      <p:sp>
        <p:nvSpPr>
          <p:cNvPr id="13" name="Text Placeholder 4">
            <a:extLst>
              <a:ext uri="{FF2B5EF4-FFF2-40B4-BE49-F238E27FC236}">
                <a16:creationId xmlns:a16="http://schemas.microsoft.com/office/drawing/2014/main" id="{8D17D4B4-B6B9-4273-ACCB-7A5ED46F35A8}"/>
              </a:ext>
            </a:extLst>
          </p:cNvPr>
          <p:cNvSpPr>
            <a:spLocks noGrp="1"/>
          </p:cNvSpPr>
          <p:nvPr>
            <p:ph type="body" sz="quarter" idx="11" hasCustomPrompt="1"/>
          </p:nvPr>
        </p:nvSpPr>
        <p:spPr>
          <a:xfrm>
            <a:off x="593750"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4" name="Text Placeholder 4">
            <a:extLst>
              <a:ext uri="{FF2B5EF4-FFF2-40B4-BE49-F238E27FC236}">
                <a16:creationId xmlns:a16="http://schemas.microsoft.com/office/drawing/2014/main" id="{FB204BE2-B985-4315-8D5B-9C54B1074DD6}"/>
              </a:ext>
            </a:extLst>
          </p:cNvPr>
          <p:cNvSpPr>
            <a:spLocks noGrp="1"/>
          </p:cNvSpPr>
          <p:nvPr>
            <p:ph type="body" sz="quarter" idx="13" hasCustomPrompt="1"/>
          </p:nvPr>
        </p:nvSpPr>
        <p:spPr>
          <a:xfrm>
            <a:off x="2521876"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8" name="Text Placeholder 4">
            <a:extLst>
              <a:ext uri="{FF2B5EF4-FFF2-40B4-BE49-F238E27FC236}">
                <a16:creationId xmlns:a16="http://schemas.microsoft.com/office/drawing/2014/main" id="{02963930-27DC-A146-BED0-307A0CE5F43A}"/>
              </a:ext>
            </a:extLst>
          </p:cNvPr>
          <p:cNvSpPr>
            <a:spLocks noGrp="1"/>
          </p:cNvSpPr>
          <p:nvPr>
            <p:ph type="body" sz="quarter" idx="42" hasCustomPrompt="1"/>
          </p:nvPr>
        </p:nvSpPr>
        <p:spPr>
          <a:xfrm>
            <a:off x="59024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9" name="Text Placeholder 4">
            <a:extLst>
              <a:ext uri="{FF2B5EF4-FFF2-40B4-BE49-F238E27FC236}">
                <a16:creationId xmlns:a16="http://schemas.microsoft.com/office/drawing/2014/main" id="{8EE99189-A4FF-8C44-809C-285F33AF913B}"/>
              </a:ext>
            </a:extLst>
          </p:cNvPr>
          <p:cNvSpPr>
            <a:spLocks noGrp="1"/>
          </p:cNvSpPr>
          <p:nvPr>
            <p:ph type="body" sz="quarter" idx="43" hasCustomPrompt="1"/>
          </p:nvPr>
        </p:nvSpPr>
        <p:spPr>
          <a:xfrm>
            <a:off x="252160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Title 1">
            <a:extLst>
              <a:ext uri="{FF2B5EF4-FFF2-40B4-BE49-F238E27FC236}">
                <a16:creationId xmlns:a16="http://schemas.microsoft.com/office/drawing/2014/main" id="{41C62C6E-6C8D-E263-ED20-65125864F2C8}"/>
              </a:ext>
            </a:extLst>
          </p:cNvPr>
          <p:cNvSpPr>
            <a:spLocks noGrp="1"/>
          </p:cNvSpPr>
          <p:nvPr>
            <p:ph type="title" hasCustomPrompt="1"/>
          </p:nvPr>
        </p:nvSpPr>
        <p:spPr>
          <a:xfrm>
            <a:off x="582612" y="462415"/>
            <a:ext cx="11026776"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2: two columns</a:t>
            </a:r>
          </a:p>
        </p:txBody>
      </p:sp>
    </p:spTree>
    <p:extLst>
      <p:ext uri="{BB962C8B-B14F-4D97-AF65-F5344CB8AC3E}">
        <p14:creationId xmlns:p14="http://schemas.microsoft.com/office/powerpoint/2010/main" val="993326050"/>
      </p:ext>
    </p:extLst>
  </p:cSld>
  <p:clrMapOvr>
    <a:masterClrMapping/>
  </p:clrMapOvr>
  <p:transition>
    <p:fade/>
  </p:transition>
</p:sldLayout>
</file>

<file path=ppt/slideLayouts/slideLayout350.xml><?xml version="1.0" encoding="utf-8"?>
<p:sldLayout xmlns:a="http://schemas.openxmlformats.org/drawingml/2006/main" xmlns:r="http://schemas.openxmlformats.org/officeDocument/2006/relationships" xmlns:p="http://schemas.openxmlformats.org/presentationml/2006/main" preserve="1" userDrawn="1">
  <p:cSld name="Device 3">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3</a:t>
            </a:r>
          </a:p>
        </p:txBody>
      </p:sp>
      <p:pic>
        <p:nvPicPr>
          <p:cNvPr id="10" name="Picture 9">
            <a:extLst>
              <a:ext uri="{FF2B5EF4-FFF2-40B4-BE49-F238E27FC236}">
                <a16:creationId xmlns:a16="http://schemas.microsoft.com/office/drawing/2014/main" id="{73CDB1EA-72FB-46B3-89D4-DEE1F2EF724A}"/>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384249" y="486947"/>
            <a:ext cx="10869930" cy="6371053"/>
          </a:xfrm>
          <a:prstGeom prst="rect">
            <a:avLst/>
          </a:prstGeom>
        </p:spPr>
      </p:pic>
      <p:sp>
        <p:nvSpPr>
          <p:cNvPr id="8" name="Picture Placeholder 11">
            <a:extLst>
              <a:ext uri="{FF2B5EF4-FFF2-40B4-BE49-F238E27FC236}">
                <a16:creationId xmlns:a16="http://schemas.microsoft.com/office/drawing/2014/main" id="{0473E679-3B6D-497A-A0F6-454C968B7607}"/>
              </a:ext>
            </a:extLst>
          </p:cNvPr>
          <p:cNvSpPr>
            <a:spLocks noGrp="1"/>
          </p:cNvSpPr>
          <p:nvPr>
            <p:ph type="pic" sz="quarter" idx="12"/>
          </p:nvPr>
        </p:nvSpPr>
        <p:spPr>
          <a:xfrm>
            <a:off x="2293976" y="1599603"/>
            <a:ext cx="7678751" cy="4327960"/>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1165843007"/>
      </p:ext>
    </p:extLst>
  </p:cSld>
  <p:clrMapOvr>
    <a:masterClrMapping/>
  </p:clrMapOvr>
  <p:transition>
    <p:fade/>
  </p:transition>
</p:sldLayout>
</file>

<file path=ppt/slideLayouts/slideLayout351.xml><?xml version="1.0" encoding="utf-8"?>
<p:sldLayout xmlns:a="http://schemas.openxmlformats.org/drawingml/2006/main" xmlns:r="http://schemas.openxmlformats.org/officeDocument/2006/relationships" xmlns:p="http://schemas.openxmlformats.org/presentationml/2006/main" preserve="1" userDrawn="1">
  <p:cSld name="Chart with caption">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Chart layout examples</a:t>
            </a:r>
          </a:p>
        </p:txBody>
      </p:sp>
      <p:sp>
        <p:nvSpPr>
          <p:cNvPr id="5" name="Chart Placeholder 6">
            <a:extLst>
              <a:ext uri="{FF2B5EF4-FFF2-40B4-BE49-F238E27FC236}">
                <a16:creationId xmlns:a16="http://schemas.microsoft.com/office/drawing/2014/main" id="{D9638BF3-12D1-2694-0190-0AB19FCB5432}"/>
              </a:ext>
            </a:extLst>
          </p:cNvPr>
          <p:cNvSpPr>
            <a:spLocks noGrp="1"/>
          </p:cNvSpPr>
          <p:nvPr>
            <p:ph type="chart" sz="quarter" idx="21"/>
          </p:nvPr>
        </p:nvSpPr>
        <p:spPr>
          <a:xfrm>
            <a:off x="584200"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6" name="Text Placeholder 4">
            <a:extLst>
              <a:ext uri="{FF2B5EF4-FFF2-40B4-BE49-F238E27FC236}">
                <a16:creationId xmlns:a16="http://schemas.microsoft.com/office/drawing/2014/main" id="{9FDA6635-EE72-35BC-5065-7C47B07E2AF7}"/>
              </a:ext>
            </a:extLst>
          </p:cNvPr>
          <p:cNvSpPr>
            <a:spLocks noGrp="1"/>
          </p:cNvSpPr>
          <p:nvPr>
            <p:ph type="body" sz="quarter" idx="12" hasCustomPrompt="1"/>
          </p:nvPr>
        </p:nvSpPr>
        <p:spPr>
          <a:xfrm>
            <a:off x="584201" y="5973763"/>
            <a:ext cx="3474720" cy="307777"/>
          </a:xfrm>
          <a:prstGeom prst="rect">
            <a:avLst/>
          </a:prstGeom>
        </p:spPr>
        <p:txBody>
          <a:bodyPr lIns="0" tIns="0" rIns="0" bIns="0"/>
          <a:lstStyle>
            <a:lvl1pPr marL="0" indent="0">
              <a:lnSpc>
                <a:spcPts val="1200"/>
              </a:lnSpc>
              <a:spcBef>
                <a:spcPts val="900"/>
              </a:spcBef>
              <a:buFont typeface="Arial" panose="020B0604020202020204" pitchFamily="34" charset="0"/>
              <a:buNone/>
              <a:defRPr sz="1000" b="0" i="0" spc="0">
                <a:solidFill>
                  <a:srgbClr val="000000"/>
                </a:solidFill>
                <a:latin typeface="+mn-lt"/>
              </a:defRPr>
            </a:lvl1pPr>
            <a:lvl2pPr marL="0" marR="0" indent="0" algn="l" defTabSz="932742" rtl="0" eaLnBrk="1" fontAlgn="auto" latinLnBrk="0" hangingPunct="1">
              <a:lnSpc>
                <a:spcPts val="1200"/>
              </a:lnSpc>
              <a:spcBef>
                <a:spcPts val="450"/>
              </a:spcBef>
              <a:spcAft>
                <a:spcPts val="0"/>
              </a:spcAft>
              <a:buClrTx/>
              <a:buSzPct val="90000"/>
              <a:buFont typeface="Arial" panose="020B0604020202020204" pitchFamily="34" charset="0"/>
              <a:buNone/>
              <a:tabLst/>
              <a:defRPr sz="1000">
                <a:solidFill>
                  <a:schemeClr val="tx1"/>
                </a:solidFill>
              </a:defRPr>
            </a:lvl2pPr>
            <a:lvl3pPr marL="457200" indent="0">
              <a:buNone/>
              <a:defRPr/>
            </a:lvl3pPr>
            <a:lvl4pPr marL="685800" indent="0">
              <a:buNone/>
              <a:defRPr/>
            </a:lvl4pPr>
            <a:lvl5pPr marL="914400" indent="0">
              <a:buNone/>
              <a:defRPr/>
            </a:lvl5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7" name="Text Placeholder 4">
            <a:extLst>
              <a:ext uri="{FF2B5EF4-FFF2-40B4-BE49-F238E27FC236}">
                <a16:creationId xmlns:a16="http://schemas.microsoft.com/office/drawing/2014/main" id="{426EF772-758C-C1A7-A309-173E2AB9C395}"/>
              </a:ext>
            </a:extLst>
          </p:cNvPr>
          <p:cNvSpPr>
            <a:spLocks noGrp="1"/>
          </p:cNvSpPr>
          <p:nvPr>
            <p:ph type="body" sz="quarter" idx="18" hasCustomPrompt="1"/>
          </p:nvPr>
        </p:nvSpPr>
        <p:spPr>
          <a:xfrm>
            <a:off x="4358640"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9" name="Chart Placeholder 6">
            <a:extLst>
              <a:ext uri="{FF2B5EF4-FFF2-40B4-BE49-F238E27FC236}">
                <a16:creationId xmlns:a16="http://schemas.microsoft.com/office/drawing/2014/main" id="{C01D8C54-5478-2BF6-769F-9F0FC6FB57EA}"/>
              </a:ext>
            </a:extLst>
          </p:cNvPr>
          <p:cNvSpPr>
            <a:spLocks noGrp="1"/>
          </p:cNvSpPr>
          <p:nvPr>
            <p:ph type="chart" sz="quarter" idx="22"/>
          </p:nvPr>
        </p:nvSpPr>
        <p:spPr>
          <a:xfrm>
            <a:off x="4358641"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1" name="Chart Placeholder 6">
            <a:extLst>
              <a:ext uri="{FF2B5EF4-FFF2-40B4-BE49-F238E27FC236}">
                <a16:creationId xmlns:a16="http://schemas.microsoft.com/office/drawing/2014/main" id="{657835EA-5000-4043-FCC9-D8A17E147B1F}"/>
              </a:ext>
            </a:extLst>
          </p:cNvPr>
          <p:cNvSpPr>
            <a:spLocks noGrp="1"/>
          </p:cNvSpPr>
          <p:nvPr>
            <p:ph type="chart" sz="quarter" idx="23"/>
          </p:nvPr>
        </p:nvSpPr>
        <p:spPr>
          <a:xfrm>
            <a:off x="8132064"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2" name="Text Placeholder 3">
            <a:extLst>
              <a:ext uri="{FF2B5EF4-FFF2-40B4-BE49-F238E27FC236}">
                <a16:creationId xmlns:a16="http://schemas.microsoft.com/office/drawing/2014/main" id="{D11E6A22-8ABF-B71A-3401-3376773ED9AC}"/>
              </a:ext>
            </a:extLst>
          </p:cNvPr>
          <p:cNvSpPr>
            <a:spLocks noGrp="1"/>
          </p:cNvSpPr>
          <p:nvPr>
            <p:ph type="body" sz="quarter" idx="24" hasCustomPrompt="1"/>
          </p:nvPr>
        </p:nvSpPr>
        <p:spPr>
          <a:xfrm>
            <a:off x="584200"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3" name="Text Placeholder 3">
            <a:extLst>
              <a:ext uri="{FF2B5EF4-FFF2-40B4-BE49-F238E27FC236}">
                <a16:creationId xmlns:a16="http://schemas.microsoft.com/office/drawing/2014/main" id="{608861AB-092C-6472-7C72-ED6E47461F7C}"/>
              </a:ext>
            </a:extLst>
          </p:cNvPr>
          <p:cNvSpPr>
            <a:spLocks noGrp="1"/>
          </p:cNvSpPr>
          <p:nvPr>
            <p:ph type="body" sz="quarter" idx="25" hasCustomPrompt="1"/>
          </p:nvPr>
        </p:nvSpPr>
        <p:spPr>
          <a:xfrm>
            <a:off x="4369751"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4" name="Text Placeholder 3">
            <a:extLst>
              <a:ext uri="{FF2B5EF4-FFF2-40B4-BE49-F238E27FC236}">
                <a16:creationId xmlns:a16="http://schemas.microsoft.com/office/drawing/2014/main" id="{000561FE-DBFA-4AC4-AFCD-6B19B0C28254}"/>
              </a:ext>
            </a:extLst>
          </p:cNvPr>
          <p:cNvSpPr>
            <a:spLocks noGrp="1"/>
          </p:cNvSpPr>
          <p:nvPr>
            <p:ph type="body" sz="quarter" idx="26" hasCustomPrompt="1"/>
          </p:nvPr>
        </p:nvSpPr>
        <p:spPr>
          <a:xfrm>
            <a:off x="8132063"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5" name="Text Placeholder 4">
            <a:extLst>
              <a:ext uri="{FF2B5EF4-FFF2-40B4-BE49-F238E27FC236}">
                <a16:creationId xmlns:a16="http://schemas.microsoft.com/office/drawing/2014/main" id="{ABB165B4-FDFD-ADBC-4A1C-58CA8748A55C}"/>
              </a:ext>
            </a:extLst>
          </p:cNvPr>
          <p:cNvSpPr>
            <a:spLocks noGrp="1"/>
          </p:cNvSpPr>
          <p:nvPr>
            <p:ph type="body" sz="quarter" idx="27" hasCustomPrompt="1"/>
          </p:nvPr>
        </p:nvSpPr>
        <p:spPr>
          <a:xfrm>
            <a:off x="8132063"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Tree>
    <p:extLst>
      <p:ext uri="{BB962C8B-B14F-4D97-AF65-F5344CB8AC3E}">
        <p14:creationId xmlns:p14="http://schemas.microsoft.com/office/powerpoint/2010/main" val="1982342779"/>
      </p:ext>
    </p:extLst>
  </p:cSld>
  <p:clrMapOvr>
    <a:masterClrMapping/>
  </p:clrMapOvr>
  <p:transition>
    <p:fade/>
  </p:transition>
</p:sldLayout>
</file>

<file path=ppt/slideLayouts/slideLayout352.xml><?xml version="1.0" encoding="utf-8"?>
<p:sldLayout xmlns:a="http://schemas.openxmlformats.org/drawingml/2006/main" xmlns:r="http://schemas.openxmlformats.org/officeDocument/2006/relationships" xmlns:p="http://schemas.openxmlformats.org/presentationml/2006/main" preserve="1" userDrawn="1">
  <p:cSld name="Table ">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9F1098-5BDB-3A14-0BC4-F3DC4A76BABB}"/>
              </a:ext>
            </a:extLst>
          </p:cNvPr>
          <p:cNvSpPr>
            <a:spLocks noGrp="1"/>
          </p:cNvSpPr>
          <p:nvPr>
            <p:ph type="title" hasCustomPrompt="1"/>
          </p:nvPr>
        </p:nvSpPr>
        <p:spPr/>
        <p:txBody>
          <a:bodyPr/>
          <a:lstStyle>
            <a:lvl1pPr>
              <a:defRPr/>
            </a:lvl1pPr>
          </a:lstStyle>
          <a:p>
            <a:r>
              <a:rPr lang="en-US"/>
              <a:t>Table layout</a:t>
            </a:r>
          </a:p>
        </p:txBody>
      </p:sp>
      <p:sp>
        <p:nvSpPr>
          <p:cNvPr id="4" name="Table Placeholder 3">
            <a:extLst>
              <a:ext uri="{FF2B5EF4-FFF2-40B4-BE49-F238E27FC236}">
                <a16:creationId xmlns:a16="http://schemas.microsoft.com/office/drawing/2014/main" id="{6DAF7D07-1867-0A94-96A1-88DE5F76DCC0}"/>
              </a:ext>
            </a:extLst>
          </p:cNvPr>
          <p:cNvSpPr>
            <a:spLocks noGrp="1"/>
          </p:cNvSpPr>
          <p:nvPr>
            <p:ph type="tbl" sz="quarter" idx="10"/>
          </p:nvPr>
        </p:nvSpPr>
        <p:spPr>
          <a:xfrm>
            <a:off x="584201" y="2201863"/>
            <a:ext cx="11025188" cy="4067176"/>
          </a:xfrm>
          <a:prstGeom prst="rect">
            <a:avLst/>
          </a:prstGeom>
        </p:spPr>
        <p:txBody>
          <a:bodyPr anchor="ctr" anchorCtr="0"/>
          <a:lstStyle>
            <a:lvl1pPr algn="ctr">
              <a:defRPr/>
            </a:lvl1pPr>
          </a:lstStyle>
          <a:p>
            <a:r>
              <a:rPr lang="en-US"/>
              <a:t>Click icon to add table</a:t>
            </a:r>
          </a:p>
        </p:txBody>
      </p:sp>
    </p:spTree>
    <p:extLst>
      <p:ext uri="{BB962C8B-B14F-4D97-AF65-F5344CB8AC3E}">
        <p14:creationId xmlns:p14="http://schemas.microsoft.com/office/powerpoint/2010/main" val="687834266"/>
      </p:ext>
    </p:extLst>
  </p:cSld>
  <p:clrMapOvr>
    <a:masterClrMapping/>
  </p:clrMapOvr>
  <p:transition>
    <p:fade/>
  </p:transition>
</p:sldLayout>
</file>

<file path=ppt/slideLayouts/slideLayout353.xml><?xml version="1.0" encoding="utf-8"?>
<p:sldLayout xmlns:a="http://schemas.openxmlformats.org/drawingml/2006/main" xmlns:r="http://schemas.openxmlformats.org/officeDocument/2006/relationships" xmlns:p="http://schemas.openxmlformats.org/presentationml/2006/main" preserve="1" userDrawn="1">
  <p:cSld name="Quote slide">
    <p:bg>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68FF295-4867-A99B-E458-6E9396360BC0}"/>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1163637"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1163637"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1163637" y="850900"/>
            <a:ext cx="7256463" cy="3238500"/>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spTree>
    <p:extLst>
      <p:ext uri="{BB962C8B-B14F-4D97-AF65-F5344CB8AC3E}">
        <p14:creationId xmlns:p14="http://schemas.microsoft.com/office/powerpoint/2010/main" val="27085728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354.xml><?xml version="1.0" encoding="utf-8"?>
<p:sldLayout xmlns:a="http://schemas.openxmlformats.org/drawingml/2006/main" xmlns:r="http://schemas.openxmlformats.org/officeDocument/2006/relationships" xmlns:p="http://schemas.openxmlformats.org/presentationml/2006/main" preserve="1" userDrawn="1">
  <p:cSld name="1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A95A0AA-74F0-F906-FF6C-5C3C4846A891}"/>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8" name="Picture 7" descr="Quotation marks">
            <a:extLst>
              <a:ext uri="{FF2B5EF4-FFF2-40B4-BE49-F238E27FC236}">
                <a16:creationId xmlns:a16="http://schemas.microsoft.com/office/drawing/2014/main" id="{04EC2229-8FBE-426A-CDA3-79B76E4E64E9}"/>
              </a:ext>
            </a:extLst>
          </p:cNvPr>
          <p:cNvPicPr>
            <a:picLocks noChangeAspect="1"/>
          </p:cNvPicPr>
          <p:nvPr userDrawn="1"/>
        </p:nvPicPr>
        <p:blipFill>
          <a:blip r:embed="rId3"/>
          <a:stretch>
            <a:fillRect/>
          </a:stretch>
        </p:blipFill>
        <p:spPr bwMode="black">
          <a:xfrm>
            <a:off x="549201" y="1033463"/>
            <a:ext cx="1555824" cy="1392940"/>
          </a:xfrm>
          <a:prstGeom prst="rect">
            <a:avLst/>
          </a:prstGeom>
        </p:spPr>
      </p:pic>
    </p:spTree>
    <p:extLst>
      <p:ext uri="{BB962C8B-B14F-4D97-AF65-F5344CB8AC3E}">
        <p14:creationId xmlns:p14="http://schemas.microsoft.com/office/powerpoint/2010/main" val="245950691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355.xml><?xml version="1.0" encoding="utf-8"?>
<p:sldLayout xmlns:a="http://schemas.openxmlformats.org/drawingml/2006/main" xmlns:r="http://schemas.openxmlformats.org/officeDocument/2006/relationships" xmlns:p="http://schemas.openxmlformats.org/presentationml/2006/main" preserve="1" userDrawn="1">
  <p:cSld name="2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EE79450-F76B-B7C6-BF65-EFBA04ADB473}"/>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11" name="Picture 10" descr="Quotation marks">
            <a:extLst>
              <a:ext uri="{FF2B5EF4-FFF2-40B4-BE49-F238E27FC236}">
                <a16:creationId xmlns:a16="http://schemas.microsoft.com/office/drawing/2014/main" id="{3425CD53-2A7D-2007-E862-FDADC36307A1}"/>
              </a:ext>
            </a:extLst>
          </p:cNvPr>
          <p:cNvPicPr>
            <a:picLocks noChangeAspect="1"/>
          </p:cNvPicPr>
          <p:nvPr userDrawn="1"/>
        </p:nvPicPr>
        <p:blipFill>
          <a:blip r:embed="rId3"/>
          <a:srcRect/>
          <a:stretch/>
        </p:blipFill>
        <p:spPr bwMode="black">
          <a:xfrm>
            <a:off x="564441" y="1042185"/>
            <a:ext cx="1271081" cy="1132055"/>
          </a:xfrm>
          <a:prstGeom prst="rect">
            <a:avLst/>
          </a:prstGeom>
        </p:spPr>
      </p:pic>
    </p:spTree>
    <p:extLst>
      <p:ext uri="{BB962C8B-B14F-4D97-AF65-F5344CB8AC3E}">
        <p14:creationId xmlns:p14="http://schemas.microsoft.com/office/powerpoint/2010/main" val="422430217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356.xml><?xml version="1.0" encoding="utf-8"?>
<p:sldLayout xmlns:a="http://schemas.openxmlformats.org/drawingml/2006/main" xmlns:r="http://schemas.openxmlformats.org/officeDocument/2006/relationships" xmlns:p="http://schemas.openxmlformats.org/presentationml/2006/main" preserve="1" userDrawn="1">
  <p:cSld name="Section Titl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8C42C5-9D1B-8547-8199-B0D8C17707CB}"/>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5" y="3091208"/>
            <a:ext cx="4773168"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86576453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357.xml><?xml version="1.0" encoding="utf-8"?>
<p:sldLayout xmlns:a="http://schemas.openxmlformats.org/drawingml/2006/main" xmlns:r="http://schemas.openxmlformats.org/officeDocument/2006/relationships" xmlns:p="http://schemas.openxmlformats.org/presentationml/2006/main" preserve="1" userDrawn="1">
  <p:cSld name="Demo slid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2A6AA0B9-027D-8539-FF20-AFB01D1F7528}"/>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137566451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358.xml><?xml version="1.0" encoding="utf-8"?>
<p:sldLayout xmlns:a="http://schemas.openxmlformats.org/drawingml/2006/main" xmlns:r="http://schemas.openxmlformats.org/officeDocument/2006/relationships" xmlns:p="http://schemas.openxmlformats.org/presentationml/2006/main" preserve="1" userDrawn="1">
  <p:cSld name="Section Title 2">
    <p:bg>
      <p:bgPr>
        <a:solidFill>
          <a:schemeClr val="tx2"/>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2D5FC56-4517-D1AD-EA54-49ECDFA7612A}"/>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244793605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359.xml><?xml version="1.0" encoding="utf-8"?>
<p:sldLayout xmlns:a="http://schemas.openxmlformats.org/drawingml/2006/main" xmlns:r="http://schemas.openxmlformats.org/officeDocument/2006/relationships" xmlns:p="http://schemas.openxmlformats.org/presentationml/2006/main" preserve="1" userDrawn="1">
  <p:cSld name="Demo slide 2">
    <p:bg>
      <p:bgPr>
        <a:solidFill>
          <a:schemeClr val="bg2"/>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9A79DAA2-FFF6-E1D5-7BF6-E98C822B2F5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226360842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360.xml><?xml version="1.0" encoding="utf-8"?>
<p:sldLayout xmlns:a="http://schemas.openxmlformats.org/drawingml/2006/main" xmlns:r="http://schemas.openxmlformats.org/officeDocument/2006/relationships" xmlns:p="http://schemas.openxmlformats.org/presentationml/2006/main" preserve="1" userDrawn="1">
  <p:cSld name="Section Title 3">
    <p:bg bwMode="gray">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756D10-0030-D9D3-52FE-13D839CE63BE}"/>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8542742"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36836294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361.xml><?xml version="1.0" encoding="utf-8"?>
<p:sldLayout xmlns:a="http://schemas.openxmlformats.org/drawingml/2006/main" xmlns:r="http://schemas.openxmlformats.org/officeDocument/2006/relationships" xmlns:p="http://schemas.openxmlformats.org/presentationml/2006/main" preserve="1" userDrawn="1">
  <p:cSld name="Demo slide 3">
    <p:bg bwMode="gray">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84A2250-4B7E-6E63-E698-996FB39D2C14}"/>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07777"/>
          </a:xfrm>
          <a:noFill/>
        </p:spPr>
        <p:txBody>
          <a:bodyPr lIns="0" tIns="0" rIns="0" bIns="0">
            <a:spAutoFit/>
          </a:bodyPr>
          <a:lstStyle>
            <a:lvl1pPr marL="0" indent="0">
              <a:spcBef>
                <a:spcPts val="0"/>
              </a:spcBef>
              <a:spcAft>
                <a:spcPts val="0"/>
              </a:spcAft>
              <a:buFont typeface="Arial" panose="020B0604020202020204" pitchFamily="34" charset="0"/>
              <a:buNone/>
              <a:defRPr sz="2000" spc="0" baseline="0">
                <a:solidFill>
                  <a:schemeClr val="bg1"/>
                </a:solidFill>
                <a:latin typeface="+mn-lt"/>
              </a:defRPr>
            </a:lvl1pPr>
          </a:lstStyle>
          <a:p>
            <a:pPr lvl="0"/>
            <a:r>
              <a:rPr lang="en-US"/>
              <a:t>Speaker name</a:t>
            </a:r>
          </a:p>
        </p:txBody>
      </p:sp>
    </p:spTree>
    <p:extLst>
      <p:ext uri="{BB962C8B-B14F-4D97-AF65-F5344CB8AC3E}">
        <p14:creationId xmlns:p14="http://schemas.microsoft.com/office/powerpoint/2010/main" val="43931212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362.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443789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363.xml><?xml version="1.0" encoding="utf-8"?>
<p:sldLayout xmlns:a="http://schemas.openxmlformats.org/drawingml/2006/main" xmlns:r="http://schemas.openxmlformats.org/officeDocument/2006/relationships" xmlns:p="http://schemas.openxmlformats.org/presentationml/2006/main" preserve="1" userDrawn="1">
  <p:cSld name="Blank 2">
    <p:bg>
      <p:bgPr>
        <a:solidFill>
          <a:schemeClr val="tx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096543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64.xml><?xml version="1.0" encoding="utf-8"?>
<p:sldLayout xmlns:a="http://schemas.openxmlformats.org/drawingml/2006/main" xmlns:r="http://schemas.openxmlformats.org/officeDocument/2006/relationships" xmlns:p="http://schemas.openxmlformats.org/presentationml/2006/main" preserve="1" userDrawn="1">
  <p:cSld name="Closing logo slide">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6" name="Title 1">
            <a:extLst>
              <a:ext uri="{FF2B5EF4-FFF2-40B4-BE49-F238E27FC236}">
                <a16:creationId xmlns:a16="http://schemas.microsoft.com/office/drawing/2014/main" id="{08079CCE-8626-53E5-1C9C-E9081D2B67CD}"/>
              </a:ext>
            </a:extLst>
          </p:cNvPr>
          <p:cNvSpPr>
            <a:spLocks noGrp="1"/>
          </p:cNvSpPr>
          <p:nvPr>
            <p:ph type="title"/>
          </p:nvPr>
        </p:nvSpPr>
        <p:spPr>
          <a:xfrm>
            <a:off x="4255769" y="1769814"/>
            <a:ext cx="550468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
        <p:nvSpPr>
          <p:cNvPr id="7" name="Text Placeholder 4">
            <a:extLst>
              <a:ext uri="{FF2B5EF4-FFF2-40B4-BE49-F238E27FC236}">
                <a16:creationId xmlns:a16="http://schemas.microsoft.com/office/drawing/2014/main" id="{8845B3A2-DAC2-0B7B-1866-377A5A244AC2}"/>
              </a:ext>
            </a:extLst>
          </p:cNvPr>
          <p:cNvSpPr>
            <a:spLocks noGrp="1"/>
          </p:cNvSpPr>
          <p:nvPr>
            <p:ph type="body" sz="quarter" idx="12" hasCustomPrompt="1"/>
          </p:nvPr>
        </p:nvSpPr>
        <p:spPr>
          <a:xfrm>
            <a:off x="585216" y="1572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Tree>
    <p:extLst>
      <p:ext uri="{BB962C8B-B14F-4D97-AF65-F5344CB8AC3E}">
        <p14:creationId xmlns:p14="http://schemas.microsoft.com/office/powerpoint/2010/main" val="89739085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1272">
          <p15:clr>
            <a:srgbClr val="FBAE40"/>
          </p15:clr>
        </p15:guide>
        <p15:guide id="3" orient="horz" pos="912">
          <p15:clr>
            <a:srgbClr val="FBAE40"/>
          </p15:clr>
        </p15:guide>
      </p15:sldGuideLst>
    </p:ext>
  </p:extLst>
</p:sldLayout>
</file>

<file path=ppt/slideLayouts/slideLayout365.xml><?xml version="1.0" encoding="utf-8"?>
<p:sldLayout xmlns:a="http://schemas.openxmlformats.org/drawingml/2006/main" xmlns:r="http://schemas.openxmlformats.org/officeDocument/2006/relationships" xmlns:p="http://schemas.openxmlformats.org/presentationml/2006/main" preserve="1" userDrawn="1">
  <p:cSld name="Closing logo slide 2">
    <p:bg>
      <p:bgPr>
        <a:solidFill>
          <a:schemeClr val="tx2"/>
        </a:solidFill>
        <a:effectLst/>
      </p:bgPr>
    </p:bg>
    <p:spTree>
      <p:nvGrpSpPr>
        <p:cNvPr id="1" name=""/>
        <p:cNvGrpSpPr/>
        <p:nvPr/>
      </p:nvGrpSpPr>
      <p:grpSpPr>
        <a:xfrm>
          <a:off x="0" y="0"/>
          <a:ext cx="0" cy="0"/>
          <a:chOff x="0" y="0"/>
          <a:chExt cx="0" cy="0"/>
        </a:xfrm>
      </p:grpSpPr>
      <p:sp>
        <p:nvSpPr>
          <p:cNvPr id="10" name="Text Placeholder 4">
            <a:extLst>
              <a:ext uri="{FF2B5EF4-FFF2-40B4-BE49-F238E27FC236}">
                <a16:creationId xmlns:a16="http://schemas.microsoft.com/office/drawing/2014/main" id="{4F0F127D-8512-846C-2C30-5A85666BF445}"/>
              </a:ext>
            </a:extLst>
          </p:cNvPr>
          <p:cNvSpPr>
            <a:spLocks noGrp="1"/>
          </p:cNvSpPr>
          <p:nvPr>
            <p:ph type="body" sz="quarter" idx="12" hasCustomPrompt="1"/>
          </p:nvPr>
        </p:nvSpPr>
        <p:spPr>
          <a:xfrm>
            <a:off x="6090921" y="4612614"/>
            <a:ext cx="5524500" cy="553998"/>
          </a:xfrm>
          <a:noFill/>
        </p:spPr>
        <p:txBody>
          <a:bodyPr wrap="square" lIns="0" tIns="0" rIns="0" bIns="0">
            <a:spAutoFit/>
          </a:bodyPr>
          <a:lstStyle>
            <a:lvl1pPr marL="0" indent="0" algn="r"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7A38A2C9-D8C3-D252-BC8C-25222F314054}"/>
              </a:ext>
            </a:extLst>
          </p:cNvPr>
          <p:cNvSpPr>
            <a:spLocks noGrp="1"/>
          </p:cNvSpPr>
          <p:nvPr>
            <p:ph type="title"/>
          </p:nvPr>
        </p:nvSpPr>
        <p:spPr>
          <a:xfrm>
            <a:off x="588263" y="1766555"/>
            <a:ext cx="550265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542775558"/>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912">
          <p15:clr>
            <a:srgbClr val="FBAE40"/>
          </p15:clr>
        </p15:guide>
        <p15:guide id="3" orient="horz" pos="1272">
          <p15:clr>
            <a:srgbClr val="FBAE40"/>
          </p15:clr>
        </p15:guide>
      </p15:sldGuideLst>
    </p:ext>
  </p:extLst>
</p:sldLayout>
</file>

<file path=ppt/slideLayouts/slideLayout366.xml><?xml version="1.0" encoding="utf-8"?>
<p:sldLayout xmlns:a="http://schemas.openxmlformats.org/drawingml/2006/main" xmlns:r="http://schemas.openxmlformats.org/officeDocument/2006/relationships" xmlns:p="http://schemas.openxmlformats.org/presentationml/2006/main" preserve="1" userDrawn="1">
  <p:cSld name="Closing logo slide 3">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4F8C85E6-DBED-FCF3-8B7D-1F82C6DBBCB7}"/>
              </a:ext>
            </a:extLst>
          </p:cNvPr>
          <p:cNvSpPr>
            <a:spLocks noGrp="1"/>
          </p:cNvSpPr>
          <p:nvPr>
            <p:ph type="title"/>
          </p:nvPr>
        </p:nvSpPr>
        <p:spPr>
          <a:xfrm>
            <a:off x="588263" y="1845276"/>
            <a:ext cx="11018520" cy="553998"/>
          </a:xfrm>
        </p:spPr>
        <p:txBody>
          <a:bodyPr/>
          <a:lstStyle>
            <a:lvl1pPr marL="0" algn="l" defTabSz="457200" rtl="0" eaLnBrk="1" latinLnBrk="0" hangingPunct="1">
              <a:defRPr lang="en-US" sz="3600" b="1" kern="1200" dirty="0">
                <a:gradFill>
                  <a:gsLst>
                    <a:gs pos="0">
                      <a:srgbClr val="FF5C39"/>
                    </a:gs>
                    <a:gs pos="100000">
                      <a:srgbClr val="C73ECC"/>
                    </a:gs>
                  </a:gsLst>
                  <a:lin ang="3900000" scaled="0"/>
                </a:gradFill>
                <a:latin typeface="Segoe UI" panose="020B0502040204020203" pitchFamily="34" charset="0"/>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1814380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367.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gray">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solidFill>
                  <a:schemeClr val="tx1"/>
                </a:soli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1286506"/>
          </a:xfrm>
        </p:spPr>
        <p:txBody>
          <a:bodyPr>
            <a:spAutoFit/>
          </a:bodyPr>
          <a:lstStyle>
            <a:lvl1pPr>
              <a:defRPr sz="2000">
                <a:latin typeface="+mn-lt"/>
              </a:defRPr>
            </a:lvl1pPr>
            <a:lvl2pPr>
              <a:defRPr sz="1600">
                <a:latin typeface="+mn-lt"/>
              </a:defRPr>
            </a:lvl2pPr>
            <a:lvl3pPr>
              <a:defRPr sz="1400">
                <a:latin typeface="+mn-lt"/>
              </a:defRPr>
            </a:lvl3pPr>
            <a:lvl4pPr>
              <a:defRPr sz="1200">
                <a:latin typeface="+mn-lt"/>
              </a:defRPr>
            </a:lvl4pPr>
            <a:lvl5pPr>
              <a:defRPr sz="11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solidFill>
                  <a:srgbClr val="000000"/>
                </a:soli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3907401261"/>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Layouts/slideLayout368.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13474148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369.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8833812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370.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190285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userDrawn="1">
          <p15:clr>
            <a:srgbClr val="FBAE40"/>
          </p15:clr>
        </p15:guide>
        <p15:guide id="2" orient="horz" pos="2647" userDrawn="1">
          <p15:clr>
            <a:srgbClr val="FBAE40"/>
          </p15:clr>
        </p15:guide>
      </p15:sldGuideLst>
    </p:ext>
  </p:extLst>
</p:sldLayout>
</file>

<file path=ppt/slideLayouts/slideLayout371.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9841306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guide id="40" pos="3840" userDrawn="1">
          <p15:clr>
            <a:srgbClr val="FBAE40"/>
          </p15:clr>
        </p15:guide>
      </p15:sldGuideLst>
    </p:ext>
  </p:extLst>
</p:sldLayout>
</file>

<file path=ppt/slideLayouts/slideLayout372.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06971266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sldGuideLst>
    </p:ext>
  </p:extLst>
</p:sldLayout>
</file>

<file path=ppt/slideLayouts/slideLayout373.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9696606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74.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9405676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userDrawn="1">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userDrawn="1">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75.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7356945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76.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707281"/>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2647809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77.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18332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78.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2734392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userDrawn="1">
          <p15:clr>
            <a:srgbClr val="954F72"/>
          </p15:clr>
        </p15:guide>
        <p15:guide id="9" pos="2150">
          <p15:clr>
            <a:srgbClr val="954F72"/>
          </p15:clr>
        </p15:guide>
        <p15:guide id="10" pos="2544"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userDrawn="1">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79.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160398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80.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3512493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81.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2348114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82.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4444391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2988" userDrawn="1">
          <p15:clr>
            <a:srgbClr val="FBAE40"/>
          </p15:clr>
        </p15:guide>
        <p15:guide id="42" pos="5352" userDrawn="1">
          <p15:clr>
            <a:srgbClr val="FBAE40"/>
          </p15:clr>
        </p15:guide>
        <p15:guide id="43" orient="horz" pos="1085" userDrawn="1">
          <p15:clr>
            <a:srgbClr val="FBAE40"/>
          </p15:clr>
        </p15:guide>
      </p15:sldGuideLst>
    </p:ext>
  </p:extLst>
</p:sldLayout>
</file>

<file path=ppt/slideLayouts/slideLayout383.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5392417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384.xml><?xml version="1.0" encoding="utf-8"?>
<p:sldLayout xmlns:a="http://schemas.openxmlformats.org/drawingml/2006/main" xmlns:r="http://schemas.openxmlformats.org/officeDocument/2006/relationships" xmlns:p="http://schemas.openxmlformats.org/presentationml/2006/main" preserve="1" userDrawn="1">
  <p:cSld name="4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75032791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385.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80857129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386.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358688"/>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387.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4442374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388.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97981605"/>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389.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3261136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390.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62243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91.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398820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userDrawn="1">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userDrawn="1">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92.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439070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93.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4350463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94.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9668924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95.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0662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96.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76425179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97.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6401984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398.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84243487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399.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9935578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00.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9689885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01.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22205983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02.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73589038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03.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2084087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userDrawn="1">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04.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226551399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05.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185120091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06.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6784805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407.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6905234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408.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7741485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09.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1258852"/>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410.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359519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userDrawn="1">
          <p15:clr>
            <a:srgbClr val="FBAE40"/>
          </p15:clr>
        </p15:guide>
      </p15:sldGuideLst>
    </p:ext>
  </p:extLst>
</p:sldLayout>
</file>

<file path=ppt/slideLayouts/slideLayout411.xml><?xml version="1.0" encoding="utf-8"?>
<p:sldLayout xmlns:a="http://schemas.openxmlformats.org/drawingml/2006/main" xmlns:r="http://schemas.openxmlformats.org/officeDocument/2006/relationships" xmlns:p="http://schemas.openxmlformats.org/presentationml/2006/main"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22435780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412.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14592919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413.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163449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414.xml><?xml version="1.0" encoding="utf-8"?>
<p:sldLayout xmlns:a="http://schemas.openxmlformats.org/drawingml/2006/main" xmlns:r="http://schemas.openxmlformats.org/officeDocument/2006/relationships" xmlns:p="http://schemas.openxmlformats.org/presentationml/2006/main" userDrawn="1">
  <p:cSld name="LearningPath2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4" name="Graphic 3">
            <a:extLst>
              <a:ext uri="{FF2B5EF4-FFF2-40B4-BE49-F238E27FC236}">
                <a16:creationId xmlns:a16="http://schemas.microsoft.com/office/drawing/2014/main" id="{7DE894E4-791C-907F-1385-BF33ADCFFE2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555918877"/>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7064">
          <p15:clr>
            <a:srgbClr val="FBAE40"/>
          </p15:clr>
        </p15:guide>
        <p15:guide id="41" orient="horz" pos="3638">
          <p15:clr>
            <a:srgbClr val="FBAE40"/>
          </p15:clr>
        </p15:guide>
      </p15:sldGuideLst>
    </p:ext>
  </p:extLst>
</p:sldLayout>
</file>

<file path=ppt/slideLayouts/slideLayout415.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7271408"/>
      </p:ext>
    </p:extLst>
  </p:cSld>
  <p:clrMapOvr>
    <a:masterClrMapping/>
  </p:clrMapOvr>
  <p:transition>
    <p:fade/>
  </p:transition>
</p:sldLayout>
</file>

<file path=ppt/slideLayouts/slideLayout416.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945696836"/>
      </p:ext>
    </p:extLst>
  </p:cSld>
  <p:clrMapOvr>
    <a:masterClrMapping/>
  </p:clrMapOvr>
  <p:transition>
    <p:fade/>
  </p:transition>
</p:sldLayout>
</file>

<file path=ppt/slideLayouts/slideLayout417.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084305509"/>
      </p:ext>
    </p:extLst>
  </p:cSld>
  <p:clrMapOvr>
    <a:masterClrMapping/>
  </p:clrMapOvr>
  <p:transition>
    <p:fade/>
  </p:transition>
</p:sldLayout>
</file>

<file path=ppt/slideLayouts/slideLayout418.xml><?xml version="1.0" encoding="utf-8"?>
<p:sldLayout xmlns:a="http://schemas.openxmlformats.org/drawingml/2006/main" xmlns:r="http://schemas.openxmlformats.org/officeDocument/2006/relationships" xmlns:p="http://schemas.openxmlformats.org/presentationml/2006/main"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04843045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19.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56032623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420.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45057173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421.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4828290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422.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74816696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guide id="40" pos="3840">
          <p15:clr>
            <a:srgbClr val="FBAE40"/>
          </p15:clr>
        </p15:guide>
      </p15:sldGuideLst>
    </p:ext>
  </p:extLst>
</p:sldLayout>
</file>

<file path=ppt/slideLayouts/slideLayout423.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20223732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sldGuideLst>
    </p:ext>
  </p:extLst>
</p:sldLayout>
</file>

<file path=ppt/slideLayouts/slideLayout424.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76543902"/>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25.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965201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26.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72326342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27.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95224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28.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25886540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29.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564391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30.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6508173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31.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15104689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32.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471652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33.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0355855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2988">
          <p15:clr>
            <a:srgbClr val="FBAE40"/>
          </p15:clr>
        </p15:guide>
        <p15:guide id="42" pos="5352">
          <p15:clr>
            <a:srgbClr val="FBAE40"/>
          </p15:clr>
        </p15:guide>
        <p15:guide id="43" orient="horz" pos="1085">
          <p15:clr>
            <a:srgbClr val="FBAE40"/>
          </p15:clr>
        </p15:guide>
      </p15:sldGuideLst>
    </p:ext>
  </p:extLst>
</p:sldLayout>
</file>

<file path=ppt/slideLayouts/slideLayout434.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6867567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435.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3589130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436.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27744721"/>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437.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43621746"/>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438.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77534660"/>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439.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77606402"/>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440.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44938"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17149108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41.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99425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42.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860518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43.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3422298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44.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3187353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45.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3442097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46.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218785744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47.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75333801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48.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3313597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449.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8911283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50.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15380387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51.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8572234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52.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4018437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53.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4888954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54.xml><?xml version="1.0" encoding="utf-8"?>
<p:sldLayout xmlns:a="http://schemas.openxmlformats.org/drawingml/2006/main" xmlns:r="http://schemas.openxmlformats.org/officeDocument/2006/relationships" xmlns:p="http://schemas.openxmlformats.org/presentationml/2006/main" preserve="1"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18722413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55.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67078604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56.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45562202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57.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9675666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458.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13860271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459.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839624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460.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87226471"/>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461.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4840281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p15:clr>
            <a:srgbClr val="FBAE40"/>
          </p15:clr>
        </p15:guide>
      </p15:sldGuideLst>
    </p:ext>
  </p:extLst>
</p:sldLayout>
</file>

<file path=ppt/slideLayouts/slideLayout462.xml><?xml version="1.0" encoding="utf-8"?>
<p:sldLayout xmlns:a="http://schemas.openxmlformats.org/drawingml/2006/main" xmlns:r="http://schemas.openxmlformats.org/officeDocument/2006/relationships" xmlns:p="http://schemas.openxmlformats.org/presentationml/2006/main" preserve="1"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1124420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463.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0440552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464.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577163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465.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3542492"/>
      </p:ext>
    </p:extLst>
  </p:cSld>
  <p:clrMapOvr>
    <a:masterClrMapping/>
  </p:clrMapOvr>
  <p:transition>
    <p:fade/>
  </p:transition>
</p:sldLayout>
</file>

<file path=ppt/slideLayouts/slideLayout466.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671429784"/>
      </p:ext>
    </p:extLst>
  </p:cSld>
  <p:clrMapOvr>
    <a:masterClrMapping/>
  </p:clrMapOvr>
  <p:transition>
    <p:fade/>
  </p:transition>
</p:sldLayout>
</file>

<file path=ppt/slideLayouts/slideLayout467.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2735761152"/>
      </p:ext>
    </p:extLst>
  </p:cSld>
  <p:clrMapOvr>
    <a:masterClrMapping/>
  </p:clrMapOvr>
  <p:transition>
    <p:fade/>
  </p:transition>
</p:sldLayout>
</file>

<file path=ppt/slideLayouts/slideLayout468.xml><?xml version="1.0" encoding="utf-8"?>
<p:sldLayout xmlns:a="http://schemas.openxmlformats.org/drawingml/2006/main" xmlns:r="http://schemas.openxmlformats.org/officeDocument/2006/relationships" xmlns:p="http://schemas.openxmlformats.org/presentationml/2006/main" preserve="1" userDrawn="1">
  <p:cSld name="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4" name="Picture 3" descr="Microsoft Learn&#10;Spark possibility">
            <a:extLst>
              <a:ext uri="{FF2B5EF4-FFF2-40B4-BE49-F238E27FC236}">
                <a16:creationId xmlns:a16="http://schemas.microsoft.com/office/drawing/2014/main" id="{5DD74BAF-F737-DF24-4119-69612D6CEE2E}"/>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7"/>
          </a:xfrm>
          <a:prstGeom prst="rect">
            <a:avLst/>
          </a:prstGeom>
        </p:spPr>
      </p:pic>
    </p:spTree>
    <p:extLst>
      <p:ext uri="{BB962C8B-B14F-4D97-AF65-F5344CB8AC3E}">
        <p14:creationId xmlns:p14="http://schemas.microsoft.com/office/powerpoint/2010/main" val="19961896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469.xml><?xml version="1.0" encoding="utf-8"?>
<p:sldLayout xmlns:a="http://schemas.openxmlformats.org/drawingml/2006/main" xmlns:r="http://schemas.openxmlformats.org/officeDocument/2006/relationships" xmlns:p="http://schemas.openxmlformats.org/presentationml/2006/main" preserve="1" userDrawn="1">
  <p:cSld name="1_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12" name="Title 1">
            <a:extLst>
              <a:ext uri="{FF2B5EF4-FFF2-40B4-BE49-F238E27FC236}">
                <a16:creationId xmlns:a16="http://schemas.microsoft.com/office/drawing/2014/main" id="{C419B008-216D-CA1F-2D39-75B36E6A6972}"/>
              </a:ext>
            </a:extLst>
          </p:cNvPr>
          <p:cNvSpPr>
            <a:spLocks noGrp="1"/>
          </p:cNvSpPr>
          <p:nvPr>
            <p:ph type="title" hasCustomPrompt="1"/>
          </p:nvPr>
        </p:nvSpPr>
        <p:spPr>
          <a:xfrm>
            <a:off x="588263" y="2573338"/>
            <a:ext cx="11021125" cy="1676929"/>
          </a:xfrm>
        </p:spPr>
        <p:txBody>
          <a:bodyPr wrap="square" anchor="b" anchorCtr="0">
            <a:noAutofit/>
          </a:bodyPr>
          <a:lstStyle>
            <a:lvl1pPr>
              <a:lnSpc>
                <a:spcPct val="90000"/>
              </a:lnSpc>
              <a:defRPr sz="4800">
                <a:solidFill>
                  <a:schemeClr val="tx1"/>
                </a:solidFill>
              </a:defRPr>
            </a:lvl1pPr>
          </a:lstStyle>
          <a:p>
            <a:r>
              <a:rPr lang="en-US"/>
              <a:t>Microsoft Learn</a:t>
            </a:r>
            <a:br>
              <a:rPr lang="en-US"/>
            </a:br>
            <a:r>
              <a:rPr lang="en-US"/>
              <a:t>presentation title or event name</a:t>
            </a:r>
          </a:p>
        </p:txBody>
      </p:sp>
      <p:sp>
        <p:nvSpPr>
          <p:cNvPr id="13" name="Text Placeholder 4">
            <a:extLst>
              <a:ext uri="{FF2B5EF4-FFF2-40B4-BE49-F238E27FC236}">
                <a16:creationId xmlns:a16="http://schemas.microsoft.com/office/drawing/2014/main" id="{AA0EBFEA-E746-E760-148D-6B55E33CE98B}"/>
              </a:ext>
            </a:extLst>
          </p:cNvPr>
          <p:cNvSpPr>
            <a:spLocks noGrp="1"/>
          </p:cNvSpPr>
          <p:nvPr>
            <p:ph type="body" sz="quarter" idx="12" hasCustomPrompt="1"/>
          </p:nvPr>
        </p:nvSpPr>
        <p:spPr>
          <a:xfrm>
            <a:off x="582043" y="4445908"/>
            <a:ext cx="11021124"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86589986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470.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nSpc>
                <a:spcPct val="100000"/>
              </a:lnSpc>
              <a:defRPr sz="3600">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9900723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471.xml><?xml version="1.0" encoding="utf-8"?>
<p:sldLayout xmlns:a="http://schemas.openxmlformats.org/drawingml/2006/main" xmlns:r="http://schemas.openxmlformats.org/officeDocument/2006/relationships" xmlns:p="http://schemas.openxmlformats.org/presentationml/2006/main" preserve="1" userDrawn="1">
  <p:cSld name="Title Slide 2">
    <p:bg>
      <p:bgRef idx="1001">
        <a:schemeClr val="bg1"/>
      </p:bgRef>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16C68DE-B737-469C-0510-1CE6FB0FCD97}"/>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106072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472.xml><?xml version="1.0" encoding="utf-8"?>
<p:sldLayout xmlns:a="http://schemas.openxmlformats.org/drawingml/2006/main" xmlns:r="http://schemas.openxmlformats.org/officeDocument/2006/relationships" xmlns:p="http://schemas.openxmlformats.org/presentationml/2006/main" preserve="1" userDrawn="1">
  <p:cSld name="Title Slide 3">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F6A99E2-B1B8-F05E-79FB-6E5F6BA2198F}"/>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979539"/>
            <a:ext cx="8680865" cy="553998"/>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8673983"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6536316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473.xml><?xml version="1.0" encoding="utf-8"?>
<p:sldLayout xmlns:a="http://schemas.openxmlformats.org/drawingml/2006/main" xmlns:r="http://schemas.openxmlformats.org/officeDocument/2006/relationships" xmlns:p="http://schemas.openxmlformats.org/presentationml/2006/main" preserve="1" userDrawn="1">
  <p:cSld name="Title Slide 4">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A518B55A-6C79-359D-87CF-515B5B5F6EF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cxnSp>
        <p:nvCxnSpPr>
          <p:cNvPr id="12" name="Straight Connector 11">
            <a:extLst>
              <a:ext uri="{FF2B5EF4-FFF2-40B4-BE49-F238E27FC236}">
                <a16:creationId xmlns:a16="http://schemas.microsoft.com/office/drawing/2014/main" id="{731143F6-2E66-B7DD-83D0-10E3BEE182CA}"/>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5D47B2CB-325C-5073-D8C2-698C29B7BD94}"/>
              </a:ext>
            </a:extLst>
          </p:cNvPr>
          <p:cNvSpPr>
            <a:spLocks noGrp="1"/>
          </p:cNvSpPr>
          <p:nvPr>
            <p:ph type="body" sz="quarter" idx="13" hasCustomPrompt="1"/>
          </p:nvPr>
        </p:nvSpPr>
        <p:spPr>
          <a:xfrm>
            <a:off x="582043" y="426212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12071492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474.xml><?xml version="1.0" encoding="utf-8"?>
<p:sldLayout xmlns:a="http://schemas.openxmlformats.org/drawingml/2006/main" xmlns:r="http://schemas.openxmlformats.org/officeDocument/2006/relationships" xmlns:p="http://schemas.openxmlformats.org/presentationml/2006/main" preserve="1" userDrawn="1">
  <p:cSld name="Title Slide 5">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5CC7D666-BCD6-C322-9710-8EA204E6238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1" y="0"/>
            <a:ext cx="12191996" cy="6857998"/>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8547960" y="2099733"/>
            <a:ext cx="2863181" cy="2863181"/>
          </a:xfrm>
          <a:prstGeom prst="roundRect">
            <a:avLst>
              <a:gd name="adj" fmla="val 21738"/>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8328418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475.xml><?xml version="1.0" encoding="utf-8"?>
<p:sldLayout xmlns:a="http://schemas.openxmlformats.org/drawingml/2006/main" xmlns:r="http://schemas.openxmlformats.org/officeDocument/2006/relationships" xmlns:p="http://schemas.openxmlformats.org/presentationml/2006/main" preserve="1" userDrawn="1">
  <p:cSld name="2_Title Slide 5">
    <p:bg>
      <p:bgPr>
        <a:solidFill>
          <a:schemeClr val="bg2"/>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3A552F5-A279-E01D-8684-06A66C8E3A3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4" y="2425541"/>
            <a:ext cx="4419602"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4" y="3962400"/>
            <a:ext cx="441960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6066182" y="1209017"/>
            <a:ext cx="4419601" cy="4419601"/>
          </a:xfrm>
          <a:prstGeom prst="roundRect">
            <a:avLst>
              <a:gd name="adj" fmla="val 21738"/>
            </a:avLst>
          </a:prstGeom>
          <a:blipFill>
            <a:blip r:embed="rId4" cstate="email">
              <a:extLst>
                <a:ext uri="{28A0092B-C50C-407E-A947-70E740481C1C}">
                  <a14:useLocalDpi xmlns:a14="http://schemas.microsoft.com/office/drawing/2010/main"/>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75889412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476.xml><?xml version="1.0" encoding="utf-8"?>
<p:sldLayout xmlns:a="http://schemas.openxmlformats.org/drawingml/2006/main" xmlns:r="http://schemas.openxmlformats.org/officeDocument/2006/relationships" xmlns:p="http://schemas.openxmlformats.org/presentationml/2006/main" preserve="1" userDrawn="1">
  <p:cSld name="Title Slide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3393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4260778"/>
            <a:ext cx="4335897"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9" name="Picture Placeholder" descr="This photo is a 'placeholder' only. Drag or drop your photo here, or click and tap the center to insert a photo.">
            <a:extLst>
              <a:ext uri="{FF2B5EF4-FFF2-40B4-BE49-F238E27FC236}">
                <a16:creationId xmlns:a16="http://schemas.microsoft.com/office/drawing/2014/main" id="{E9C6438B-8AA6-6FF8-579B-E6859D9CFF89}"/>
              </a:ext>
            </a:extLst>
          </p:cNvPr>
          <p:cNvSpPr>
            <a:spLocks noGrp="1"/>
          </p:cNvSpPr>
          <p:nvPr>
            <p:ph type="pic" sz="quarter" idx="11" hasCustomPrompt="1"/>
          </p:nvPr>
        </p:nvSpPr>
        <p:spPr bwMode="ltGray">
          <a:xfrm>
            <a:off x="5334000" y="0"/>
            <a:ext cx="6858000" cy="6858000"/>
          </a:xfrm>
          <a:blipFill>
            <a:blip r:embed="rId3"/>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cxnSp>
        <p:nvCxnSpPr>
          <p:cNvPr id="8" name="Straight Connector 7">
            <a:extLst>
              <a:ext uri="{FF2B5EF4-FFF2-40B4-BE49-F238E27FC236}">
                <a16:creationId xmlns:a16="http://schemas.microsoft.com/office/drawing/2014/main" id="{D9E5E791-B100-3AA7-21F7-E48EDD0B5D63}"/>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652114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477.xml><?xml version="1.0" encoding="utf-8"?>
<p:sldLayout xmlns:a="http://schemas.openxmlformats.org/drawingml/2006/main" xmlns:r="http://schemas.openxmlformats.org/officeDocument/2006/relationships" xmlns:p="http://schemas.openxmlformats.org/presentationml/2006/main" preserve="1" userDrawn="1">
  <p:cSld name="Title and Content_Microso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a:xfrm>
            <a:off x="588263" y="457200"/>
            <a:ext cx="11018520" cy="553998"/>
          </a:xfrm>
        </p:spPr>
        <p:txBody>
          <a:bodyPr/>
          <a:lstStyle>
            <a:lvl1pPr>
              <a:lnSpc>
                <a:spcPct val="100000"/>
              </a:lnSpc>
              <a:defRPr sz="3600">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sz="2800">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60132376"/>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478.xml><?xml version="1.0" encoding="utf-8"?>
<p:sldLayout xmlns:a="http://schemas.openxmlformats.org/drawingml/2006/main" xmlns:r="http://schemas.openxmlformats.org/officeDocument/2006/relationships" xmlns:p="http://schemas.openxmlformats.org/presentationml/2006/main" preserve="1" userDrawn="1">
  <p:cSld name="Title and Content Al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pic>
        <p:nvPicPr>
          <p:cNvPr id="1026" name="Picture 2" descr="A black triangle on a white background&#10;&#10;Description automatically generated">
            <a:extLst>
              <a:ext uri="{FF2B5EF4-FFF2-40B4-BE49-F238E27FC236}">
                <a16:creationId xmlns:a16="http://schemas.microsoft.com/office/drawing/2014/main" id="{D34FB095-B792-8E28-D887-870C3ECB52A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1711892" y="6232204"/>
            <a:ext cx="287452" cy="45731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3253083"/>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479.xml><?xml version="1.0" encoding="utf-8"?>
<p:sldLayout xmlns:a="http://schemas.openxmlformats.org/drawingml/2006/main" xmlns:r="http://schemas.openxmlformats.org/officeDocument/2006/relationships" xmlns:p="http://schemas.openxmlformats.org/presentationml/2006/main" preserve="1" userDrawn="1">
  <p:cSld name="Title and Content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7" name="Text Placeholder 3">
            <a:extLst>
              <a:ext uri="{FF2B5EF4-FFF2-40B4-BE49-F238E27FC236}">
                <a16:creationId xmlns:a16="http://schemas.microsoft.com/office/drawing/2014/main" id="{86F2E5AA-B8E1-2D99-BFF6-55964406C169}"/>
              </a:ext>
            </a:extLst>
          </p:cNvPr>
          <p:cNvSpPr>
            <a:spLocks noGrp="1"/>
          </p:cNvSpPr>
          <p:nvPr>
            <p:ph type="body" sz="quarter" idx="10" hasCustomPrompt="1"/>
          </p:nvPr>
        </p:nvSpPr>
        <p:spPr>
          <a:xfrm>
            <a:off x="584200" y="1961079"/>
            <a:ext cx="11018521" cy="307777"/>
          </a:xfrm>
          <a:prstGeom prst="rect">
            <a:avLst/>
          </a:prstGeom>
        </p:spPr>
        <p:txBody>
          <a:bodyPr wrap="square" lIns="0" tIns="0" rIns="0" bIns="0">
            <a:spAutoFit/>
          </a:bodyPr>
          <a:lstStyle>
            <a:lvl1pPr marL="0" indent="0">
              <a:lnSpc>
                <a:spcPts val="2400"/>
              </a:lnSpc>
              <a:buNone/>
              <a:defRPr sz="2000" b="0" i="0" spc="0">
                <a:solidFill>
                  <a:srgbClr val="000000"/>
                </a:solidFill>
                <a:latin typeface="+mj-lt"/>
              </a:defRPr>
            </a:lvl1pPr>
            <a:lvl2pPr marL="0" indent="0">
              <a:lnSpc>
                <a:spcPts val="2400"/>
              </a:lnSpc>
              <a:buNone/>
              <a:defRPr spc="0">
                <a:solidFill>
                  <a:srgbClr val="000000"/>
                </a:solidFill>
                <a:latin typeface="+mn-lt"/>
              </a:defRPr>
            </a:lvl2pPr>
            <a:lvl3pPr marL="457200" indent="0">
              <a:buNone/>
              <a:defRPr/>
            </a:lvl3pPr>
            <a:lvl4pPr marL="685800" indent="0">
              <a:buNone/>
              <a:defRPr/>
            </a:lvl4pPr>
            <a:lvl5pPr marL="914400" indent="0">
              <a:buNone/>
              <a:defRPr/>
            </a:lvl5pPr>
          </a:lstStyle>
          <a:p>
            <a:pPr lvl="1"/>
            <a:r>
              <a:rPr lang="en-US"/>
              <a:t>Large: subhead Segoe UI Regular 20/24</a:t>
            </a:r>
          </a:p>
        </p:txBody>
      </p:sp>
      <p:sp>
        <p:nvSpPr>
          <p:cNvPr id="8" name="Text Placeholder 4">
            <a:extLst>
              <a:ext uri="{FF2B5EF4-FFF2-40B4-BE49-F238E27FC236}">
                <a16:creationId xmlns:a16="http://schemas.microsoft.com/office/drawing/2014/main" id="{24F7BF36-6F86-1AAC-B730-8494CAF9A2B5}"/>
              </a:ext>
            </a:extLst>
          </p:cNvPr>
          <p:cNvSpPr>
            <a:spLocks noGrp="1"/>
          </p:cNvSpPr>
          <p:nvPr>
            <p:ph type="body" sz="quarter" idx="11" hasCustomPrompt="1"/>
          </p:nvPr>
        </p:nvSpPr>
        <p:spPr>
          <a:xfrm>
            <a:off x="584200" y="3075739"/>
            <a:ext cx="11018521" cy="220510"/>
          </a:xfrm>
          <a:prstGeom prst="rect">
            <a:avLst/>
          </a:prstGeom>
        </p:spPr>
        <p:txBody>
          <a:bodyPr lIns="0" tIns="0" rIns="0" bIns="0"/>
          <a:lstStyle>
            <a:lvl1pPr marL="0" indent="0">
              <a:lnSpc>
                <a:spcPts val="1800"/>
              </a:lnSpc>
              <a:spcBef>
                <a:spcPts val="0"/>
              </a:spcBef>
              <a:buNone/>
              <a:defRPr sz="1400" b="0" spc="0">
                <a:solidFill>
                  <a:schemeClr val="accent1"/>
                </a:solidFill>
                <a:latin typeface="+mj-lt"/>
              </a:defRPr>
            </a:lvl1pPr>
            <a:lvl2pPr marL="0" indent="0">
              <a:lnSpc>
                <a:spcPts val="1800"/>
              </a:lnSpc>
              <a:spcBef>
                <a:spcPts val="0"/>
              </a:spcBef>
              <a:buNone/>
              <a:defRPr sz="1400" spc="0">
                <a:solidFill>
                  <a:srgbClr val="000000"/>
                </a:solidFill>
              </a:defRPr>
            </a:lvl2pPr>
            <a:lvl3pPr marL="457200" indent="0">
              <a:buNone/>
              <a:defRPr/>
            </a:lvl3pPr>
            <a:lvl4pPr marL="685800" indent="0">
              <a:buNone/>
              <a:defRPr/>
            </a:lvl4pPr>
            <a:lvl5pPr marL="914400" indent="0">
              <a:buNone/>
              <a:defRPr/>
            </a:lvl5pPr>
          </a:lstStyle>
          <a:p>
            <a:pPr lvl="0"/>
            <a:r>
              <a:rPr lang="en-US"/>
              <a:t>Medium: paragraph heading Segoe UI </a:t>
            </a:r>
            <a:r>
              <a:rPr lang="en-US" err="1"/>
              <a:t>Semibold</a:t>
            </a:r>
            <a:r>
              <a:rPr lang="en-US"/>
              <a:t> 14/18</a:t>
            </a:r>
          </a:p>
        </p:txBody>
      </p:sp>
      <p:sp>
        <p:nvSpPr>
          <p:cNvPr id="9" name="Text Placeholder 6">
            <a:extLst>
              <a:ext uri="{FF2B5EF4-FFF2-40B4-BE49-F238E27FC236}">
                <a16:creationId xmlns:a16="http://schemas.microsoft.com/office/drawing/2014/main" id="{345546AD-A5A5-3F3C-BA37-4B19AEF2A5DB}"/>
              </a:ext>
            </a:extLst>
          </p:cNvPr>
          <p:cNvSpPr>
            <a:spLocks noGrp="1"/>
          </p:cNvSpPr>
          <p:nvPr>
            <p:ph type="body" sz="quarter" idx="14" hasCustomPrompt="1"/>
          </p:nvPr>
        </p:nvSpPr>
        <p:spPr>
          <a:xfrm>
            <a:off x="584200" y="4593491"/>
            <a:ext cx="11018521" cy="153888"/>
          </a:xfrm>
          <a:prstGeom prst="rect">
            <a:avLst/>
          </a:prstGeom>
        </p:spPr>
        <p:txBody>
          <a:bodyPr lIns="0" tIns="0" rIns="0" bIns="0"/>
          <a:lstStyle>
            <a:lvl1pPr marL="0" indent="0">
              <a:lnSpc>
                <a:spcPts val="1200"/>
              </a:lnSpc>
              <a:spcBef>
                <a:spcPts val="0"/>
              </a:spcBef>
              <a:buNone/>
              <a:defRPr sz="1000" spc="0">
                <a:solidFill>
                  <a:schemeClr val="tx1"/>
                </a:solidFill>
              </a:defRPr>
            </a:lvl1pPr>
            <a:lvl2pPr marL="0" indent="0">
              <a:lnSpc>
                <a:spcPct val="100000"/>
              </a:lnSpc>
              <a:spcBef>
                <a:spcPts val="0"/>
              </a:spcBef>
              <a:buNone/>
              <a:defRPr sz="1000" spc="0">
                <a:solidFill>
                  <a:srgbClr val="000000"/>
                </a:solidFill>
              </a:defRPr>
            </a:lvl2pPr>
            <a:lvl3pPr marL="457200" indent="0">
              <a:buNone/>
              <a:defRPr/>
            </a:lvl3pPr>
            <a:lvl4pPr marL="685800" indent="0">
              <a:buNone/>
              <a:defRPr/>
            </a:lvl4pPr>
            <a:lvl5pPr marL="0" indent="0">
              <a:lnSpc>
                <a:spcPct val="100000"/>
              </a:lnSpc>
              <a:buNone/>
              <a:defRPr>
                <a:solidFill>
                  <a:srgbClr val="000000"/>
                </a:solidFill>
              </a:defRPr>
            </a:lvl5pPr>
          </a:lstStyle>
          <a:p>
            <a:pPr lvl="1"/>
            <a:r>
              <a:rPr lang="en-US"/>
              <a:t>Small: caption body copy Segoe Regular 10/12</a:t>
            </a:r>
          </a:p>
        </p:txBody>
      </p:sp>
      <p:sp>
        <p:nvSpPr>
          <p:cNvPr id="10" name="Text Placeholder 3">
            <a:extLst>
              <a:ext uri="{FF2B5EF4-FFF2-40B4-BE49-F238E27FC236}">
                <a16:creationId xmlns:a16="http://schemas.microsoft.com/office/drawing/2014/main" id="{90ACF05F-2419-331C-73AA-1456DD524AFE}"/>
              </a:ext>
            </a:extLst>
          </p:cNvPr>
          <p:cNvSpPr>
            <a:spLocks noGrp="1"/>
          </p:cNvSpPr>
          <p:nvPr>
            <p:ph type="body" sz="quarter" idx="24" hasCustomPrompt="1"/>
          </p:nvPr>
        </p:nvSpPr>
        <p:spPr>
          <a:xfrm>
            <a:off x="582338" y="4385524"/>
            <a:ext cx="11018521"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Small: caption title Segoe UI Bold 10/12. </a:t>
            </a:r>
          </a:p>
        </p:txBody>
      </p:sp>
      <p:sp>
        <p:nvSpPr>
          <p:cNvPr id="11" name="Text Placeholder 4">
            <a:extLst>
              <a:ext uri="{FF2B5EF4-FFF2-40B4-BE49-F238E27FC236}">
                <a16:creationId xmlns:a16="http://schemas.microsoft.com/office/drawing/2014/main" id="{F10E3B9C-87B7-FCD5-21F0-3C1505450B59}"/>
              </a:ext>
            </a:extLst>
          </p:cNvPr>
          <p:cNvSpPr>
            <a:spLocks noGrp="1"/>
          </p:cNvSpPr>
          <p:nvPr>
            <p:ph type="body" sz="quarter" idx="18" hasCustomPrompt="1"/>
          </p:nvPr>
        </p:nvSpPr>
        <p:spPr>
          <a:xfrm>
            <a:off x="582338" y="3385527"/>
            <a:ext cx="11018521" cy="220445"/>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Medium: body copy Segoe UI Regular 14/18</a:t>
            </a:r>
          </a:p>
        </p:txBody>
      </p:sp>
    </p:spTree>
    <p:extLst>
      <p:ext uri="{BB962C8B-B14F-4D97-AF65-F5344CB8AC3E}">
        <p14:creationId xmlns:p14="http://schemas.microsoft.com/office/powerpoint/2010/main" val="3877922930"/>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480.xml><?xml version="1.0" encoding="utf-8"?>
<p:sldLayout xmlns:a="http://schemas.openxmlformats.org/drawingml/2006/main" xmlns:r="http://schemas.openxmlformats.org/officeDocument/2006/relationships" xmlns:p="http://schemas.openxmlformats.org/presentationml/2006/main" preserve="1" userDrawn="1">
  <p:cSld name="Title &amp; Non-bulleted text">
    <p:bg>
      <p:bgPr>
        <a:solidFill>
          <a:srgbClr val="F4F3F5"/>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86389" y="2030760"/>
            <a:ext cx="9570435" cy="307777"/>
          </a:xfrm>
        </p:spPr>
        <p:txBody>
          <a:bodyPr wrap="square">
            <a:spAutoFit/>
          </a:bodyPr>
          <a:lstStyle>
            <a:lvl1pPr marL="0" indent="0">
              <a:buNone/>
              <a:defRPr lang="en-US" sz="2000" kern="1200" spc="0" baseline="0" dirty="0" smtClean="0">
                <a:solidFill>
                  <a:schemeClr val="tx1"/>
                </a:solidFill>
                <a:latin typeface="+mn-lt"/>
                <a:ea typeface="+mn-ea"/>
                <a:cs typeface="Segoe UI" panose="020B0502040204020203" pitchFamily="34" charset="0"/>
              </a:defRPr>
            </a:lvl1pPr>
            <a:lvl2pPr marL="228600" indent="0">
              <a:buNone/>
              <a:defRPr/>
            </a:lvl2pPr>
            <a:lvl3pPr marL="457200" indent="0">
              <a:buNone/>
              <a:defRPr/>
            </a:lvl3pPr>
            <a:lvl4pPr marL="685800" indent="0">
              <a:buNone/>
              <a:defRPr/>
            </a:lvl4pPr>
            <a:lvl5pPr marL="914400" indent="0">
              <a:buNone/>
              <a:defRPr/>
            </a:lvl5pPr>
          </a:lstStyle>
          <a:p>
            <a:pPr marL="342900" marR="0" lvl="0" indent="-342900" algn="l" defTabSz="932742" rtl="0" eaLnBrk="1" fontAlgn="auto" latinLnBrk="0" hangingPunct="1">
              <a:lnSpc>
                <a:spcPts val="2400"/>
              </a:lnSpc>
              <a:spcBef>
                <a:spcPts val="0"/>
              </a:spcBef>
              <a:spcAft>
                <a:spcPts val="0"/>
              </a:spcAft>
              <a:buClrTx/>
              <a:buSzPct val="90000"/>
              <a:buFont typeface="Arial" panose="020B0604020202020204" pitchFamily="34" charset="0"/>
              <a:buChar char="•"/>
              <a:tabLst/>
              <a:defRPr/>
            </a:pPr>
            <a:r>
              <a:rPr lang="en-US"/>
              <a:t>Click to edit Master text styles</a:t>
            </a:r>
          </a:p>
        </p:txBody>
      </p:sp>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0989989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481.xml><?xml version="1.0" encoding="utf-8"?>
<p:sldLayout xmlns:a="http://schemas.openxmlformats.org/drawingml/2006/main" xmlns:r="http://schemas.openxmlformats.org/officeDocument/2006/relationships" xmlns:p="http://schemas.openxmlformats.org/presentationml/2006/main"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hasCustomPrompt="1"/>
          </p:nvPr>
        </p:nvSpPr>
        <p:spPr/>
        <p:txBody>
          <a:bodyPr/>
          <a:lstStyle/>
          <a:p>
            <a:r>
              <a:rPr lang="en-US"/>
              <a:t>Click to edit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hasCustomPrompt="1"/>
          </p:nvPr>
        </p:nvSpPr>
        <p:spPr>
          <a:xfrm>
            <a:off x="584200" y="1435100"/>
            <a:ext cx="5211763"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hasCustomPrompt="1"/>
          </p:nvPr>
        </p:nvSpPr>
        <p:spPr>
          <a:xfrm>
            <a:off x="6389688" y="1435100"/>
            <a:ext cx="5219700"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5449844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482.xml><?xml version="1.0" encoding="utf-8"?>
<p:sldLayout xmlns:a="http://schemas.openxmlformats.org/drawingml/2006/main" xmlns:r="http://schemas.openxmlformats.org/officeDocument/2006/relationships" xmlns:p="http://schemas.openxmlformats.org/presentationml/2006/main"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p:cNvSpPr>
            <a:spLocks noGrp="1"/>
          </p:cNvSpPr>
          <p:nvPr>
            <p:ph type="body" sz="quarter" idx="10" hasCustomPrompt="1"/>
          </p:nvPr>
        </p:nvSpPr>
        <p:spPr>
          <a:xfrm>
            <a:off x="584200"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hasCustomPrompt="1"/>
          </p:nvPr>
        </p:nvSpPr>
        <p:spPr>
          <a:xfrm>
            <a:off x="6397171"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179388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483.xml><?xml version="1.0" encoding="utf-8"?>
<p:sldLayout xmlns:a="http://schemas.openxmlformats.org/drawingml/2006/main" xmlns:r="http://schemas.openxmlformats.org/officeDocument/2006/relationships" xmlns:p="http://schemas.openxmlformats.org/presentationml/2006/main" preserve="1" userDrawn="1">
  <p:cSld name="Two Column Bulle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hasCustomPrompt="1"/>
          </p:nvPr>
        </p:nvSpPr>
        <p:spPr>
          <a:xfrm>
            <a:off x="584200"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66750" indent="-152400">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hasCustomPrompt="1"/>
          </p:nvPr>
        </p:nvSpPr>
        <p:spPr>
          <a:xfrm>
            <a:off x="6397625"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85800" indent="-136525">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818605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484.xml><?xml version="1.0" encoding="utf-8"?>
<p:sldLayout xmlns:a="http://schemas.openxmlformats.org/drawingml/2006/main" xmlns:r="http://schemas.openxmlformats.org/officeDocument/2006/relationships" xmlns:p="http://schemas.openxmlformats.org/presentationml/2006/main" preserve="1" userDrawn="1">
  <p:cSld name="Two Column Conten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hasCustomPrompt="1"/>
          </p:nvPr>
        </p:nvSpPr>
        <p:spPr>
          <a:xfrm>
            <a:off x="588963"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hasCustomPrompt="1"/>
          </p:nvPr>
        </p:nvSpPr>
        <p:spPr>
          <a:xfrm>
            <a:off x="6394451"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208667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485.xml><?xml version="1.0" encoding="utf-8"?>
<p:sldLayout xmlns:a="http://schemas.openxmlformats.org/drawingml/2006/main" xmlns:r="http://schemas.openxmlformats.org/officeDocument/2006/relationships" xmlns:p="http://schemas.openxmlformats.org/presentationml/2006/main" userDrawn="1">
  <p:cSld name="Two Column Content with Subheads 2">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1"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514562"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199"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514562"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2147297665"/>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486.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hasCustomPrompt="1"/>
          </p:nvPr>
        </p:nvSpPr>
        <p:spPr>
          <a:xfrm>
            <a:off x="585217"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181862"/>
          </a:xfrm>
        </p:spPr>
        <p:txBody>
          <a:bodyPr wrap="square">
            <a:spAutoFit/>
          </a:bodyPr>
          <a:lstStyle>
            <a:lvl1pPr marL="176213" indent="-176213">
              <a:defRPr lang="en-US" sz="1800" dirty="0"/>
            </a:lvl1pPr>
            <a:lvl2pPr marL="322263" indent="-150813">
              <a:defRPr lang="en-US" sz="1600" dirty="0"/>
            </a:lvl2pPr>
            <a:lvl3pPr marL="466725" indent="-138113">
              <a:defRPr lang="en-US" sz="1100" dirty="0"/>
            </a:lvl3pPr>
            <a:lvl4pPr marL="595313" indent="-128588">
              <a:defRPr lang="en-US" sz="1050" dirty="0"/>
            </a:lvl4pPr>
            <a:lvl5pPr marL="731838" indent="-122238">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hasCustomPrompt="1"/>
          </p:nvPr>
        </p:nvSpPr>
        <p:spPr>
          <a:xfrm>
            <a:off x="4463796"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hasCustomPrompt="1"/>
          </p:nvPr>
        </p:nvSpPr>
        <p:spPr>
          <a:xfrm>
            <a:off x="8342375"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87917678"/>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24">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487.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20" name="Text Placeholder 4">
            <a:extLst>
              <a:ext uri="{FF2B5EF4-FFF2-40B4-BE49-F238E27FC236}">
                <a16:creationId xmlns:a16="http://schemas.microsoft.com/office/drawing/2014/main" id="{8AB7BB6A-65B6-AEC7-836B-8D35242275AF}"/>
              </a:ext>
            </a:extLst>
          </p:cNvPr>
          <p:cNvSpPr>
            <a:spLocks noGrp="1"/>
          </p:cNvSpPr>
          <p:nvPr>
            <p:ph type="body" sz="quarter" idx="17" hasCustomPrompt="1"/>
          </p:nvPr>
        </p:nvSpPr>
        <p:spPr>
          <a:xfrm>
            <a:off x="582877"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sz="1400" b="0" i="0" spc="0">
                <a:solidFill>
                  <a:schemeClr val="tx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FB0535AF-BE85-1E67-DD92-E38C21AF7E8C}"/>
              </a:ext>
            </a:extLst>
          </p:cNvPr>
          <p:cNvSpPr>
            <a:spLocks noGrp="1"/>
          </p:cNvSpPr>
          <p:nvPr>
            <p:ph type="body" sz="quarter" idx="18" hasCustomPrompt="1"/>
          </p:nvPr>
        </p:nvSpPr>
        <p:spPr>
          <a:xfrm>
            <a:off x="437134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8E1F9237-EE15-C9FE-E0CA-3A37C93F9063}"/>
              </a:ext>
            </a:extLst>
          </p:cNvPr>
          <p:cNvSpPr>
            <a:spLocks noGrp="1"/>
          </p:cNvSpPr>
          <p:nvPr>
            <p:ph type="body" sz="quarter" idx="19" hasCustomPrompt="1"/>
          </p:nvPr>
        </p:nvSpPr>
        <p:spPr>
          <a:xfrm>
            <a:off x="813655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6" name="Text Placeholder 4">
            <a:extLst>
              <a:ext uri="{FF2B5EF4-FFF2-40B4-BE49-F238E27FC236}">
                <a16:creationId xmlns:a16="http://schemas.microsoft.com/office/drawing/2014/main" id="{775241E4-9061-8DB7-2B87-BA0CCA011ACE}"/>
              </a:ext>
            </a:extLst>
          </p:cNvPr>
          <p:cNvSpPr>
            <a:spLocks noGrp="1"/>
          </p:cNvSpPr>
          <p:nvPr>
            <p:ph type="body" sz="quarter" idx="11" hasCustomPrompt="1"/>
          </p:nvPr>
        </p:nvSpPr>
        <p:spPr>
          <a:xfrm>
            <a:off x="582877"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7" name="Text Placeholder 4">
            <a:extLst>
              <a:ext uri="{FF2B5EF4-FFF2-40B4-BE49-F238E27FC236}">
                <a16:creationId xmlns:a16="http://schemas.microsoft.com/office/drawing/2014/main" id="{82D1AEC7-7020-CBA4-58E1-0D75BA2EF496}"/>
              </a:ext>
            </a:extLst>
          </p:cNvPr>
          <p:cNvSpPr>
            <a:spLocks noGrp="1"/>
          </p:cNvSpPr>
          <p:nvPr>
            <p:ph type="body" sz="quarter" idx="12" hasCustomPrompt="1"/>
          </p:nvPr>
        </p:nvSpPr>
        <p:spPr>
          <a:xfrm>
            <a:off x="437134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8" name="Text Placeholder 4">
            <a:extLst>
              <a:ext uri="{FF2B5EF4-FFF2-40B4-BE49-F238E27FC236}">
                <a16:creationId xmlns:a16="http://schemas.microsoft.com/office/drawing/2014/main" id="{6416719B-F50B-D496-C069-4C1F30AFEC70}"/>
              </a:ext>
            </a:extLst>
          </p:cNvPr>
          <p:cNvSpPr>
            <a:spLocks noGrp="1"/>
          </p:cNvSpPr>
          <p:nvPr>
            <p:ph type="body" sz="quarter" idx="13" hasCustomPrompt="1"/>
          </p:nvPr>
        </p:nvSpPr>
        <p:spPr>
          <a:xfrm>
            <a:off x="813655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Tree>
    <p:extLst>
      <p:ext uri="{BB962C8B-B14F-4D97-AF65-F5344CB8AC3E}">
        <p14:creationId xmlns:p14="http://schemas.microsoft.com/office/powerpoint/2010/main" val="234679232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488.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3">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6" name="Text Placeholder 3">
            <a:extLst>
              <a:ext uri="{FF2B5EF4-FFF2-40B4-BE49-F238E27FC236}">
                <a16:creationId xmlns:a16="http://schemas.microsoft.com/office/drawing/2014/main" id="{46628952-3608-D408-E97B-C5509801C79B}"/>
              </a:ext>
            </a:extLst>
          </p:cNvPr>
          <p:cNvSpPr>
            <a:spLocks noGrp="1"/>
          </p:cNvSpPr>
          <p:nvPr>
            <p:ph type="body" sz="quarter" idx="10" hasCustomPrompt="1"/>
          </p:nvPr>
        </p:nvSpPr>
        <p:spPr>
          <a:xfrm>
            <a:off x="588263" y="1971020"/>
            <a:ext cx="9449500" cy="615553"/>
          </a:xfrm>
          <a:prstGeom prst="rect">
            <a:avLst/>
          </a:prstGeom>
        </p:spPr>
        <p:txBody>
          <a:bodyPr wrap="square" lIns="0" tIns="0" rIns="0" bIns="0">
            <a:spAutoFit/>
          </a:bodyPr>
          <a:lstStyle>
            <a:lvl1pPr marL="0" indent="0">
              <a:lnSpc>
                <a:spcPts val="2400"/>
              </a:lnSpc>
              <a:buNone/>
              <a:defRPr lang="en-US" sz="2000" kern="1200" spc="0" baseline="0" dirty="0">
                <a:solidFill>
                  <a:srgbClr val="000000"/>
                </a:solidFill>
                <a:latin typeface="+mn-lt"/>
                <a:ea typeface="+mn-ea"/>
                <a:cs typeface="+mn-cs"/>
              </a:defRPr>
            </a:lvl1pPr>
            <a:lvl2pPr marL="228600" indent="0">
              <a:buNone/>
              <a:defRPr/>
            </a:lvl2pPr>
            <a:lvl3pPr marL="457200" indent="0">
              <a:buNone/>
              <a:defRPr/>
            </a:lvl3pPr>
            <a:lvl4pPr marL="685800" indent="0">
              <a:buNone/>
              <a:defRPr/>
            </a:lvl4pPr>
            <a:lvl5pPr marL="914400" indent="0">
              <a:buNone/>
              <a:defRPr/>
            </a:lvl5pPr>
          </a:lstStyle>
          <a:p>
            <a:pPr lvl="0"/>
            <a:r>
              <a:rPr lang="en-US"/>
              <a:t>Subhead Segoe UI Regular 20/24.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2"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356101"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9" name="Text Placeholder 4">
            <a:extLst>
              <a:ext uri="{FF2B5EF4-FFF2-40B4-BE49-F238E27FC236}">
                <a16:creationId xmlns:a16="http://schemas.microsoft.com/office/drawing/2014/main" id="{A65E358F-5CAF-2294-2C8A-0C65BE0A268F}"/>
              </a:ext>
            </a:extLst>
          </p:cNvPr>
          <p:cNvSpPr>
            <a:spLocks noGrp="1"/>
          </p:cNvSpPr>
          <p:nvPr>
            <p:ph type="body" sz="quarter" idx="13" hasCustomPrompt="1"/>
          </p:nvPr>
        </p:nvSpPr>
        <p:spPr>
          <a:xfrm>
            <a:off x="8128000" y="3214124"/>
            <a:ext cx="3474445"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200"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356101"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602E34F2-8AEC-5D82-A459-7615DC29B15F}"/>
              </a:ext>
            </a:extLst>
          </p:cNvPr>
          <p:cNvSpPr>
            <a:spLocks noGrp="1"/>
          </p:cNvSpPr>
          <p:nvPr>
            <p:ph type="body" sz="quarter" idx="19" hasCustomPrompt="1"/>
          </p:nvPr>
        </p:nvSpPr>
        <p:spPr>
          <a:xfrm>
            <a:off x="8134943" y="3521898"/>
            <a:ext cx="3474445"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33156714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489.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Oval 10">
            <a:extLst>
              <a:ext uri="{FF2B5EF4-FFF2-40B4-BE49-F238E27FC236}">
                <a16:creationId xmlns:a16="http://schemas.microsoft.com/office/drawing/2014/main" id="{F3C14C4D-447D-641B-9EE1-BB7D37876DFD}"/>
              </a:ext>
            </a:extLst>
          </p:cNvPr>
          <p:cNvSpPr/>
          <p:nvPr userDrawn="1"/>
        </p:nvSpPr>
        <p:spPr>
          <a:xfrm>
            <a:off x="8769505" y="1609347"/>
            <a:ext cx="2196790" cy="2196790"/>
          </a:xfrm>
          <a:prstGeom prst="ellipse">
            <a:avLst/>
          </a:prstGeom>
          <a:solidFill>
            <a:srgbClr val="8DC8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1A257B80-0E22-6118-D58C-8D479BE856CC}"/>
              </a:ext>
            </a:extLst>
          </p:cNvPr>
          <p:cNvSpPr/>
          <p:nvPr userDrawn="1"/>
        </p:nvSpPr>
        <p:spPr>
          <a:xfrm>
            <a:off x="1216757" y="1609347"/>
            <a:ext cx="2196790" cy="219679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F3C5F4DB-FE2F-3894-3C54-F1395F059BC1}"/>
              </a:ext>
            </a:extLst>
          </p:cNvPr>
          <p:cNvSpPr/>
          <p:nvPr userDrawn="1"/>
        </p:nvSpPr>
        <p:spPr>
          <a:xfrm>
            <a:off x="4997605" y="1609347"/>
            <a:ext cx="2196790" cy="2196790"/>
          </a:xfrm>
          <a:prstGeom prst="ellipse">
            <a:avLst/>
          </a:prstGeom>
          <a:solidFill>
            <a:srgbClr val="CD9B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9037727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490.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2"/>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1"/>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chemeClr val="accent3"/>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838240332"/>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491.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6"/>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5"/>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rgbClr val="8DC8E8"/>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392951494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492.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3413125"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3413125"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6244208"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6244208"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9073133"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9073133"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86028884"/>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493.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2">
    <p:bg>
      <p:bgPr>
        <a:solidFill>
          <a:srgbClr val="F4F3F5"/>
        </a:solidFill>
        <a:effectLst/>
      </p:bgPr>
    </p:bg>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AE4763AA-7A64-C315-54ED-405AA5F28928}"/>
              </a:ext>
            </a:extLst>
          </p:cNvPr>
          <p:cNvSpPr/>
          <p:nvPr userDrawn="1"/>
        </p:nvSpPr>
        <p:spPr bwMode="auto">
          <a:xfrm>
            <a:off x="0" y="0"/>
            <a:ext cx="12192000" cy="1208988"/>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chemeClr val="accent2"/>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7" name="Text Placeholder 11">
            <a:extLst>
              <a:ext uri="{FF2B5EF4-FFF2-40B4-BE49-F238E27FC236}">
                <a16:creationId xmlns:a16="http://schemas.microsoft.com/office/drawing/2014/main" id="{0EA42F63-B2F3-3A38-57BC-24F6164484E0}"/>
              </a:ext>
            </a:extLst>
          </p:cNvPr>
          <p:cNvSpPr>
            <a:spLocks noGrp="1"/>
          </p:cNvSpPr>
          <p:nvPr>
            <p:ph type="body" sz="quarter" idx="16"/>
          </p:nvPr>
        </p:nvSpPr>
        <p:spPr>
          <a:xfrm>
            <a:off x="584200"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9" name="Text Placeholder 7">
            <a:extLst>
              <a:ext uri="{FF2B5EF4-FFF2-40B4-BE49-F238E27FC236}">
                <a16:creationId xmlns:a16="http://schemas.microsoft.com/office/drawing/2014/main" id="{1F284777-927E-F267-62FB-0ADA3AB8ABEF}"/>
              </a:ext>
            </a:extLst>
          </p:cNvPr>
          <p:cNvSpPr>
            <a:spLocks noGrp="1"/>
          </p:cNvSpPr>
          <p:nvPr>
            <p:ph type="body" sz="quarter" idx="14"/>
          </p:nvPr>
        </p:nvSpPr>
        <p:spPr>
          <a:xfrm>
            <a:off x="584200"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11">
            <a:extLst>
              <a:ext uri="{FF2B5EF4-FFF2-40B4-BE49-F238E27FC236}">
                <a16:creationId xmlns:a16="http://schemas.microsoft.com/office/drawing/2014/main" id="{B6D7214D-CF27-5C85-22BE-C501CC3F79F6}"/>
              </a:ext>
            </a:extLst>
          </p:cNvPr>
          <p:cNvSpPr>
            <a:spLocks noGrp="1"/>
          </p:cNvSpPr>
          <p:nvPr>
            <p:ph type="body" sz="quarter" idx="17"/>
          </p:nvPr>
        </p:nvSpPr>
        <p:spPr>
          <a:xfrm>
            <a:off x="3413125"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1" name="Text Placeholder 9">
            <a:extLst>
              <a:ext uri="{FF2B5EF4-FFF2-40B4-BE49-F238E27FC236}">
                <a16:creationId xmlns:a16="http://schemas.microsoft.com/office/drawing/2014/main" id="{D0E08958-F760-A396-6DDC-ADDF12562EFC}"/>
              </a:ext>
            </a:extLst>
          </p:cNvPr>
          <p:cNvSpPr>
            <a:spLocks noGrp="1"/>
          </p:cNvSpPr>
          <p:nvPr>
            <p:ph type="body" sz="quarter" idx="15"/>
          </p:nvPr>
        </p:nvSpPr>
        <p:spPr>
          <a:xfrm>
            <a:off x="3413125"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11">
            <a:extLst>
              <a:ext uri="{FF2B5EF4-FFF2-40B4-BE49-F238E27FC236}">
                <a16:creationId xmlns:a16="http://schemas.microsoft.com/office/drawing/2014/main" id="{2E8EB955-55F0-24FF-CDCC-B5A5FFFC6B4A}"/>
              </a:ext>
            </a:extLst>
          </p:cNvPr>
          <p:cNvSpPr>
            <a:spLocks noGrp="1"/>
          </p:cNvSpPr>
          <p:nvPr>
            <p:ph type="body" sz="quarter" idx="18"/>
          </p:nvPr>
        </p:nvSpPr>
        <p:spPr>
          <a:xfrm>
            <a:off x="6244208"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3" name="Text Placeholder 7">
            <a:extLst>
              <a:ext uri="{FF2B5EF4-FFF2-40B4-BE49-F238E27FC236}">
                <a16:creationId xmlns:a16="http://schemas.microsoft.com/office/drawing/2014/main" id="{36792F0E-DEBA-6C31-5613-59E8E3706BAE}"/>
              </a:ext>
            </a:extLst>
          </p:cNvPr>
          <p:cNvSpPr>
            <a:spLocks noGrp="1"/>
          </p:cNvSpPr>
          <p:nvPr>
            <p:ph type="body" sz="quarter" idx="19"/>
          </p:nvPr>
        </p:nvSpPr>
        <p:spPr>
          <a:xfrm>
            <a:off x="6244208"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11">
            <a:extLst>
              <a:ext uri="{FF2B5EF4-FFF2-40B4-BE49-F238E27FC236}">
                <a16:creationId xmlns:a16="http://schemas.microsoft.com/office/drawing/2014/main" id="{2A858486-2BAB-90FA-E642-5FFCB8955993}"/>
              </a:ext>
            </a:extLst>
          </p:cNvPr>
          <p:cNvSpPr>
            <a:spLocks noGrp="1"/>
          </p:cNvSpPr>
          <p:nvPr>
            <p:ph type="body" sz="quarter" idx="20"/>
          </p:nvPr>
        </p:nvSpPr>
        <p:spPr>
          <a:xfrm>
            <a:off x="9073133"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5" name="Text Placeholder 9">
            <a:extLst>
              <a:ext uri="{FF2B5EF4-FFF2-40B4-BE49-F238E27FC236}">
                <a16:creationId xmlns:a16="http://schemas.microsoft.com/office/drawing/2014/main" id="{6614B332-A4F9-7C7C-FA27-45DE478DA645}"/>
              </a:ext>
            </a:extLst>
          </p:cNvPr>
          <p:cNvSpPr>
            <a:spLocks noGrp="1"/>
          </p:cNvSpPr>
          <p:nvPr>
            <p:ph type="body" sz="quarter" idx="21"/>
          </p:nvPr>
        </p:nvSpPr>
        <p:spPr>
          <a:xfrm>
            <a:off x="9073133"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6914528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494.xml><?xml version="1.0" encoding="utf-8"?>
<p:sldLayout xmlns:a="http://schemas.openxmlformats.org/drawingml/2006/main" xmlns:r="http://schemas.openxmlformats.org/officeDocument/2006/relationships" xmlns:p="http://schemas.openxmlformats.org/presentationml/2006/main" preserve="1" userDrawn="1">
  <p:cSld name="Five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2849007"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5113814"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7378621"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hasCustomPrompt="1"/>
          </p:nvPr>
        </p:nvSpPr>
        <p:spPr>
          <a:xfrm>
            <a:off x="9643428"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25195852"/>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495.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p:txBody>
          <a:bodyPr/>
          <a:lstStyle/>
          <a:p>
            <a:r>
              <a:rPr lang="en-US"/>
              <a:t>Click to edit title style</a:t>
            </a:r>
          </a:p>
        </p:txBody>
      </p:sp>
    </p:spTree>
    <p:extLst>
      <p:ext uri="{BB962C8B-B14F-4D97-AF65-F5344CB8AC3E}">
        <p14:creationId xmlns:p14="http://schemas.microsoft.com/office/powerpoint/2010/main" val="320474966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6">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0">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496.xml><?xml version="1.0" encoding="utf-8"?>
<p:sldLayout xmlns:a="http://schemas.openxmlformats.org/drawingml/2006/main" xmlns:r="http://schemas.openxmlformats.org/officeDocument/2006/relationships" xmlns:p="http://schemas.openxmlformats.org/presentationml/2006/main" preserve="1" userDrawn="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4" y="2875002"/>
            <a:ext cx="4127692" cy="1107996"/>
          </a:xfrm>
        </p:spPr>
        <p:txBody>
          <a:bodyPr wrap="square" anchor="ctr">
            <a:spAutoFit/>
          </a:bodyPr>
          <a:lstStyle/>
          <a:p>
            <a:r>
              <a:rPr lang="en-US"/>
              <a:t>Click to edit title style</a:t>
            </a:r>
          </a:p>
        </p:txBody>
      </p:sp>
    </p:spTree>
    <p:extLst>
      <p:ext uri="{BB962C8B-B14F-4D97-AF65-F5344CB8AC3E}">
        <p14:creationId xmlns:p14="http://schemas.microsoft.com/office/powerpoint/2010/main" val="3078607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497.xml><?xml version="1.0" encoding="utf-8"?>
<p:sldLayout xmlns:a="http://schemas.openxmlformats.org/drawingml/2006/main" xmlns:r="http://schemas.openxmlformats.org/officeDocument/2006/relationships" xmlns:p="http://schemas.openxmlformats.org/presentationml/2006/main"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Tree>
    <p:extLst>
      <p:ext uri="{BB962C8B-B14F-4D97-AF65-F5344CB8AC3E}">
        <p14:creationId xmlns:p14="http://schemas.microsoft.com/office/powerpoint/2010/main" val="250768035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498.xml><?xml version="1.0" encoding="utf-8"?>
<p:sldLayout xmlns:a="http://schemas.openxmlformats.org/drawingml/2006/main" xmlns:r="http://schemas.openxmlformats.org/officeDocument/2006/relationships" xmlns:p="http://schemas.openxmlformats.org/presentationml/2006/main" preserve="1" userDrawn="1">
  <p:cSld name="Title - spli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2" y="457200"/>
            <a:ext cx="5687568" cy="553998"/>
          </a:xfrm>
        </p:spPr>
        <p:txBody>
          <a:bodyPr/>
          <a:lstStyle/>
          <a:p>
            <a:r>
              <a:rPr lang="en-US"/>
              <a:t>Click to edit title style</a:t>
            </a:r>
          </a:p>
        </p:txBody>
      </p:sp>
      <p:sp>
        <p:nvSpPr>
          <p:cNvPr id="4" name="Rectangle 3">
            <a:extLst>
              <a:ext uri="{FF2B5EF4-FFF2-40B4-BE49-F238E27FC236}">
                <a16:creationId xmlns:a16="http://schemas.microsoft.com/office/drawing/2014/main" id="{66ED9561-2D36-C7A9-8121-647D44F28482}"/>
              </a:ext>
              <a:ext uri="{C183D7F6-B498-43B3-948B-1728B52AA6E4}">
                <adec:decorative xmlns:adec="http://schemas.microsoft.com/office/drawing/2017/decorative" val="1"/>
              </a:ext>
            </a:extLst>
          </p:cNvPr>
          <p:cNvSpPr/>
          <p:nvPr userDrawn="1"/>
        </p:nvSpPr>
        <p:spPr bwMode="auto">
          <a:xfrm>
            <a:off x="6858000" y="0"/>
            <a:ext cx="5333999" cy="6858000"/>
          </a:xfrm>
          <a:prstGeom prst="rect">
            <a:avLst/>
          </a:prstGeom>
          <a:solidFill>
            <a:schemeClr val="bg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err="1">
              <a:ln>
                <a:noFill/>
              </a:ln>
              <a:solidFill>
                <a:srgbClr val="FFFFFF"/>
              </a:soli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69599528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499.xml><?xml version="1.0" encoding="utf-8"?>
<p:sldLayout xmlns:a="http://schemas.openxmlformats.org/drawingml/2006/main" xmlns:r="http://schemas.openxmlformats.org/officeDocument/2006/relationships" xmlns:p="http://schemas.openxmlformats.org/presentationml/2006/main" preserve="1" userDrawn="1">
  <p:cSld name="Title - 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453303"/>
            <a:ext cx="4158362" cy="430887"/>
          </a:xfrm>
        </p:spPr>
        <p:txBody>
          <a:bodyPr anchor="b"/>
          <a:lstStyle>
            <a:lvl1pPr>
              <a:defRPr sz="2800"/>
            </a:lvl1pPr>
          </a:lstStyle>
          <a:p>
            <a:r>
              <a:rPr lang="en-US"/>
              <a:t>Click to edit title style</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1971020"/>
            <a:ext cx="4162425" cy="307777"/>
          </a:xfrm>
        </p:spPr>
        <p:txBody>
          <a:bodyPr/>
          <a:lstStyle>
            <a:lvl1pPr marL="0" indent="0">
              <a:lnSpc>
                <a:spcPts val="2400"/>
              </a:lnSpc>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8" name="Text Placeholder 4">
            <a:extLst>
              <a:ext uri="{FF2B5EF4-FFF2-40B4-BE49-F238E27FC236}">
                <a16:creationId xmlns:a16="http://schemas.microsoft.com/office/drawing/2014/main" id="{AA4A25BE-EEC4-2D45-6B51-A6D5FDC0CD9E}"/>
              </a:ext>
            </a:extLst>
          </p:cNvPr>
          <p:cNvSpPr>
            <a:spLocks noGrp="1"/>
          </p:cNvSpPr>
          <p:nvPr>
            <p:ph type="body" sz="quarter" idx="13" hasCustomPrompt="1"/>
          </p:nvPr>
        </p:nvSpPr>
        <p:spPr>
          <a:xfrm>
            <a:off x="586062" y="3084755"/>
            <a:ext cx="4167188"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9" name="Text Placeholder 4">
            <a:extLst>
              <a:ext uri="{FF2B5EF4-FFF2-40B4-BE49-F238E27FC236}">
                <a16:creationId xmlns:a16="http://schemas.microsoft.com/office/drawing/2014/main" id="{B898ECC2-F025-9F52-FDDA-2757DC69BA28}"/>
              </a:ext>
            </a:extLst>
          </p:cNvPr>
          <p:cNvSpPr>
            <a:spLocks noGrp="1"/>
          </p:cNvSpPr>
          <p:nvPr>
            <p:ph type="body" sz="quarter" idx="17" hasCustomPrompt="1"/>
          </p:nvPr>
        </p:nvSpPr>
        <p:spPr>
          <a:xfrm>
            <a:off x="584200" y="3392529"/>
            <a:ext cx="4167188" cy="1598771"/>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AB1F49BE-32CF-300B-48DC-B74CA09F2E96}"/>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2432088536"/>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28">
          <p15:clr>
            <a:srgbClr val="A4A3A4"/>
          </p15:clr>
        </p15:guide>
      </p15:sldGuideLst>
    </p:ext>
  </p:extLst>
</p:sldLayout>
</file>

<file path=ppt/slideLayouts/slideLayout500.xml><?xml version="1.0" encoding="utf-8"?>
<p:sldLayout xmlns:a="http://schemas.openxmlformats.org/drawingml/2006/main" xmlns:r="http://schemas.openxmlformats.org/officeDocument/2006/relationships" xmlns:p="http://schemas.openxmlformats.org/presentationml/2006/main" preserve="1" userDrawn="1">
  <p:cSld name="Title - Square Photo 2">
    <p:bg>
      <p:bgPr>
        <a:solidFill>
          <a:schemeClr val="bg2"/>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3535540"/>
            <a:ext cx="4162425" cy="307777"/>
          </a:xfrm>
        </p:spPr>
        <p:txBody>
          <a:bodyPr/>
          <a:lstStyle>
            <a:lvl1pPr marL="0" indent="0">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327750147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501.xml><?xml version="1.0" encoding="utf-8"?>
<p:sldLayout xmlns:a="http://schemas.openxmlformats.org/drawingml/2006/main" xmlns:r="http://schemas.openxmlformats.org/officeDocument/2006/relationships" xmlns:p="http://schemas.openxmlformats.org/presentationml/2006/main" preserve="1" userDrawn="1">
  <p:cSld name="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hasCustomPrompt="1"/>
          </p:nvPr>
        </p:nvSpPr>
        <p:spPr>
          <a:xfrm>
            <a:off x="588263" y="2873414"/>
            <a:ext cx="4159950" cy="1107996"/>
          </a:xfrm>
        </p:spPr>
        <p:txBody>
          <a:bodyPr anchor="ct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59072879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502.xml><?xml version="1.0" encoding="utf-8"?>
<p:sldLayout xmlns:a="http://schemas.openxmlformats.org/drawingml/2006/main" xmlns:r="http://schemas.openxmlformats.org/officeDocument/2006/relationships" xmlns:p="http://schemas.openxmlformats.org/presentationml/2006/main" preserve="1" userDrawn="1">
  <p:cSld name="Square Photo 2">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738664"/>
          </a:xfrm>
        </p:spPr>
        <p:txBody>
          <a:bodyPr anchor="t"/>
          <a:lstStyle>
            <a:lvl1pPr>
              <a:defRPr sz="24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552095664"/>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503.xml><?xml version="1.0" encoding="utf-8"?>
<p:sldLayout xmlns:a="http://schemas.openxmlformats.org/drawingml/2006/main" xmlns:r="http://schemas.openxmlformats.org/officeDocument/2006/relationships" xmlns:p="http://schemas.openxmlformats.org/presentationml/2006/main" preserve="1" userDrawn="1">
  <p:cSld name="Photo full bleed">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5159207"/>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504.xml><?xml version="1.0" encoding="utf-8"?>
<p:sldLayout xmlns:a="http://schemas.openxmlformats.org/drawingml/2006/main" xmlns:r="http://schemas.openxmlformats.org/officeDocument/2006/relationships" xmlns:p="http://schemas.openxmlformats.org/presentationml/2006/main" preserve="1" userDrawn="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200" spc="0">
                <a:solidFill>
                  <a:srgbClr val="FFFFFF"/>
                </a:solidFill>
              </a:defRPr>
            </a:lvl1pPr>
          </a:lstStyle>
          <a:p>
            <a:r>
              <a:rPr lang="en-US"/>
              <a:t>Click to edit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9917259"/>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505.xml><?xml version="1.0" encoding="utf-8"?>
<p:sldLayout xmlns:a="http://schemas.openxmlformats.org/drawingml/2006/main" xmlns:r="http://schemas.openxmlformats.org/officeDocument/2006/relationships" xmlns:p="http://schemas.openxmlformats.org/presentationml/2006/main" preserve="1" userDrawn="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627371179"/>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506.xml><?xml version="1.0" encoding="utf-8"?>
<p:sldLayout xmlns:a="http://schemas.openxmlformats.org/drawingml/2006/main" xmlns:r="http://schemas.openxmlformats.org/officeDocument/2006/relationships" xmlns:p="http://schemas.openxmlformats.org/presentationml/2006/main" preserve="1" userDrawn="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617601740"/>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507.xml><?xml version="1.0" encoding="utf-8"?>
<p:sldLayout xmlns:a="http://schemas.openxmlformats.org/drawingml/2006/main" xmlns:r="http://schemas.openxmlformats.org/officeDocument/2006/relationships" xmlns:p="http://schemas.openxmlformats.org/presentationml/2006/main" preserve="1" userDrawn="1">
  <p:cSld name="Top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hasCustomPrompt="1"/>
          </p:nvPr>
        </p:nvSpPr>
        <p:spPr>
          <a:xfrm>
            <a:off x="588263" y="5436128"/>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66885463"/>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508.xml><?xml version="1.0" encoding="utf-8"?>
<p:sldLayout xmlns:a="http://schemas.openxmlformats.org/drawingml/2006/main" xmlns:r="http://schemas.openxmlformats.org/officeDocument/2006/relationships" xmlns:p="http://schemas.openxmlformats.org/presentationml/2006/main" preserve="1" userDrawn="1">
  <p:cSld name="Bottom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hasCustomPrompt="1"/>
          </p:nvPr>
        </p:nvSpPr>
        <p:spPr>
          <a:xfrm>
            <a:off x="588263" y="866287"/>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14112850"/>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509.xml><?xml version="1.0" encoding="utf-8"?>
<p:sldLayout xmlns:a="http://schemas.openxmlformats.org/drawingml/2006/main" xmlns:r="http://schemas.openxmlformats.org/officeDocument/2006/relationships" xmlns:p="http://schemas.openxmlformats.org/presentationml/2006/main" preserve="1" userDrawn="1">
  <p:cSld name="Two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4199"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prstGeom prst="roundRect">
            <a:avLst>
              <a:gd name="adj" fmla="val 8178"/>
            </a:avLst>
          </a:prstGeom>
          <a:blipFill>
            <a:blip r:embed="rId2"/>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1860"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prstGeom prst="roundRect">
            <a:avLst>
              <a:gd name="adj" fmla="val 7612"/>
            </a:avLst>
          </a:prstGeom>
          <a:blipFill>
            <a:blip r:embed="rId3"/>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807229046"/>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510.xml><?xml version="1.0" encoding="utf-8"?>
<p:sldLayout xmlns:a="http://schemas.openxmlformats.org/drawingml/2006/main" xmlns:r="http://schemas.openxmlformats.org/officeDocument/2006/relationships" xmlns:p="http://schemas.openxmlformats.org/presentationml/2006/main" preserve="1" userDrawn="1">
  <p:cSld name="Three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89540135"/>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511.xml><?xml version="1.0" encoding="utf-8"?>
<p:sldLayout xmlns:a="http://schemas.openxmlformats.org/drawingml/2006/main" xmlns:r="http://schemas.openxmlformats.org/officeDocument/2006/relationships" xmlns:p="http://schemas.openxmlformats.org/presentationml/2006/main" preserve="1" userDrawn="1">
  <p:cSld name="Three picture with subtitl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1332631"/>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1332631"/>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1332631"/>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4">
            <a:extLst>
              <a:ext uri="{FF2B5EF4-FFF2-40B4-BE49-F238E27FC236}">
                <a16:creationId xmlns:a16="http://schemas.microsoft.com/office/drawing/2014/main" id="{2BFE283E-20EE-6783-BD84-82B4E8AD3588}"/>
              </a:ext>
            </a:extLst>
          </p:cNvPr>
          <p:cNvSpPr>
            <a:spLocks noGrp="1"/>
          </p:cNvSpPr>
          <p:nvPr>
            <p:ph type="body" sz="quarter" idx="19" hasCustomPrompt="1"/>
          </p:nvPr>
        </p:nvSpPr>
        <p:spPr>
          <a:xfrm>
            <a:off x="584200"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4F92DA75-7E4D-567F-ECD8-2CA3158E6DF4}"/>
              </a:ext>
            </a:extLst>
          </p:cNvPr>
          <p:cNvSpPr>
            <a:spLocks noGrp="1"/>
          </p:cNvSpPr>
          <p:nvPr>
            <p:ph type="body" sz="quarter" idx="20" hasCustomPrompt="1"/>
          </p:nvPr>
        </p:nvSpPr>
        <p:spPr>
          <a:xfrm>
            <a:off x="4356101"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8" name="Text Placeholder 4">
            <a:extLst>
              <a:ext uri="{FF2B5EF4-FFF2-40B4-BE49-F238E27FC236}">
                <a16:creationId xmlns:a16="http://schemas.microsoft.com/office/drawing/2014/main" id="{1341BE00-329F-B62F-D11D-64896AE5DD0E}"/>
              </a:ext>
            </a:extLst>
          </p:cNvPr>
          <p:cNvSpPr>
            <a:spLocks noGrp="1"/>
          </p:cNvSpPr>
          <p:nvPr>
            <p:ph type="body" sz="quarter" idx="21" hasCustomPrompt="1"/>
          </p:nvPr>
        </p:nvSpPr>
        <p:spPr>
          <a:xfrm>
            <a:off x="8134943" y="5354468"/>
            <a:ext cx="3474445"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721669192"/>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512.xml><?xml version="1.0" encoding="utf-8"?>
<p:sldLayout xmlns:a="http://schemas.openxmlformats.org/drawingml/2006/main" xmlns:r="http://schemas.openxmlformats.org/officeDocument/2006/relationships" xmlns:p="http://schemas.openxmlformats.org/presentationml/2006/main" preserve="1" userDrawn="1">
  <p:cSld name="Four picture content">
    <p:bg>
      <p:bgPr>
        <a:solidFill>
          <a:srgbClr val="F4F3F5"/>
        </a:solidFill>
        <a:effectLst/>
      </p:bgPr>
    </p:bg>
    <p:spTree>
      <p:nvGrpSpPr>
        <p:cNvPr id="1" name=""/>
        <p:cNvGrpSpPr/>
        <p:nvPr/>
      </p:nvGrpSpPr>
      <p:grpSpPr>
        <a:xfrm>
          <a:off x="0" y="0"/>
          <a:ext cx="0" cy="0"/>
          <a:chOff x="0" y="0"/>
          <a:chExt cx="0" cy="0"/>
        </a:xfrm>
      </p:grpSpPr>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prstGeom prst="roundRect">
            <a:avLst>
              <a:gd name="adj" fmla="val 9291"/>
            </a:avLst>
          </a:prstGeo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prstGeom prst="roundRect">
            <a:avLst>
              <a:gd name="adj" fmla="val 9680"/>
            </a:avLst>
          </a:prstGeo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prstGeom prst="roundRect">
            <a:avLst>
              <a:gd name="adj" fmla="val 9679"/>
            </a:avLst>
          </a:prstGeo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prstGeom prst="roundRect">
            <a:avLst>
              <a:gd name="adj" fmla="val 9680"/>
            </a:avLst>
          </a:prstGeo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3413908"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5204"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hasCustomPrompt="1"/>
          </p:nvPr>
        </p:nvSpPr>
        <p:spPr>
          <a:xfrm>
            <a:off x="9076500"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Tree>
    <p:extLst>
      <p:ext uri="{BB962C8B-B14F-4D97-AF65-F5344CB8AC3E}">
        <p14:creationId xmlns:p14="http://schemas.microsoft.com/office/powerpoint/2010/main" val="3906914797"/>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513.xml><?xml version="1.0" encoding="utf-8"?>
<p:sldLayout xmlns:a="http://schemas.openxmlformats.org/drawingml/2006/main" xmlns:r="http://schemas.openxmlformats.org/officeDocument/2006/relationships" xmlns:p="http://schemas.openxmlformats.org/presentationml/2006/main" preserve="1" userDrawn="1">
  <p:cSld name="Two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6714744"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8CE10F07-B8D9-4B69-A567-8BEDE6973D9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87595012"/>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514.xml><?xml version="1.0" encoding="utf-8"?>
<p:sldLayout xmlns:a="http://schemas.openxmlformats.org/drawingml/2006/main" xmlns:r="http://schemas.openxmlformats.org/officeDocument/2006/relationships" xmlns:p="http://schemas.openxmlformats.org/presentationml/2006/main" preserve="1" userDrawn="1">
  <p:cSld name="Thre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2"/>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4669536" y="4799409"/>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8753856" y="479941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025569780"/>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515.xml><?xml version="1.0" encoding="utf-8"?>
<p:sldLayout xmlns:a="http://schemas.openxmlformats.org/drawingml/2006/main" xmlns:r="http://schemas.openxmlformats.org/officeDocument/2006/relationships" xmlns:p="http://schemas.openxmlformats.org/presentationml/2006/main" preserve="1" userDrawn="1">
  <p:cSld name="Four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3649472"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6713728" y="479941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9777984"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803520036"/>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516.xml><?xml version="1.0" encoding="utf-8"?>
<p:sldLayout xmlns:a="http://schemas.openxmlformats.org/drawingml/2006/main" xmlns:r="http://schemas.openxmlformats.org/officeDocument/2006/relationships" xmlns:p="http://schemas.openxmlformats.org/presentationml/2006/main" preserve="1" userDrawn="1">
  <p:cSld name="Fiv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292608" y="4800600"/>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2743962" y="4799409"/>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5195316" y="4799410"/>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7646670"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hasCustomPrompt="1"/>
          </p:nvPr>
        </p:nvSpPr>
        <p:spPr>
          <a:xfrm>
            <a:off x="10098024"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20176245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517.xml><?xml version="1.0" encoding="utf-8"?>
<p:sldLayout xmlns:a="http://schemas.openxmlformats.org/drawingml/2006/main" xmlns:r="http://schemas.openxmlformats.org/officeDocument/2006/relationships" xmlns:p="http://schemas.openxmlformats.org/presentationml/2006/main" preserve="1" userDrawn="1">
  <p:cSld name="Thre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9747"/>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2037906"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4939284"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7840663"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57734870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518.xml><?xml version="1.0" encoding="utf-8"?>
<p:sldLayout xmlns:a="http://schemas.openxmlformats.org/drawingml/2006/main" xmlns:r="http://schemas.openxmlformats.org/officeDocument/2006/relationships" xmlns:p="http://schemas.openxmlformats.org/presentationml/2006/main" preserve="1" userDrawn="1">
  <p:cSld name="Four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348725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63903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9293351"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7342212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519.xml><?xml version="1.0" encoding="utf-8"?>
<p:sldLayout xmlns:a="http://schemas.openxmlformats.org/drawingml/2006/main" xmlns:r="http://schemas.openxmlformats.org/officeDocument/2006/relationships" xmlns:p="http://schemas.openxmlformats.org/presentationml/2006/main" preserve="1" userDrawn="1">
  <p:cSld name="Fiv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2905506"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5227320" y="4235451"/>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7548118"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hasCustomPrompt="1"/>
          </p:nvPr>
        </p:nvSpPr>
        <p:spPr>
          <a:xfrm>
            <a:off x="9869423"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44772515"/>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520.xml><?xml version="1.0" encoding="utf-8"?>
<p:sldLayout xmlns:a="http://schemas.openxmlformats.org/drawingml/2006/main" xmlns:r="http://schemas.openxmlformats.org/officeDocument/2006/relationships" xmlns:p="http://schemas.openxmlformats.org/presentationml/2006/main" preserve="1" userDrawn="1">
  <p:cSld name="Title and text side by sid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hasCustomPrompt="1"/>
          </p:nvPr>
        </p:nvSpPr>
        <p:spPr>
          <a:xfrm>
            <a:off x="4356100" y="2309812"/>
            <a:ext cx="7253288" cy="3959225"/>
          </a:xfrm>
        </p:spPr>
        <p:txBody>
          <a:bodyPr anchor="t"/>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948370C-2FF9-EB05-1275-F0B9E34E40E3}"/>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2573620"/>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521.xml><?xml version="1.0" encoding="utf-8"?>
<p:sldLayout xmlns:a="http://schemas.openxmlformats.org/drawingml/2006/main" xmlns:r="http://schemas.openxmlformats.org/officeDocument/2006/relationships" xmlns:p="http://schemas.openxmlformats.org/presentationml/2006/main" preserve="1" userDrawn="1">
  <p:cSld name="Title and text side by side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FD366496-0526-A79B-C195-310BDEC5329D}"/>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8B9282B-2098-430D-B57F-67ED8C920ADA}"/>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F917A19-5353-F019-737D-CB017D70B4F9}"/>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9" name="Text Placeholder 2">
            <a:extLst>
              <a:ext uri="{FF2B5EF4-FFF2-40B4-BE49-F238E27FC236}">
                <a16:creationId xmlns:a16="http://schemas.microsoft.com/office/drawing/2014/main" id="{E9EDB421-EDBF-FF28-16C9-56834DF21C4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20" name="Text Placeholder 2">
            <a:extLst>
              <a:ext uri="{FF2B5EF4-FFF2-40B4-BE49-F238E27FC236}">
                <a16:creationId xmlns:a16="http://schemas.microsoft.com/office/drawing/2014/main" id="{8C86039A-AC59-0AA2-3B10-E7EE56A2CD57}"/>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84126602"/>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522.xml><?xml version="1.0" encoding="utf-8"?>
<p:sldLayout xmlns:a="http://schemas.openxmlformats.org/drawingml/2006/main" xmlns:r="http://schemas.openxmlformats.org/officeDocument/2006/relationships" xmlns:p="http://schemas.openxmlformats.org/presentationml/2006/main" preserve="1" userDrawn="1">
  <p:cSld name="Title and text side by side 3">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hasCustomPrompt="1"/>
          </p:nvPr>
        </p:nvSpPr>
        <p:spPr>
          <a:xfrm>
            <a:off x="4941888" y="585789"/>
            <a:ext cx="6667500" cy="5683248"/>
          </a:xfrm>
        </p:spPr>
        <p:txBody>
          <a:bodyPr anchor="ctr"/>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082075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523.xml><?xml version="1.0" encoding="utf-8"?>
<p:sldLayout xmlns:a="http://schemas.openxmlformats.org/drawingml/2006/main" xmlns:r="http://schemas.openxmlformats.org/officeDocument/2006/relationships" xmlns:p="http://schemas.openxmlformats.org/presentationml/2006/main" preserve="1" userDrawn="1">
  <p:cSld name="Title and text side by side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EFC8378B-6E45-F469-0519-68B9FC5BEEA8}"/>
              </a:ext>
            </a:extLst>
          </p:cNvPr>
          <p:cNvSpPr>
            <a:spLocks noGrp="1"/>
          </p:cNvSpPr>
          <p:nvPr>
            <p:ph type="body" sz="quarter" idx="11" hasCustomPrompt="1"/>
          </p:nvPr>
        </p:nvSpPr>
        <p:spPr>
          <a:xfrm>
            <a:off x="5654082" y="1857800"/>
            <a:ext cx="5966418"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6" name="Text Placeholder 2">
            <a:extLst>
              <a:ext uri="{FF2B5EF4-FFF2-40B4-BE49-F238E27FC236}">
                <a16:creationId xmlns:a16="http://schemas.microsoft.com/office/drawing/2014/main" id="{6763BA2C-322D-A7E8-7431-EF84FFCD9B12}"/>
              </a:ext>
            </a:extLst>
          </p:cNvPr>
          <p:cNvSpPr>
            <a:spLocks noGrp="1"/>
          </p:cNvSpPr>
          <p:nvPr>
            <p:ph type="body" sz="quarter" idx="25" hasCustomPrompt="1"/>
          </p:nvPr>
        </p:nvSpPr>
        <p:spPr>
          <a:xfrm>
            <a:off x="5095668" y="1857800"/>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233279391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524.xml><?xml version="1.0" encoding="utf-8"?>
<p:sldLayout xmlns:a="http://schemas.openxmlformats.org/drawingml/2006/main" xmlns:r="http://schemas.openxmlformats.org/officeDocument/2006/relationships" xmlns:p="http://schemas.openxmlformats.org/presentationml/2006/main" preserve="1" userDrawn="1">
  <p:cSld name="Title and text side by side 5">
    <p:bg>
      <p:bgPr>
        <a:solidFill>
          <a:srgbClr val="F4F3F5"/>
        </a:solidFill>
        <a:effectLst/>
      </p:bgPr>
    </p:bg>
    <p:spTree>
      <p:nvGrpSpPr>
        <p:cNvPr id="1" name=""/>
        <p:cNvGrpSpPr/>
        <p:nvPr/>
      </p:nvGrpSpPr>
      <p:grpSpPr>
        <a:xfrm>
          <a:off x="0" y="0"/>
          <a:ext cx="0" cy="0"/>
          <a:chOff x="0" y="0"/>
          <a:chExt cx="0" cy="0"/>
        </a:xfrm>
      </p:grpSpPr>
      <p:cxnSp>
        <p:nvCxnSpPr>
          <p:cNvPr id="36" name="Straight Connector 35">
            <a:extLst>
              <a:ext uri="{FF2B5EF4-FFF2-40B4-BE49-F238E27FC236}">
                <a16:creationId xmlns:a16="http://schemas.microsoft.com/office/drawing/2014/main" id="{50BFCD8B-853E-92A8-FD5C-C5659CCB744A}"/>
              </a:ext>
              <a:ext uri="{C183D7F6-B498-43B3-948B-1728B52AA6E4}">
                <adec:decorative xmlns:adec="http://schemas.microsoft.com/office/drawing/2017/decorative" val="1"/>
              </a:ext>
            </a:extLst>
          </p:cNvPr>
          <p:cNvCxnSpPr>
            <a:cxnSpLocks/>
          </p:cNvCxnSpPr>
          <p:nvPr userDrawn="1"/>
        </p:nvCxnSpPr>
        <p:spPr>
          <a:xfrm>
            <a:off x="584200" y="2019300"/>
            <a:ext cx="3182112" cy="0"/>
          </a:xfrm>
          <a:prstGeom prst="line">
            <a:avLst/>
          </a:prstGeom>
          <a:ln w="76200" cap="rnd">
            <a:gradFill>
              <a:gsLst>
                <a:gs pos="0">
                  <a:schemeClr val="accent1"/>
                </a:gs>
                <a:gs pos="100000">
                  <a:schemeClr val="accent2"/>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1698F6FE-FA89-D09B-0F56-2F89F05F6E1E}"/>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8" name="Text Placeholder 2">
            <a:extLst>
              <a:ext uri="{FF2B5EF4-FFF2-40B4-BE49-F238E27FC236}">
                <a16:creationId xmlns:a16="http://schemas.microsoft.com/office/drawing/2014/main" id="{1DBC7FD1-5168-7C9E-36DD-EFCBEFE2FAC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9" name="Text Placeholder 2">
            <a:extLst>
              <a:ext uri="{FF2B5EF4-FFF2-40B4-BE49-F238E27FC236}">
                <a16:creationId xmlns:a16="http://schemas.microsoft.com/office/drawing/2014/main" id="{AC81A518-CF66-2BAF-FE9A-48CB9F7E9C5C}"/>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3363125809"/>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525.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F4F3F5"/>
        </a:solidFill>
        <a:effectLst/>
      </p:bgPr>
    </p:bg>
    <p:spTree>
      <p:nvGrpSpPr>
        <p:cNvPr id="1" name=""/>
        <p:cNvGrpSpPr/>
        <p:nvPr/>
      </p:nvGrpSpPr>
      <p:grpSpPr>
        <a:xfrm>
          <a:off x="0" y="0"/>
          <a:ext cx="0" cy="0"/>
          <a:chOff x="0" y="0"/>
          <a:chExt cx="0" cy="0"/>
        </a:xfrm>
      </p:grpSpPr>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91438" y="710247"/>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Tree>
    <p:extLst>
      <p:ext uri="{BB962C8B-B14F-4D97-AF65-F5344CB8AC3E}">
        <p14:creationId xmlns:p14="http://schemas.microsoft.com/office/powerpoint/2010/main" val="25868070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526.xml><?xml version="1.0" encoding="utf-8"?>
<p:sldLayout xmlns:a="http://schemas.openxmlformats.org/drawingml/2006/main" xmlns:r="http://schemas.openxmlformats.org/officeDocument/2006/relationships" xmlns:p="http://schemas.openxmlformats.org/presentationml/2006/main" preserve="1" userDrawn="1">
  <p:cSld name="Developer code 2">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userDrawn="1"/>
        </p:nvSpPr>
        <p:spPr bwMode="auto">
          <a:xfrm>
            <a:off x="0" y="1436688"/>
            <a:ext cx="12192000" cy="542131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143668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88263" y="2099310"/>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Tree>
    <p:extLst>
      <p:ext uri="{BB962C8B-B14F-4D97-AF65-F5344CB8AC3E}">
        <p14:creationId xmlns:p14="http://schemas.microsoft.com/office/powerpoint/2010/main" val="11567833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527.xml><?xml version="1.0" encoding="utf-8"?>
<p:sldLayout xmlns:a="http://schemas.openxmlformats.org/drawingml/2006/main" xmlns:r="http://schemas.openxmlformats.org/officeDocument/2006/relationships" xmlns:p="http://schemas.openxmlformats.org/presentationml/2006/main" preserve="1" userDrawn="1">
  <p:cSld name="Developer code bottom">
    <p:bg>
      <p:bgRef idx="1001">
        <a:schemeClr val="bg2"/>
      </p:bgRef>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86390" y="1230681"/>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2827138"/>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282713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3491219"/>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27917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1776">
          <p15:clr>
            <a:srgbClr val="5ACBF0"/>
          </p15:clr>
        </p15:guide>
        <p15:guide id="5" orient="horz" pos="2197">
          <p15:clr>
            <a:srgbClr val="5ACBF0"/>
          </p15:clr>
        </p15:guide>
        <p15:guide id="6" orient="horz" pos="773">
          <p15:clr>
            <a:srgbClr val="5ACBF0"/>
          </p15:clr>
        </p15:guide>
      </p15:sldGuideLst>
    </p:ext>
  </p:extLst>
</p:sldLayout>
</file>

<file path=ppt/slideLayouts/slideLayout528.xml><?xml version="1.0" encoding="utf-8"?>
<p:sldLayout xmlns:a="http://schemas.openxmlformats.org/drawingml/2006/main" xmlns:r="http://schemas.openxmlformats.org/officeDocument/2006/relationships" xmlns:p="http://schemas.openxmlformats.org/presentationml/2006/main" preserve="1" userDrawn="1">
  <p:cSld name="Developer code top">
    <p:bg>
      <p:bgRef idx="1001">
        <a:schemeClr val="bg2"/>
      </p:bgRef>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0"/>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a:xfrm>
            <a:off x="588263" y="4224580"/>
            <a:ext cx="11018520" cy="492443"/>
          </a:xfrm>
        </p:spPr>
        <p:txBody>
          <a:bodyPr/>
          <a:lstStyle>
            <a:lvl1pPr>
              <a:defRPr sz="3200">
                <a:solidFill>
                  <a:schemeClr val="tx1"/>
                </a:solidFill>
              </a:defRPr>
            </a:lvl1pPr>
          </a:lstStyle>
          <a:p>
            <a:r>
              <a:rPr lang="en-US"/>
              <a:t>Click to edit title style</a:t>
            </a: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660508"/>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91152" y="4996505"/>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309321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2661">
          <p15:clr>
            <a:srgbClr val="5ACBF0"/>
          </p15:clr>
        </p15:guide>
        <p15:guide id="5" orient="horz" pos="3147">
          <p15:clr>
            <a:srgbClr val="5ACBF0"/>
          </p15:clr>
        </p15:guide>
        <p15:guide id="6" orient="horz" pos="419">
          <p15:clr>
            <a:srgbClr val="5ACBF0"/>
          </p15:clr>
        </p15:guide>
      </p15:sldGuideLst>
    </p:ext>
  </p:extLst>
</p:sldLayout>
</file>

<file path=ppt/slideLayouts/slideLayout529.xml><?xml version="1.0" encoding="utf-8"?>
<p:sldLayout xmlns:a="http://schemas.openxmlformats.org/drawingml/2006/main" xmlns:r="http://schemas.openxmlformats.org/officeDocument/2006/relationships" xmlns:p="http://schemas.openxmlformats.org/presentationml/2006/main" preserve="1" userDrawn="1">
  <p:cSld name="Developer code right">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82BB27-7DA5-4478-8C18-C1FFEE20AAC1}"/>
              </a:ext>
            </a:extLst>
          </p:cNvPr>
          <p:cNvSpPr>
            <a:spLocks noGrp="1"/>
          </p:cNvSpPr>
          <p:nvPr>
            <p:ph type="title" hasCustomPrompt="1"/>
          </p:nvPr>
        </p:nvSpPr>
        <p:spPr>
          <a:xfrm>
            <a:off x="588263" y="457200"/>
            <a:ext cx="4040887" cy="492443"/>
          </a:xfrm>
        </p:spPr>
        <p:txBody>
          <a:bodyPr/>
          <a:lstStyle>
            <a:lvl1pPr>
              <a:defRPr sz="3200">
                <a:solidFill>
                  <a:schemeClr val="tx1"/>
                </a:solidFill>
              </a:defRPr>
            </a:lvl1pPr>
          </a:lstStyle>
          <a:p>
            <a:r>
              <a:rPr lang="en-US"/>
              <a:t>Click to edit title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588965" y="1338139"/>
            <a:ext cx="4040185"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5211763"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00725" y="709187"/>
            <a:ext cx="5801961" cy="307777"/>
          </a:xfrm>
        </p:spPr>
        <p:txBody>
          <a:bodyPr/>
          <a:lstStyle>
            <a:lvl1pPr marL="0" indent="0">
              <a:buNone/>
              <a:tabLst/>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68270880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530.xml><?xml version="1.0" encoding="utf-8"?>
<p:sldLayout xmlns:a="http://schemas.openxmlformats.org/drawingml/2006/main" xmlns:r="http://schemas.openxmlformats.org/officeDocument/2006/relationships" xmlns:p="http://schemas.openxmlformats.org/presentationml/2006/main" preserve="1" userDrawn="1">
  <p:cSld name="Developer code left">
    <p:bg>
      <p:bgRef idx="1001">
        <a:schemeClr val="bg2"/>
      </p:bgRef>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2"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6BB14A7D-C409-4A7C-9D82-A2E5DBB8AB72}"/>
              </a:ext>
            </a:extLst>
          </p:cNvPr>
          <p:cNvSpPr>
            <a:spLocks noGrp="1"/>
          </p:cNvSpPr>
          <p:nvPr>
            <p:ph type="title" hasCustomPrompt="1"/>
          </p:nvPr>
        </p:nvSpPr>
        <p:spPr>
          <a:xfrm>
            <a:off x="7575549" y="457200"/>
            <a:ext cx="4031233" cy="492443"/>
          </a:xfrm>
        </p:spPr>
        <p:txBody>
          <a:bodyPr/>
          <a:lstStyle>
            <a:lvl1pPr>
              <a:defRPr sz="3200">
                <a:solidFill>
                  <a:schemeClr val="tx1"/>
                </a:solidFill>
              </a:defRPr>
            </a:lvl1pPr>
          </a:lstStyle>
          <a:p>
            <a:r>
              <a:rPr lang="en-US"/>
              <a:t>Click to edit title</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7575550" y="1336675"/>
            <a:ext cx="4033838"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9302251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531.xml><?xml version="1.0" encoding="utf-8"?>
<p:sldLayout xmlns:a="http://schemas.openxmlformats.org/drawingml/2006/main" xmlns:r="http://schemas.openxmlformats.org/officeDocument/2006/relationships" xmlns:p="http://schemas.openxmlformats.org/presentationml/2006/main" preserve="1" userDrawn="1">
  <p:cSld name="Developer code left, image right">
    <p:bg>
      <p:bgPr>
        <a:solidFill>
          <a:srgbClr val="F4F3F5"/>
        </a:solidFill>
        <a:effectLst/>
      </p:bgPr>
    </p:bg>
    <p:spTree>
      <p:nvGrpSpPr>
        <p:cNvPr id="1" name=""/>
        <p:cNvGrpSpPr/>
        <p:nvPr/>
      </p:nvGrpSpPr>
      <p:grpSpPr>
        <a:xfrm>
          <a:off x="0" y="0"/>
          <a:ext cx="0" cy="0"/>
          <a:chOff x="0" y="0"/>
          <a:chExt cx="0" cy="0"/>
        </a:xfrm>
      </p:grpSpPr>
      <p:sp>
        <p:nvSpPr>
          <p:cNvPr id="9" name="Picture Placeholder 7" descr="This photo is a 'placeholder' only. Drag or drop your photo here, or click and tap the center to insert a photo.">
            <a:extLst>
              <a:ext uri="{FF2B5EF4-FFF2-40B4-BE49-F238E27FC236}">
                <a16:creationId xmlns:a16="http://schemas.microsoft.com/office/drawing/2014/main" id="{8456ECE7-2FD2-0E8A-D0BD-61173814D9B7}"/>
              </a:ext>
            </a:extLst>
          </p:cNvPr>
          <p:cNvSpPr>
            <a:spLocks noGrp="1"/>
          </p:cNvSpPr>
          <p:nvPr>
            <p:ph type="pic" sz="quarter" idx="10" hasCustomPrompt="1"/>
          </p:nvPr>
        </p:nvSpPr>
        <p:spPr bwMode="ltGray">
          <a:xfrm>
            <a:off x="8490856" y="707231"/>
            <a:ext cx="3116945" cy="5561808"/>
          </a:xfrm>
          <a:prstGeom prst="roundRect">
            <a:avLst>
              <a:gd name="adj" fmla="val 4445"/>
            </a:avLst>
          </a:prstGeom>
          <a:blipFill>
            <a:blip r:embed="rId2"/>
            <a:stretch>
              <a:fillRect l="-107368" r="-109854"/>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410421373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532.xml><?xml version="1.0" encoding="utf-8"?>
<p:sldLayout xmlns:a="http://schemas.openxmlformats.org/drawingml/2006/main" xmlns:r="http://schemas.openxmlformats.org/officeDocument/2006/relationships" xmlns:p="http://schemas.openxmlformats.org/presentationml/2006/main" preserve="1" userDrawn="1">
  <p:cSld name="Device 1">
    <p:bg>
      <p:bgPr>
        <a:solidFill>
          <a:srgbClr val="F4F3F5"/>
        </a:soli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C4B95F29-56C3-4C85-A12B-0B0BE769E70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2" name="Title 1"/>
          <p:cNvSpPr>
            <a:spLocks noGrp="1"/>
          </p:cNvSpPr>
          <p:nvPr>
            <p:ph type="title" hasCustomPrompt="1"/>
          </p:nvPr>
        </p:nvSpPr>
        <p:spPr>
          <a:xfrm>
            <a:off x="584200" y="464817"/>
            <a:ext cx="11023600"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1: one column</a:t>
            </a:r>
          </a:p>
        </p:txBody>
      </p:sp>
      <p:sp>
        <p:nvSpPr>
          <p:cNvPr id="4" name="Text Placeholder 3"/>
          <p:cNvSpPr>
            <a:spLocks noGrp="1"/>
          </p:cNvSpPr>
          <p:nvPr>
            <p:ph type="body" sz="quarter" idx="10" hasCustomPrompt="1"/>
          </p:nvPr>
        </p:nvSpPr>
        <p:spPr>
          <a:xfrm>
            <a:off x="584200" y="1922802"/>
            <a:ext cx="4630006" cy="615553"/>
          </a:xfrm>
          <a:prstGeom prst="rect">
            <a:avLst/>
          </a:prstGeom>
        </p:spPr>
        <p:txBody>
          <a:bodyPr wrap="square" lIns="0" tIns="0" rIns="0" bIns="0">
            <a:spAutoFit/>
          </a:bodyPr>
          <a:lstStyle>
            <a:lvl1pPr marL="0" indent="0">
              <a:lnSpc>
                <a:spcPts val="2400"/>
              </a:lnSpc>
              <a:buNone/>
              <a:defRPr sz="2000" b="0" i="0">
                <a:solidFill>
                  <a:srgbClr val="000000"/>
                </a:solidFill>
                <a:latin typeface="+mn-lt"/>
              </a:defRPr>
            </a:lvl1pPr>
            <a:lvl2pPr marL="224097" indent="0">
              <a:buNone/>
              <a:defRPr/>
            </a:lvl2pPr>
            <a:lvl3pPr marL="448193" indent="0">
              <a:buNone/>
              <a:defRPr/>
            </a:lvl3pPr>
            <a:lvl4pPr marL="672290" indent="0">
              <a:buNone/>
              <a:defRPr/>
            </a:lvl4pPr>
            <a:lvl5pPr marL="896386" indent="0">
              <a:buNone/>
              <a:defRPr/>
            </a:lvl5pPr>
          </a:lstStyle>
          <a:p>
            <a:pPr lvl="0"/>
            <a:r>
              <a:rPr lang="pt-BR"/>
              <a:t>Large subhead Segoe UI Regular 20/24. </a:t>
            </a:r>
            <a:r>
              <a:rPr lang="da-DK"/>
              <a:t>Lorem ipsum dolor sit amet</a:t>
            </a:r>
            <a:r>
              <a:rPr lang="pt-BR"/>
              <a:t>.</a:t>
            </a:r>
            <a:endParaRPr lang="en-US"/>
          </a:p>
        </p:txBody>
      </p:sp>
      <p:sp>
        <p:nvSpPr>
          <p:cNvPr id="5" name="Text Placeholder 4"/>
          <p:cNvSpPr>
            <a:spLocks noGrp="1"/>
          </p:cNvSpPr>
          <p:nvPr>
            <p:ph type="body" sz="quarter" idx="11" hasCustomPrompt="1"/>
          </p:nvPr>
        </p:nvSpPr>
        <p:spPr>
          <a:xfrm>
            <a:off x="584199" y="2707597"/>
            <a:ext cx="4630005" cy="2521331"/>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2" name="Picture Placeholder 11">
            <a:extLst>
              <a:ext uri="{FF2B5EF4-FFF2-40B4-BE49-F238E27FC236}">
                <a16:creationId xmlns:a16="http://schemas.microsoft.com/office/drawing/2014/main" id="{934476FE-7091-4DE7-A55E-3EF5A6569A7D}"/>
              </a:ext>
            </a:extLst>
          </p:cNvPr>
          <p:cNvSpPr>
            <a:spLocks noGrp="1"/>
          </p:cNvSpPr>
          <p:nvPr>
            <p:ph type="pic" sz="quarter" idx="12"/>
          </p:nvPr>
        </p:nvSpPr>
        <p:spPr>
          <a:xfrm>
            <a:off x="6358812" y="1519688"/>
            <a:ext cx="5833188" cy="4343375"/>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690846582"/>
      </p:ext>
    </p:extLst>
  </p:cSld>
  <p:clrMapOvr>
    <a:masterClrMapping/>
  </p:clrMapOvr>
  <p:transition>
    <p:fade/>
  </p:transition>
</p:sldLayout>
</file>

<file path=ppt/slideLayouts/slideLayout533.xml><?xml version="1.0" encoding="utf-8"?>
<p:sldLayout xmlns:a="http://schemas.openxmlformats.org/drawingml/2006/main" xmlns:r="http://schemas.openxmlformats.org/officeDocument/2006/relationships" xmlns:p="http://schemas.openxmlformats.org/presentationml/2006/main" preserve="1" userDrawn="1">
  <p:cSld name="Device 2">
    <p:bg>
      <p:bgPr>
        <a:solidFill>
          <a:srgbClr val="F4F3F5"/>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C99DE98C-91A8-4163-A280-8BB561692C8E}"/>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9" name="Picture Placeholder 11">
            <a:extLst>
              <a:ext uri="{FF2B5EF4-FFF2-40B4-BE49-F238E27FC236}">
                <a16:creationId xmlns:a16="http://schemas.microsoft.com/office/drawing/2014/main" id="{784CA30E-A92E-4E40-944A-73B1CF9EEE0A}"/>
              </a:ext>
            </a:extLst>
          </p:cNvPr>
          <p:cNvSpPr>
            <a:spLocks noGrp="1"/>
          </p:cNvSpPr>
          <p:nvPr>
            <p:ph type="pic" sz="quarter" idx="12"/>
          </p:nvPr>
        </p:nvSpPr>
        <p:spPr>
          <a:xfrm>
            <a:off x="6357959" y="1535104"/>
            <a:ext cx="5834041" cy="4315059"/>
          </a:xfrm>
          <a:prstGeom prst="rect">
            <a:avLst/>
          </a:prstGeom>
        </p:spPr>
        <p:txBody>
          <a:bodyPr anchor="ctr" anchorCtr="0">
            <a:noAutofit/>
          </a:bodyPr>
          <a:lstStyle>
            <a:lvl1pPr algn="ctr">
              <a:defRPr>
                <a:solidFill>
                  <a:srgbClr val="000000"/>
                </a:solidFill>
              </a:defRPr>
            </a:lvl1pPr>
          </a:lstStyle>
          <a:p>
            <a:r>
              <a:rPr lang="en-US"/>
              <a:t>Click icon to add picture</a:t>
            </a:r>
          </a:p>
        </p:txBody>
      </p:sp>
      <p:sp>
        <p:nvSpPr>
          <p:cNvPr id="13" name="Text Placeholder 4">
            <a:extLst>
              <a:ext uri="{FF2B5EF4-FFF2-40B4-BE49-F238E27FC236}">
                <a16:creationId xmlns:a16="http://schemas.microsoft.com/office/drawing/2014/main" id="{8D17D4B4-B6B9-4273-ACCB-7A5ED46F35A8}"/>
              </a:ext>
            </a:extLst>
          </p:cNvPr>
          <p:cNvSpPr>
            <a:spLocks noGrp="1"/>
          </p:cNvSpPr>
          <p:nvPr>
            <p:ph type="body" sz="quarter" idx="11" hasCustomPrompt="1"/>
          </p:nvPr>
        </p:nvSpPr>
        <p:spPr>
          <a:xfrm>
            <a:off x="593750"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4" name="Text Placeholder 4">
            <a:extLst>
              <a:ext uri="{FF2B5EF4-FFF2-40B4-BE49-F238E27FC236}">
                <a16:creationId xmlns:a16="http://schemas.microsoft.com/office/drawing/2014/main" id="{FB204BE2-B985-4315-8D5B-9C54B1074DD6}"/>
              </a:ext>
            </a:extLst>
          </p:cNvPr>
          <p:cNvSpPr>
            <a:spLocks noGrp="1"/>
          </p:cNvSpPr>
          <p:nvPr>
            <p:ph type="body" sz="quarter" idx="13" hasCustomPrompt="1"/>
          </p:nvPr>
        </p:nvSpPr>
        <p:spPr>
          <a:xfrm>
            <a:off x="2521876"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8" name="Text Placeholder 4">
            <a:extLst>
              <a:ext uri="{FF2B5EF4-FFF2-40B4-BE49-F238E27FC236}">
                <a16:creationId xmlns:a16="http://schemas.microsoft.com/office/drawing/2014/main" id="{02963930-27DC-A146-BED0-307A0CE5F43A}"/>
              </a:ext>
            </a:extLst>
          </p:cNvPr>
          <p:cNvSpPr>
            <a:spLocks noGrp="1"/>
          </p:cNvSpPr>
          <p:nvPr>
            <p:ph type="body" sz="quarter" idx="42" hasCustomPrompt="1"/>
          </p:nvPr>
        </p:nvSpPr>
        <p:spPr>
          <a:xfrm>
            <a:off x="59024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9" name="Text Placeholder 4">
            <a:extLst>
              <a:ext uri="{FF2B5EF4-FFF2-40B4-BE49-F238E27FC236}">
                <a16:creationId xmlns:a16="http://schemas.microsoft.com/office/drawing/2014/main" id="{8EE99189-A4FF-8C44-809C-285F33AF913B}"/>
              </a:ext>
            </a:extLst>
          </p:cNvPr>
          <p:cNvSpPr>
            <a:spLocks noGrp="1"/>
          </p:cNvSpPr>
          <p:nvPr>
            <p:ph type="body" sz="quarter" idx="43" hasCustomPrompt="1"/>
          </p:nvPr>
        </p:nvSpPr>
        <p:spPr>
          <a:xfrm>
            <a:off x="252160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Title 1">
            <a:extLst>
              <a:ext uri="{FF2B5EF4-FFF2-40B4-BE49-F238E27FC236}">
                <a16:creationId xmlns:a16="http://schemas.microsoft.com/office/drawing/2014/main" id="{41C62C6E-6C8D-E263-ED20-65125864F2C8}"/>
              </a:ext>
            </a:extLst>
          </p:cNvPr>
          <p:cNvSpPr>
            <a:spLocks noGrp="1"/>
          </p:cNvSpPr>
          <p:nvPr>
            <p:ph type="title" hasCustomPrompt="1"/>
          </p:nvPr>
        </p:nvSpPr>
        <p:spPr>
          <a:xfrm>
            <a:off x="582612" y="462415"/>
            <a:ext cx="11026776"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2: two columns</a:t>
            </a:r>
          </a:p>
        </p:txBody>
      </p:sp>
    </p:spTree>
    <p:extLst>
      <p:ext uri="{BB962C8B-B14F-4D97-AF65-F5344CB8AC3E}">
        <p14:creationId xmlns:p14="http://schemas.microsoft.com/office/powerpoint/2010/main" val="993326050"/>
      </p:ext>
    </p:extLst>
  </p:cSld>
  <p:clrMapOvr>
    <a:masterClrMapping/>
  </p:clrMapOvr>
  <p:transition>
    <p:fade/>
  </p:transition>
</p:sldLayout>
</file>

<file path=ppt/slideLayouts/slideLayout534.xml><?xml version="1.0" encoding="utf-8"?>
<p:sldLayout xmlns:a="http://schemas.openxmlformats.org/drawingml/2006/main" xmlns:r="http://schemas.openxmlformats.org/officeDocument/2006/relationships" xmlns:p="http://schemas.openxmlformats.org/presentationml/2006/main" preserve="1" userDrawn="1">
  <p:cSld name="Device 3">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3</a:t>
            </a:r>
          </a:p>
        </p:txBody>
      </p:sp>
      <p:pic>
        <p:nvPicPr>
          <p:cNvPr id="10" name="Picture 9">
            <a:extLst>
              <a:ext uri="{FF2B5EF4-FFF2-40B4-BE49-F238E27FC236}">
                <a16:creationId xmlns:a16="http://schemas.microsoft.com/office/drawing/2014/main" id="{73CDB1EA-72FB-46B3-89D4-DEE1F2EF724A}"/>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384249" y="486947"/>
            <a:ext cx="10869930" cy="6371053"/>
          </a:xfrm>
          <a:prstGeom prst="rect">
            <a:avLst/>
          </a:prstGeom>
        </p:spPr>
      </p:pic>
      <p:sp>
        <p:nvSpPr>
          <p:cNvPr id="8" name="Picture Placeholder 11">
            <a:extLst>
              <a:ext uri="{FF2B5EF4-FFF2-40B4-BE49-F238E27FC236}">
                <a16:creationId xmlns:a16="http://schemas.microsoft.com/office/drawing/2014/main" id="{0473E679-3B6D-497A-A0F6-454C968B7607}"/>
              </a:ext>
            </a:extLst>
          </p:cNvPr>
          <p:cNvSpPr>
            <a:spLocks noGrp="1"/>
          </p:cNvSpPr>
          <p:nvPr>
            <p:ph type="pic" sz="quarter" idx="12"/>
          </p:nvPr>
        </p:nvSpPr>
        <p:spPr>
          <a:xfrm>
            <a:off x="2293976" y="1599603"/>
            <a:ext cx="7678751" cy="4327960"/>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1165843007"/>
      </p:ext>
    </p:extLst>
  </p:cSld>
  <p:clrMapOvr>
    <a:masterClrMapping/>
  </p:clrMapOvr>
  <p:transition>
    <p:fade/>
  </p:transition>
</p:sldLayout>
</file>

<file path=ppt/slideLayouts/slideLayout535.xml><?xml version="1.0" encoding="utf-8"?>
<p:sldLayout xmlns:a="http://schemas.openxmlformats.org/drawingml/2006/main" xmlns:r="http://schemas.openxmlformats.org/officeDocument/2006/relationships" xmlns:p="http://schemas.openxmlformats.org/presentationml/2006/main" preserve="1" userDrawn="1">
  <p:cSld name="Chart with caption">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Chart layout examples</a:t>
            </a:r>
          </a:p>
        </p:txBody>
      </p:sp>
      <p:sp>
        <p:nvSpPr>
          <p:cNvPr id="5" name="Chart Placeholder 6">
            <a:extLst>
              <a:ext uri="{FF2B5EF4-FFF2-40B4-BE49-F238E27FC236}">
                <a16:creationId xmlns:a16="http://schemas.microsoft.com/office/drawing/2014/main" id="{D9638BF3-12D1-2694-0190-0AB19FCB5432}"/>
              </a:ext>
            </a:extLst>
          </p:cNvPr>
          <p:cNvSpPr>
            <a:spLocks noGrp="1"/>
          </p:cNvSpPr>
          <p:nvPr>
            <p:ph type="chart" sz="quarter" idx="21"/>
          </p:nvPr>
        </p:nvSpPr>
        <p:spPr>
          <a:xfrm>
            <a:off x="584200"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6" name="Text Placeholder 4">
            <a:extLst>
              <a:ext uri="{FF2B5EF4-FFF2-40B4-BE49-F238E27FC236}">
                <a16:creationId xmlns:a16="http://schemas.microsoft.com/office/drawing/2014/main" id="{9FDA6635-EE72-35BC-5065-7C47B07E2AF7}"/>
              </a:ext>
            </a:extLst>
          </p:cNvPr>
          <p:cNvSpPr>
            <a:spLocks noGrp="1"/>
          </p:cNvSpPr>
          <p:nvPr>
            <p:ph type="body" sz="quarter" idx="12" hasCustomPrompt="1"/>
          </p:nvPr>
        </p:nvSpPr>
        <p:spPr>
          <a:xfrm>
            <a:off x="584201" y="5973763"/>
            <a:ext cx="3474720" cy="307777"/>
          </a:xfrm>
          <a:prstGeom prst="rect">
            <a:avLst/>
          </a:prstGeom>
        </p:spPr>
        <p:txBody>
          <a:bodyPr lIns="0" tIns="0" rIns="0" bIns="0"/>
          <a:lstStyle>
            <a:lvl1pPr marL="0" indent="0">
              <a:lnSpc>
                <a:spcPts val="1200"/>
              </a:lnSpc>
              <a:spcBef>
                <a:spcPts val="900"/>
              </a:spcBef>
              <a:buFont typeface="Arial" panose="020B0604020202020204" pitchFamily="34" charset="0"/>
              <a:buNone/>
              <a:defRPr sz="1000" b="0" i="0" spc="0">
                <a:solidFill>
                  <a:srgbClr val="000000"/>
                </a:solidFill>
                <a:latin typeface="+mn-lt"/>
              </a:defRPr>
            </a:lvl1pPr>
            <a:lvl2pPr marL="0" marR="0" indent="0" algn="l" defTabSz="932742" rtl="0" eaLnBrk="1" fontAlgn="auto" latinLnBrk="0" hangingPunct="1">
              <a:lnSpc>
                <a:spcPts val="1200"/>
              </a:lnSpc>
              <a:spcBef>
                <a:spcPts val="450"/>
              </a:spcBef>
              <a:spcAft>
                <a:spcPts val="0"/>
              </a:spcAft>
              <a:buClrTx/>
              <a:buSzPct val="90000"/>
              <a:buFont typeface="Arial" panose="020B0604020202020204" pitchFamily="34" charset="0"/>
              <a:buNone/>
              <a:tabLst/>
              <a:defRPr sz="1000">
                <a:solidFill>
                  <a:schemeClr val="tx1"/>
                </a:solidFill>
              </a:defRPr>
            </a:lvl2pPr>
            <a:lvl3pPr marL="457200" indent="0">
              <a:buNone/>
              <a:defRPr/>
            </a:lvl3pPr>
            <a:lvl4pPr marL="685800" indent="0">
              <a:buNone/>
              <a:defRPr/>
            </a:lvl4pPr>
            <a:lvl5pPr marL="914400" indent="0">
              <a:buNone/>
              <a:defRPr/>
            </a:lvl5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7" name="Text Placeholder 4">
            <a:extLst>
              <a:ext uri="{FF2B5EF4-FFF2-40B4-BE49-F238E27FC236}">
                <a16:creationId xmlns:a16="http://schemas.microsoft.com/office/drawing/2014/main" id="{426EF772-758C-C1A7-A309-173E2AB9C395}"/>
              </a:ext>
            </a:extLst>
          </p:cNvPr>
          <p:cNvSpPr>
            <a:spLocks noGrp="1"/>
          </p:cNvSpPr>
          <p:nvPr>
            <p:ph type="body" sz="quarter" idx="18" hasCustomPrompt="1"/>
          </p:nvPr>
        </p:nvSpPr>
        <p:spPr>
          <a:xfrm>
            <a:off x="4358640"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9" name="Chart Placeholder 6">
            <a:extLst>
              <a:ext uri="{FF2B5EF4-FFF2-40B4-BE49-F238E27FC236}">
                <a16:creationId xmlns:a16="http://schemas.microsoft.com/office/drawing/2014/main" id="{C01D8C54-5478-2BF6-769F-9F0FC6FB57EA}"/>
              </a:ext>
            </a:extLst>
          </p:cNvPr>
          <p:cNvSpPr>
            <a:spLocks noGrp="1"/>
          </p:cNvSpPr>
          <p:nvPr>
            <p:ph type="chart" sz="quarter" idx="22"/>
          </p:nvPr>
        </p:nvSpPr>
        <p:spPr>
          <a:xfrm>
            <a:off x="4358641"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1" name="Chart Placeholder 6">
            <a:extLst>
              <a:ext uri="{FF2B5EF4-FFF2-40B4-BE49-F238E27FC236}">
                <a16:creationId xmlns:a16="http://schemas.microsoft.com/office/drawing/2014/main" id="{657835EA-5000-4043-FCC9-D8A17E147B1F}"/>
              </a:ext>
            </a:extLst>
          </p:cNvPr>
          <p:cNvSpPr>
            <a:spLocks noGrp="1"/>
          </p:cNvSpPr>
          <p:nvPr>
            <p:ph type="chart" sz="quarter" idx="23"/>
          </p:nvPr>
        </p:nvSpPr>
        <p:spPr>
          <a:xfrm>
            <a:off x="8132064"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2" name="Text Placeholder 3">
            <a:extLst>
              <a:ext uri="{FF2B5EF4-FFF2-40B4-BE49-F238E27FC236}">
                <a16:creationId xmlns:a16="http://schemas.microsoft.com/office/drawing/2014/main" id="{D11E6A22-8ABF-B71A-3401-3376773ED9AC}"/>
              </a:ext>
            </a:extLst>
          </p:cNvPr>
          <p:cNvSpPr>
            <a:spLocks noGrp="1"/>
          </p:cNvSpPr>
          <p:nvPr>
            <p:ph type="body" sz="quarter" idx="24" hasCustomPrompt="1"/>
          </p:nvPr>
        </p:nvSpPr>
        <p:spPr>
          <a:xfrm>
            <a:off x="584200"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3" name="Text Placeholder 3">
            <a:extLst>
              <a:ext uri="{FF2B5EF4-FFF2-40B4-BE49-F238E27FC236}">
                <a16:creationId xmlns:a16="http://schemas.microsoft.com/office/drawing/2014/main" id="{608861AB-092C-6472-7C72-ED6E47461F7C}"/>
              </a:ext>
            </a:extLst>
          </p:cNvPr>
          <p:cNvSpPr>
            <a:spLocks noGrp="1"/>
          </p:cNvSpPr>
          <p:nvPr>
            <p:ph type="body" sz="quarter" idx="25" hasCustomPrompt="1"/>
          </p:nvPr>
        </p:nvSpPr>
        <p:spPr>
          <a:xfrm>
            <a:off x="4369751"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4" name="Text Placeholder 3">
            <a:extLst>
              <a:ext uri="{FF2B5EF4-FFF2-40B4-BE49-F238E27FC236}">
                <a16:creationId xmlns:a16="http://schemas.microsoft.com/office/drawing/2014/main" id="{000561FE-DBFA-4AC4-AFCD-6B19B0C28254}"/>
              </a:ext>
            </a:extLst>
          </p:cNvPr>
          <p:cNvSpPr>
            <a:spLocks noGrp="1"/>
          </p:cNvSpPr>
          <p:nvPr>
            <p:ph type="body" sz="quarter" idx="26" hasCustomPrompt="1"/>
          </p:nvPr>
        </p:nvSpPr>
        <p:spPr>
          <a:xfrm>
            <a:off x="8132063"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5" name="Text Placeholder 4">
            <a:extLst>
              <a:ext uri="{FF2B5EF4-FFF2-40B4-BE49-F238E27FC236}">
                <a16:creationId xmlns:a16="http://schemas.microsoft.com/office/drawing/2014/main" id="{ABB165B4-FDFD-ADBC-4A1C-58CA8748A55C}"/>
              </a:ext>
            </a:extLst>
          </p:cNvPr>
          <p:cNvSpPr>
            <a:spLocks noGrp="1"/>
          </p:cNvSpPr>
          <p:nvPr>
            <p:ph type="body" sz="quarter" idx="27" hasCustomPrompt="1"/>
          </p:nvPr>
        </p:nvSpPr>
        <p:spPr>
          <a:xfrm>
            <a:off x="8132063"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Tree>
    <p:extLst>
      <p:ext uri="{BB962C8B-B14F-4D97-AF65-F5344CB8AC3E}">
        <p14:creationId xmlns:p14="http://schemas.microsoft.com/office/powerpoint/2010/main" val="1982342779"/>
      </p:ext>
    </p:extLst>
  </p:cSld>
  <p:clrMapOvr>
    <a:masterClrMapping/>
  </p:clrMapOvr>
  <p:transition>
    <p:fade/>
  </p:transition>
</p:sldLayout>
</file>

<file path=ppt/slideLayouts/slideLayout536.xml><?xml version="1.0" encoding="utf-8"?>
<p:sldLayout xmlns:a="http://schemas.openxmlformats.org/drawingml/2006/main" xmlns:r="http://schemas.openxmlformats.org/officeDocument/2006/relationships" xmlns:p="http://schemas.openxmlformats.org/presentationml/2006/main" preserve="1" userDrawn="1">
  <p:cSld name="Table ">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9F1098-5BDB-3A14-0BC4-F3DC4A76BABB}"/>
              </a:ext>
            </a:extLst>
          </p:cNvPr>
          <p:cNvSpPr>
            <a:spLocks noGrp="1"/>
          </p:cNvSpPr>
          <p:nvPr>
            <p:ph type="title" hasCustomPrompt="1"/>
          </p:nvPr>
        </p:nvSpPr>
        <p:spPr/>
        <p:txBody>
          <a:bodyPr/>
          <a:lstStyle>
            <a:lvl1pPr>
              <a:defRPr/>
            </a:lvl1pPr>
          </a:lstStyle>
          <a:p>
            <a:r>
              <a:rPr lang="en-US"/>
              <a:t>Table layout</a:t>
            </a:r>
          </a:p>
        </p:txBody>
      </p:sp>
      <p:sp>
        <p:nvSpPr>
          <p:cNvPr id="4" name="Table Placeholder 3">
            <a:extLst>
              <a:ext uri="{FF2B5EF4-FFF2-40B4-BE49-F238E27FC236}">
                <a16:creationId xmlns:a16="http://schemas.microsoft.com/office/drawing/2014/main" id="{6DAF7D07-1867-0A94-96A1-88DE5F76DCC0}"/>
              </a:ext>
            </a:extLst>
          </p:cNvPr>
          <p:cNvSpPr>
            <a:spLocks noGrp="1"/>
          </p:cNvSpPr>
          <p:nvPr>
            <p:ph type="tbl" sz="quarter" idx="10"/>
          </p:nvPr>
        </p:nvSpPr>
        <p:spPr>
          <a:xfrm>
            <a:off x="584201" y="2201863"/>
            <a:ext cx="11025188" cy="4067176"/>
          </a:xfrm>
          <a:prstGeom prst="rect">
            <a:avLst/>
          </a:prstGeom>
        </p:spPr>
        <p:txBody>
          <a:bodyPr anchor="ctr" anchorCtr="0"/>
          <a:lstStyle>
            <a:lvl1pPr algn="ctr">
              <a:defRPr/>
            </a:lvl1pPr>
          </a:lstStyle>
          <a:p>
            <a:r>
              <a:rPr lang="en-US"/>
              <a:t>Click icon to add table</a:t>
            </a:r>
          </a:p>
        </p:txBody>
      </p:sp>
    </p:spTree>
    <p:extLst>
      <p:ext uri="{BB962C8B-B14F-4D97-AF65-F5344CB8AC3E}">
        <p14:creationId xmlns:p14="http://schemas.microsoft.com/office/powerpoint/2010/main" val="687834266"/>
      </p:ext>
    </p:extLst>
  </p:cSld>
  <p:clrMapOvr>
    <a:masterClrMapping/>
  </p:clrMapOvr>
  <p:transition>
    <p:fade/>
  </p:transition>
</p:sldLayout>
</file>

<file path=ppt/slideLayouts/slideLayout537.xml><?xml version="1.0" encoding="utf-8"?>
<p:sldLayout xmlns:a="http://schemas.openxmlformats.org/drawingml/2006/main" xmlns:r="http://schemas.openxmlformats.org/officeDocument/2006/relationships" xmlns:p="http://schemas.openxmlformats.org/presentationml/2006/main" preserve="1" userDrawn="1">
  <p:cSld name="Quote slide">
    <p:bg>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68FF295-4867-A99B-E458-6E9396360BC0}"/>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1163637"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1163637"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1163637" y="850900"/>
            <a:ext cx="7256463" cy="3238500"/>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spTree>
    <p:extLst>
      <p:ext uri="{BB962C8B-B14F-4D97-AF65-F5344CB8AC3E}">
        <p14:creationId xmlns:p14="http://schemas.microsoft.com/office/powerpoint/2010/main" val="27085728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538.xml><?xml version="1.0" encoding="utf-8"?>
<p:sldLayout xmlns:a="http://schemas.openxmlformats.org/drawingml/2006/main" xmlns:r="http://schemas.openxmlformats.org/officeDocument/2006/relationships" xmlns:p="http://schemas.openxmlformats.org/presentationml/2006/main" preserve="1" userDrawn="1">
  <p:cSld name="1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A95A0AA-74F0-F906-FF6C-5C3C4846A891}"/>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8" name="Picture 7" descr="Quotation marks">
            <a:extLst>
              <a:ext uri="{FF2B5EF4-FFF2-40B4-BE49-F238E27FC236}">
                <a16:creationId xmlns:a16="http://schemas.microsoft.com/office/drawing/2014/main" id="{04EC2229-8FBE-426A-CDA3-79B76E4E64E9}"/>
              </a:ext>
            </a:extLst>
          </p:cNvPr>
          <p:cNvPicPr>
            <a:picLocks noChangeAspect="1"/>
          </p:cNvPicPr>
          <p:nvPr userDrawn="1"/>
        </p:nvPicPr>
        <p:blipFill>
          <a:blip r:embed="rId3"/>
          <a:stretch>
            <a:fillRect/>
          </a:stretch>
        </p:blipFill>
        <p:spPr bwMode="black">
          <a:xfrm>
            <a:off x="549201" y="1033463"/>
            <a:ext cx="1555824" cy="1392940"/>
          </a:xfrm>
          <a:prstGeom prst="rect">
            <a:avLst/>
          </a:prstGeom>
        </p:spPr>
      </p:pic>
    </p:spTree>
    <p:extLst>
      <p:ext uri="{BB962C8B-B14F-4D97-AF65-F5344CB8AC3E}">
        <p14:creationId xmlns:p14="http://schemas.microsoft.com/office/powerpoint/2010/main" val="245950691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539.xml><?xml version="1.0" encoding="utf-8"?>
<p:sldLayout xmlns:a="http://schemas.openxmlformats.org/drawingml/2006/main" xmlns:r="http://schemas.openxmlformats.org/officeDocument/2006/relationships" xmlns:p="http://schemas.openxmlformats.org/presentationml/2006/main" preserve="1" userDrawn="1">
  <p:cSld name="2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EE79450-F76B-B7C6-BF65-EFBA04ADB473}"/>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11" name="Picture 10" descr="Quotation marks">
            <a:extLst>
              <a:ext uri="{FF2B5EF4-FFF2-40B4-BE49-F238E27FC236}">
                <a16:creationId xmlns:a16="http://schemas.microsoft.com/office/drawing/2014/main" id="{3425CD53-2A7D-2007-E862-FDADC36307A1}"/>
              </a:ext>
            </a:extLst>
          </p:cNvPr>
          <p:cNvPicPr>
            <a:picLocks noChangeAspect="1"/>
          </p:cNvPicPr>
          <p:nvPr userDrawn="1"/>
        </p:nvPicPr>
        <p:blipFill>
          <a:blip r:embed="rId3"/>
          <a:srcRect/>
          <a:stretch/>
        </p:blipFill>
        <p:spPr bwMode="black">
          <a:xfrm>
            <a:off x="564441" y="1042185"/>
            <a:ext cx="1271081" cy="1132055"/>
          </a:xfrm>
          <a:prstGeom prst="rect">
            <a:avLst/>
          </a:prstGeom>
        </p:spPr>
      </p:pic>
    </p:spTree>
    <p:extLst>
      <p:ext uri="{BB962C8B-B14F-4D97-AF65-F5344CB8AC3E}">
        <p14:creationId xmlns:p14="http://schemas.microsoft.com/office/powerpoint/2010/main" val="422430217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540.xml><?xml version="1.0" encoding="utf-8"?>
<p:sldLayout xmlns:a="http://schemas.openxmlformats.org/drawingml/2006/main" xmlns:r="http://schemas.openxmlformats.org/officeDocument/2006/relationships" xmlns:p="http://schemas.openxmlformats.org/presentationml/2006/main" preserve="1" userDrawn="1">
  <p:cSld name="Section Titl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8C42C5-9D1B-8547-8199-B0D8C17707CB}"/>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5" y="3091208"/>
            <a:ext cx="4773168"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86576453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541.xml><?xml version="1.0" encoding="utf-8"?>
<p:sldLayout xmlns:a="http://schemas.openxmlformats.org/drawingml/2006/main" xmlns:r="http://schemas.openxmlformats.org/officeDocument/2006/relationships" xmlns:p="http://schemas.openxmlformats.org/presentationml/2006/main" preserve="1" userDrawn="1">
  <p:cSld name="Demo slid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2A6AA0B9-027D-8539-FF20-AFB01D1F7528}"/>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137566451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542.xml><?xml version="1.0" encoding="utf-8"?>
<p:sldLayout xmlns:a="http://schemas.openxmlformats.org/drawingml/2006/main" xmlns:r="http://schemas.openxmlformats.org/officeDocument/2006/relationships" xmlns:p="http://schemas.openxmlformats.org/presentationml/2006/main" preserve="1" userDrawn="1">
  <p:cSld name="Section Title 2">
    <p:bg>
      <p:bgPr>
        <a:solidFill>
          <a:schemeClr val="tx2"/>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2D5FC56-4517-D1AD-EA54-49ECDFA7612A}"/>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244793605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543.xml><?xml version="1.0" encoding="utf-8"?>
<p:sldLayout xmlns:a="http://schemas.openxmlformats.org/drawingml/2006/main" xmlns:r="http://schemas.openxmlformats.org/officeDocument/2006/relationships" xmlns:p="http://schemas.openxmlformats.org/presentationml/2006/main" preserve="1" userDrawn="1">
  <p:cSld name="Demo slide 2">
    <p:bg>
      <p:bgPr>
        <a:solidFill>
          <a:schemeClr val="bg2"/>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9A79DAA2-FFF6-E1D5-7BF6-E98C822B2F5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226360842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544.xml><?xml version="1.0" encoding="utf-8"?>
<p:sldLayout xmlns:a="http://schemas.openxmlformats.org/drawingml/2006/main" xmlns:r="http://schemas.openxmlformats.org/officeDocument/2006/relationships" xmlns:p="http://schemas.openxmlformats.org/presentationml/2006/main" preserve="1" userDrawn="1">
  <p:cSld name="Section Title 3">
    <p:bg bwMode="gray">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756D10-0030-D9D3-52FE-13D839CE63BE}"/>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8542742"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36836294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545.xml><?xml version="1.0" encoding="utf-8"?>
<p:sldLayout xmlns:a="http://schemas.openxmlformats.org/drawingml/2006/main" xmlns:r="http://schemas.openxmlformats.org/officeDocument/2006/relationships" xmlns:p="http://schemas.openxmlformats.org/presentationml/2006/main" preserve="1" userDrawn="1">
  <p:cSld name="Demo slide 3">
    <p:bg bwMode="gray">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84A2250-4B7E-6E63-E698-996FB39D2C14}"/>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07777"/>
          </a:xfrm>
          <a:noFill/>
        </p:spPr>
        <p:txBody>
          <a:bodyPr lIns="0" tIns="0" rIns="0" bIns="0">
            <a:spAutoFit/>
          </a:bodyPr>
          <a:lstStyle>
            <a:lvl1pPr marL="0" indent="0">
              <a:spcBef>
                <a:spcPts val="0"/>
              </a:spcBef>
              <a:spcAft>
                <a:spcPts val="0"/>
              </a:spcAft>
              <a:buFont typeface="Arial" panose="020B0604020202020204" pitchFamily="34" charset="0"/>
              <a:buNone/>
              <a:defRPr sz="2000" spc="0" baseline="0">
                <a:solidFill>
                  <a:schemeClr val="bg1"/>
                </a:solidFill>
                <a:latin typeface="+mn-lt"/>
              </a:defRPr>
            </a:lvl1pPr>
          </a:lstStyle>
          <a:p>
            <a:pPr lvl="0"/>
            <a:r>
              <a:rPr lang="en-US"/>
              <a:t>Speaker name</a:t>
            </a:r>
          </a:p>
        </p:txBody>
      </p:sp>
    </p:spTree>
    <p:extLst>
      <p:ext uri="{BB962C8B-B14F-4D97-AF65-F5344CB8AC3E}">
        <p14:creationId xmlns:p14="http://schemas.microsoft.com/office/powerpoint/2010/main" val="43931212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546.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443789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547.xml><?xml version="1.0" encoding="utf-8"?>
<p:sldLayout xmlns:a="http://schemas.openxmlformats.org/drawingml/2006/main" xmlns:r="http://schemas.openxmlformats.org/officeDocument/2006/relationships" xmlns:p="http://schemas.openxmlformats.org/presentationml/2006/main" preserve="1" userDrawn="1">
  <p:cSld name="Blank 2">
    <p:bg>
      <p:bgPr>
        <a:solidFill>
          <a:schemeClr val="tx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096543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548.xml><?xml version="1.0" encoding="utf-8"?>
<p:sldLayout xmlns:a="http://schemas.openxmlformats.org/drawingml/2006/main" xmlns:r="http://schemas.openxmlformats.org/officeDocument/2006/relationships" xmlns:p="http://schemas.openxmlformats.org/presentationml/2006/main" preserve="1" userDrawn="1">
  <p:cSld name="Closing logo slide">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6" name="Title 1">
            <a:extLst>
              <a:ext uri="{FF2B5EF4-FFF2-40B4-BE49-F238E27FC236}">
                <a16:creationId xmlns:a16="http://schemas.microsoft.com/office/drawing/2014/main" id="{08079CCE-8626-53E5-1C9C-E9081D2B67CD}"/>
              </a:ext>
            </a:extLst>
          </p:cNvPr>
          <p:cNvSpPr>
            <a:spLocks noGrp="1"/>
          </p:cNvSpPr>
          <p:nvPr>
            <p:ph type="title"/>
          </p:nvPr>
        </p:nvSpPr>
        <p:spPr>
          <a:xfrm>
            <a:off x="4255769" y="1769814"/>
            <a:ext cx="550468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
        <p:nvSpPr>
          <p:cNvPr id="7" name="Text Placeholder 4">
            <a:extLst>
              <a:ext uri="{FF2B5EF4-FFF2-40B4-BE49-F238E27FC236}">
                <a16:creationId xmlns:a16="http://schemas.microsoft.com/office/drawing/2014/main" id="{8845B3A2-DAC2-0B7B-1866-377A5A244AC2}"/>
              </a:ext>
            </a:extLst>
          </p:cNvPr>
          <p:cNvSpPr>
            <a:spLocks noGrp="1"/>
          </p:cNvSpPr>
          <p:nvPr>
            <p:ph type="body" sz="quarter" idx="12" hasCustomPrompt="1"/>
          </p:nvPr>
        </p:nvSpPr>
        <p:spPr>
          <a:xfrm>
            <a:off x="585216" y="1572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Tree>
    <p:extLst>
      <p:ext uri="{BB962C8B-B14F-4D97-AF65-F5344CB8AC3E}">
        <p14:creationId xmlns:p14="http://schemas.microsoft.com/office/powerpoint/2010/main" val="89739085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1272">
          <p15:clr>
            <a:srgbClr val="FBAE40"/>
          </p15:clr>
        </p15:guide>
        <p15:guide id="3" orient="horz" pos="912">
          <p15:clr>
            <a:srgbClr val="FBAE40"/>
          </p15:clr>
        </p15:guide>
      </p15:sldGuideLst>
    </p:ext>
  </p:extLst>
</p:sldLayout>
</file>

<file path=ppt/slideLayouts/slideLayout549.xml><?xml version="1.0" encoding="utf-8"?>
<p:sldLayout xmlns:a="http://schemas.openxmlformats.org/drawingml/2006/main" xmlns:r="http://schemas.openxmlformats.org/officeDocument/2006/relationships" xmlns:p="http://schemas.openxmlformats.org/presentationml/2006/main" preserve="1" userDrawn="1">
  <p:cSld name="Closing logo slide 2">
    <p:bg>
      <p:bgPr>
        <a:solidFill>
          <a:schemeClr val="tx2"/>
        </a:solidFill>
        <a:effectLst/>
      </p:bgPr>
    </p:bg>
    <p:spTree>
      <p:nvGrpSpPr>
        <p:cNvPr id="1" name=""/>
        <p:cNvGrpSpPr/>
        <p:nvPr/>
      </p:nvGrpSpPr>
      <p:grpSpPr>
        <a:xfrm>
          <a:off x="0" y="0"/>
          <a:ext cx="0" cy="0"/>
          <a:chOff x="0" y="0"/>
          <a:chExt cx="0" cy="0"/>
        </a:xfrm>
      </p:grpSpPr>
      <p:sp>
        <p:nvSpPr>
          <p:cNvPr id="10" name="Text Placeholder 4">
            <a:extLst>
              <a:ext uri="{FF2B5EF4-FFF2-40B4-BE49-F238E27FC236}">
                <a16:creationId xmlns:a16="http://schemas.microsoft.com/office/drawing/2014/main" id="{4F0F127D-8512-846C-2C30-5A85666BF445}"/>
              </a:ext>
            </a:extLst>
          </p:cNvPr>
          <p:cNvSpPr>
            <a:spLocks noGrp="1"/>
          </p:cNvSpPr>
          <p:nvPr>
            <p:ph type="body" sz="quarter" idx="12" hasCustomPrompt="1"/>
          </p:nvPr>
        </p:nvSpPr>
        <p:spPr>
          <a:xfrm>
            <a:off x="6090921" y="4612614"/>
            <a:ext cx="5524500" cy="553998"/>
          </a:xfrm>
          <a:noFill/>
        </p:spPr>
        <p:txBody>
          <a:bodyPr wrap="square" lIns="0" tIns="0" rIns="0" bIns="0">
            <a:spAutoFit/>
          </a:bodyPr>
          <a:lstStyle>
            <a:lvl1pPr marL="0" indent="0" algn="r"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7A38A2C9-D8C3-D252-BC8C-25222F314054}"/>
              </a:ext>
            </a:extLst>
          </p:cNvPr>
          <p:cNvSpPr>
            <a:spLocks noGrp="1"/>
          </p:cNvSpPr>
          <p:nvPr>
            <p:ph type="title"/>
          </p:nvPr>
        </p:nvSpPr>
        <p:spPr>
          <a:xfrm>
            <a:off x="588263" y="1766555"/>
            <a:ext cx="550265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542775558"/>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912">
          <p15:clr>
            <a:srgbClr val="FBAE40"/>
          </p15:clr>
        </p15:guide>
        <p15:guide id="3" orient="horz" pos="1272">
          <p15:clr>
            <a:srgbClr val="FBAE40"/>
          </p15:clr>
        </p15:guide>
      </p15:sldGuideLst>
    </p:ext>
  </p:extLst>
</p:sldLayout>
</file>

<file path=ppt/slideLayouts/slideLayout550.xml><?xml version="1.0" encoding="utf-8"?>
<p:sldLayout xmlns:a="http://schemas.openxmlformats.org/drawingml/2006/main" xmlns:r="http://schemas.openxmlformats.org/officeDocument/2006/relationships" xmlns:p="http://schemas.openxmlformats.org/presentationml/2006/main" preserve="1" userDrawn="1">
  <p:cSld name="Closing logo slide 3">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4F8C85E6-DBED-FCF3-8B7D-1F82C6DBBCB7}"/>
              </a:ext>
            </a:extLst>
          </p:cNvPr>
          <p:cNvSpPr>
            <a:spLocks noGrp="1"/>
          </p:cNvSpPr>
          <p:nvPr>
            <p:ph type="title"/>
          </p:nvPr>
        </p:nvSpPr>
        <p:spPr>
          <a:xfrm>
            <a:off x="588263" y="1845276"/>
            <a:ext cx="11018520" cy="553998"/>
          </a:xfrm>
        </p:spPr>
        <p:txBody>
          <a:bodyPr/>
          <a:lstStyle>
            <a:lvl1pPr marL="0" algn="l" defTabSz="457200" rtl="0" eaLnBrk="1" latinLnBrk="0" hangingPunct="1">
              <a:defRPr lang="en-US" sz="3600" b="1" kern="1200" dirty="0">
                <a:gradFill>
                  <a:gsLst>
                    <a:gs pos="0">
                      <a:srgbClr val="FF5C39"/>
                    </a:gs>
                    <a:gs pos="100000">
                      <a:srgbClr val="C73ECC"/>
                    </a:gs>
                  </a:gsLst>
                  <a:lin ang="3900000" scaled="0"/>
                </a:gradFill>
                <a:latin typeface="Segoe UI" panose="020B0502040204020203" pitchFamily="34" charset="0"/>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1814380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551.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gray">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solidFill>
                  <a:schemeClr val="tx1"/>
                </a:soli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1286506"/>
          </a:xfrm>
        </p:spPr>
        <p:txBody>
          <a:bodyPr>
            <a:spAutoFit/>
          </a:bodyPr>
          <a:lstStyle>
            <a:lvl1pPr>
              <a:defRPr sz="2000">
                <a:latin typeface="+mn-lt"/>
              </a:defRPr>
            </a:lvl1pPr>
            <a:lvl2pPr>
              <a:defRPr sz="1600">
                <a:latin typeface="+mn-lt"/>
              </a:defRPr>
            </a:lvl2pPr>
            <a:lvl3pPr>
              <a:defRPr sz="1400">
                <a:latin typeface="+mn-lt"/>
              </a:defRPr>
            </a:lvl3pPr>
            <a:lvl4pPr>
              <a:defRPr sz="1200">
                <a:latin typeface="+mn-lt"/>
              </a:defRPr>
            </a:lvl4pPr>
            <a:lvl5pPr>
              <a:defRPr sz="11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solidFill>
                  <a:srgbClr val="000000"/>
                </a:soli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3907401261"/>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Layouts/slideLayout552.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13474148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553.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8833812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554.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190285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userDrawn="1">
          <p15:clr>
            <a:srgbClr val="FBAE40"/>
          </p15:clr>
        </p15:guide>
        <p15:guide id="2" orient="horz" pos="2647" userDrawn="1">
          <p15:clr>
            <a:srgbClr val="FBAE40"/>
          </p15:clr>
        </p15:guide>
      </p15:sldGuideLst>
    </p:ext>
  </p:extLst>
</p:sldLayout>
</file>

<file path=ppt/slideLayouts/slideLayout555.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9841306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guide id="40" pos="3840" userDrawn="1">
          <p15:clr>
            <a:srgbClr val="FBAE40"/>
          </p15:clr>
        </p15:guide>
      </p15:sldGuideLst>
    </p:ext>
  </p:extLst>
</p:sldLayout>
</file>

<file path=ppt/slideLayouts/slideLayout556.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06971266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sldGuideLst>
    </p:ext>
  </p:extLst>
</p:sldLayout>
</file>

<file path=ppt/slideLayouts/slideLayout557.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9696606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58.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9405676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userDrawn="1">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userDrawn="1">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59.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7356945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60.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707281"/>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2647809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61.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18332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62.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2734392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userDrawn="1">
          <p15:clr>
            <a:srgbClr val="954F72"/>
          </p15:clr>
        </p15:guide>
        <p15:guide id="9" pos="2150">
          <p15:clr>
            <a:srgbClr val="954F72"/>
          </p15:clr>
        </p15:guide>
        <p15:guide id="10" pos="2544"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userDrawn="1">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63.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160398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64.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3512493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65.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2348114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66.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4444391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2988" userDrawn="1">
          <p15:clr>
            <a:srgbClr val="FBAE40"/>
          </p15:clr>
        </p15:guide>
        <p15:guide id="42" pos="5352" userDrawn="1">
          <p15:clr>
            <a:srgbClr val="FBAE40"/>
          </p15:clr>
        </p15:guide>
        <p15:guide id="43" orient="horz" pos="1085" userDrawn="1">
          <p15:clr>
            <a:srgbClr val="FBAE40"/>
          </p15:clr>
        </p15:guide>
      </p15:sldGuideLst>
    </p:ext>
  </p:extLst>
</p:sldLayout>
</file>

<file path=ppt/slideLayouts/slideLayout567.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5392417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568.xml><?xml version="1.0" encoding="utf-8"?>
<p:sldLayout xmlns:a="http://schemas.openxmlformats.org/drawingml/2006/main" xmlns:r="http://schemas.openxmlformats.org/officeDocument/2006/relationships" xmlns:p="http://schemas.openxmlformats.org/presentationml/2006/main" preserve="1" userDrawn="1">
  <p:cSld name="4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75032791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569.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80857129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570.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358688"/>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571.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4442374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572.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97981605"/>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573.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3261136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574.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62243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75.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398820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userDrawn="1">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userDrawn="1">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76.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439070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77.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4350463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78.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9668924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79.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0662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80.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76425179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81.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6401984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82.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84243487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583.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9935578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84.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9689885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85.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22205983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86.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73589038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87.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2084087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userDrawn="1">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88.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226551399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89.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185120091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90.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6784805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591.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6905234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592.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7741485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593.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1258852"/>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594.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359519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userDrawn="1">
          <p15:clr>
            <a:srgbClr val="FBAE40"/>
          </p15:clr>
        </p15:guide>
      </p15:sldGuideLst>
    </p:ext>
  </p:extLst>
</p:sldLayout>
</file>

<file path=ppt/slideLayouts/slideLayout595.xml><?xml version="1.0" encoding="utf-8"?>
<p:sldLayout xmlns:a="http://schemas.openxmlformats.org/drawingml/2006/main" xmlns:r="http://schemas.openxmlformats.org/officeDocument/2006/relationships" xmlns:p="http://schemas.openxmlformats.org/presentationml/2006/main"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22435780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596.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14592919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597.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163449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598.xml><?xml version="1.0" encoding="utf-8"?>
<p:sldLayout xmlns:a="http://schemas.openxmlformats.org/drawingml/2006/main" xmlns:r="http://schemas.openxmlformats.org/officeDocument/2006/relationships" xmlns:p="http://schemas.openxmlformats.org/presentationml/2006/main" userDrawn="1">
  <p:cSld name="LearningPath2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4" name="Graphic 3">
            <a:extLst>
              <a:ext uri="{FF2B5EF4-FFF2-40B4-BE49-F238E27FC236}">
                <a16:creationId xmlns:a16="http://schemas.microsoft.com/office/drawing/2014/main" id="{7DE894E4-791C-907F-1385-BF33ADCFFE2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555918877"/>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7064">
          <p15:clr>
            <a:srgbClr val="FBAE40"/>
          </p15:clr>
        </p15:guide>
        <p15:guide id="41" orient="horz" pos="3638">
          <p15:clr>
            <a:srgbClr val="FBAE40"/>
          </p15:clr>
        </p15:guide>
      </p15:sldGuideLst>
    </p:ext>
  </p:extLst>
</p:sldLayout>
</file>

<file path=ppt/slideLayouts/slideLayout599.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7271408"/>
      </p:ext>
    </p:extLst>
  </p:cSld>
  <p:clrMapOvr>
    <a:masterClrMapping/>
  </p:clrMapOvr>
  <p:transition>
    <p:fade/>
  </p:transition>
</p:sldLayout>
</file>

<file path=ppt/slideLayouts/slideLayout600.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945696836"/>
      </p:ext>
    </p:extLst>
  </p:cSld>
  <p:clrMapOvr>
    <a:masterClrMapping/>
  </p:clrMapOvr>
  <p:transition>
    <p:fade/>
  </p:transition>
</p:sldLayout>
</file>

<file path=ppt/slideLayouts/slideLayout601.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084305509"/>
      </p:ext>
    </p:extLst>
  </p:cSld>
  <p:clrMapOvr>
    <a:masterClrMapping/>
  </p:clrMapOvr>
  <p:transition>
    <p:fade/>
  </p:transition>
</p:sldLayout>
</file>

<file path=ppt/slideLayouts/slideLayout602.xml><?xml version="1.0" encoding="utf-8"?>
<p:sldLayout xmlns:a="http://schemas.openxmlformats.org/drawingml/2006/main" xmlns:r="http://schemas.openxmlformats.org/officeDocument/2006/relationships" xmlns:p="http://schemas.openxmlformats.org/presentationml/2006/main"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04843045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03.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56032623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604.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45057173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605.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4828290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606.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74816696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guide id="40" pos="3840">
          <p15:clr>
            <a:srgbClr val="FBAE40"/>
          </p15:clr>
        </p15:guide>
      </p15:sldGuideLst>
    </p:ext>
  </p:extLst>
</p:sldLayout>
</file>

<file path=ppt/slideLayouts/slideLayout607.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20223732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sldGuideLst>
    </p:ext>
  </p:extLst>
</p:sldLayout>
</file>

<file path=ppt/slideLayouts/slideLayout608.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76543902"/>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09.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965201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10.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72326342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11.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95224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12.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25886540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13.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564391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14.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6508173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15.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15104689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16.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471652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17.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0355855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2988">
          <p15:clr>
            <a:srgbClr val="FBAE40"/>
          </p15:clr>
        </p15:guide>
        <p15:guide id="42" pos="5352">
          <p15:clr>
            <a:srgbClr val="FBAE40"/>
          </p15:clr>
        </p15:guide>
        <p15:guide id="43" orient="horz" pos="1085">
          <p15:clr>
            <a:srgbClr val="FBAE40"/>
          </p15:clr>
        </p15:guide>
      </p15:sldGuideLst>
    </p:ext>
  </p:extLst>
</p:sldLayout>
</file>

<file path=ppt/slideLayouts/slideLayout618.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6867567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619.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3589130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620.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27744721"/>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621.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43621746"/>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622.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77534660"/>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623.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77606402"/>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624.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44938"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17149108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25.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99425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26.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860518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27.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3422298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28.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3187353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29.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3442097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30.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218785744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31.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75333801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32.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3313597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633.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8911283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34.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15380387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35.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8572234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36.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4018437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37.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4888954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38.xml><?xml version="1.0" encoding="utf-8"?>
<p:sldLayout xmlns:a="http://schemas.openxmlformats.org/drawingml/2006/main" xmlns:r="http://schemas.openxmlformats.org/officeDocument/2006/relationships" xmlns:p="http://schemas.openxmlformats.org/presentationml/2006/main" preserve="1"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18722413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39.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67078604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40.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45562202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41.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9675666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642.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13860271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643.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839624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644.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87226471"/>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645.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4840281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p15:clr>
            <a:srgbClr val="FBAE40"/>
          </p15:clr>
        </p15:guide>
      </p15:sldGuideLst>
    </p:ext>
  </p:extLst>
</p:sldLayout>
</file>

<file path=ppt/slideLayouts/slideLayout646.xml><?xml version="1.0" encoding="utf-8"?>
<p:sldLayout xmlns:a="http://schemas.openxmlformats.org/drawingml/2006/main" xmlns:r="http://schemas.openxmlformats.org/officeDocument/2006/relationships" xmlns:p="http://schemas.openxmlformats.org/presentationml/2006/main" preserve="1"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1124420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647.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0440552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648.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577163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649.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3542492"/>
      </p:ext>
    </p:extLst>
  </p:cSld>
  <p:clrMapOvr>
    <a:masterClrMapping/>
  </p:clrMapOvr>
  <p:transition>
    <p:fade/>
  </p:transition>
</p:sldLayout>
</file>

<file path=ppt/slideLayouts/slideLayout650.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671429784"/>
      </p:ext>
    </p:extLst>
  </p:cSld>
  <p:clrMapOvr>
    <a:masterClrMapping/>
  </p:clrMapOvr>
  <p:transition>
    <p:fade/>
  </p:transition>
</p:sldLayout>
</file>

<file path=ppt/slideLayouts/slideLayout651.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2735761152"/>
      </p:ext>
    </p:extLst>
  </p:cSld>
  <p:clrMapOvr>
    <a:masterClrMapping/>
  </p:clrMapOvr>
  <p:transition>
    <p:fade/>
  </p:transition>
</p:sldLayout>
</file>

<file path=ppt/slideLayouts/slideLayout652.xml><?xml version="1.0" encoding="utf-8"?>
<p:sldLayout xmlns:a="http://schemas.openxmlformats.org/drawingml/2006/main" xmlns:r="http://schemas.openxmlformats.org/officeDocument/2006/relationships" xmlns:p="http://schemas.openxmlformats.org/presentationml/2006/main" preserve="1" userDrawn="1">
  <p:cSld name="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4" name="Picture 3" descr="Microsoft Learn&#10;Spark possibility">
            <a:extLst>
              <a:ext uri="{FF2B5EF4-FFF2-40B4-BE49-F238E27FC236}">
                <a16:creationId xmlns:a16="http://schemas.microsoft.com/office/drawing/2014/main" id="{5DD74BAF-F737-DF24-4119-69612D6CEE2E}"/>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7"/>
          </a:xfrm>
          <a:prstGeom prst="rect">
            <a:avLst/>
          </a:prstGeom>
        </p:spPr>
      </p:pic>
    </p:spTree>
    <p:extLst>
      <p:ext uri="{BB962C8B-B14F-4D97-AF65-F5344CB8AC3E}">
        <p14:creationId xmlns:p14="http://schemas.microsoft.com/office/powerpoint/2010/main" val="19961896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653.xml><?xml version="1.0" encoding="utf-8"?>
<p:sldLayout xmlns:a="http://schemas.openxmlformats.org/drawingml/2006/main" xmlns:r="http://schemas.openxmlformats.org/officeDocument/2006/relationships" xmlns:p="http://schemas.openxmlformats.org/presentationml/2006/main" preserve="1" userDrawn="1">
  <p:cSld name="1_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12" name="Title 1">
            <a:extLst>
              <a:ext uri="{FF2B5EF4-FFF2-40B4-BE49-F238E27FC236}">
                <a16:creationId xmlns:a16="http://schemas.microsoft.com/office/drawing/2014/main" id="{C419B008-216D-CA1F-2D39-75B36E6A6972}"/>
              </a:ext>
            </a:extLst>
          </p:cNvPr>
          <p:cNvSpPr>
            <a:spLocks noGrp="1"/>
          </p:cNvSpPr>
          <p:nvPr>
            <p:ph type="title" hasCustomPrompt="1"/>
          </p:nvPr>
        </p:nvSpPr>
        <p:spPr>
          <a:xfrm>
            <a:off x="588263" y="2573338"/>
            <a:ext cx="11021125" cy="1676929"/>
          </a:xfrm>
        </p:spPr>
        <p:txBody>
          <a:bodyPr wrap="square" anchor="b" anchorCtr="0">
            <a:noAutofit/>
          </a:bodyPr>
          <a:lstStyle>
            <a:lvl1pPr>
              <a:lnSpc>
                <a:spcPct val="90000"/>
              </a:lnSpc>
              <a:defRPr sz="4800">
                <a:solidFill>
                  <a:schemeClr val="tx1"/>
                </a:solidFill>
              </a:defRPr>
            </a:lvl1pPr>
          </a:lstStyle>
          <a:p>
            <a:r>
              <a:rPr lang="en-US"/>
              <a:t>Microsoft Learn</a:t>
            </a:r>
            <a:br>
              <a:rPr lang="en-US"/>
            </a:br>
            <a:r>
              <a:rPr lang="en-US"/>
              <a:t>presentation title or event name</a:t>
            </a:r>
          </a:p>
        </p:txBody>
      </p:sp>
      <p:sp>
        <p:nvSpPr>
          <p:cNvPr id="13" name="Text Placeholder 4">
            <a:extLst>
              <a:ext uri="{FF2B5EF4-FFF2-40B4-BE49-F238E27FC236}">
                <a16:creationId xmlns:a16="http://schemas.microsoft.com/office/drawing/2014/main" id="{AA0EBFEA-E746-E760-148D-6B55E33CE98B}"/>
              </a:ext>
            </a:extLst>
          </p:cNvPr>
          <p:cNvSpPr>
            <a:spLocks noGrp="1"/>
          </p:cNvSpPr>
          <p:nvPr>
            <p:ph type="body" sz="quarter" idx="12" hasCustomPrompt="1"/>
          </p:nvPr>
        </p:nvSpPr>
        <p:spPr>
          <a:xfrm>
            <a:off x="582043" y="4445908"/>
            <a:ext cx="11021124"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86589986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654.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nSpc>
                <a:spcPct val="100000"/>
              </a:lnSpc>
              <a:defRPr sz="3600">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9900723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655.xml><?xml version="1.0" encoding="utf-8"?>
<p:sldLayout xmlns:a="http://schemas.openxmlformats.org/drawingml/2006/main" xmlns:r="http://schemas.openxmlformats.org/officeDocument/2006/relationships" xmlns:p="http://schemas.openxmlformats.org/presentationml/2006/main" preserve="1" userDrawn="1">
  <p:cSld name="Title Slide 2">
    <p:bg>
      <p:bgRef idx="1001">
        <a:schemeClr val="bg1"/>
      </p:bgRef>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16C68DE-B737-469C-0510-1CE6FB0FCD97}"/>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106072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656.xml><?xml version="1.0" encoding="utf-8"?>
<p:sldLayout xmlns:a="http://schemas.openxmlformats.org/drawingml/2006/main" xmlns:r="http://schemas.openxmlformats.org/officeDocument/2006/relationships" xmlns:p="http://schemas.openxmlformats.org/presentationml/2006/main" preserve="1" userDrawn="1">
  <p:cSld name="Title Slide 3">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F6A99E2-B1B8-F05E-79FB-6E5F6BA2198F}"/>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979539"/>
            <a:ext cx="8680865" cy="553998"/>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8673983"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6536316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657.xml><?xml version="1.0" encoding="utf-8"?>
<p:sldLayout xmlns:a="http://schemas.openxmlformats.org/drawingml/2006/main" xmlns:r="http://schemas.openxmlformats.org/officeDocument/2006/relationships" xmlns:p="http://schemas.openxmlformats.org/presentationml/2006/main" preserve="1" userDrawn="1">
  <p:cSld name="Title Slide 4">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A518B55A-6C79-359D-87CF-515B5B5F6EF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cxnSp>
        <p:nvCxnSpPr>
          <p:cNvPr id="12" name="Straight Connector 11">
            <a:extLst>
              <a:ext uri="{FF2B5EF4-FFF2-40B4-BE49-F238E27FC236}">
                <a16:creationId xmlns:a16="http://schemas.microsoft.com/office/drawing/2014/main" id="{731143F6-2E66-B7DD-83D0-10E3BEE182CA}"/>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5D47B2CB-325C-5073-D8C2-698C29B7BD94}"/>
              </a:ext>
            </a:extLst>
          </p:cNvPr>
          <p:cNvSpPr>
            <a:spLocks noGrp="1"/>
          </p:cNvSpPr>
          <p:nvPr>
            <p:ph type="body" sz="quarter" idx="13" hasCustomPrompt="1"/>
          </p:nvPr>
        </p:nvSpPr>
        <p:spPr>
          <a:xfrm>
            <a:off x="582043" y="426212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12071492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658.xml><?xml version="1.0" encoding="utf-8"?>
<p:sldLayout xmlns:a="http://schemas.openxmlformats.org/drawingml/2006/main" xmlns:r="http://schemas.openxmlformats.org/officeDocument/2006/relationships" xmlns:p="http://schemas.openxmlformats.org/presentationml/2006/main" preserve="1" userDrawn="1">
  <p:cSld name="Title Slide 5">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5CC7D666-BCD6-C322-9710-8EA204E6238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1" y="0"/>
            <a:ext cx="12191996" cy="6857998"/>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8547960" y="2099733"/>
            <a:ext cx="2863181" cy="2863181"/>
          </a:xfrm>
          <a:prstGeom prst="roundRect">
            <a:avLst>
              <a:gd name="adj" fmla="val 21738"/>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8328418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659.xml><?xml version="1.0" encoding="utf-8"?>
<p:sldLayout xmlns:a="http://schemas.openxmlformats.org/drawingml/2006/main" xmlns:r="http://schemas.openxmlformats.org/officeDocument/2006/relationships" xmlns:p="http://schemas.openxmlformats.org/presentationml/2006/main" preserve="1" userDrawn="1">
  <p:cSld name="2_Title Slide 5">
    <p:bg>
      <p:bgPr>
        <a:solidFill>
          <a:schemeClr val="bg2"/>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3A552F5-A279-E01D-8684-06A66C8E3A3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4" y="2425541"/>
            <a:ext cx="4419602"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4" y="3962400"/>
            <a:ext cx="441960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6066182" y="1209017"/>
            <a:ext cx="4419601" cy="4419601"/>
          </a:xfrm>
          <a:prstGeom prst="roundRect">
            <a:avLst>
              <a:gd name="adj" fmla="val 21738"/>
            </a:avLst>
          </a:prstGeom>
          <a:blipFill>
            <a:blip r:embed="rId4" cstate="email">
              <a:extLst>
                <a:ext uri="{28A0092B-C50C-407E-A947-70E740481C1C}">
                  <a14:useLocalDpi xmlns:a14="http://schemas.microsoft.com/office/drawing/2010/main"/>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75889412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660.xml><?xml version="1.0" encoding="utf-8"?>
<p:sldLayout xmlns:a="http://schemas.openxmlformats.org/drawingml/2006/main" xmlns:r="http://schemas.openxmlformats.org/officeDocument/2006/relationships" xmlns:p="http://schemas.openxmlformats.org/presentationml/2006/main" preserve="1" userDrawn="1">
  <p:cSld name="Title Slide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3393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4260778"/>
            <a:ext cx="4335897"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9" name="Picture Placeholder" descr="This photo is a 'placeholder' only. Drag or drop your photo here, or click and tap the center to insert a photo.">
            <a:extLst>
              <a:ext uri="{FF2B5EF4-FFF2-40B4-BE49-F238E27FC236}">
                <a16:creationId xmlns:a16="http://schemas.microsoft.com/office/drawing/2014/main" id="{E9C6438B-8AA6-6FF8-579B-E6859D9CFF89}"/>
              </a:ext>
            </a:extLst>
          </p:cNvPr>
          <p:cNvSpPr>
            <a:spLocks noGrp="1"/>
          </p:cNvSpPr>
          <p:nvPr>
            <p:ph type="pic" sz="quarter" idx="11" hasCustomPrompt="1"/>
          </p:nvPr>
        </p:nvSpPr>
        <p:spPr bwMode="ltGray">
          <a:xfrm>
            <a:off x="5334000" y="0"/>
            <a:ext cx="6858000" cy="6858000"/>
          </a:xfrm>
          <a:blipFill>
            <a:blip r:embed="rId3"/>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cxnSp>
        <p:nvCxnSpPr>
          <p:cNvPr id="8" name="Straight Connector 7">
            <a:extLst>
              <a:ext uri="{FF2B5EF4-FFF2-40B4-BE49-F238E27FC236}">
                <a16:creationId xmlns:a16="http://schemas.microsoft.com/office/drawing/2014/main" id="{D9E5E791-B100-3AA7-21F7-E48EDD0B5D63}"/>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652114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661.xml><?xml version="1.0" encoding="utf-8"?>
<p:sldLayout xmlns:a="http://schemas.openxmlformats.org/drawingml/2006/main" xmlns:r="http://schemas.openxmlformats.org/officeDocument/2006/relationships" xmlns:p="http://schemas.openxmlformats.org/presentationml/2006/main" preserve="1" userDrawn="1">
  <p:cSld name="Title and Content_Microso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a:xfrm>
            <a:off x="588263" y="457200"/>
            <a:ext cx="11018520" cy="553998"/>
          </a:xfrm>
        </p:spPr>
        <p:txBody>
          <a:bodyPr/>
          <a:lstStyle>
            <a:lvl1pPr>
              <a:lnSpc>
                <a:spcPct val="100000"/>
              </a:lnSpc>
              <a:defRPr sz="3600">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sz="2800">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60132376"/>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662.xml><?xml version="1.0" encoding="utf-8"?>
<p:sldLayout xmlns:a="http://schemas.openxmlformats.org/drawingml/2006/main" xmlns:r="http://schemas.openxmlformats.org/officeDocument/2006/relationships" xmlns:p="http://schemas.openxmlformats.org/presentationml/2006/main" preserve="1" userDrawn="1">
  <p:cSld name="Title and Content Al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pic>
        <p:nvPicPr>
          <p:cNvPr id="1026" name="Picture 2" descr="A black triangle on a white background&#10;&#10;Description automatically generated">
            <a:extLst>
              <a:ext uri="{FF2B5EF4-FFF2-40B4-BE49-F238E27FC236}">
                <a16:creationId xmlns:a16="http://schemas.microsoft.com/office/drawing/2014/main" id="{D34FB095-B792-8E28-D887-870C3ECB52A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1711892" y="6232204"/>
            <a:ext cx="287452" cy="45731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3253083"/>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663.xml><?xml version="1.0" encoding="utf-8"?>
<p:sldLayout xmlns:a="http://schemas.openxmlformats.org/drawingml/2006/main" xmlns:r="http://schemas.openxmlformats.org/officeDocument/2006/relationships" xmlns:p="http://schemas.openxmlformats.org/presentationml/2006/main" preserve="1" userDrawn="1">
  <p:cSld name="Title and Content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7" name="Text Placeholder 3">
            <a:extLst>
              <a:ext uri="{FF2B5EF4-FFF2-40B4-BE49-F238E27FC236}">
                <a16:creationId xmlns:a16="http://schemas.microsoft.com/office/drawing/2014/main" id="{86F2E5AA-B8E1-2D99-BFF6-55964406C169}"/>
              </a:ext>
            </a:extLst>
          </p:cNvPr>
          <p:cNvSpPr>
            <a:spLocks noGrp="1"/>
          </p:cNvSpPr>
          <p:nvPr>
            <p:ph type="body" sz="quarter" idx="10" hasCustomPrompt="1"/>
          </p:nvPr>
        </p:nvSpPr>
        <p:spPr>
          <a:xfrm>
            <a:off x="584200" y="1961079"/>
            <a:ext cx="11018521" cy="307777"/>
          </a:xfrm>
          <a:prstGeom prst="rect">
            <a:avLst/>
          </a:prstGeom>
        </p:spPr>
        <p:txBody>
          <a:bodyPr wrap="square" lIns="0" tIns="0" rIns="0" bIns="0">
            <a:spAutoFit/>
          </a:bodyPr>
          <a:lstStyle>
            <a:lvl1pPr marL="0" indent="0">
              <a:lnSpc>
                <a:spcPts val="2400"/>
              </a:lnSpc>
              <a:buNone/>
              <a:defRPr sz="2000" b="0" i="0" spc="0">
                <a:solidFill>
                  <a:srgbClr val="000000"/>
                </a:solidFill>
                <a:latin typeface="+mj-lt"/>
              </a:defRPr>
            </a:lvl1pPr>
            <a:lvl2pPr marL="0" indent="0">
              <a:lnSpc>
                <a:spcPts val="2400"/>
              </a:lnSpc>
              <a:buNone/>
              <a:defRPr spc="0">
                <a:solidFill>
                  <a:srgbClr val="000000"/>
                </a:solidFill>
                <a:latin typeface="+mn-lt"/>
              </a:defRPr>
            </a:lvl2pPr>
            <a:lvl3pPr marL="457200" indent="0">
              <a:buNone/>
              <a:defRPr/>
            </a:lvl3pPr>
            <a:lvl4pPr marL="685800" indent="0">
              <a:buNone/>
              <a:defRPr/>
            </a:lvl4pPr>
            <a:lvl5pPr marL="914400" indent="0">
              <a:buNone/>
              <a:defRPr/>
            </a:lvl5pPr>
          </a:lstStyle>
          <a:p>
            <a:pPr lvl="1"/>
            <a:r>
              <a:rPr lang="en-US"/>
              <a:t>Large: subhead Segoe UI Regular 20/24</a:t>
            </a:r>
          </a:p>
        </p:txBody>
      </p:sp>
      <p:sp>
        <p:nvSpPr>
          <p:cNvPr id="8" name="Text Placeholder 4">
            <a:extLst>
              <a:ext uri="{FF2B5EF4-FFF2-40B4-BE49-F238E27FC236}">
                <a16:creationId xmlns:a16="http://schemas.microsoft.com/office/drawing/2014/main" id="{24F7BF36-6F86-1AAC-B730-8494CAF9A2B5}"/>
              </a:ext>
            </a:extLst>
          </p:cNvPr>
          <p:cNvSpPr>
            <a:spLocks noGrp="1"/>
          </p:cNvSpPr>
          <p:nvPr>
            <p:ph type="body" sz="quarter" idx="11" hasCustomPrompt="1"/>
          </p:nvPr>
        </p:nvSpPr>
        <p:spPr>
          <a:xfrm>
            <a:off x="584200" y="3075739"/>
            <a:ext cx="11018521" cy="220510"/>
          </a:xfrm>
          <a:prstGeom prst="rect">
            <a:avLst/>
          </a:prstGeom>
        </p:spPr>
        <p:txBody>
          <a:bodyPr lIns="0" tIns="0" rIns="0" bIns="0"/>
          <a:lstStyle>
            <a:lvl1pPr marL="0" indent="0">
              <a:lnSpc>
                <a:spcPts val="1800"/>
              </a:lnSpc>
              <a:spcBef>
                <a:spcPts val="0"/>
              </a:spcBef>
              <a:buNone/>
              <a:defRPr sz="1400" b="0" spc="0">
                <a:solidFill>
                  <a:schemeClr val="accent1"/>
                </a:solidFill>
                <a:latin typeface="+mj-lt"/>
              </a:defRPr>
            </a:lvl1pPr>
            <a:lvl2pPr marL="0" indent="0">
              <a:lnSpc>
                <a:spcPts val="1800"/>
              </a:lnSpc>
              <a:spcBef>
                <a:spcPts val="0"/>
              </a:spcBef>
              <a:buNone/>
              <a:defRPr sz="1400" spc="0">
                <a:solidFill>
                  <a:srgbClr val="000000"/>
                </a:solidFill>
              </a:defRPr>
            </a:lvl2pPr>
            <a:lvl3pPr marL="457200" indent="0">
              <a:buNone/>
              <a:defRPr/>
            </a:lvl3pPr>
            <a:lvl4pPr marL="685800" indent="0">
              <a:buNone/>
              <a:defRPr/>
            </a:lvl4pPr>
            <a:lvl5pPr marL="914400" indent="0">
              <a:buNone/>
              <a:defRPr/>
            </a:lvl5pPr>
          </a:lstStyle>
          <a:p>
            <a:pPr lvl="0"/>
            <a:r>
              <a:rPr lang="en-US"/>
              <a:t>Medium: paragraph heading Segoe UI </a:t>
            </a:r>
            <a:r>
              <a:rPr lang="en-US" err="1"/>
              <a:t>Semibold</a:t>
            </a:r>
            <a:r>
              <a:rPr lang="en-US"/>
              <a:t> 14/18</a:t>
            </a:r>
          </a:p>
        </p:txBody>
      </p:sp>
      <p:sp>
        <p:nvSpPr>
          <p:cNvPr id="9" name="Text Placeholder 6">
            <a:extLst>
              <a:ext uri="{FF2B5EF4-FFF2-40B4-BE49-F238E27FC236}">
                <a16:creationId xmlns:a16="http://schemas.microsoft.com/office/drawing/2014/main" id="{345546AD-A5A5-3F3C-BA37-4B19AEF2A5DB}"/>
              </a:ext>
            </a:extLst>
          </p:cNvPr>
          <p:cNvSpPr>
            <a:spLocks noGrp="1"/>
          </p:cNvSpPr>
          <p:nvPr>
            <p:ph type="body" sz="quarter" idx="14" hasCustomPrompt="1"/>
          </p:nvPr>
        </p:nvSpPr>
        <p:spPr>
          <a:xfrm>
            <a:off x="584200" y="4593491"/>
            <a:ext cx="11018521" cy="153888"/>
          </a:xfrm>
          <a:prstGeom prst="rect">
            <a:avLst/>
          </a:prstGeom>
        </p:spPr>
        <p:txBody>
          <a:bodyPr lIns="0" tIns="0" rIns="0" bIns="0"/>
          <a:lstStyle>
            <a:lvl1pPr marL="0" indent="0">
              <a:lnSpc>
                <a:spcPts val="1200"/>
              </a:lnSpc>
              <a:spcBef>
                <a:spcPts val="0"/>
              </a:spcBef>
              <a:buNone/>
              <a:defRPr sz="1000" spc="0">
                <a:solidFill>
                  <a:schemeClr val="tx1"/>
                </a:solidFill>
              </a:defRPr>
            </a:lvl1pPr>
            <a:lvl2pPr marL="0" indent="0">
              <a:lnSpc>
                <a:spcPct val="100000"/>
              </a:lnSpc>
              <a:spcBef>
                <a:spcPts val="0"/>
              </a:spcBef>
              <a:buNone/>
              <a:defRPr sz="1000" spc="0">
                <a:solidFill>
                  <a:srgbClr val="000000"/>
                </a:solidFill>
              </a:defRPr>
            </a:lvl2pPr>
            <a:lvl3pPr marL="457200" indent="0">
              <a:buNone/>
              <a:defRPr/>
            </a:lvl3pPr>
            <a:lvl4pPr marL="685800" indent="0">
              <a:buNone/>
              <a:defRPr/>
            </a:lvl4pPr>
            <a:lvl5pPr marL="0" indent="0">
              <a:lnSpc>
                <a:spcPct val="100000"/>
              </a:lnSpc>
              <a:buNone/>
              <a:defRPr>
                <a:solidFill>
                  <a:srgbClr val="000000"/>
                </a:solidFill>
              </a:defRPr>
            </a:lvl5pPr>
          </a:lstStyle>
          <a:p>
            <a:pPr lvl="1"/>
            <a:r>
              <a:rPr lang="en-US"/>
              <a:t>Small: caption body copy Segoe Regular 10/12</a:t>
            </a:r>
          </a:p>
        </p:txBody>
      </p:sp>
      <p:sp>
        <p:nvSpPr>
          <p:cNvPr id="10" name="Text Placeholder 3">
            <a:extLst>
              <a:ext uri="{FF2B5EF4-FFF2-40B4-BE49-F238E27FC236}">
                <a16:creationId xmlns:a16="http://schemas.microsoft.com/office/drawing/2014/main" id="{90ACF05F-2419-331C-73AA-1456DD524AFE}"/>
              </a:ext>
            </a:extLst>
          </p:cNvPr>
          <p:cNvSpPr>
            <a:spLocks noGrp="1"/>
          </p:cNvSpPr>
          <p:nvPr>
            <p:ph type="body" sz="quarter" idx="24" hasCustomPrompt="1"/>
          </p:nvPr>
        </p:nvSpPr>
        <p:spPr>
          <a:xfrm>
            <a:off x="582338" y="4385524"/>
            <a:ext cx="11018521"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Small: caption title Segoe UI Bold 10/12. </a:t>
            </a:r>
          </a:p>
        </p:txBody>
      </p:sp>
      <p:sp>
        <p:nvSpPr>
          <p:cNvPr id="11" name="Text Placeholder 4">
            <a:extLst>
              <a:ext uri="{FF2B5EF4-FFF2-40B4-BE49-F238E27FC236}">
                <a16:creationId xmlns:a16="http://schemas.microsoft.com/office/drawing/2014/main" id="{F10E3B9C-87B7-FCD5-21F0-3C1505450B59}"/>
              </a:ext>
            </a:extLst>
          </p:cNvPr>
          <p:cNvSpPr>
            <a:spLocks noGrp="1"/>
          </p:cNvSpPr>
          <p:nvPr>
            <p:ph type="body" sz="quarter" idx="18" hasCustomPrompt="1"/>
          </p:nvPr>
        </p:nvSpPr>
        <p:spPr>
          <a:xfrm>
            <a:off x="582338" y="3385527"/>
            <a:ext cx="11018521" cy="220445"/>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Medium: body copy Segoe UI Regular 14/18</a:t>
            </a:r>
          </a:p>
        </p:txBody>
      </p:sp>
    </p:spTree>
    <p:extLst>
      <p:ext uri="{BB962C8B-B14F-4D97-AF65-F5344CB8AC3E}">
        <p14:creationId xmlns:p14="http://schemas.microsoft.com/office/powerpoint/2010/main" val="3877922930"/>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664.xml><?xml version="1.0" encoding="utf-8"?>
<p:sldLayout xmlns:a="http://schemas.openxmlformats.org/drawingml/2006/main" xmlns:r="http://schemas.openxmlformats.org/officeDocument/2006/relationships" xmlns:p="http://schemas.openxmlformats.org/presentationml/2006/main" preserve="1" userDrawn="1">
  <p:cSld name="Title &amp; Non-bulleted text">
    <p:bg>
      <p:bgPr>
        <a:solidFill>
          <a:srgbClr val="F4F3F5"/>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86389" y="2030760"/>
            <a:ext cx="9570435" cy="307777"/>
          </a:xfrm>
        </p:spPr>
        <p:txBody>
          <a:bodyPr wrap="square">
            <a:spAutoFit/>
          </a:bodyPr>
          <a:lstStyle>
            <a:lvl1pPr marL="0" indent="0">
              <a:buNone/>
              <a:defRPr lang="en-US" sz="2000" kern="1200" spc="0" baseline="0" dirty="0" smtClean="0">
                <a:solidFill>
                  <a:schemeClr val="tx1"/>
                </a:solidFill>
                <a:latin typeface="+mn-lt"/>
                <a:ea typeface="+mn-ea"/>
                <a:cs typeface="Segoe UI" panose="020B0502040204020203" pitchFamily="34" charset="0"/>
              </a:defRPr>
            </a:lvl1pPr>
            <a:lvl2pPr marL="228600" indent="0">
              <a:buNone/>
              <a:defRPr/>
            </a:lvl2pPr>
            <a:lvl3pPr marL="457200" indent="0">
              <a:buNone/>
              <a:defRPr/>
            </a:lvl3pPr>
            <a:lvl4pPr marL="685800" indent="0">
              <a:buNone/>
              <a:defRPr/>
            </a:lvl4pPr>
            <a:lvl5pPr marL="914400" indent="0">
              <a:buNone/>
              <a:defRPr/>
            </a:lvl5pPr>
          </a:lstStyle>
          <a:p>
            <a:pPr marL="342900" marR="0" lvl="0" indent="-342900" algn="l" defTabSz="932742" rtl="0" eaLnBrk="1" fontAlgn="auto" latinLnBrk="0" hangingPunct="1">
              <a:lnSpc>
                <a:spcPts val="2400"/>
              </a:lnSpc>
              <a:spcBef>
                <a:spcPts val="0"/>
              </a:spcBef>
              <a:spcAft>
                <a:spcPts val="0"/>
              </a:spcAft>
              <a:buClrTx/>
              <a:buSzPct val="90000"/>
              <a:buFont typeface="Arial" panose="020B0604020202020204" pitchFamily="34" charset="0"/>
              <a:buChar char="•"/>
              <a:tabLst/>
              <a:defRPr/>
            </a:pPr>
            <a:r>
              <a:rPr lang="en-US"/>
              <a:t>Click to edit Master text styles</a:t>
            </a:r>
          </a:p>
        </p:txBody>
      </p:sp>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0989989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665.xml><?xml version="1.0" encoding="utf-8"?>
<p:sldLayout xmlns:a="http://schemas.openxmlformats.org/drawingml/2006/main" xmlns:r="http://schemas.openxmlformats.org/officeDocument/2006/relationships" xmlns:p="http://schemas.openxmlformats.org/presentationml/2006/main"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hasCustomPrompt="1"/>
          </p:nvPr>
        </p:nvSpPr>
        <p:spPr/>
        <p:txBody>
          <a:bodyPr/>
          <a:lstStyle/>
          <a:p>
            <a:r>
              <a:rPr lang="en-US"/>
              <a:t>Click to edit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hasCustomPrompt="1"/>
          </p:nvPr>
        </p:nvSpPr>
        <p:spPr>
          <a:xfrm>
            <a:off x="584200" y="1435100"/>
            <a:ext cx="5211763"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hasCustomPrompt="1"/>
          </p:nvPr>
        </p:nvSpPr>
        <p:spPr>
          <a:xfrm>
            <a:off x="6389688" y="1435100"/>
            <a:ext cx="5219700"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5449844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666.xml><?xml version="1.0" encoding="utf-8"?>
<p:sldLayout xmlns:a="http://schemas.openxmlformats.org/drawingml/2006/main" xmlns:r="http://schemas.openxmlformats.org/officeDocument/2006/relationships" xmlns:p="http://schemas.openxmlformats.org/presentationml/2006/main"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p:cNvSpPr>
            <a:spLocks noGrp="1"/>
          </p:cNvSpPr>
          <p:nvPr>
            <p:ph type="body" sz="quarter" idx="10" hasCustomPrompt="1"/>
          </p:nvPr>
        </p:nvSpPr>
        <p:spPr>
          <a:xfrm>
            <a:off x="584200"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hasCustomPrompt="1"/>
          </p:nvPr>
        </p:nvSpPr>
        <p:spPr>
          <a:xfrm>
            <a:off x="6397171"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179388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667.xml><?xml version="1.0" encoding="utf-8"?>
<p:sldLayout xmlns:a="http://schemas.openxmlformats.org/drawingml/2006/main" xmlns:r="http://schemas.openxmlformats.org/officeDocument/2006/relationships" xmlns:p="http://schemas.openxmlformats.org/presentationml/2006/main" preserve="1" userDrawn="1">
  <p:cSld name="Two Column Bulle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hasCustomPrompt="1"/>
          </p:nvPr>
        </p:nvSpPr>
        <p:spPr>
          <a:xfrm>
            <a:off x="584200"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66750" indent="-152400">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hasCustomPrompt="1"/>
          </p:nvPr>
        </p:nvSpPr>
        <p:spPr>
          <a:xfrm>
            <a:off x="6397625"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85800" indent="-136525">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818605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668.xml><?xml version="1.0" encoding="utf-8"?>
<p:sldLayout xmlns:a="http://schemas.openxmlformats.org/drawingml/2006/main" xmlns:r="http://schemas.openxmlformats.org/officeDocument/2006/relationships" xmlns:p="http://schemas.openxmlformats.org/presentationml/2006/main" preserve="1" userDrawn="1">
  <p:cSld name="Two Column Conten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hasCustomPrompt="1"/>
          </p:nvPr>
        </p:nvSpPr>
        <p:spPr>
          <a:xfrm>
            <a:off x="588963"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hasCustomPrompt="1"/>
          </p:nvPr>
        </p:nvSpPr>
        <p:spPr>
          <a:xfrm>
            <a:off x="6394451"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208667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669.xml><?xml version="1.0" encoding="utf-8"?>
<p:sldLayout xmlns:a="http://schemas.openxmlformats.org/drawingml/2006/main" xmlns:r="http://schemas.openxmlformats.org/officeDocument/2006/relationships" xmlns:p="http://schemas.openxmlformats.org/presentationml/2006/main" userDrawn="1">
  <p:cSld name="Two Column Content with Subheads 2">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1"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514562"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199"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514562"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2147297665"/>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670.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hasCustomPrompt="1"/>
          </p:nvPr>
        </p:nvSpPr>
        <p:spPr>
          <a:xfrm>
            <a:off x="585217"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181862"/>
          </a:xfrm>
        </p:spPr>
        <p:txBody>
          <a:bodyPr wrap="square">
            <a:spAutoFit/>
          </a:bodyPr>
          <a:lstStyle>
            <a:lvl1pPr marL="176213" indent="-176213">
              <a:defRPr lang="en-US" sz="1800" dirty="0"/>
            </a:lvl1pPr>
            <a:lvl2pPr marL="322263" indent="-150813">
              <a:defRPr lang="en-US" sz="1600" dirty="0"/>
            </a:lvl2pPr>
            <a:lvl3pPr marL="466725" indent="-138113">
              <a:defRPr lang="en-US" sz="1100" dirty="0"/>
            </a:lvl3pPr>
            <a:lvl4pPr marL="595313" indent="-128588">
              <a:defRPr lang="en-US" sz="1050" dirty="0"/>
            </a:lvl4pPr>
            <a:lvl5pPr marL="731838" indent="-122238">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hasCustomPrompt="1"/>
          </p:nvPr>
        </p:nvSpPr>
        <p:spPr>
          <a:xfrm>
            <a:off x="4463796"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hasCustomPrompt="1"/>
          </p:nvPr>
        </p:nvSpPr>
        <p:spPr>
          <a:xfrm>
            <a:off x="8342375"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87917678"/>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24">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671.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20" name="Text Placeholder 4">
            <a:extLst>
              <a:ext uri="{FF2B5EF4-FFF2-40B4-BE49-F238E27FC236}">
                <a16:creationId xmlns:a16="http://schemas.microsoft.com/office/drawing/2014/main" id="{8AB7BB6A-65B6-AEC7-836B-8D35242275AF}"/>
              </a:ext>
            </a:extLst>
          </p:cNvPr>
          <p:cNvSpPr>
            <a:spLocks noGrp="1"/>
          </p:cNvSpPr>
          <p:nvPr>
            <p:ph type="body" sz="quarter" idx="17" hasCustomPrompt="1"/>
          </p:nvPr>
        </p:nvSpPr>
        <p:spPr>
          <a:xfrm>
            <a:off x="582877"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sz="1400" b="0" i="0" spc="0">
                <a:solidFill>
                  <a:schemeClr val="tx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FB0535AF-BE85-1E67-DD92-E38C21AF7E8C}"/>
              </a:ext>
            </a:extLst>
          </p:cNvPr>
          <p:cNvSpPr>
            <a:spLocks noGrp="1"/>
          </p:cNvSpPr>
          <p:nvPr>
            <p:ph type="body" sz="quarter" idx="18" hasCustomPrompt="1"/>
          </p:nvPr>
        </p:nvSpPr>
        <p:spPr>
          <a:xfrm>
            <a:off x="437134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8E1F9237-EE15-C9FE-E0CA-3A37C93F9063}"/>
              </a:ext>
            </a:extLst>
          </p:cNvPr>
          <p:cNvSpPr>
            <a:spLocks noGrp="1"/>
          </p:cNvSpPr>
          <p:nvPr>
            <p:ph type="body" sz="quarter" idx="19" hasCustomPrompt="1"/>
          </p:nvPr>
        </p:nvSpPr>
        <p:spPr>
          <a:xfrm>
            <a:off x="813655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6" name="Text Placeholder 4">
            <a:extLst>
              <a:ext uri="{FF2B5EF4-FFF2-40B4-BE49-F238E27FC236}">
                <a16:creationId xmlns:a16="http://schemas.microsoft.com/office/drawing/2014/main" id="{775241E4-9061-8DB7-2B87-BA0CCA011ACE}"/>
              </a:ext>
            </a:extLst>
          </p:cNvPr>
          <p:cNvSpPr>
            <a:spLocks noGrp="1"/>
          </p:cNvSpPr>
          <p:nvPr>
            <p:ph type="body" sz="quarter" idx="11" hasCustomPrompt="1"/>
          </p:nvPr>
        </p:nvSpPr>
        <p:spPr>
          <a:xfrm>
            <a:off x="582877"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7" name="Text Placeholder 4">
            <a:extLst>
              <a:ext uri="{FF2B5EF4-FFF2-40B4-BE49-F238E27FC236}">
                <a16:creationId xmlns:a16="http://schemas.microsoft.com/office/drawing/2014/main" id="{82D1AEC7-7020-CBA4-58E1-0D75BA2EF496}"/>
              </a:ext>
            </a:extLst>
          </p:cNvPr>
          <p:cNvSpPr>
            <a:spLocks noGrp="1"/>
          </p:cNvSpPr>
          <p:nvPr>
            <p:ph type="body" sz="quarter" idx="12" hasCustomPrompt="1"/>
          </p:nvPr>
        </p:nvSpPr>
        <p:spPr>
          <a:xfrm>
            <a:off x="437134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8" name="Text Placeholder 4">
            <a:extLst>
              <a:ext uri="{FF2B5EF4-FFF2-40B4-BE49-F238E27FC236}">
                <a16:creationId xmlns:a16="http://schemas.microsoft.com/office/drawing/2014/main" id="{6416719B-F50B-D496-C069-4C1F30AFEC70}"/>
              </a:ext>
            </a:extLst>
          </p:cNvPr>
          <p:cNvSpPr>
            <a:spLocks noGrp="1"/>
          </p:cNvSpPr>
          <p:nvPr>
            <p:ph type="body" sz="quarter" idx="13" hasCustomPrompt="1"/>
          </p:nvPr>
        </p:nvSpPr>
        <p:spPr>
          <a:xfrm>
            <a:off x="813655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Tree>
    <p:extLst>
      <p:ext uri="{BB962C8B-B14F-4D97-AF65-F5344CB8AC3E}">
        <p14:creationId xmlns:p14="http://schemas.microsoft.com/office/powerpoint/2010/main" val="234679232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672.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3">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6" name="Text Placeholder 3">
            <a:extLst>
              <a:ext uri="{FF2B5EF4-FFF2-40B4-BE49-F238E27FC236}">
                <a16:creationId xmlns:a16="http://schemas.microsoft.com/office/drawing/2014/main" id="{46628952-3608-D408-E97B-C5509801C79B}"/>
              </a:ext>
            </a:extLst>
          </p:cNvPr>
          <p:cNvSpPr>
            <a:spLocks noGrp="1"/>
          </p:cNvSpPr>
          <p:nvPr>
            <p:ph type="body" sz="quarter" idx="10" hasCustomPrompt="1"/>
          </p:nvPr>
        </p:nvSpPr>
        <p:spPr>
          <a:xfrm>
            <a:off x="588263" y="1971020"/>
            <a:ext cx="9449500" cy="615553"/>
          </a:xfrm>
          <a:prstGeom prst="rect">
            <a:avLst/>
          </a:prstGeom>
        </p:spPr>
        <p:txBody>
          <a:bodyPr wrap="square" lIns="0" tIns="0" rIns="0" bIns="0">
            <a:spAutoFit/>
          </a:bodyPr>
          <a:lstStyle>
            <a:lvl1pPr marL="0" indent="0">
              <a:lnSpc>
                <a:spcPts val="2400"/>
              </a:lnSpc>
              <a:buNone/>
              <a:defRPr lang="en-US" sz="2000" kern="1200" spc="0" baseline="0" dirty="0">
                <a:solidFill>
                  <a:srgbClr val="000000"/>
                </a:solidFill>
                <a:latin typeface="+mn-lt"/>
                <a:ea typeface="+mn-ea"/>
                <a:cs typeface="+mn-cs"/>
              </a:defRPr>
            </a:lvl1pPr>
            <a:lvl2pPr marL="228600" indent="0">
              <a:buNone/>
              <a:defRPr/>
            </a:lvl2pPr>
            <a:lvl3pPr marL="457200" indent="0">
              <a:buNone/>
              <a:defRPr/>
            </a:lvl3pPr>
            <a:lvl4pPr marL="685800" indent="0">
              <a:buNone/>
              <a:defRPr/>
            </a:lvl4pPr>
            <a:lvl5pPr marL="914400" indent="0">
              <a:buNone/>
              <a:defRPr/>
            </a:lvl5pPr>
          </a:lstStyle>
          <a:p>
            <a:pPr lvl="0"/>
            <a:r>
              <a:rPr lang="en-US"/>
              <a:t>Subhead Segoe UI Regular 20/24.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2"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356101"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9" name="Text Placeholder 4">
            <a:extLst>
              <a:ext uri="{FF2B5EF4-FFF2-40B4-BE49-F238E27FC236}">
                <a16:creationId xmlns:a16="http://schemas.microsoft.com/office/drawing/2014/main" id="{A65E358F-5CAF-2294-2C8A-0C65BE0A268F}"/>
              </a:ext>
            </a:extLst>
          </p:cNvPr>
          <p:cNvSpPr>
            <a:spLocks noGrp="1"/>
          </p:cNvSpPr>
          <p:nvPr>
            <p:ph type="body" sz="quarter" idx="13" hasCustomPrompt="1"/>
          </p:nvPr>
        </p:nvSpPr>
        <p:spPr>
          <a:xfrm>
            <a:off x="8128000" y="3214124"/>
            <a:ext cx="3474445"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200"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356101"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602E34F2-8AEC-5D82-A459-7615DC29B15F}"/>
              </a:ext>
            </a:extLst>
          </p:cNvPr>
          <p:cNvSpPr>
            <a:spLocks noGrp="1"/>
          </p:cNvSpPr>
          <p:nvPr>
            <p:ph type="body" sz="quarter" idx="19" hasCustomPrompt="1"/>
          </p:nvPr>
        </p:nvSpPr>
        <p:spPr>
          <a:xfrm>
            <a:off x="8134943" y="3521898"/>
            <a:ext cx="3474445"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33156714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673.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Oval 10">
            <a:extLst>
              <a:ext uri="{FF2B5EF4-FFF2-40B4-BE49-F238E27FC236}">
                <a16:creationId xmlns:a16="http://schemas.microsoft.com/office/drawing/2014/main" id="{F3C14C4D-447D-641B-9EE1-BB7D37876DFD}"/>
              </a:ext>
            </a:extLst>
          </p:cNvPr>
          <p:cNvSpPr/>
          <p:nvPr userDrawn="1"/>
        </p:nvSpPr>
        <p:spPr>
          <a:xfrm>
            <a:off x="8769505" y="1609347"/>
            <a:ext cx="2196790" cy="2196790"/>
          </a:xfrm>
          <a:prstGeom prst="ellipse">
            <a:avLst/>
          </a:prstGeom>
          <a:solidFill>
            <a:srgbClr val="8DC8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1A257B80-0E22-6118-D58C-8D479BE856CC}"/>
              </a:ext>
            </a:extLst>
          </p:cNvPr>
          <p:cNvSpPr/>
          <p:nvPr userDrawn="1"/>
        </p:nvSpPr>
        <p:spPr>
          <a:xfrm>
            <a:off x="1216757" y="1609347"/>
            <a:ext cx="2196790" cy="219679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F3C5F4DB-FE2F-3894-3C54-F1395F059BC1}"/>
              </a:ext>
            </a:extLst>
          </p:cNvPr>
          <p:cNvSpPr/>
          <p:nvPr userDrawn="1"/>
        </p:nvSpPr>
        <p:spPr>
          <a:xfrm>
            <a:off x="4997605" y="1609347"/>
            <a:ext cx="2196790" cy="2196790"/>
          </a:xfrm>
          <a:prstGeom prst="ellipse">
            <a:avLst/>
          </a:prstGeom>
          <a:solidFill>
            <a:srgbClr val="CD9B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9037727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674.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2"/>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1"/>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chemeClr val="accent3"/>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838240332"/>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675.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6"/>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5"/>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rgbClr val="8DC8E8"/>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392951494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676.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3413125"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3413125"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6244208"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6244208"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9073133"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9073133"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86028884"/>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677.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2">
    <p:bg>
      <p:bgPr>
        <a:solidFill>
          <a:srgbClr val="F4F3F5"/>
        </a:solidFill>
        <a:effectLst/>
      </p:bgPr>
    </p:bg>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AE4763AA-7A64-C315-54ED-405AA5F28928}"/>
              </a:ext>
            </a:extLst>
          </p:cNvPr>
          <p:cNvSpPr/>
          <p:nvPr userDrawn="1"/>
        </p:nvSpPr>
        <p:spPr bwMode="auto">
          <a:xfrm>
            <a:off x="0" y="0"/>
            <a:ext cx="12192000" cy="1208988"/>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chemeClr val="accent2"/>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7" name="Text Placeholder 11">
            <a:extLst>
              <a:ext uri="{FF2B5EF4-FFF2-40B4-BE49-F238E27FC236}">
                <a16:creationId xmlns:a16="http://schemas.microsoft.com/office/drawing/2014/main" id="{0EA42F63-B2F3-3A38-57BC-24F6164484E0}"/>
              </a:ext>
            </a:extLst>
          </p:cNvPr>
          <p:cNvSpPr>
            <a:spLocks noGrp="1"/>
          </p:cNvSpPr>
          <p:nvPr>
            <p:ph type="body" sz="quarter" idx="16"/>
          </p:nvPr>
        </p:nvSpPr>
        <p:spPr>
          <a:xfrm>
            <a:off x="584200"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9" name="Text Placeholder 7">
            <a:extLst>
              <a:ext uri="{FF2B5EF4-FFF2-40B4-BE49-F238E27FC236}">
                <a16:creationId xmlns:a16="http://schemas.microsoft.com/office/drawing/2014/main" id="{1F284777-927E-F267-62FB-0ADA3AB8ABEF}"/>
              </a:ext>
            </a:extLst>
          </p:cNvPr>
          <p:cNvSpPr>
            <a:spLocks noGrp="1"/>
          </p:cNvSpPr>
          <p:nvPr>
            <p:ph type="body" sz="quarter" idx="14"/>
          </p:nvPr>
        </p:nvSpPr>
        <p:spPr>
          <a:xfrm>
            <a:off x="584200"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11">
            <a:extLst>
              <a:ext uri="{FF2B5EF4-FFF2-40B4-BE49-F238E27FC236}">
                <a16:creationId xmlns:a16="http://schemas.microsoft.com/office/drawing/2014/main" id="{B6D7214D-CF27-5C85-22BE-C501CC3F79F6}"/>
              </a:ext>
            </a:extLst>
          </p:cNvPr>
          <p:cNvSpPr>
            <a:spLocks noGrp="1"/>
          </p:cNvSpPr>
          <p:nvPr>
            <p:ph type="body" sz="quarter" idx="17"/>
          </p:nvPr>
        </p:nvSpPr>
        <p:spPr>
          <a:xfrm>
            <a:off x="3413125"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1" name="Text Placeholder 9">
            <a:extLst>
              <a:ext uri="{FF2B5EF4-FFF2-40B4-BE49-F238E27FC236}">
                <a16:creationId xmlns:a16="http://schemas.microsoft.com/office/drawing/2014/main" id="{D0E08958-F760-A396-6DDC-ADDF12562EFC}"/>
              </a:ext>
            </a:extLst>
          </p:cNvPr>
          <p:cNvSpPr>
            <a:spLocks noGrp="1"/>
          </p:cNvSpPr>
          <p:nvPr>
            <p:ph type="body" sz="quarter" idx="15"/>
          </p:nvPr>
        </p:nvSpPr>
        <p:spPr>
          <a:xfrm>
            <a:off x="3413125"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11">
            <a:extLst>
              <a:ext uri="{FF2B5EF4-FFF2-40B4-BE49-F238E27FC236}">
                <a16:creationId xmlns:a16="http://schemas.microsoft.com/office/drawing/2014/main" id="{2E8EB955-55F0-24FF-CDCC-B5A5FFFC6B4A}"/>
              </a:ext>
            </a:extLst>
          </p:cNvPr>
          <p:cNvSpPr>
            <a:spLocks noGrp="1"/>
          </p:cNvSpPr>
          <p:nvPr>
            <p:ph type="body" sz="quarter" idx="18"/>
          </p:nvPr>
        </p:nvSpPr>
        <p:spPr>
          <a:xfrm>
            <a:off x="6244208"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3" name="Text Placeholder 7">
            <a:extLst>
              <a:ext uri="{FF2B5EF4-FFF2-40B4-BE49-F238E27FC236}">
                <a16:creationId xmlns:a16="http://schemas.microsoft.com/office/drawing/2014/main" id="{36792F0E-DEBA-6C31-5613-59E8E3706BAE}"/>
              </a:ext>
            </a:extLst>
          </p:cNvPr>
          <p:cNvSpPr>
            <a:spLocks noGrp="1"/>
          </p:cNvSpPr>
          <p:nvPr>
            <p:ph type="body" sz="quarter" idx="19"/>
          </p:nvPr>
        </p:nvSpPr>
        <p:spPr>
          <a:xfrm>
            <a:off x="6244208"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11">
            <a:extLst>
              <a:ext uri="{FF2B5EF4-FFF2-40B4-BE49-F238E27FC236}">
                <a16:creationId xmlns:a16="http://schemas.microsoft.com/office/drawing/2014/main" id="{2A858486-2BAB-90FA-E642-5FFCB8955993}"/>
              </a:ext>
            </a:extLst>
          </p:cNvPr>
          <p:cNvSpPr>
            <a:spLocks noGrp="1"/>
          </p:cNvSpPr>
          <p:nvPr>
            <p:ph type="body" sz="quarter" idx="20"/>
          </p:nvPr>
        </p:nvSpPr>
        <p:spPr>
          <a:xfrm>
            <a:off x="9073133"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5" name="Text Placeholder 9">
            <a:extLst>
              <a:ext uri="{FF2B5EF4-FFF2-40B4-BE49-F238E27FC236}">
                <a16:creationId xmlns:a16="http://schemas.microsoft.com/office/drawing/2014/main" id="{6614B332-A4F9-7C7C-FA27-45DE478DA645}"/>
              </a:ext>
            </a:extLst>
          </p:cNvPr>
          <p:cNvSpPr>
            <a:spLocks noGrp="1"/>
          </p:cNvSpPr>
          <p:nvPr>
            <p:ph type="body" sz="quarter" idx="21"/>
          </p:nvPr>
        </p:nvSpPr>
        <p:spPr>
          <a:xfrm>
            <a:off x="9073133"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6914528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678.xml><?xml version="1.0" encoding="utf-8"?>
<p:sldLayout xmlns:a="http://schemas.openxmlformats.org/drawingml/2006/main" xmlns:r="http://schemas.openxmlformats.org/officeDocument/2006/relationships" xmlns:p="http://schemas.openxmlformats.org/presentationml/2006/main" preserve="1" userDrawn="1">
  <p:cSld name="Five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2849007"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5113814"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7378621"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hasCustomPrompt="1"/>
          </p:nvPr>
        </p:nvSpPr>
        <p:spPr>
          <a:xfrm>
            <a:off x="9643428"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25195852"/>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679.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p:txBody>
          <a:bodyPr/>
          <a:lstStyle/>
          <a:p>
            <a:r>
              <a:rPr lang="en-US"/>
              <a:t>Click to edit title style</a:t>
            </a:r>
          </a:p>
        </p:txBody>
      </p:sp>
    </p:spTree>
    <p:extLst>
      <p:ext uri="{BB962C8B-B14F-4D97-AF65-F5344CB8AC3E}">
        <p14:creationId xmlns:p14="http://schemas.microsoft.com/office/powerpoint/2010/main" val="320474966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6">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0">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680.xml><?xml version="1.0" encoding="utf-8"?>
<p:sldLayout xmlns:a="http://schemas.openxmlformats.org/drawingml/2006/main" xmlns:r="http://schemas.openxmlformats.org/officeDocument/2006/relationships" xmlns:p="http://schemas.openxmlformats.org/presentationml/2006/main" preserve="1" userDrawn="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4" y="2875002"/>
            <a:ext cx="4127692" cy="1107996"/>
          </a:xfrm>
        </p:spPr>
        <p:txBody>
          <a:bodyPr wrap="square" anchor="ctr">
            <a:spAutoFit/>
          </a:bodyPr>
          <a:lstStyle/>
          <a:p>
            <a:r>
              <a:rPr lang="en-US"/>
              <a:t>Click to edit title style</a:t>
            </a:r>
          </a:p>
        </p:txBody>
      </p:sp>
    </p:spTree>
    <p:extLst>
      <p:ext uri="{BB962C8B-B14F-4D97-AF65-F5344CB8AC3E}">
        <p14:creationId xmlns:p14="http://schemas.microsoft.com/office/powerpoint/2010/main" val="3078607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681.xml><?xml version="1.0" encoding="utf-8"?>
<p:sldLayout xmlns:a="http://schemas.openxmlformats.org/drawingml/2006/main" xmlns:r="http://schemas.openxmlformats.org/officeDocument/2006/relationships" xmlns:p="http://schemas.openxmlformats.org/presentationml/2006/main"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Tree>
    <p:extLst>
      <p:ext uri="{BB962C8B-B14F-4D97-AF65-F5344CB8AC3E}">
        <p14:creationId xmlns:p14="http://schemas.microsoft.com/office/powerpoint/2010/main" val="250768035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682.xml><?xml version="1.0" encoding="utf-8"?>
<p:sldLayout xmlns:a="http://schemas.openxmlformats.org/drawingml/2006/main" xmlns:r="http://schemas.openxmlformats.org/officeDocument/2006/relationships" xmlns:p="http://schemas.openxmlformats.org/presentationml/2006/main" preserve="1" userDrawn="1">
  <p:cSld name="Title - spli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2" y="457200"/>
            <a:ext cx="5687568" cy="553998"/>
          </a:xfrm>
        </p:spPr>
        <p:txBody>
          <a:bodyPr/>
          <a:lstStyle/>
          <a:p>
            <a:r>
              <a:rPr lang="en-US"/>
              <a:t>Click to edit title style</a:t>
            </a:r>
          </a:p>
        </p:txBody>
      </p:sp>
      <p:sp>
        <p:nvSpPr>
          <p:cNvPr id="4" name="Rectangle 3">
            <a:extLst>
              <a:ext uri="{FF2B5EF4-FFF2-40B4-BE49-F238E27FC236}">
                <a16:creationId xmlns:a16="http://schemas.microsoft.com/office/drawing/2014/main" id="{66ED9561-2D36-C7A9-8121-647D44F28482}"/>
              </a:ext>
              <a:ext uri="{C183D7F6-B498-43B3-948B-1728B52AA6E4}">
                <adec:decorative xmlns:adec="http://schemas.microsoft.com/office/drawing/2017/decorative" val="1"/>
              </a:ext>
            </a:extLst>
          </p:cNvPr>
          <p:cNvSpPr/>
          <p:nvPr userDrawn="1"/>
        </p:nvSpPr>
        <p:spPr bwMode="auto">
          <a:xfrm>
            <a:off x="6858000" y="0"/>
            <a:ext cx="5333999" cy="6858000"/>
          </a:xfrm>
          <a:prstGeom prst="rect">
            <a:avLst/>
          </a:prstGeom>
          <a:solidFill>
            <a:schemeClr val="bg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err="1">
              <a:ln>
                <a:noFill/>
              </a:ln>
              <a:solidFill>
                <a:srgbClr val="FFFFFF"/>
              </a:soli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69599528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683.xml><?xml version="1.0" encoding="utf-8"?>
<p:sldLayout xmlns:a="http://schemas.openxmlformats.org/drawingml/2006/main" xmlns:r="http://schemas.openxmlformats.org/officeDocument/2006/relationships" xmlns:p="http://schemas.openxmlformats.org/presentationml/2006/main" preserve="1" userDrawn="1">
  <p:cSld name="Title - 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453303"/>
            <a:ext cx="4158362" cy="430887"/>
          </a:xfrm>
        </p:spPr>
        <p:txBody>
          <a:bodyPr anchor="b"/>
          <a:lstStyle>
            <a:lvl1pPr>
              <a:defRPr sz="2800"/>
            </a:lvl1pPr>
          </a:lstStyle>
          <a:p>
            <a:r>
              <a:rPr lang="en-US"/>
              <a:t>Click to edit title style</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1971020"/>
            <a:ext cx="4162425" cy="307777"/>
          </a:xfrm>
        </p:spPr>
        <p:txBody>
          <a:bodyPr/>
          <a:lstStyle>
            <a:lvl1pPr marL="0" indent="0">
              <a:lnSpc>
                <a:spcPts val="2400"/>
              </a:lnSpc>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8" name="Text Placeholder 4">
            <a:extLst>
              <a:ext uri="{FF2B5EF4-FFF2-40B4-BE49-F238E27FC236}">
                <a16:creationId xmlns:a16="http://schemas.microsoft.com/office/drawing/2014/main" id="{AA4A25BE-EEC4-2D45-6B51-A6D5FDC0CD9E}"/>
              </a:ext>
            </a:extLst>
          </p:cNvPr>
          <p:cNvSpPr>
            <a:spLocks noGrp="1"/>
          </p:cNvSpPr>
          <p:nvPr>
            <p:ph type="body" sz="quarter" idx="13" hasCustomPrompt="1"/>
          </p:nvPr>
        </p:nvSpPr>
        <p:spPr>
          <a:xfrm>
            <a:off x="586062" y="3084755"/>
            <a:ext cx="4167188"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9" name="Text Placeholder 4">
            <a:extLst>
              <a:ext uri="{FF2B5EF4-FFF2-40B4-BE49-F238E27FC236}">
                <a16:creationId xmlns:a16="http://schemas.microsoft.com/office/drawing/2014/main" id="{B898ECC2-F025-9F52-FDDA-2757DC69BA28}"/>
              </a:ext>
            </a:extLst>
          </p:cNvPr>
          <p:cNvSpPr>
            <a:spLocks noGrp="1"/>
          </p:cNvSpPr>
          <p:nvPr>
            <p:ph type="body" sz="quarter" idx="17" hasCustomPrompt="1"/>
          </p:nvPr>
        </p:nvSpPr>
        <p:spPr>
          <a:xfrm>
            <a:off x="584200" y="3392529"/>
            <a:ext cx="4167188" cy="1598771"/>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AB1F49BE-32CF-300B-48DC-B74CA09F2E96}"/>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2432088536"/>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28">
          <p15:clr>
            <a:srgbClr val="A4A3A4"/>
          </p15:clr>
        </p15:guide>
      </p15:sldGuideLst>
    </p:ext>
  </p:extLst>
</p:sldLayout>
</file>

<file path=ppt/slideLayouts/slideLayout684.xml><?xml version="1.0" encoding="utf-8"?>
<p:sldLayout xmlns:a="http://schemas.openxmlformats.org/drawingml/2006/main" xmlns:r="http://schemas.openxmlformats.org/officeDocument/2006/relationships" xmlns:p="http://schemas.openxmlformats.org/presentationml/2006/main" preserve="1" userDrawn="1">
  <p:cSld name="Title - Square Photo 2">
    <p:bg>
      <p:bgPr>
        <a:solidFill>
          <a:schemeClr val="bg2"/>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3535540"/>
            <a:ext cx="4162425" cy="307777"/>
          </a:xfrm>
        </p:spPr>
        <p:txBody>
          <a:bodyPr/>
          <a:lstStyle>
            <a:lvl1pPr marL="0" indent="0">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327750147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685.xml><?xml version="1.0" encoding="utf-8"?>
<p:sldLayout xmlns:a="http://schemas.openxmlformats.org/drawingml/2006/main" xmlns:r="http://schemas.openxmlformats.org/officeDocument/2006/relationships" xmlns:p="http://schemas.openxmlformats.org/presentationml/2006/main" preserve="1" userDrawn="1">
  <p:cSld name="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hasCustomPrompt="1"/>
          </p:nvPr>
        </p:nvSpPr>
        <p:spPr>
          <a:xfrm>
            <a:off x="588263" y="2873414"/>
            <a:ext cx="4159950" cy="1107996"/>
          </a:xfrm>
        </p:spPr>
        <p:txBody>
          <a:bodyPr anchor="ct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59072879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686.xml><?xml version="1.0" encoding="utf-8"?>
<p:sldLayout xmlns:a="http://schemas.openxmlformats.org/drawingml/2006/main" xmlns:r="http://schemas.openxmlformats.org/officeDocument/2006/relationships" xmlns:p="http://schemas.openxmlformats.org/presentationml/2006/main" preserve="1" userDrawn="1">
  <p:cSld name="Square Photo 2">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738664"/>
          </a:xfrm>
        </p:spPr>
        <p:txBody>
          <a:bodyPr anchor="t"/>
          <a:lstStyle>
            <a:lvl1pPr>
              <a:defRPr sz="24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552095664"/>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687.xml><?xml version="1.0" encoding="utf-8"?>
<p:sldLayout xmlns:a="http://schemas.openxmlformats.org/drawingml/2006/main" xmlns:r="http://schemas.openxmlformats.org/officeDocument/2006/relationships" xmlns:p="http://schemas.openxmlformats.org/presentationml/2006/main" preserve="1" userDrawn="1">
  <p:cSld name="Photo full bleed">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5159207"/>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688.xml><?xml version="1.0" encoding="utf-8"?>
<p:sldLayout xmlns:a="http://schemas.openxmlformats.org/drawingml/2006/main" xmlns:r="http://schemas.openxmlformats.org/officeDocument/2006/relationships" xmlns:p="http://schemas.openxmlformats.org/presentationml/2006/main" preserve="1" userDrawn="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200" spc="0">
                <a:solidFill>
                  <a:srgbClr val="FFFFFF"/>
                </a:solidFill>
              </a:defRPr>
            </a:lvl1pPr>
          </a:lstStyle>
          <a:p>
            <a:r>
              <a:rPr lang="en-US"/>
              <a:t>Click to edit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9917259"/>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689.xml><?xml version="1.0" encoding="utf-8"?>
<p:sldLayout xmlns:a="http://schemas.openxmlformats.org/drawingml/2006/main" xmlns:r="http://schemas.openxmlformats.org/officeDocument/2006/relationships" xmlns:p="http://schemas.openxmlformats.org/presentationml/2006/main" preserve="1" userDrawn="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627371179"/>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690.xml><?xml version="1.0" encoding="utf-8"?>
<p:sldLayout xmlns:a="http://schemas.openxmlformats.org/drawingml/2006/main" xmlns:r="http://schemas.openxmlformats.org/officeDocument/2006/relationships" xmlns:p="http://schemas.openxmlformats.org/presentationml/2006/main" preserve="1" userDrawn="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617601740"/>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691.xml><?xml version="1.0" encoding="utf-8"?>
<p:sldLayout xmlns:a="http://schemas.openxmlformats.org/drawingml/2006/main" xmlns:r="http://schemas.openxmlformats.org/officeDocument/2006/relationships" xmlns:p="http://schemas.openxmlformats.org/presentationml/2006/main" preserve="1" userDrawn="1">
  <p:cSld name="Top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hasCustomPrompt="1"/>
          </p:nvPr>
        </p:nvSpPr>
        <p:spPr>
          <a:xfrm>
            <a:off x="588263" y="5436128"/>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66885463"/>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692.xml><?xml version="1.0" encoding="utf-8"?>
<p:sldLayout xmlns:a="http://schemas.openxmlformats.org/drawingml/2006/main" xmlns:r="http://schemas.openxmlformats.org/officeDocument/2006/relationships" xmlns:p="http://schemas.openxmlformats.org/presentationml/2006/main" preserve="1" userDrawn="1">
  <p:cSld name="Bottom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hasCustomPrompt="1"/>
          </p:nvPr>
        </p:nvSpPr>
        <p:spPr>
          <a:xfrm>
            <a:off x="588263" y="866287"/>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14112850"/>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693.xml><?xml version="1.0" encoding="utf-8"?>
<p:sldLayout xmlns:a="http://schemas.openxmlformats.org/drawingml/2006/main" xmlns:r="http://schemas.openxmlformats.org/officeDocument/2006/relationships" xmlns:p="http://schemas.openxmlformats.org/presentationml/2006/main" preserve="1" userDrawn="1">
  <p:cSld name="Two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4199"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prstGeom prst="roundRect">
            <a:avLst>
              <a:gd name="adj" fmla="val 8178"/>
            </a:avLst>
          </a:prstGeom>
          <a:blipFill>
            <a:blip r:embed="rId2"/>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1860"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prstGeom prst="roundRect">
            <a:avLst>
              <a:gd name="adj" fmla="val 7612"/>
            </a:avLst>
          </a:prstGeom>
          <a:blipFill>
            <a:blip r:embed="rId3"/>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807229046"/>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694.xml><?xml version="1.0" encoding="utf-8"?>
<p:sldLayout xmlns:a="http://schemas.openxmlformats.org/drawingml/2006/main" xmlns:r="http://schemas.openxmlformats.org/officeDocument/2006/relationships" xmlns:p="http://schemas.openxmlformats.org/presentationml/2006/main" preserve="1" userDrawn="1">
  <p:cSld name="Three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89540135"/>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695.xml><?xml version="1.0" encoding="utf-8"?>
<p:sldLayout xmlns:a="http://schemas.openxmlformats.org/drawingml/2006/main" xmlns:r="http://schemas.openxmlformats.org/officeDocument/2006/relationships" xmlns:p="http://schemas.openxmlformats.org/presentationml/2006/main" preserve="1" userDrawn="1">
  <p:cSld name="Three picture with subtitl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1332631"/>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1332631"/>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1332631"/>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4">
            <a:extLst>
              <a:ext uri="{FF2B5EF4-FFF2-40B4-BE49-F238E27FC236}">
                <a16:creationId xmlns:a16="http://schemas.microsoft.com/office/drawing/2014/main" id="{2BFE283E-20EE-6783-BD84-82B4E8AD3588}"/>
              </a:ext>
            </a:extLst>
          </p:cNvPr>
          <p:cNvSpPr>
            <a:spLocks noGrp="1"/>
          </p:cNvSpPr>
          <p:nvPr>
            <p:ph type="body" sz="quarter" idx="19" hasCustomPrompt="1"/>
          </p:nvPr>
        </p:nvSpPr>
        <p:spPr>
          <a:xfrm>
            <a:off x="584200"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4F92DA75-7E4D-567F-ECD8-2CA3158E6DF4}"/>
              </a:ext>
            </a:extLst>
          </p:cNvPr>
          <p:cNvSpPr>
            <a:spLocks noGrp="1"/>
          </p:cNvSpPr>
          <p:nvPr>
            <p:ph type="body" sz="quarter" idx="20" hasCustomPrompt="1"/>
          </p:nvPr>
        </p:nvSpPr>
        <p:spPr>
          <a:xfrm>
            <a:off x="4356101"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8" name="Text Placeholder 4">
            <a:extLst>
              <a:ext uri="{FF2B5EF4-FFF2-40B4-BE49-F238E27FC236}">
                <a16:creationId xmlns:a16="http://schemas.microsoft.com/office/drawing/2014/main" id="{1341BE00-329F-B62F-D11D-64896AE5DD0E}"/>
              </a:ext>
            </a:extLst>
          </p:cNvPr>
          <p:cNvSpPr>
            <a:spLocks noGrp="1"/>
          </p:cNvSpPr>
          <p:nvPr>
            <p:ph type="body" sz="quarter" idx="21" hasCustomPrompt="1"/>
          </p:nvPr>
        </p:nvSpPr>
        <p:spPr>
          <a:xfrm>
            <a:off x="8134943" y="5354468"/>
            <a:ext cx="3474445"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721669192"/>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696.xml><?xml version="1.0" encoding="utf-8"?>
<p:sldLayout xmlns:a="http://schemas.openxmlformats.org/drawingml/2006/main" xmlns:r="http://schemas.openxmlformats.org/officeDocument/2006/relationships" xmlns:p="http://schemas.openxmlformats.org/presentationml/2006/main" preserve="1" userDrawn="1">
  <p:cSld name="Four picture content">
    <p:bg>
      <p:bgPr>
        <a:solidFill>
          <a:srgbClr val="F4F3F5"/>
        </a:solidFill>
        <a:effectLst/>
      </p:bgPr>
    </p:bg>
    <p:spTree>
      <p:nvGrpSpPr>
        <p:cNvPr id="1" name=""/>
        <p:cNvGrpSpPr/>
        <p:nvPr/>
      </p:nvGrpSpPr>
      <p:grpSpPr>
        <a:xfrm>
          <a:off x="0" y="0"/>
          <a:ext cx="0" cy="0"/>
          <a:chOff x="0" y="0"/>
          <a:chExt cx="0" cy="0"/>
        </a:xfrm>
      </p:grpSpPr>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prstGeom prst="roundRect">
            <a:avLst>
              <a:gd name="adj" fmla="val 9291"/>
            </a:avLst>
          </a:prstGeo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prstGeom prst="roundRect">
            <a:avLst>
              <a:gd name="adj" fmla="val 9680"/>
            </a:avLst>
          </a:prstGeo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prstGeom prst="roundRect">
            <a:avLst>
              <a:gd name="adj" fmla="val 9679"/>
            </a:avLst>
          </a:prstGeo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prstGeom prst="roundRect">
            <a:avLst>
              <a:gd name="adj" fmla="val 9680"/>
            </a:avLst>
          </a:prstGeo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3413908"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5204"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hasCustomPrompt="1"/>
          </p:nvPr>
        </p:nvSpPr>
        <p:spPr>
          <a:xfrm>
            <a:off x="9076500"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Tree>
    <p:extLst>
      <p:ext uri="{BB962C8B-B14F-4D97-AF65-F5344CB8AC3E}">
        <p14:creationId xmlns:p14="http://schemas.microsoft.com/office/powerpoint/2010/main" val="3906914797"/>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697.xml><?xml version="1.0" encoding="utf-8"?>
<p:sldLayout xmlns:a="http://schemas.openxmlformats.org/drawingml/2006/main" xmlns:r="http://schemas.openxmlformats.org/officeDocument/2006/relationships" xmlns:p="http://schemas.openxmlformats.org/presentationml/2006/main" preserve="1" userDrawn="1">
  <p:cSld name="Two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6714744"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8CE10F07-B8D9-4B69-A567-8BEDE6973D9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87595012"/>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698.xml><?xml version="1.0" encoding="utf-8"?>
<p:sldLayout xmlns:a="http://schemas.openxmlformats.org/drawingml/2006/main" xmlns:r="http://schemas.openxmlformats.org/officeDocument/2006/relationships" xmlns:p="http://schemas.openxmlformats.org/presentationml/2006/main" preserve="1" userDrawn="1">
  <p:cSld name="Thre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2"/>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4669536" y="4799409"/>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8753856" y="479941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025569780"/>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699.xml><?xml version="1.0" encoding="utf-8"?>
<p:sldLayout xmlns:a="http://schemas.openxmlformats.org/drawingml/2006/main" xmlns:r="http://schemas.openxmlformats.org/officeDocument/2006/relationships" xmlns:p="http://schemas.openxmlformats.org/presentationml/2006/main" preserve="1" userDrawn="1">
  <p:cSld name="Four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3649472"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6713728" y="479941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9777984"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803520036"/>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700.xml><?xml version="1.0" encoding="utf-8"?>
<p:sldLayout xmlns:a="http://schemas.openxmlformats.org/drawingml/2006/main" xmlns:r="http://schemas.openxmlformats.org/officeDocument/2006/relationships" xmlns:p="http://schemas.openxmlformats.org/presentationml/2006/main" preserve="1" userDrawn="1">
  <p:cSld name="Fiv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292608" y="4800600"/>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2743962" y="4799409"/>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5195316" y="4799410"/>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7646670"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hasCustomPrompt="1"/>
          </p:nvPr>
        </p:nvSpPr>
        <p:spPr>
          <a:xfrm>
            <a:off x="10098024"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20176245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701.xml><?xml version="1.0" encoding="utf-8"?>
<p:sldLayout xmlns:a="http://schemas.openxmlformats.org/drawingml/2006/main" xmlns:r="http://schemas.openxmlformats.org/officeDocument/2006/relationships" xmlns:p="http://schemas.openxmlformats.org/presentationml/2006/main" preserve="1" userDrawn="1">
  <p:cSld name="Thre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9747"/>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2037906"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4939284"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7840663"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57734870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702.xml><?xml version="1.0" encoding="utf-8"?>
<p:sldLayout xmlns:a="http://schemas.openxmlformats.org/drawingml/2006/main" xmlns:r="http://schemas.openxmlformats.org/officeDocument/2006/relationships" xmlns:p="http://schemas.openxmlformats.org/presentationml/2006/main" preserve="1" userDrawn="1">
  <p:cSld name="Four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348725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63903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9293351"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7342212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703.xml><?xml version="1.0" encoding="utf-8"?>
<p:sldLayout xmlns:a="http://schemas.openxmlformats.org/drawingml/2006/main" xmlns:r="http://schemas.openxmlformats.org/officeDocument/2006/relationships" xmlns:p="http://schemas.openxmlformats.org/presentationml/2006/main" preserve="1" userDrawn="1">
  <p:cSld name="Fiv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2905506"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5227320" y="4235451"/>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7548118"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hasCustomPrompt="1"/>
          </p:nvPr>
        </p:nvSpPr>
        <p:spPr>
          <a:xfrm>
            <a:off x="9869423"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44772515"/>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704.xml><?xml version="1.0" encoding="utf-8"?>
<p:sldLayout xmlns:a="http://schemas.openxmlformats.org/drawingml/2006/main" xmlns:r="http://schemas.openxmlformats.org/officeDocument/2006/relationships" xmlns:p="http://schemas.openxmlformats.org/presentationml/2006/main" preserve="1" userDrawn="1">
  <p:cSld name="Title and text side by sid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hasCustomPrompt="1"/>
          </p:nvPr>
        </p:nvSpPr>
        <p:spPr>
          <a:xfrm>
            <a:off x="4356100" y="2309812"/>
            <a:ext cx="7253288" cy="3959225"/>
          </a:xfrm>
        </p:spPr>
        <p:txBody>
          <a:bodyPr anchor="t"/>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948370C-2FF9-EB05-1275-F0B9E34E40E3}"/>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2573620"/>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705.xml><?xml version="1.0" encoding="utf-8"?>
<p:sldLayout xmlns:a="http://schemas.openxmlformats.org/drawingml/2006/main" xmlns:r="http://schemas.openxmlformats.org/officeDocument/2006/relationships" xmlns:p="http://schemas.openxmlformats.org/presentationml/2006/main" preserve="1" userDrawn="1">
  <p:cSld name="Title and text side by side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FD366496-0526-A79B-C195-310BDEC5329D}"/>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8B9282B-2098-430D-B57F-67ED8C920ADA}"/>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F917A19-5353-F019-737D-CB017D70B4F9}"/>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9" name="Text Placeholder 2">
            <a:extLst>
              <a:ext uri="{FF2B5EF4-FFF2-40B4-BE49-F238E27FC236}">
                <a16:creationId xmlns:a16="http://schemas.microsoft.com/office/drawing/2014/main" id="{E9EDB421-EDBF-FF28-16C9-56834DF21C4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20" name="Text Placeholder 2">
            <a:extLst>
              <a:ext uri="{FF2B5EF4-FFF2-40B4-BE49-F238E27FC236}">
                <a16:creationId xmlns:a16="http://schemas.microsoft.com/office/drawing/2014/main" id="{8C86039A-AC59-0AA2-3B10-E7EE56A2CD57}"/>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84126602"/>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706.xml><?xml version="1.0" encoding="utf-8"?>
<p:sldLayout xmlns:a="http://schemas.openxmlformats.org/drawingml/2006/main" xmlns:r="http://schemas.openxmlformats.org/officeDocument/2006/relationships" xmlns:p="http://schemas.openxmlformats.org/presentationml/2006/main" preserve="1" userDrawn="1">
  <p:cSld name="Title and text side by side 3">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hasCustomPrompt="1"/>
          </p:nvPr>
        </p:nvSpPr>
        <p:spPr>
          <a:xfrm>
            <a:off x="4941888" y="585789"/>
            <a:ext cx="6667500" cy="5683248"/>
          </a:xfrm>
        </p:spPr>
        <p:txBody>
          <a:bodyPr anchor="ctr"/>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082075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707.xml><?xml version="1.0" encoding="utf-8"?>
<p:sldLayout xmlns:a="http://schemas.openxmlformats.org/drawingml/2006/main" xmlns:r="http://schemas.openxmlformats.org/officeDocument/2006/relationships" xmlns:p="http://schemas.openxmlformats.org/presentationml/2006/main" preserve="1" userDrawn="1">
  <p:cSld name="Title and text side by side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EFC8378B-6E45-F469-0519-68B9FC5BEEA8}"/>
              </a:ext>
            </a:extLst>
          </p:cNvPr>
          <p:cNvSpPr>
            <a:spLocks noGrp="1"/>
          </p:cNvSpPr>
          <p:nvPr>
            <p:ph type="body" sz="quarter" idx="11" hasCustomPrompt="1"/>
          </p:nvPr>
        </p:nvSpPr>
        <p:spPr>
          <a:xfrm>
            <a:off x="5654082" y="1857800"/>
            <a:ext cx="5966418"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6" name="Text Placeholder 2">
            <a:extLst>
              <a:ext uri="{FF2B5EF4-FFF2-40B4-BE49-F238E27FC236}">
                <a16:creationId xmlns:a16="http://schemas.microsoft.com/office/drawing/2014/main" id="{6763BA2C-322D-A7E8-7431-EF84FFCD9B12}"/>
              </a:ext>
            </a:extLst>
          </p:cNvPr>
          <p:cNvSpPr>
            <a:spLocks noGrp="1"/>
          </p:cNvSpPr>
          <p:nvPr>
            <p:ph type="body" sz="quarter" idx="25" hasCustomPrompt="1"/>
          </p:nvPr>
        </p:nvSpPr>
        <p:spPr>
          <a:xfrm>
            <a:off x="5095668" y="1857800"/>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233279391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708.xml><?xml version="1.0" encoding="utf-8"?>
<p:sldLayout xmlns:a="http://schemas.openxmlformats.org/drawingml/2006/main" xmlns:r="http://schemas.openxmlformats.org/officeDocument/2006/relationships" xmlns:p="http://schemas.openxmlformats.org/presentationml/2006/main" preserve="1" userDrawn="1">
  <p:cSld name="Title and text side by side 5">
    <p:bg>
      <p:bgPr>
        <a:solidFill>
          <a:srgbClr val="F4F3F5"/>
        </a:solidFill>
        <a:effectLst/>
      </p:bgPr>
    </p:bg>
    <p:spTree>
      <p:nvGrpSpPr>
        <p:cNvPr id="1" name=""/>
        <p:cNvGrpSpPr/>
        <p:nvPr/>
      </p:nvGrpSpPr>
      <p:grpSpPr>
        <a:xfrm>
          <a:off x="0" y="0"/>
          <a:ext cx="0" cy="0"/>
          <a:chOff x="0" y="0"/>
          <a:chExt cx="0" cy="0"/>
        </a:xfrm>
      </p:grpSpPr>
      <p:cxnSp>
        <p:nvCxnSpPr>
          <p:cNvPr id="36" name="Straight Connector 35">
            <a:extLst>
              <a:ext uri="{FF2B5EF4-FFF2-40B4-BE49-F238E27FC236}">
                <a16:creationId xmlns:a16="http://schemas.microsoft.com/office/drawing/2014/main" id="{50BFCD8B-853E-92A8-FD5C-C5659CCB744A}"/>
              </a:ext>
              <a:ext uri="{C183D7F6-B498-43B3-948B-1728B52AA6E4}">
                <adec:decorative xmlns:adec="http://schemas.microsoft.com/office/drawing/2017/decorative" val="1"/>
              </a:ext>
            </a:extLst>
          </p:cNvPr>
          <p:cNvCxnSpPr>
            <a:cxnSpLocks/>
          </p:cNvCxnSpPr>
          <p:nvPr userDrawn="1"/>
        </p:nvCxnSpPr>
        <p:spPr>
          <a:xfrm>
            <a:off x="584200" y="2019300"/>
            <a:ext cx="3182112" cy="0"/>
          </a:xfrm>
          <a:prstGeom prst="line">
            <a:avLst/>
          </a:prstGeom>
          <a:ln w="76200" cap="rnd">
            <a:gradFill>
              <a:gsLst>
                <a:gs pos="0">
                  <a:schemeClr val="accent1"/>
                </a:gs>
                <a:gs pos="100000">
                  <a:schemeClr val="accent2"/>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1698F6FE-FA89-D09B-0F56-2F89F05F6E1E}"/>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8" name="Text Placeholder 2">
            <a:extLst>
              <a:ext uri="{FF2B5EF4-FFF2-40B4-BE49-F238E27FC236}">
                <a16:creationId xmlns:a16="http://schemas.microsoft.com/office/drawing/2014/main" id="{1DBC7FD1-5168-7C9E-36DD-EFCBEFE2FAC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9" name="Text Placeholder 2">
            <a:extLst>
              <a:ext uri="{FF2B5EF4-FFF2-40B4-BE49-F238E27FC236}">
                <a16:creationId xmlns:a16="http://schemas.microsoft.com/office/drawing/2014/main" id="{AC81A518-CF66-2BAF-FE9A-48CB9F7E9C5C}"/>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3363125809"/>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709.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F4F3F5"/>
        </a:solidFill>
        <a:effectLst/>
      </p:bgPr>
    </p:bg>
    <p:spTree>
      <p:nvGrpSpPr>
        <p:cNvPr id="1" name=""/>
        <p:cNvGrpSpPr/>
        <p:nvPr/>
      </p:nvGrpSpPr>
      <p:grpSpPr>
        <a:xfrm>
          <a:off x="0" y="0"/>
          <a:ext cx="0" cy="0"/>
          <a:chOff x="0" y="0"/>
          <a:chExt cx="0" cy="0"/>
        </a:xfrm>
      </p:grpSpPr>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91438" y="710247"/>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Tree>
    <p:extLst>
      <p:ext uri="{BB962C8B-B14F-4D97-AF65-F5344CB8AC3E}">
        <p14:creationId xmlns:p14="http://schemas.microsoft.com/office/powerpoint/2010/main" val="25868070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710.xml><?xml version="1.0" encoding="utf-8"?>
<p:sldLayout xmlns:a="http://schemas.openxmlformats.org/drawingml/2006/main" xmlns:r="http://schemas.openxmlformats.org/officeDocument/2006/relationships" xmlns:p="http://schemas.openxmlformats.org/presentationml/2006/main" preserve="1" userDrawn="1">
  <p:cSld name="Developer code 2">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userDrawn="1"/>
        </p:nvSpPr>
        <p:spPr bwMode="auto">
          <a:xfrm>
            <a:off x="0" y="1436688"/>
            <a:ext cx="12192000" cy="542131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143668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88263" y="2099310"/>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Tree>
    <p:extLst>
      <p:ext uri="{BB962C8B-B14F-4D97-AF65-F5344CB8AC3E}">
        <p14:creationId xmlns:p14="http://schemas.microsoft.com/office/powerpoint/2010/main" val="11567833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711.xml><?xml version="1.0" encoding="utf-8"?>
<p:sldLayout xmlns:a="http://schemas.openxmlformats.org/drawingml/2006/main" xmlns:r="http://schemas.openxmlformats.org/officeDocument/2006/relationships" xmlns:p="http://schemas.openxmlformats.org/presentationml/2006/main" preserve="1" userDrawn="1">
  <p:cSld name="Developer code bottom">
    <p:bg>
      <p:bgRef idx="1001">
        <a:schemeClr val="bg2"/>
      </p:bgRef>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86390" y="1230681"/>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2827138"/>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282713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3491219"/>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27917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1776">
          <p15:clr>
            <a:srgbClr val="5ACBF0"/>
          </p15:clr>
        </p15:guide>
        <p15:guide id="5" orient="horz" pos="2197">
          <p15:clr>
            <a:srgbClr val="5ACBF0"/>
          </p15:clr>
        </p15:guide>
        <p15:guide id="6" orient="horz" pos="773">
          <p15:clr>
            <a:srgbClr val="5ACBF0"/>
          </p15:clr>
        </p15:guide>
      </p15:sldGuideLst>
    </p:ext>
  </p:extLst>
</p:sldLayout>
</file>

<file path=ppt/slideLayouts/slideLayout712.xml><?xml version="1.0" encoding="utf-8"?>
<p:sldLayout xmlns:a="http://schemas.openxmlformats.org/drawingml/2006/main" xmlns:r="http://schemas.openxmlformats.org/officeDocument/2006/relationships" xmlns:p="http://schemas.openxmlformats.org/presentationml/2006/main" preserve="1" userDrawn="1">
  <p:cSld name="Developer code top">
    <p:bg>
      <p:bgRef idx="1001">
        <a:schemeClr val="bg2"/>
      </p:bgRef>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0"/>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a:xfrm>
            <a:off x="588263" y="4224580"/>
            <a:ext cx="11018520" cy="492443"/>
          </a:xfrm>
        </p:spPr>
        <p:txBody>
          <a:bodyPr/>
          <a:lstStyle>
            <a:lvl1pPr>
              <a:defRPr sz="3200">
                <a:solidFill>
                  <a:schemeClr val="tx1"/>
                </a:solidFill>
              </a:defRPr>
            </a:lvl1pPr>
          </a:lstStyle>
          <a:p>
            <a:r>
              <a:rPr lang="en-US"/>
              <a:t>Click to edit title style</a:t>
            </a: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660508"/>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91152" y="4996505"/>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309321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2661">
          <p15:clr>
            <a:srgbClr val="5ACBF0"/>
          </p15:clr>
        </p15:guide>
        <p15:guide id="5" orient="horz" pos="3147">
          <p15:clr>
            <a:srgbClr val="5ACBF0"/>
          </p15:clr>
        </p15:guide>
        <p15:guide id="6" orient="horz" pos="419">
          <p15:clr>
            <a:srgbClr val="5ACBF0"/>
          </p15:clr>
        </p15:guide>
      </p15:sldGuideLst>
    </p:ext>
  </p:extLst>
</p:sldLayout>
</file>

<file path=ppt/slideLayouts/slideLayout713.xml><?xml version="1.0" encoding="utf-8"?>
<p:sldLayout xmlns:a="http://schemas.openxmlformats.org/drawingml/2006/main" xmlns:r="http://schemas.openxmlformats.org/officeDocument/2006/relationships" xmlns:p="http://schemas.openxmlformats.org/presentationml/2006/main" preserve="1" userDrawn="1">
  <p:cSld name="Developer code right">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82BB27-7DA5-4478-8C18-C1FFEE20AAC1}"/>
              </a:ext>
            </a:extLst>
          </p:cNvPr>
          <p:cNvSpPr>
            <a:spLocks noGrp="1"/>
          </p:cNvSpPr>
          <p:nvPr>
            <p:ph type="title" hasCustomPrompt="1"/>
          </p:nvPr>
        </p:nvSpPr>
        <p:spPr>
          <a:xfrm>
            <a:off x="588263" y="457200"/>
            <a:ext cx="4040887" cy="492443"/>
          </a:xfrm>
        </p:spPr>
        <p:txBody>
          <a:bodyPr/>
          <a:lstStyle>
            <a:lvl1pPr>
              <a:defRPr sz="3200">
                <a:solidFill>
                  <a:schemeClr val="tx1"/>
                </a:solidFill>
              </a:defRPr>
            </a:lvl1pPr>
          </a:lstStyle>
          <a:p>
            <a:r>
              <a:rPr lang="en-US"/>
              <a:t>Click to edit title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588965" y="1338139"/>
            <a:ext cx="4040185"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5211763"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00725" y="709187"/>
            <a:ext cx="5801961" cy="307777"/>
          </a:xfrm>
        </p:spPr>
        <p:txBody>
          <a:bodyPr/>
          <a:lstStyle>
            <a:lvl1pPr marL="0" indent="0">
              <a:buNone/>
              <a:tabLst/>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68270880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714.xml><?xml version="1.0" encoding="utf-8"?>
<p:sldLayout xmlns:a="http://schemas.openxmlformats.org/drawingml/2006/main" xmlns:r="http://schemas.openxmlformats.org/officeDocument/2006/relationships" xmlns:p="http://schemas.openxmlformats.org/presentationml/2006/main" preserve="1" userDrawn="1">
  <p:cSld name="Developer code left">
    <p:bg>
      <p:bgRef idx="1001">
        <a:schemeClr val="bg2"/>
      </p:bgRef>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2"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6BB14A7D-C409-4A7C-9D82-A2E5DBB8AB72}"/>
              </a:ext>
            </a:extLst>
          </p:cNvPr>
          <p:cNvSpPr>
            <a:spLocks noGrp="1"/>
          </p:cNvSpPr>
          <p:nvPr>
            <p:ph type="title" hasCustomPrompt="1"/>
          </p:nvPr>
        </p:nvSpPr>
        <p:spPr>
          <a:xfrm>
            <a:off x="7575549" y="457200"/>
            <a:ext cx="4031233" cy="492443"/>
          </a:xfrm>
        </p:spPr>
        <p:txBody>
          <a:bodyPr/>
          <a:lstStyle>
            <a:lvl1pPr>
              <a:defRPr sz="3200">
                <a:solidFill>
                  <a:schemeClr val="tx1"/>
                </a:solidFill>
              </a:defRPr>
            </a:lvl1pPr>
          </a:lstStyle>
          <a:p>
            <a:r>
              <a:rPr lang="en-US"/>
              <a:t>Click to edit title</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7575550" y="1336675"/>
            <a:ext cx="4033838"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9302251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715.xml><?xml version="1.0" encoding="utf-8"?>
<p:sldLayout xmlns:a="http://schemas.openxmlformats.org/drawingml/2006/main" xmlns:r="http://schemas.openxmlformats.org/officeDocument/2006/relationships" xmlns:p="http://schemas.openxmlformats.org/presentationml/2006/main" preserve="1" userDrawn="1">
  <p:cSld name="Developer code left, image right">
    <p:bg>
      <p:bgPr>
        <a:solidFill>
          <a:srgbClr val="F4F3F5"/>
        </a:solidFill>
        <a:effectLst/>
      </p:bgPr>
    </p:bg>
    <p:spTree>
      <p:nvGrpSpPr>
        <p:cNvPr id="1" name=""/>
        <p:cNvGrpSpPr/>
        <p:nvPr/>
      </p:nvGrpSpPr>
      <p:grpSpPr>
        <a:xfrm>
          <a:off x="0" y="0"/>
          <a:ext cx="0" cy="0"/>
          <a:chOff x="0" y="0"/>
          <a:chExt cx="0" cy="0"/>
        </a:xfrm>
      </p:grpSpPr>
      <p:sp>
        <p:nvSpPr>
          <p:cNvPr id="9" name="Picture Placeholder 7" descr="This photo is a 'placeholder' only. Drag or drop your photo here, or click and tap the center to insert a photo.">
            <a:extLst>
              <a:ext uri="{FF2B5EF4-FFF2-40B4-BE49-F238E27FC236}">
                <a16:creationId xmlns:a16="http://schemas.microsoft.com/office/drawing/2014/main" id="{8456ECE7-2FD2-0E8A-D0BD-61173814D9B7}"/>
              </a:ext>
            </a:extLst>
          </p:cNvPr>
          <p:cNvSpPr>
            <a:spLocks noGrp="1"/>
          </p:cNvSpPr>
          <p:nvPr>
            <p:ph type="pic" sz="quarter" idx="10" hasCustomPrompt="1"/>
          </p:nvPr>
        </p:nvSpPr>
        <p:spPr bwMode="ltGray">
          <a:xfrm>
            <a:off x="8490856" y="707231"/>
            <a:ext cx="3116945" cy="5561808"/>
          </a:xfrm>
          <a:prstGeom prst="roundRect">
            <a:avLst>
              <a:gd name="adj" fmla="val 4445"/>
            </a:avLst>
          </a:prstGeom>
          <a:blipFill>
            <a:blip r:embed="rId2"/>
            <a:stretch>
              <a:fillRect l="-107368" r="-109854"/>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410421373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716.xml><?xml version="1.0" encoding="utf-8"?>
<p:sldLayout xmlns:a="http://schemas.openxmlformats.org/drawingml/2006/main" xmlns:r="http://schemas.openxmlformats.org/officeDocument/2006/relationships" xmlns:p="http://schemas.openxmlformats.org/presentationml/2006/main" preserve="1" userDrawn="1">
  <p:cSld name="Device 1">
    <p:bg>
      <p:bgPr>
        <a:solidFill>
          <a:srgbClr val="F4F3F5"/>
        </a:soli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C4B95F29-56C3-4C85-A12B-0B0BE769E70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2" name="Title 1"/>
          <p:cNvSpPr>
            <a:spLocks noGrp="1"/>
          </p:cNvSpPr>
          <p:nvPr>
            <p:ph type="title" hasCustomPrompt="1"/>
          </p:nvPr>
        </p:nvSpPr>
        <p:spPr>
          <a:xfrm>
            <a:off x="584200" y="464817"/>
            <a:ext cx="11023600"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1: one column</a:t>
            </a:r>
          </a:p>
        </p:txBody>
      </p:sp>
      <p:sp>
        <p:nvSpPr>
          <p:cNvPr id="4" name="Text Placeholder 3"/>
          <p:cNvSpPr>
            <a:spLocks noGrp="1"/>
          </p:cNvSpPr>
          <p:nvPr>
            <p:ph type="body" sz="quarter" idx="10" hasCustomPrompt="1"/>
          </p:nvPr>
        </p:nvSpPr>
        <p:spPr>
          <a:xfrm>
            <a:off x="584200" y="1922802"/>
            <a:ext cx="4630006" cy="615553"/>
          </a:xfrm>
          <a:prstGeom prst="rect">
            <a:avLst/>
          </a:prstGeom>
        </p:spPr>
        <p:txBody>
          <a:bodyPr wrap="square" lIns="0" tIns="0" rIns="0" bIns="0">
            <a:spAutoFit/>
          </a:bodyPr>
          <a:lstStyle>
            <a:lvl1pPr marL="0" indent="0">
              <a:lnSpc>
                <a:spcPts val="2400"/>
              </a:lnSpc>
              <a:buNone/>
              <a:defRPr sz="2000" b="0" i="0">
                <a:solidFill>
                  <a:srgbClr val="000000"/>
                </a:solidFill>
                <a:latin typeface="+mn-lt"/>
              </a:defRPr>
            </a:lvl1pPr>
            <a:lvl2pPr marL="224097" indent="0">
              <a:buNone/>
              <a:defRPr/>
            </a:lvl2pPr>
            <a:lvl3pPr marL="448193" indent="0">
              <a:buNone/>
              <a:defRPr/>
            </a:lvl3pPr>
            <a:lvl4pPr marL="672290" indent="0">
              <a:buNone/>
              <a:defRPr/>
            </a:lvl4pPr>
            <a:lvl5pPr marL="896386" indent="0">
              <a:buNone/>
              <a:defRPr/>
            </a:lvl5pPr>
          </a:lstStyle>
          <a:p>
            <a:pPr lvl="0"/>
            <a:r>
              <a:rPr lang="pt-BR"/>
              <a:t>Large subhead Segoe UI Regular 20/24. </a:t>
            </a:r>
            <a:r>
              <a:rPr lang="da-DK"/>
              <a:t>Lorem ipsum dolor sit amet</a:t>
            </a:r>
            <a:r>
              <a:rPr lang="pt-BR"/>
              <a:t>.</a:t>
            </a:r>
            <a:endParaRPr lang="en-US"/>
          </a:p>
        </p:txBody>
      </p:sp>
      <p:sp>
        <p:nvSpPr>
          <p:cNvPr id="5" name="Text Placeholder 4"/>
          <p:cNvSpPr>
            <a:spLocks noGrp="1"/>
          </p:cNvSpPr>
          <p:nvPr>
            <p:ph type="body" sz="quarter" idx="11" hasCustomPrompt="1"/>
          </p:nvPr>
        </p:nvSpPr>
        <p:spPr>
          <a:xfrm>
            <a:off x="584199" y="2707597"/>
            <a:ext cx="4630005" cy="2521331"/>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2" name="Picture Placeholder 11">
            <a:extLst>
              <a:ext uri="{FF2B5EF4-FFF2-40B4-BE49-F238E27FC236}">
                <a16:creationId xmlns:a16="http://schemas.microsoft.com/office/drawing/2014/main" id="{934476FE-7091-4DE7-A55E-3EF5A6569A7D}"/>
              </a:ext>
            </a:extLst>
          </p:cNvPr>
          <p:cNvSpPr>
            <a:spLocks noGrp="1"/>
          </p:cNvSpPr>
          <p:nvPr>
            <p:ph type="pic" sz="quarter" idx="12"/>
          </p:nvPr>
        </p:nvSpPr>
        <p:spPr>
          <a:xfrm>
            <a:off x="6358812" y="1519688"/>
            <a:ext cx="5833188" cy="4343375"/>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690846582"/>
      </p:ext>
    </p:extLst>
  </p:cSld>
  <p:clrMapOvr>
    <a:masterClrMapping/>
  </p:clrMapOvr>
  <p:transition>
    <p:fade/>
  </p:transition>
</p:sldLayout>
</file>

<file path=ppt/slideLayouts/slideLayout717.xml><?xml version="1.0" encoding="utf-8"?>
<p:sldLayout xmlns:a="http://schemas.openxmlformats.org/drawingml/2006/main" xmlns:r="http://schemas.openxmlformats.org/officeDocument/2006/relationships" xmlns:p="http://schemas.openxmlformats.org/presentationml/2006/main" preserve="1" userDrawn="1">
  <p:cSld name="Device 2">
    <p:bg>
      <p:bgPr>
        <a:solidFill>
          <a:srgbClr val="F4F3F5"/>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C99DE98C-91A8-4163-A280-8BB561692C8E}"/>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9" name="Picture Placeholder 11">
            <a:extLst>
              <a:ext uri="{FF2B5EF4-FFF2-40B4-BE49-F238E27FC236}">
                <a16:creationId xmlns:a16="http://schemas.microsoft.com/office/drawing/2014/main" id="{784CA30E-A92E-4E40-944A-73B1CF9EEE0A}"/>
              </a:ext>
            </a:extLst>
          </p:cNvPr>
          <p:cNvSpPr>
            <a:spLocks noGrp="1"/>
          </p:cNvSpPr>
          <p:nvPr>
            <p:ph type="pic" sz="quarter" idx="12"/>
          </p:nvPr>
        </p:nvSpPr>
        <p:spPr>
          <a:xfrm>
            <a:off x="6357959" y="1535104"/>
            <a:ext cx="5834041" cy="4315059"/>
          </a:xfrm>
          <a:prstGeom prst="rect">
            <a:avLst/>
          </a:prstGeom>
        </p:spPr>
        <p:txBody>
          <a:bodyPr anchor="ctr" anchorCtr="0">
            <a:noAutofit/>
          </a:bodyPr>
          <a:lstStyle>
            <a:lvl1pPr algn="ctr">
              <a:defRPr>
                <a:solidFill>
                  <a:srgbClr val="000000"/>
                </a:solidFill>
              </a:defRPr>
            </a:lvl1pPr>
          </a:lstStyle>
          <a:p>
            <a:r>
              <a:rPr lang="en-US"/>
              <a:t>Click icon to add picture</a:t>
            </a:r>
          </a:p>
        </p:txBody>
      </p:sp>
      <p:sp>
        <p:nvSpPr>
          <p:cNvPr id="13" name="Text Placeholder 4">
            <a:extLst>
              <a:ext uri="{FF2B5EF4-FFF2-40B4-BE49-F238E27FC236}">
                <a16:creationId xmlns:a16="http://schemas.microsoft.com/office/drawing/2014/main" id="{8D17D4B4-B6B9-4273-ACCB-7A5ED46F35A8}"/>
              </a:ext>
            </a:extLst>
          </p:cNvPr>
          <p:cNvSpPr>
            <a:spLocks noGrp="1"/>
          </p:cNvSpPr>
          <p:nvPr>
            <p:ph type="body" sz="quarter" idx="11" hasCustomPrompt="1"/>
          </p:nvPr>
        </p:nvSpPr>
        <p:spPr>
          <a:xfrm>
            <a:off x="593750"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4" name="Text Placeholder 4">
            <a:extLst>
              <a:ext uri="{FF2B5EF4-FFF2-40B4-BE49-F238E27FC236}">
                <a16:creationId xmlns:a16="http://schemas.microsoft.com/office/drawing/2014/main" id="{FB204BE2-B985-4315-8D5B-9C54B1074DD6}"/>
              </a:ext>
            </a:extLst>
          </p:cNvPr>
          <p:cNvSpPr>
            <a:spLocks noGrp="1"/>
          </p:cNvSpPr>
          <p:nvPr>
            <p:ph type="body" sz="quarter" idx="13" hasCustomPrompt="1"/>
          </p:nvPr>
        </p:nvSpPr>
        <p:spPr>
          <a:xfrm>
            <a:off x="2521876"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8" name="Text Placeholder 4">
            <a:extLst>
              <a:ext uri="{FF2B5EF4-FFF2-40B4-BE49-F238E27FC236}">
                <a16:creationId xmlns:a16="http://schemas.microsoft.com/office/drawing/2014/main" id="{02963930-27DC-A146-BED0-307A0CE5F43A}"/>
              </a:ext>
            </a:extLst>
          </p:cNvPr>
          <p:cNvSpPr>
            <a:spLocks noGrp="1"/>
          </p:cNvSpPr>
          <p:nvPr>
            <p:ph type="body" sz="quarter" idx="42" hasCustomPrompt="1"/>
          </p:nvPr>
        </p:nvSpPr>
        <p:spPr>
          <a:xfrm>
            <a:off x="59024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9" name="Text Placeholder 4">
            <a:extLst>
              <a:ext uri="{FF2B5EF4-FFF2-40B4-BE49-F238E27FC236}">
                <a16:creationId xmlns:a16="http://schemas.microsoft.com/office/drawing/2014/main" id="{8EE99189-A4FF-8C44-809C-285F33AF913B}"/>
              </a:ext>
            </a:extLst>
          </p:cNvPr>
          <p:cNvSpPr>
            <a:spLocks noGrp="1"/>
          </p:cNvSpPr>
          <p:nvPr>
            <p:ph type="body" sz="quarter" idx="43" hasCustomPrompt="1"/>
          </p:nvPr>
        </p:nvSpPr>
        <p:spPr>
          <a:xfrm>
            <a:off x="252160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Title 1">
            <a:extLst>
              <a:ext uri="{FF2B5EF4-FFF2-40B4-BE49-F238E27FC236}">
                <a16:creationId xmlns:a16="http://schemas.microsoft.com/office/drawing/2014/main" id="{41C62C6E-6C8D-E263-ED20-65125864F2C8}"/>
              </a:ext>
            </a:extLst>
          </p:cNvPr>
          <p:cNvSpPr>
            <a:spLocks noGrp="1"/>
          </p:cNvSpPr>
          <p:nvPr>
            <p:ph type="title" hasCustomPrompt="1"/>
          </p:nvPr>
        </p:nvSpPr>
        <p:spPr>
          <a:xfrm>
            <a:off x="582612" y="462415"/>
            <a:ext cx="11026776"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2: two columns</a:t>
            </a:r>
          </a:p>
        </p:txBody>
      </p:sp>
    </p:spTree>
    <p:extLst>
      <p:ext uri="{BB962C8B-B14F-4D97-AF65-F5344CB8AC3E}">
        <p14:creationId xmlns:p14="http://schemas.microsoft.com/office/powerpoint/2010/main" val="993326050"/>
      </p:ext>
    </p:extLst>
  </p:cSld>
  <p:clrMapOvr>
    <a:masterClrMapping/>
  </p:clrMapOvr>
  <p:transition>
    <p:fade/>
  </p:transition>
</p:sldLayout>
</file>

<file path=ppt/slideLayouts/slideLayout718.xml><?xml version="1.0" encoding="utf-8"?>
<p:sldLayout xmlns:a="http://schemas.openxmlformats.org/drawingml/2006/main" xmlns:r="http://schemas.openxmlformats.org/officeDocument/2006/relationships" xmlns:p="http://schemas.openxmlformats.org/presentationml/2006/main" preserve="1" userDrawn="1">
  <p:cSld name="Device 3">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3</a:t>
            </a:r>
          </a:p>
        </p:txBody>
      </p:sp>
      <p:pic>
        <p:nvPicPr>
          <p:cNvPr id="10" name="Picture 9">
            <a:extLst>
              <a:ext uri="{FF2B5EF4-FFF2-40B4-BE49-F238E27FC236}">
                <a16:creationId xmlns:a16="http://schemas.microsoft.com/office/drawing/2014/main" id="{73CDB1EA-72FB-46B3-89D4-DEE1F2EF724A}"/>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384249" y="486947"/>
            <a:ext cx="10869930" cy="6371053"/>
          </a:xfrm>
          <a:prstGeom prst="rect">
            <a:avLst/>
          </a:prstGeom>
        </p:spPr>
      </p:pic>
      <p:sp>
        <p:nvSpPr>
          <p:cNvPr id="8" name="Picture Placeholder 11">
            <a:extLst>
              <a:ext uri="{FF2B5EF4-FFF2-40B4-BE49-F238E27FC236}">
                <a16:creationId xmlns:a16="http://schemas.microsoft.com/office/drawing/2014/main" id="{0473E679-3B6D-497A-A0F6-454C968B7607}"/>
              </a:ext>
            </a:extLst>
          </p:cNvPr>
          <p:cNvSpPr>
            <a:spLocks noGrp="1"/>
          </p:cNvSpPr>
          <p:nvPr>
            <p:ph type="pic" sz="quarter" idx="12"/>
          </p:nvPr>
        </p:nvSpPr>
        <p:spPr>
          <a:xfrm>
            <a:off x="2293976" y="1599603"/>
            <a:ext cx="7678751" cy="4327960"/>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1165843007"/>
      </p:ext>
    </p:extLst>
  </p:cSld>
  <p:clrMapOvr>
    <a:masterClrMapping/>
  </p:clrMapOvr>
  <p:transition>
    <p:fade/>
  </p:transition>
</p:sldLayout>
</file>

<file path=ppt/slideLayouts/slideLayout719.xml><?xml version="1.0" encoding="utf-8"?>
<p:sldLayout xmlns:a="http://schemas.openxmlformats.org/drawingml/2006/main" xmlns:r="http://schemas.openxmlformats.org/officeDocument/2006/relationships" xmlns:p="http://schemas.openxmlformats.org/presentationml/2006/main" preserve="1" userDrawn="1">
  <p:cSld name="Chart with caption">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Chart layout examples</a:t>
            </a:r>
          </a:p>
        </p:txBody>
      </p:sp>
      <p:sp>
        <p:nvSpPr>
          <p:cNvPr id="5" name="Chart Placeholder 6">
            <a:extLst>
              <a:ext uri="{FF2B5EF4-FFF2-40B4-BE49-F238E27FC236}">
                <a16:creationId xmlns:a16="http://schemas.microsoft.com/office/drawing/2014/main" id="{D9638BF3-12D1-2694-0190-0AB19FCB5432}"/>
              </a:ext>
            </a:extLst>
          </p:cNvPr>
          <p:cNvSpPr>
            <a:spLocks noGrp="1"/>
          </p:cNvSpPr>
          <p:nvPr>
            <p:ph type="chart" sz="quarter" idx="21"/>
          </p:nvPr>
        </p:nvSpPr>
        <p:spPr>
          <a:xfrm>
            <a:off x="584200"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6" name="Text Placeholder 4">
            <a:extLst>
              <a:ext uri="{FF2B5EF4-FFF2-40B4-BE49-F238E27FC236}">
                <a16:creationId xmlns:a16="http://schemas.microsoft.com/office/drawing/2014/main" id="{9FDA6635-EE72-35BC-5065-7C47B07E2AF7}"/>
              </a:ext>
            </a:extLst>
          </p:cNvPr>
          <p:cNvSpPr>
            <a:spLocks noGrp="1"/>
          </p:cNvSpPr>
          <p:nvPr>
            <p:ph type="body" sz="quarter" idx="12" hasCustomPrompt="1"/>
          </p:nvPr>
        </p:nvSpPr>
        <p:spPr>
          <a:xfrm>
            <a:off x="584201" y="5973763"/>
            <a:ext cx="3474720" cy="307777"/>
          </a:xfrm>
          <a:prstGeom prst="rect">
            <a:avLst/>
          </a:prstGeom>
        </p:spPr>
        <p:txBody>
          <a:bodyPr lIns="0" tIns="0" rIns="0" bIns="0"/>
          <a:lstStyle>
            <a:lvl1pPr marL="0" indent="0">
              <a:lnSpc>
                <a:spcPts val="1200"/>
              </a:lnSpc>
              <a:spcBef>
                <a:spcPts val="900"/>
              </a:spcBef>
              <a:buFont typeface="Arial" panose="020B0604020202020204" pitchFamily="34" charset="0"/>
              <a:buNone/>
              <a:defRPr sz="1000" b="0" i="0" spc="0">
                <a:solidFill>
                  <a:srgbClr val="000000"/>
                </a:solidFill>
                <a:latin typeface="+mn-lt"/>
              </a:defRPr>
            </a:lvl1pPr>
            <a:lvl2pPr marL="0" marR="0" indent="0" algn="l" defTabSz="932742" rtl="0" eaLnBrk="1" fontAlgn="auto" latinLnBrk="0" hangingPunct="1">
              <a:lnSpc>
                <a:spcPts val="1200"/>
              </a:lnSpc>
              <a:spcBef>
                <a:spcPts val="450"/>
              </a:spcBef>
              <a:spcAft>
                <a:spcPts val="0"/>
              </a:spcAft>
              <a:buClrTx/>
              <a:buSzPct val="90000"/>
              <a:buFont typeface="Arial" panose="020B0604020202020204" pitchFamily="34" charset="0"/>
              <a:buNone/>
              <a:tabLst/>
              <a:defRPr sz="1000">
                <a:solidFill>
                  <a:schemeClr val="tx1"/>
                </a:solidFill>
              </a:defRPr>
            </a:lvl2pPr>
            <a:lvl3pPr marL="457200" indent="0">
              <a:buNone/>
              <a:defRPr/>
            </a:lvl3pPr>
            <a:lvl4pPr marL="685800" indent="0">
              <a:buNone/>
              <a:defRPr/>
            </a:lvl4pPr>
            <a:lvl5pPr marL="914400" indent="0">
              <a:buNone/>
              <a:defRPr/>
            </a:lvl5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7" name="Text Placeholder 4">
            <a:extLst>
              <a:ext uri="{FF2B5EF4-FFF2-40B4-BE49-F238E27FC236}">
                <a16:creationId xmlns:a16="http://schemas.microsoft.com/office/drawing/2014/main" id="{426EF772-758C-C1A7-A309-173E2AB9C395}"/>
              </a:ext>
            </a:extLst>
          </p:cNvPr>
          <p:cNvSpPr>
            <a:spLocks noGrp="1"/>
          </p:cNvSpPr>
          <p:nvPr>
            <p:ph type="body" sz="quarter" idx="18" hasCustomPrompt="1"/>
          </p:nvPr>
        </p:nvSpPr>
        <p:spPr>
          <a:xfrm>
            <a:off x="4358640"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9" name="Chart Placeholder 6">
            <a:extLst>
              <a:ext uri="{FF2B5EF4-FFF2-40B4-BE49-F238E27FC236}">
                <a16:creationId xmlns:a16="http://schemas.microsoft.com/office/drawing/2014/main" id="{C01D8C54-5478-2BF6-769F-9F0FC6FB57EA}"/>
              </a:ext>
            </a:extLst>
          </p:cNvPr>
          <p:cNvSpPr>
            <a:spLocks noGrp="1"/>
          </p:cNvSpPr>
          <p:nvPr>
            <p:ph type="chart" sz="quarter" idx="22"/>
          </p:nvPr>
        </p:nvSpPr>
        <p:spPr>
          <a:xfrm>
            <a:off x="4358641"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1" name="Chart Placeholder 6">
            <a:extLst>
              <a:ext uri="{FF2B5EF4-FFF2-40B4-BE49-F238E27FC236}">
                <a16:creationId xmlns:a16="http://schemas.microsoft.com/office/drawing/2014/main" id="{657835EA-5000-4043-FCC9-D8A17E147B1F}"/>
              </a:ext>
            </a:extLst>
          </p:cNvPr>
          <p:cNvSpPr>
            <a:spLocks noGrp="1"/>
          </p:cNvSpPr>
          <p:nvPr>
            <p:ph type="chart" sz="quarter" idx="23"/>
          </p:nvPr>
        </p:nvSpPr>
        <p:spPr>
          <a:xfrm>
            <a:off x="8132064"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2" name="Text Placeholder 3">
            <a:extLst>
              <a:ext uri="{FF2B5EF4-FFF2-40B4-BE49-F238E27FC236}">
                <a16:creationId xmlns:a16="http://schemas.microsoft.com/office/drawing/2014/main" id="{D11E6A22-8ABF-B71A-3401-3376773ED9AC}"/>
              </a:ext>
            </a:extLst>
          </p:cNvPr>
          <p:cNvSpPr>
            <a:spLocks noGrp="1"/>
          </p:cNvSpPr>
          <p:nvPr>
            <p:ph type="body" sz="quarter" idx="24" hasCustomPrompt="1"/>
          </p:nvPr>
        </p:nvSpPr>
        <p:spPr>
          <a:xfrm>
            <a:off x="584200"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3" name="Text Placeholder 3">
            <a:extLst>
              <a:ext uri="{FF2B5EF4-FFF2-40B4-BE49-F238E27FC236}">
                <a16:creationId xmlns:a16="http://schemas.microsoft.com/office/drawing/2014/main" id="{608861AB-092C-6472-7C72-ED6E47461F7C}"/>
              </a:ext>
            </a:extLst>
          </p:cNvPr>
          <p:cNvSpPr>
            <a:spLocks noGrp="1"/>
          </p:cNvSpPr>
          <p:nvPr>
            <p:ph type="body" sz="quarter" idx="25" hasCustomPrompt="1"/>
          </p:nvPr>
        </p:nvSpPr>
        <p:spPr>
          <a:xfrm>
            <a:off x="4369751"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4" name="Text Placeholder 3">
            <a:extLst>
              <a:ext uri="{FF2B5EF4-FFF2-40B4-BE49-F238E27FC236}">
                <a16:creationId xmlns:a16="http://schemas.microsoft.com/office/drawing/2014/main" id="{000561FE-DBFA-4AC4-AFCD-6B19B0C28254}"/>
              </a:ext>
            </a:extLst>
          </p:cNvPr>
          <p:cNvSpPr>
            <a:spLocks noGrp="1"/>
          </p:cNvSpPr>
          <p:nvPr>
            <p:ph type="body" sz="quarter" idx="26" hasCustomPrompt="1"/>
          </p:nvPr>
        </p:nvSpPr>
        <p:spPr>
          <a:xfrm>
            <a:off x="8132063"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5" name="Text Placeholder 4">
            <a:extLst>
              <a:ext uri="{FF2B5EF4-FFF2-40B4-BE49-F238E27FC236}">
                <a16:creationId xmlns:a16="http://schemas.microsoft.com/office/drawing/2014/main" id="{ABB165B4-FDFD-ADBC-4A1C-58CA8748A55C}"/>
              </a:ext>
            </a:extLst>
          </p:cNvPr>
          <p:cNvSpPr>
            <a:spLocks noGrp="1"/>
          </p:cNvSpPr>
          <p:nvPr>
            <p:ph type="body" sz="quarter" idx="27" hasCustomPrompt="1"/>
          </p:nvPr>
        </p:nvSpPr>
        <p:spPr>
          <a:xfrm>
            <a:off x="8132063"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Tree>
    <p:extLst>
      <p:ext uri="{BB962C8B-B14F-4D97-AF65-F5344CB8AC3E}">
        <p14:creationId xmlns:p14="http://schemas.microsoft.com/office/powerpoint/2010/main" val="1982342779"/>
      </p:ext>
    </p:extLst>
  </p:cSld>
  <p:clrMapOvr>
    <a:masterClrMapping/>
  </p:clrMapOvr>
  <p:transition>
    <p:fade/>
  </p:transition>
</p:sldLayout>
</file>

<file path=ppt/slideLayouts/slideLayout720.xml><?xml version="1.0" encoding="utf-8"?>
<p:sldLayout xmlns:a="http://schemas.openxmlformats.org/drawingml/2006/main" xmlns:r="http://schemas.openxmlformats.org/officeDocument/2006/relationships" xmlns:p="http://schemas.openxmlformats.org/presentationml/2006/main" preserve="1" userDrawn="1">
  <p:cSld name="Table ">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9F1098-5BDB-3A14-0BC4-F3DC4A76BABB}"/>
              </a:ext>
            </a:extLst>
          </p:cNvPr>
          <p:cNvSpPr>
            <a:spLocks noGrp="1"/>
          </p:cNvSpPr>
          <p:nvPr>
            <p:ph type="title" hasCustomPrompt="1"/>
          </p:nvPr>
        </p:nvSpPr>
        <p:spPr/>
        <p:txBody>
          <a:bodyPr/>
          <a:lstStyle>
            <a:lvl1pPr>
              <a:defRPr/>
            </a:lvl1pPr>
          </a:lstStyle>
          <a:p>
            <a:r>
              <a:rPr lang="en-US"/>
              <a:t>Table layout</a:t>
            </a:r>
          </a:p>
        </p:txBody>
      </p:sp>
      <p:sp>
        <p:nvSpPr>
          <p:cNvPr id="4" name="Table Placeholder 3">
            <a:extLst>
              <a:ext uri="{FF2B5EF4-FFF2-40B4-BE49-F238E27FC236}">
                <a16:creationId xmlns:a16="http://schemas.microsoft.com/office/drawing/2014/main" id="{6DAF7D07-1867-0A94-96A1-88DE5F76DCC0}"/>
              </a:ext>
            </a:extLst>
          </p:cNvPr>
          <p:cNvSpPr>
            <a:spLocks noGrp="1"/>
          </p:cNvSpPr>
          <p:nvPr>
            <p:ph type="tbl" sz="quarter" idx="10"/>
          </p:nvPr>
        </p:nvSpPr>
        <p:spPr>
          <a:xfrm>
            <a:off x="584201" y="2201863"/>
            <a:ext cx="11025188" cy="4067176"/>
          </a:xfrm>
          <a:prstGeom prst="rect">
            <a:avLst/>
          </a:prstGeom>
        </p:spPr>
        <p:txBody>
          <a:bodyPr anchor="ctr" anchorCtr="0"/>
          <a:lstStyle>
            <a:lvl1pPr algn="ctr">
              <a:defRPr/>
            </a:lvl1pPr>
          </a:lstStyle>
          <a:p>
            <a:r>
              <a:rPr lang="en-US"/>
              <a:t>Click icon to add table</a:t>
            </a:r>
          </a:p>
        </p:txBody>
      </p:sp>
    </p:spTree>
    <p:extLst>
      <p:ext uri="{BB962C8B-B14F-4D97-AF65-F5344CB8AC3E}">
        <p14:creationId xmlns:p14="http://schemas.microsoft.com/office/powerpoint/2010/main" val="687834266"/>
      </p:ext>
    </p:extLst>
  </p:cSld>
  <p:clrMapOvr>
    <a:masterClrMapping/>
  </p:clrMapOvr>
  <p:transition>
    <p:fade/>
  </p:transition>
</p:sldLayout>
</file>

<file path=ppt/slideLayouts/slideLayout721.xml><?xml version="1.0" encoding="utf-8"?>
<p:sldLayout xmlns:a="http://schemas.openxmlformats.org/drawingml/2006/main" xmlns:r="http://schemas.openxmlformats.org/officeDocument/2006/relationships" xmlns:p="http://schemas.openxmlformats.org/presentationml/2006/main" preserve="1" userDrawn="1">
  <p:cSld name="Quote slide">
    <p:bg>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68FF295-4867-A99B-E458-6E9396360BC0}"/>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1163637"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1163637"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1163637" y="850900"/>
            <a:ext cx="7256463" cy="3238500"/>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spTree>
    <p:extLst>
      <p:ext uri="{BB962C8B-B14F-4D97-AF65-F5344CB8AC3E}">
        <p14:creationId xmlns:p14="http://schemas.microsoft.com/office/powerpoint/2010/main" val="27085728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722.xml><?xml version="1.0" encoding="utf-8"?>
<p:sldLayout xmlns:a="http://schemas.openxmlformats.org/drawingml/2006/main" xmlns:r="http://schemas.openxmlformats.org/officeDocument/2006/relationships" xmlns:p="http://schemas.openxmlformats.org/presentationml/2006/main" preserve="1" userDrawn="1">
  <p:cSld name="1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A95A0AA-74F0-F906-FF6C-5C3C4846A891}"/>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8" name="Picture 7" descr="Quotation marks">
            <a:extLst>
              <a:ext uri="{FF2B5EF4-FFF2-40B4-BE49-F238E27FC236}">
                <a16:creationId xmlns:a16="http://schemas.microsoft.com/office/drawing/2014/main" id="{04EC2229-8FBE-426A-CDA3-79B76E4E64E9}"/>
              </a:ext>
            </a:extLst>
          </p:cNvPr>
          <p:cNvPicPr>
            <a:picLocks noChangeAspect="1"/>
          </p:cNvPicPr>
          <p:nvPr userDrawn="1"/>
        </p:nvPicPr>
        <p:blipFill>
          <a:blip r:embed="rId3"/>
          <a:stretch>
            <a:fillRect/>
          </a:stretch>
        </p:blipFill>
        <p:spPr bwMode="black">
          <a:xfrm>
            <a:off x="549201" y="1033463"/>
            <a:ext cx="1555824" cy="1392940"/>
          </a:xfrm>
          <a:prstGeom prst="rect">
            <a:avLst/>
          </a:prstGeom>
        </p:spPr>
      </p:pic>
    </p:spTree>
    <p:extLst>
      <p:ext uri="{BB962C8B-B14F-4D97-AF65-F5344CB8AC3E}">
        <p14:creationId xmlns:p14="http://schemas.microsoft.com/office/powerpoint/2010/main" val="245950691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723.xml><?xml version="1.0" encoding="utf-8"?>
<p:sldLayout xmlns:a="http://schemas.openxmlformats.org/drawingml/2006/main" xmlns:r="http://schemas.openxmlformats.org/officeDocument/2006/relationships" xmlns:p="http://schemas.openxmlformats.org/presentationml/2006/main" preserve="1" userDrawn="1">
  <p:cSld name="2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EE79450-F76B-B7C6-BF65-EFBA04ADB473}"/>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11" name="Picture 10" descr="Quotation marks">
            <a:extLst>
              <a:ext uri="{FF2B5EF4-FFF2-40B4-BE49-F238E27FC236}">
                <a16:creationId xmlns:a16="http://schemas.microsoft.com/office/drawing/2014/main" id="{3425CD53-2A7D-2007-E862-FDADC36307A1}"/>
              </a:ext>
            </a:extLst>
          </p:cNvPr>
          <p:cNvPicPr>
            <a:picLocks noChangeAspect="1"/>
          </p:cNvPicPr>
          <p:nvPr userDrawn="1"/>
        </p:nvPicPr>
        <p:blipFill>
          <a:blip r:embed="rId3"/>
          <a:srcRect/>
          <a:stretch/>
        </p:blipFill>
        <p:spPr bwMode="black">
          <a:xfrm>
            <a:off x="564441" y="1042185"/>
            <a:ext cx="1271081" cy="1132055"/>
          </a:xfrm>
          <a:prstGeom prst="rect">
            <a:avLst/>
          </a:prstGeom>
        </p:spPr>
      </p:pic>
    </p:spTree>
    <p:extLst>
      <p:ext uri="{BB962C8B-B14F-4D97-AF65-F5344CB8AC3E}">
        <p14:creationId xmlns:p14="http://schemas.microsoft.com/office/powerpoint/2010/main" val="422430217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724.xml><?xml version="1.0" encoding="utf-8"?>
<p:sldLayout xmlns:a="http://schemas.openxmlformats.org/drawingml/2006/main" xmlns:r="http://schemas.openxmlformats.org/officeDocument/2006/relationships" xmlns:p="http://schemas.openxmlformats.org/presentationml/2006/main" preserve="1" userDrawn="1">
  <p:cSld name="Section Titl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8C42C5-9D1B-8547-8199-B0D8C17707CB}"/>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5" y="3091208"/>
            <a:ext cx="4773168"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86576453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725.xml><?xml version="1.0" encoding="utf-8"?>
<p:sldLayout xmlns:a="http://schemas.openxmlformats.org/drawingml/2006/main" xmlns:r="http://schemas.openxmlformats.org/officeDocument/2006/relationships" xmlns:p="http://schemas.openxmlformats.org/presentationml/2006/main" preserve="1" userDrawn="1">
  <p:cSld name="Demo slid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2A6AA0B9-027D-8539-FF20-AFB01D1F7528}"/>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137566451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726.xml><?xml version="1.0" encoding="utf-8"?>
<p:sldLayout xmlns:a="http://schemas.openxmlformats.org/drawingml/2006/main" xmlns:r="http://schemas.openxmlformats.org/officeDocument/2006/relationships" xmlns:p="http://schemas.openxmlformats.org/presentationml/2006/main" preserve="1" userDrawn="1">
  <p:cSld name="Section Title 2">
    <p:bg>
      <p:bgPr>
        <a:solidFill>
          <a:schemeClr val="tx2"/>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2D5FC56-4517-D1AD-EA54-49ECDFA7612A}"/>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244793605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727.xml><?xml version="1.0" encoding="utf-8"?>
<p:sldLayout xmlns:a="http://schemas.openxmlformats.org/drawingml/2006/main" xmlns:r="http://schemas.openxmlformats.org/officeDocument/2006/relationships" xmlns:p="http://schemas.openxmlformats.org/presentationml/2006/main" preserve="1" userDrawn="1">
  <p:cSld name="Demo slide 2">
    <p:bg>
      <p:bgPr>
        <a:solidFill>
          <a:schemeClr val="bg2"/>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9A79DAA2-FFF6-E1D5-7BF6-E98C822B2F5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226360842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728.xml><?xml version="1.0" encoding="utf-8"?>
<p:sldLayout xmlns:a="http://schemas.openxmlformats.org/drawingml/2006/main" xmlns:r="http://schemas.openxmlformats.org/officeDocument/2006/relationships" xmlns:p="http://schemas.openxmlformats.org/presentationml/2006/main" preserve="1" userDrawn="1">
  <p:cSld name="Section Title 3">
    <p:bg bwMode="gray">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756D10-0030-D9D3-52FE-13D839CE63BE}"/>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8542742"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36836294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729.xml><?xml version="1.0" encoding="utf-8"?>
<p:sldLayout xmlns:a="http://schemas.openxmlformats.org/drawingml/2006/main" xmlns:r="http://schemas.openxmlformats.org/officeDocument/2006/relationships" xmlns:p="http://schemas.openxmlformats.org/presentationml/2006/main" preserve="1" userDrawn="1">
  <p:cSld name="Demo slide 3">
    <p:bg bwMode="gray">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84A2250-4B7E-6E63-E698-996FB39D2C14}"/>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07777"/>
          </a:xfrm>
          <a:noFill/>
        </p:spPr>
        <p:txBody>
          <a:bodyPr lIns="0" tIns="0" rIns="0" bIns="0">
            <a:spAutoFit/>
          </a:bodyPr>
          <a:lstStyle>
            <a:lvl1pPr marL="0" indent="0">
              <a:spcBef>
                <a:spcPts val="0"/>
              </a:spcBef>
              <a:spcAft>
                <a:spcPts val="0"/>
              </a:spcAft>
              <a:buFont typeface="Arial" panose="020B0604020202020204" pitchFamily="34" charset="0"/>
              <a:buNone/>
              <a:defRPr sz="2000" spc="0" baseline="0">
                <a:solidFill>
                  <a:schemeClr val="bg1"/>
                </a:solidFill>
                <a:latin typeface="+mn-lt"/>
              </a:defRPr>
            </a:lvl1pPr>
          </a:lstStyle>
          <a:p>
            <a:pPr lvl="0"/>
            <a:r>
              <a:rPr lang="en-US"/>
              <a:t>Speaker name</a:t>
            </a:r>
          </a:p>
        </p:txBody>
      </p:sp>
    </p:spTree>
    <p:extLst>
      <p:ext uri="{BB962C8B-B14F-4D97-AF65-F5344CB8AC3E}">
        <p14:creationId xmlns:p14="http://schemas.microsoft.com/office/powerpoint/2010/main" val="43931212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730.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443789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731.xml><?xml version="1.0" encoding="utf-8"?>
<p:sldLayout xmlns:a="http://schemas.openxmlformats.org/drawingml/2006/main" xmlns:r="http://schemas.openxmlformats.org/officeDocument/2006/relationships" xmlns:p="http://schemas.openxmlformats.org/presentationml/2006/main" preserve="1" userDrawn="1">
  <p:cSld name="Blank 2">
    <p:bg>
      <p:bgPr>
        <a:solidFill>
          <a:schemeClr val="tx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096543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732.xml><?xml version="1.0" encoding="utf-8"?>
<p:sldLayout xmlns:a="http://schemas.openxmlformats.org/drawingml/2006/main" xmlns:r="http://schemas.openxmlformats.org/officeDocument/2006/relationships" xmlns:p="http://schemas.openxmlformats.org/presentationml/2006/main" preserve="1" userDrawn="1">
  <p:cSld name="Closing logo slide">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6" name="Title 1">
            <a:extLst>
              <a:ext uri="{FF2B5EF4-FFF2-40B4-BE49-F238E27FC236}">
                <a16:creationId xmlns:a16="http://schemas.microsoft.com/office/drawing/2014/main" id="{08079CCE-8626-53E5-1C9C-E9081D2B67CD}"/>
              </a:ext>
            </a:extLst>
          </p:cNvPr>
          <p:cNvSpPr>
            <a:spLocks noGrp="1"/>
          </p:cNvSpPr>
          <p:nvPr>
            <p:ph type="title"/>
          </p:nvPr>
        </p:nvSpPr>
        <p:spPr>
          <a:xfrm>
            <a:off x="4255769" y="1769814"/>
            <a:ext cx="550468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
        <p:nvSpPr>
          <p:cNvPr id="7" name="Text Placeholder 4">
            <a:extLst>
              <a:ext uri="{FF2B5EF4-FFF2-40B4-BE49-F238E27FC236}">
                <a16:creationId xmlns:a16="http://schemas.microsoft.com/office/drawing/2014/main" id="{8845B3A2-DAC2-0B7B-1866-377A5A244AC2}"/>
              </a:ext>
            </a:extLst>
          </p:cNvPr>
          <p:cNvSpPr>
            <a:spLocks noGrp="1"/>
          </p:cNvSpPr>
          <p:nvPr>
            <p:ph type="body" sz="quarter" idx="12" hasCustomPrompt="1"/>
          </p:nvPr>
        </p:nvSpPr>
        <p:spPr>
          <a:xfrm>
            <a:off x="585216" y="1572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Tree>
    <p:extLst>
      <p:ext uri="{BB962C8B-B14F-4D97-AF65-F5344CB8AC3E}">
        <p14:creationId xmlns:p14="http://schemas.microsoft.com/office/powerpoint/2010/main" val="89739085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1272">
          <p15:clr>
            <a:srgbClr val="FBAE40"/>
          </p15:clr>
        </p15:guide>
        <p15:guide id="3" orient="horz" pos="912">
          <p15:clr>
            <a:srgbClr val="FBAE40"/>
          </p15:clr>
        </p15:guide>
      </p15:sldGuideLst>
    </p:ext>
  </p:extLst>
</p:sldLayout>
</file>

<file path=ppt/slideLayouts/slideLayout733.xml><?xml version="1.0" encoding="utf-8"?>
<p:sldLayout xmlns:a="http://schemas.openxmlformats.org/drawingml/2006/main" xmlns:r="http://schemas.openxmlformats.org/officeDocument/2006/relationships" xmlns:p="http://schemas.openxmlformats.org/presentationml/2006/main" preserve="1" userDrawn="1">
  <p:cSld name="Closing logo slide 2">
    <p:bg>
      <p:bgPr>
        <a:solidFill>
          <a:schemeClr val="tx2"/>
        </a:solidFill>
        <a:effectLst/>
      </p:bgPr>
    </p:bg>
    <p:spTree>
      <p:nvGrpSpPr>
        <p:cNvPr id="1" name=""/>
        <p:cNvGrpSpPr/>
        <p:nvPr/>
      </p:nvGrpSpPr>
      <p:grpSpPr>
        <a:xfrm>
          <a:off x="0" y="0"/>
          <a:ext cx="0" cy="0"/>
          <a:chOff x="0" y="0"/>
          <a:chExt cx="0" cy="0"/>
        </a:xfrm>
      </p:grpSpPr>
      <p:sp>
        <p:nvSpPr>
          <p:cNvPr id="10" name="Text Placeholder 4">
            <a:extLst>
              <a:ext uri="{FF2B5EF4-FFF2-40B4-BE49-F238E27FC236}">
                <a16:creationId xmlns:a16="http://schemas.microsoft.com/office/drawing/2014/main" id="{4F0F127D-8512-846C-2C30-5A85666BF445}"/>
              </a:ext>
            </a:extLst>
          </p:cNvPr>
          <p:cNvSpPr>
            <a:spLocks noGrp="1"/>
          </p:cNvSpPr>
          <p:nvPr>
            <p:ph type="body" sz="quarter" idx="12" hasCustomPrompt="1"/>
          </p:nvPr>
        </p:nvSpPr>
        <p:spPr>
          <a:xfrm>
            <a:off x="6090921" y="4612614"/>
            <a:ext cx="5524500" cy="553998"/>
          </a:xfrm>
          <a:noFill/>
        </p:spPr>
        <p:txBody>
          <a:bodyPr wrap="square" lIns="0" tIns="0" rIns="0" bIns="0">
            <a:spAutoFit/>
          </a:bodyPr>
          <a:lstStyle>
            <a:lvl1pPr marL="0" indent="0" algn="r"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7A38A2C9-D8C3-D252-BC8C-25222F314054}"/>
              </a:ext>
            </a:extLst>
          </p:cNvPr>
          <p:cNvSpPr>
            <a:spLocks noGrp="1"/>
          </p:cNvSpPr>
          <p:nvPr>
            <p:ph type="title"/>
          </p:nvPr>
        </p:nvSpPr>
        <p:spPr>
          <a:xfrm>
            <a:off x="588263" y="1766555"/>
            <a:ext cx="550265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542775558"/>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912">
          <p15:clr>
            <a:srgbClr val="FBAE40"/>
          </p15:clr>
        </p15:guide>
        <p15:guide id="3" orient="horz" pos="1272">
          <p15:clr>
            <a:srgbClr val="FBAE40"/>
          </p15:clr>
        </p15:guide>
      </p15:sldGuideLst>
    </p:ext>
  </p:extLst>
</p:sldLayout>
</file>

<file path=ppt/slideLayouts/slideLayout734.xml><?xml version="1.0" encoding="utf-8"?>
<p:sldLayout xmlns:a="http://schemas.openxmlformats.org/drawingml/2006/main" xmlns:r="http://schemas.openxmlformats.org/officeDocument/2006/relationships" xmlns:p="http://schemas.openxmlformats.org/presentationml/2006/main" preserve="1" userDrawn="1">
  <p:cSld name="Closing logo slide 3">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4F8C85E6-DBED-FCF3-8B7D-1F82C6DBBCB7}"/>
              </a:ext>
            </a:extLst>
          </p:cNvPr>
          <p:cNvSpPr>
            <a:spLocks noGrp="1"/>
          </p:cNvSpPr>
          <p:nvPr>
            <p:ph type="title"/>
          </p:nvPr>
        </p:nvSpPr>
        <p:spPr>
          <a:xfrm>
            <a:off x="588263" y="1845276"/>
            <a:ext cx="11018520" cy="553998"/>
          </a:xfrm>
        </p:spPr>
        <p:txBody>
          <a:bodyPr/>
          <a:lstStyle>
            <a:lvl1pPr marL="0" algn="l" defTabSz="457200" rtl="0" eaLnBrk="1" latinLnBrk="0" hangingPunct="1">
              <a:defRPr lang="en-US" sz="3600" b="1" kern="1200" dirty="0">
                <a:gradFill>
                  <a:gsLst>
                    <a:gs pos="0">
                      <a:srgbClr val="FF5C39"/>
                    </a:gs>
                    <a:gs pos="100000">
                      <a:srgbClr val="C73ECC"/>
                    </a:gs>
                  </a:gsLst>
                  <a:lin ang="3900000" scaled="0"/>
                </a:gradFill>
                <a:latin typeface="Segoe UI" panose="020B0502040204020203" pitchFamily="34" charset="0"/>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1814380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735.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gray">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solidFill>
                  <a:schemeClr val="tx1"/>
                </a:soli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1286506"/>
          </a:xfrm>
        </p:spPr>
        <p:txBody>
          <a:bodyPr>
            <a:spAutoFit/>
          </a:bodyPr>
          <a:lstStyle>
            <a:lvl1pPr>
              <a:defRPr sz="2000">
                <a:latin typeface="+mn-lt"/>
              </a:defRPr>
            </a:lvl1pPr>
            <a:lvl2pPr>
              <a:defRPr sz="1600">
                <a:latin typeface="+mn-lt"/>
              </a:defRPr>
            </a:lvl2pPr>
            <a:lvl3pPr>
              <a:defRPr sz="1400">
                <a:latin typeface="+mn-lt"/>
              </a:defRPr>
            </a:lvl3pPr>
            <a:lvl4pPr>
              <a:defRPr sz="1200">
                <a:latin typeface="+mn-lt"/>
              </a:defRPr>
            </a:lvl4pPr>
            <a:lvl5pPr>
              <a:defRPr sz="11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solidFill>
                  <a:srgbClr val="000000"/>
                </a:soli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3907401261"/>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Layouts/slideLayout736.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13474148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737.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8833812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738.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190285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userDrawn="1">
          <p15:clr>
            <a:srgbClr val="FBAE40"/>
          </p15:clr>
        </p15:guide>
        <p15:guide id="2" orient="horz" pos="2647" userDrawn="1">
          <p15:clr>
            <a:srgbClr val="FBAE40"/>
          </p15:clr>
        </p15:guide>
      </p15:sldGuideLst>
    </p:ext>
  </p:extLst>
</p:sldLayout>
</file>

<file path=ppt/slideLayouts/slideLayout739.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9841306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guide id="40" pos="3840" userDrawn="1">
          <p15:clr>
            <a:srgbClr val="FBAE40"/>
          </p15:clr>
        </p15:guide>
      </p15:sldGuideLst>
    </p:ext>
  </p:extLst>
</p:sldLayout>
</file>

<file path=ppt/slideLayouts/slideLayout740.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06971266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sldGuideLst>
    </p:ext>
  </p:extLst>
</p:sldLayout>
</file>

<file path=ppt/slideLayouts/slideLayout741.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9696606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42.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9405676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userDrawn="1">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userDrawn="1">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43.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7356945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44.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707281"/>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2647809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45.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18332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46.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2734392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userDrawn="1">
          <p15:clr>
            <a:srgbClr val="954F72"/>
          </p15:clr>
        </p15:guide>
        <p15:guide id="9" pos="2150">
          <p15:clr>
            <a:srgbClr val="954F72"/>
          </p15:clr>
        </p15:guide>
        <p15:guide id="10" pos="2544"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userDrawn="1">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47.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160398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48.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3512493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49.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2348114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50.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4444391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2988" userDrawn="1">
          <p15:clr>
            <a:srgbClr val="FBAE40"/>
          </p15:clr>
        </p15:guide>
        <p15:guide id="42" pos="5352" userDrawn="1">
          <p15:clr>
            <a:srgbClr val="FBAE40"/>
          </p15:clr>
        </p15:guide>
        <p15:guide id="43" orient="horz" pos="1085" userDrawn="1">
          <p15:clr>
            <a:srgbClr val="FBAE40"/>
          </p15:clr>
        </p15:guide>
      </p15:sldGuideLst>
    </p:ext>
  </p:extLst>
</p:sldLayout>
</file>

<file path=ppt/slideLayouts/slideLayout751.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5392417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752.xml><?xml version="1.0" encoding="utf-8"?>
<p:sldLayout xmlns:a="http://schemas.openxmlformats.org/drawingml/2006/main" xmlns:r="http://schemas.openxmlformats.org/officeDocument/2006/relationships" xmlns:p="http://schemas.openxmlformats.org/presentationml/2006/main" preserve="1" userDrawn="1">
  <p:cSld name="4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75032791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753.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80857129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754.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358688"/>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755.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4442374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756.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97981605"/>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757.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3261136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758.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398820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userDrawn="1">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userDrawn="1">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59.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439070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60.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4350463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61.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9668924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62.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0662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63.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76425179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64.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6401984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65.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84243487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766.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9935578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67.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9689885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68.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22205983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69.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73589038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70.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2084087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userDrawn="1">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71.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226551399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72.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185120091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73.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6784805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774.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6905234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775.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7741485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76.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1258852"/>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777.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359519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userDrawn="1">
          <p15:clr>
            <a:srgbClr val="FBAE40"/>
          </p15:clr>
        </p15:guide>
      </p15:sldGuideLst>
    </p:ext>
  </p:extLst>
</p:sldLayout>
</file>

<file path=ppt/slideLayouts/slideLayout778.xml><?xml version="1.0" encoding="utf-8"?>
<p:sldLayout xmlns:a="http://schemas.openxmlformats.org/drawingml/2006/main" xmlns:r="http://schemas.openxmlformats.org/officeDocument/2006/relationships" xmlns:p="http://schemas.openxmlformats.org/presentationml/2006/main"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22435780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779.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14592919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780.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163449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781.xml><?xml version="1.0" encoding="utf-8"?>
<p:sldLayout xmlns:a="http://schemas.openxmlformats.org/drawingml/2006/main" xmlns:r="http://schemas.openxmlformats.org/officeDocument/2006/relationships" xmlns:p="http://schemas.openxmlformats.org/presentationml/2006/main" userDrawn="1">
  <p:cSld name="LearningPath2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4" name="Graphic 3">
            <a:extLst>
              <a:ext uri="{FF2B5EF4-FFF2-40B4-BE49-F238E27FC236}">
                <a16:creationId xmlns:a16="http://schemas.microsoft.com/office/drawing/2014/main" id="{7DE894E4-791C-907F-1385-BF33ADCFFE2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555918877"/>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7064">
          <p15:clr>
            <a:srgbClr val="FBAE40"/>
          </p15:clr>
        </p15:guide>
        <p15:guide id="41" orient="horz" pos="3638">
          <p15:clr>
            <a:srgbClr val="FBAE40"/>
          </p15:clr>
        </p15:guide>
      </p15:sldGuideLst>
    </p:ext>
  </p:extLst>
</p:sldLayout>
</file>

<file path=ppt/slideLayouts/slideLayout782.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7271408"/>
      </p:ext>
    </p:extLst>
  </p:cSld>
  <p:clrMapOvr>
    <a:masterClrMapping/>
  </p:clrMapOvr>
  <p:transition>
    <p:fade/>
  </p:transition>
</p:sldLayout>
</file>

<file path=ppt/slideLayouts/slideLayout783.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945696836"/>
      </p:ext>
    </p:extLst>
  </p:cSld>
  <p:clrMapOvr>
    <a:masterClrMapping/>
  </p:clrMapOvr>
  <p:transition>
    <p:fade/>
  </p:transition>
</p:sldLayout>
</file>

<file path=ppt/slideLayouts/slideLayout784.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084305509"/>
      </p:ext>
    </p:extLst>
  </p:cSld>
  <p:clrMapOvr>
    <a:masterClrMapping/>
  </p:clrMapOvr>
  <p:transition>
    <p:fade/>
  </p:transition>
</p:sldLayout>
</file>

<file path=ppt/slideLayouts/slideLayout785.xml><?xml version="1.0" encoding="utf-8"?>
<p:sldLayout xmlns:a="http://schemas.openxmlformats.org/drawingml/2006/main" xmlns:r="http://schemas.openxmlformats.org/officeDocument/2006/relationships" xmlns:p="http://schemas.openxmlformats.org/presentationml/2006/main"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04843045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86.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56032623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787.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45057173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788.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4828290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789.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74816696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guide id="40" pos="3840">
          <p15:clr>
            <a:srgbClr val="FBAE40"/>
          </p15:clr>
        </p15:guide>
      </p15:sldGuideLst>
    </p:ext>
  </p:extLst>
</p:sldLayout>
</file>

<file path=ppt/slideLayouts/slideLayout790.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20223732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sldGuideLst>
    </p:ext>
  </p:extLst>
</p:sldLayout>
</file>

<file path=ppt/slideLayouts/slideLayout791.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76543902"/>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92.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965201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93.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72326342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94.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95224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95.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25886540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96.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564391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97.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6508173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98.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15104689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799.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471652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00.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0355855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2988">
          <p15:clr>
            <a:srgbClr val="FBAE40"/>
          </p15:clr>
        </p15:guide>
        <p15:guide id="42" pos="5352">
          <p15:clr>
            <a:srgbClr val="FBAE40"/>
          </p15:clr>
        </p15:guide>
        <p15:guide id="43" orient="horz" pos="1085">
          <p15:clr>
            <a:srgbClr val="FBAE40"/>
          </p15:clr>
        </p15:guide>
      </p15:sldGuideLst>
    </p:ext>
  </p:extLst>
</p:sldLayout>
</file>

<file path=ppt/slideLayouts/slideLayout801.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6867567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802.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3589130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803.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27744721"/>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804.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43621746"/>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805.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77534660"/>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806.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77606402"/>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807.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44938"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17149108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08.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99425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09.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860518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10.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3422298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11.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3187353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12.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3442097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13.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218785744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14.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75333801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15.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3313597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816.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8911283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17.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15380387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18.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8572234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19.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4018437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20.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4888954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21.xml><?xml version="1.0" encoding="utf-8"?>
<p:sldLayout xmlns:a="http://schemas.openxmlformats.org/drawingml/2006/main" xmlns:r="http://schemas.openxmlformats.org/officeDocument/2006/relationships" xmlns:p="http://schemas.openxmlformats.org/presentationml/2006/main" preserve="1"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18722413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22.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67078604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23.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45562202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24.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9675666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825.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13860271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826.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839624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827.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87226471"/>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828.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4840281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p15:clr>
            <a:srgbClr val="FBAE40"/>
          </p15:clr>
        </p15:guide>
      </p15:sldGuideLst>
    </p:ext>
  </p:extLst>
</p:sldLayout>
</file>

<file path=ppt/slideLayouts/slideLayout829.xml><?xml version="1.0" encoding="utf-8"?>
<p:sldLayout xmlns:a="http://schemas.openxmlformats.org/drawingml/2006/main" xmlns:r="http://schemas.openxmlformats.org/officeDocument/2006/relationships" xmlns:p="http://schemas.openxmlformats.org/presentationml/2006/main" preserve="1"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1124420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830.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0440552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831.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577163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832.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3542492"/>
      </p:ext>
    </p:extLst>
  </p:cSld>
  <p:clrMapOvr>
    <a:masterClrMapping/>
  </p:clrMapOvr>
  <p:transition>
    <p:fade/>
  </p:transition>
</p:sldLayout>
</file>

<file path=ppt/slideLayouts/slideLayout833.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671429784"/>
      </p:ext>
    </p:extLst>
  </p:cSld>
  <p:clrMapOvr>
    <a:masterClrMapping/>
  </p:clrMapOvr>
  <p:transition>
    <p:fade/>
  </p:transition>
</p:sldLayout>
</file>

<file path=ppt/slideLayouts/slideLayout834.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2735761152"/>
      </p:ext>
    </p:extLst>
  </p:cSld>
  <p:clrMapOvr>
    <a:masterClrMapping/>
  </p:clrMapOvr>
  <p:transition>
    <p:fade/>
  </p:transition>
</p:sldLayout>
</file>

<file path=ppt/slideLayouts/slideLayout835.xml><?xml version="1.0" encoding="utf-8"?>
<p:sldLayout xmlns:a="http://schemas.openxmlformats.org/drawingml/2006/main" xmlns:r="http://schemas.openxmlformats.org/officeDocument/2006/relationships" xmlns:p="http://schemas.openxmlformats.org/presentationml/2006/main" preserve="1" userDrawn="1">
  <p:cSld name="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4" name="Picture 3" descr="Microsoft Learn&#10;Spark possibility">
            <a:extLst>
              <a:ext uri="{FF2B5EF4-FFF2-40B4-BE49-F238E27FC236}">
                <a16:creationId xmlns:a16="http://schemas.microsoft.com/office/drawing/2014/main" id="{5DD74BAF-F737-DF24-4119-69612D6CEE2E}"/>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7"/>
          </a:xfrm>
          <a:prstGeom prst="rect">
            <a:avLst/>
          </a:prstGeom>
        </p:spPr>
      </p:pic>
    </p:spTree>
    <p:extLst>
      <p:ext uri="{BB962C8B-B14F-4D97-AF65-F5344CB8AC3E}">
        <p14:creationId xmlns:p14="http://schemas.microsoft.com/office/powerpoint/2010/main" val="19961896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836.xml><?xml version="1.0" encoding="utf-8"?>
<p:sldLayout xmlns:a="http://schemas.openxmlformats.org/drawingml/2006/main" xmlns:r="http://schemas.openxmlformats.org/officeDocument/2006/relationships" xmlns:p="http://schemas.openxmlformats.org/presentationml/2006/main" preserve="1" userDrawn="1">
  <p:cSld name="1_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12" name="Title 1">
            <a:extLst>
              <a:ext uri="{FF2B5EF4-FFF2-40B4-BE49-F238E27FC236}">
                <a16:creationId xmlns:a16="http://schemas.microsoft.com/office/drawing/2014/main" id="{C419B008-216D-CA1F-2D39-75B36E6A6972}"/>
              </a:ext>
            </a:extLst>
          </p:cNvPr>
          <p:cNvSpPr>
            <a:spLocks noGrp="1"/>
          </p:cNvSpPr>
          <p:nvPr>
            <p:ph type="title" hasCustomPrompt="1"/>
          </p:nvPr>
        </p:nvSpPr>
        <p:spPr>
          <a:xfrm>
            <a:off x="588263" y="2573338"/>
            <a:ext cx="11021125" cy="1676929"/>
          </a:xfrm>
        </p:spPr>
        <p:txBody>
          <a:bodyPr wrap="square" anchor="b" anchorCtr="0">
            <a:noAutofit/>
          </a:bodyPr>
          <a:lstStyle>
            <a:lvl1pPr>
              <a:lnSpc>
                <a:spcPct val="90000"/>
              </a:lnSpc>
              <a:defRPr sz="4800">
                <a:solidFill>
                  <a:schemeClr val="tx1"/>
                </a:solidFill>
              </a:defRPr>
            </a:lvl1pPr>
          </a:lstStyle>
          <a:p>
            <a:r>
              <a:rPr lang="en-US"/>
              <a:t>Microsoft Learn</a:t>
            </a:r>
            <a:br>
              <a:rPr lang="en-US"/>
            </a:br>
            <a:r>
              <a:rPr lang="en-US"/>
              <a:t>presentation title or event name</a:t>
            </a:r>
          </a:p>
        </p:txBody>
      </p:sp>
      <p:sp>
        <p:nvSpPr>
          <p:cNvPr id="13" name="Text Placeholder 4">
            <a:extLst>
              <a:ext uri="{FF2B5EF4-FFF2-40B4-BE49-F238E27FC236}">
                <a16:creationId xmlns:a16="http://schemas.microsoft.com/office/drawing/2014/main" id="{AA0EBFEA-E746-E760-148D-6B55E33CE98B}"/>
              </a:ext>
            </a:extLst>
          </p:cNvPr>
          <p:cNvSpPr>
            <a:spLocks noGrp="1"/>
          </p:cNvSpPr>
          <p:nvPr>
            <p:ph type="body" sz="quarter" idx="12" hasCustomPrompt="1"/>
          </p:nvPr>
        </p:nvSpPr>
        <p:spPr>
          <a:xfrm>
            <a:off x="582043" y="4445908"/>
            <a:ext cx="11021124"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86589986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837.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nSpc>
                <a:spcPct val="100000"/>
              </a:lnSpc>
              <a:defRPr sz="3600">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9900723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838.xml><?xml version="1.0" encoding="utf-8"?>
<p:sldLayout xmlns:a="http://schemas.openxmlformats.org/drawingml/2006/main" xmlns:r="http://schemas.openxmlformats.org/officeDocument/2006/relationships" xmlns:p="http://schemas.openxmlformats.org/presentationml/2006/main" preserve="1" userDrawn="1">
  <p:cSld name="Title Slide 2">
    <p:bg>
      <p:bgRef idx="1001">
        <a:schemeClr val="bg1"/>
      </p:bgRef>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16C68DE-B737-469C-0510-1CE6FB0FCD97}"/>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106072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839.xml><?xml version="1.0" encoding="utf-8"?>
<p:sldLayout xmlns:a="http://schemas.openxmlformats.org/drawingml/2006/main" xmlns:r="http://schemas.openxmlformats.org/officeDocument/2006/relationships" xmlns:p="http://schemas.openxmlformats.org/presentationml/2006/main" preserve="1" userDrawn="1">
  <p:cSld name="Title Slide 3">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F6A99E2-B1B8-F05E-79FB-6E5F6BA2198F}"/>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979539"/>
            <a:ext cx="8680865" cy="553998"/>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8673983"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6536316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840.xml><?xml version="1.0" encoding="utf-8"?>
<p:sldLayout xmlns:a="http://schemas.openxmlformats.org/drawingml/2006/main" xmlns:r="http://schemas.openxmlformats.org/officeDocument/2006/relationships" xmlns:p="http://schemas.openxmlformats.org/presentationml/2006/main" preserve="1" userDrawn="1">
  <p:cSld name="Title Slide 4">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A518B55A-6C79-359D-87CF-515B5B5F6EF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cxnSp>
        <p:nvCxnSpPr>
          <p:cNvPr id="12" name="Straight Connector 11">
            <a:extLst>
              <a:ext uri="{FF2B5EF4-FFF2-40B4-BE49-F238E27FC236}">
                <a16:creationId xmlns:a16="http://schemas.microsoft.com/office/drawing/2014/main" id="{731143F6-2E66-B7DD-83D0-10E3BEE182CA}"/>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5D47B2CB-325C-5073-D8C2-698C29B7BD94}"/>
              </a:ext>
            </a:extLst>
          </p:cNvPr>
          <p:cNvSpPr>
            <a:spLocks noGrp="1"/>
          </p:cNvSpPr>
          <p:nvPr>
            <p:ph type="body" sz="quarter" idx="13" hasCustomPrompt="1"/>
          </p:nvPr>
        </p:nvSpPr>
        <p:spPr>
          <a:xfrm>
            <a:off x="582043" y="426212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12071492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841.xml><?xml version="1.0" encoding="utf-8"?>
<p:sldLayout xmlns:a="http://schemas.openxmlformats.org/drawingml/2006/main" xmlns:r="http://schemas.openxmlformats.org/officeDocument/2006/relationships" xmlns:p="http://schemas.openxmlformats.org/presentationml/2006/main" preserve="1" userDrawn="1">
  <p:cSld name="Title Slide 5">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5CC7D666-BCD6-C322-9710-8EA204E6238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1" y="0"/>
            <a:ext cx="12191996" cy="6857998"/>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8547960" y="2099733"/>
            <a:ext cx="2863181" cy="2863181"/>
          </a:xfrm>
          <a:prstGeom prst="roundRect">
            <a:avLst>
              <a:gd name="adj" fmla="val 21738"/>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8328418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842.xml><?xml version="1.0" encoding="utf-8"?>
<p:sldLayout xmlns:a="http://schemas.openxmlformats.org/drawingml/2006/main" xmlns:r="http://schemas.openxmlformats.org/officeDocument/2006/relationships" xmlns:p="http://schemas.openxmlformats.org/presentationml/2006/main" preserve="1" userDrawn="1">
  <p:cSld name="2_Title Slide 5">
    <p:bg>
      <p:bgPr>
        <a:solidFill>
          <a:schemeClr val="bg2"/>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3A552F5-A279-E01D-8684-06A66C8E3A3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4" y="2425541"/>
            <a:ext cx="4419602"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4" y="3962400"/>
            <a:ext cx="441960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6066182" y="1209017"/>
            <a:ext cx="4419601" cy="4419601"/>
          </a:xfrm>
          <a:prstGeom prst="roundRect">
            <a:avLst>
              <a:gd name="adj" fmla="val 21738"/>
            </a:avLst>
          </a:prstGeom>
          <a:blipFill>
            <a:blip r:embed="rId4" cstate="email">
              <a:extLst>
                <a:ext uri="{28A0092B-C50C-407E-A947-70E740481C1C}">
                  <a14:useLocalDpi xmlns:a14="http://schemas.microsoft.com/office/drawing/2010/main"/>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75889412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843.xml><?xml version="1.0" encoding="utf-8"?>
<p:sldLayout xmlns:a="http://schemas.openxmlformats.org/drawingml/2006/main" xmlns:r="http://schemas.openxmlformats.org/officeDocument/2006/relationships" xmlns:p="http://schemas.openxmlformats.org/presentationml/2006/main" preserve="1" userDrawn="1">
  <p:cSld name="Title Slide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3393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4260778"/>
            <a:ext cx="4335897"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9" name="Picture Placeholder" descr="This photo is a 'placeholder' only. Drag or drop your photo here, or click and tap the center to insert a photo.">
            <a:extLst>
              <a:ext uri="{FF2B5EF4-FFF2-40B4-BE49-F238E27FC236}">
                <a16:creationId xmlns:a16="http://schemas.microsoft.com/office/drawing/2014/main" id="{E9C6438B-8AA6-6FF8-579B-E6859D9CFF89}"/>
              </a:ext>
            </a:extLst>
          </p:cNvPr>
          <p:cNvSpPr>
            <a:spLocks noGrp="1"/>
          </p:cNvSpPr>
          <p:nvPr>
            <p:ph type="pic" sz="quarter" idx="11" hasCustomPrompt="1"/>
          </p:nvPr>
        </p:nvSpPr>
        <p:spPr bwMode="ltGray">
          <a:xfrm>
            <a:off x="5334000" y="0"/>
            <a:ext cx="6858000" cy="6858000"/>
          </a:xfrm>
          <a:blipFill>
            <a:blip r:embed="rId3"/>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cxnSp>
        <p:nvCxnSpPr>
          <p:cNvPr id="8" name="Straight Connector 7">
            <a:extLst>
              <a:ext uri="{FF2B5EF4-FFF2-40B4-BE49-F238E27FC236}">
                <a16:creationId xmlns:a16="http://schemas.microsoft.com/office/drawing/2014/main" id="{D9E5E791-B100-3AA7-21F7-E48EDD0B5D63}"/>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652114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844.xml><?xml version="1.0" encoding="utf-8"?>
<p:sldLayout xmlns:a="http://schemas.openxmlformats.org/drawingml/2006/main" xmlns:r="http://schemas.openxmlformats.org/officeDocument/2006/relationships" xmlns:p="http://schemas.openxmlformats.org/presentationml/2006/main" preserve="1" userDrawn="1">
  <p:cSld name="Title and Content_Microso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a:xfrm>
            <a:off x="588263" y="457200"/>
            <a:ext cx="11018520" cy="553998"/>
          </a:xfrm>
        </p:spPr>
        <p:txBody>
          <a:bodyPr/>
          <a:lstStyle>
            <a:lvl1pPr>
              <a:lnSpc>
                <a:spcPct val="100000"/>
              </a:lnSpc>
              <a:defRPr sz="3600">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sz="2800">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60132376"/>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845.xml><?xml version="1.0" encoding="utf-8"?>
<p:sldLayout xmlns:a="http://schemas.openxmlformats.org/drawingml/2006/main" xmlns:r="http://schemas.openxmlformats.org/officeDocument/2006/relationships" xmlns:p="http://schemas.openxmlformats.org/presentationml/2006/main" preserve="1" userDrawn="1">
  <p:cSld name="Title and Content Al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pic>
        <p:nvPicPr>
          <p:cNvPr id="1026" name="Picture 2" descr="A black triangle on a white background&#10;&#10;Description automatically generated">
            <a:extLst>
              <a:ext uri="{FF2B5EF4-FFF2-40B4-BE49-F238E27FC236}">
                <a16:creationId xmlns:a16="http://schemas.microsoft.com/office/drawing/2014/main" id="{D34FB095-B792-8E28-D887-870C3ECB52A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1711892" y="6232204"/>
            <a:ext cx="287452" cy="45731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3253083"/>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846.xml><?xml version="1.0" encoding="utf-8"?>
<p:sldLayout xmlns:a="http://schemas.openxmlformats.org/drawingml/2006/main" xmlns:r="http://schemas.openxmlformats.org/officeDocument/2006/relationships" xmlns:p="http://schemas.openxmlformats.org/presentationml/2006/main" preserve="1" userDrawn="1">
  <p:cSld name="Title and Content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7" name="Text Placeholder 3">
            <a:extLst>
              <a:ext uri="{FF2B5EF4-FFF2-40B4-BE49-F238E27FC236}">
                <a16:creationId xmlns:a16="http://schemas.microsoft.com/office/drawing/2014/main" id="{86F2E5AA-B8E1-2D99-BFF6-55964406C169}"/>
              </a:ext>
            </a:extLst>
          </p:cNvPr>
          <p:cNvSpPr>
            <a:spLocks noGrp="1"/>
          </p:cNvSpPr>
          <p:nvPr>
            <p:ph type="body" sz="quarter" idx="10" hasCustomPrompt="1"/>
          </p:nvPr>
        </p:nvSpPr>
        <p:spPr>
          <a:xfrm>
            <a:off x="584200" y="1961079"/>
            <a:ext cx="11018521" cy="307777"/>
          </a:xfrm>
          <a:prstGeom prst="rect">
            <a:avLst/>
          </a:prstGeom>
        </p:spPr>
        <p:txBody>
          <a:bodyPr wrap="square" lIns="0" tIns="0" rIns="0" bIns="0">
            <a:spAutoFit/>
          </a:bodyPr>
          <a:lstStyle>
            <a:lvl1pPr marL="0" indent="0">
              <a:lnSpc>
                <a:spcPts val="2400"/>
              </a:lnSpc>
              <a:buNone/>
              <a:defRPr sz="2000" b="0" i="0" spc="0">
                <a:solidFill>
                  <a:srgbClr val="000000"/>
                </a:solidFill>
                <a:latin typeface="+mj-lt"/>
              </a:defRPr>
            </a:lvl1pPr>
            <a:lvl2pPr marL="0" indent="0">
              <a:lnSpc>
                <a:spcPts val="2400"/>
              </a:lnSpc>
              <a:buNone/>
              <a:defRPr spc="0">
                <a:solidFill>
                  <a:srgbClr val="000000"/>
                </a:solidFill>
                <a:latin typeface="+mn-lt"/>
              </a:defRPr>
            </a:lvl2pPr>
            <a:lvl3pPr marL="457200" indent="0">
              <a:buNone/>
              <a:defRPr/>
            </a:lvl3pPr>
            <a:lvl4pPr marL="685800" indent="0">
              <a:buNone/>
              <a:defRPr/>
            </a:lvl4pPr>
            <a:lvl5pPr marL="914400" indent="0">
              <a:buNone/>
              <a:defRPr/>
            </a:lvl5pPr>
          </a:lstStyle>
          <a:p>
            <a:pPr lvl="1"/>
            <a:r>
              <a:rPr lang="en-US"/>
              <a:t>Large: subhead Segoe UI Regular 20/24</a:t>
            </a:r>
          </a:p>
        </p:txBody>
      </p:sp>
      <p:sp>
        <p:nvSpPr>
          <p:cNvPr id="8" name="Text Placeholder 4">
            <a:extLst>
              <a:ext uri="{FF2B5EF4-FFF2-40B4-BE49-F238E27FC236}">
                <a16:creationId xmlns:a16="http://schemas.microsoft.com/office/drawing/2014/main" id="{24F7BF36-6F86-1AAC-B730-8494CAF9A2B5}"/>
              </a:ext>
            </a:extLst>
          </p:cNvPr>
          <p:cNvSpPr>
            <a:spLocks noGrp="1"/>
          </p:cNvSpPr>
          <p:nvPr>
            <p:ph type="body" sz="quarter" idx="11" hasCustomPrompt="1"/>
          </p:nvPr>
        </p:nvSpPr>
        <p:spPr>
          <a:xfrm>
            <a:off x="584200" y="3075739"/>
            <a:ext cx="11018521" cy="220510"/>
          </a:xfrm>
          <a:prstGeom prst="rect">
            <a:avLst/>
          </a:prstGeom>
        </p:spPr>
        <p:txBody>
          <a:bodyPr lIns="0" tIns="0" rIns="0" bIns="0"/>
          <a:lstStyle>
            <a:lvl1pPr marL="0" indent="0">
              <a:lnSpc>
                <a:spcPts val="1800"/>
              </a:lnSpc>
              <a:spcBef>
                <a:spcPts val="0"/>
              </a:spcBef>
              <a:buNone/>
              <a:defRPr sz="1400" b="0" spc="0">
                <a:solidFill>
                  <a:schemeClr val="accent1"/>
                </a:solidFill>
                <a:latin typeface="+mj-lt"/>
              </a:defRPr>
            </a:lvl1pPr>
            <a:lvl2pPr marL="0" indent="0">
              <a:lnSpc>
                <a:spcPts val="1800"/>
              </a:lnSpc>
              <a:spcBef>
                <a:spcPts val="0"/>
              </a:spcBef>
              <a:buNone/>
              <a:defRPr sz="1400" spc="0">
                <a:solidFill>
                  <a:srgbClr val="000000"/>
                </a:solidFill>
              </a:defRPr>
            </a:lvl2pPr>
            <a:lvl3pPr marL="457200" indent="0">
              <a:buNone/>
              <a:defRPr/>
            </a:lvl3pPr>
            <a:lvl4pPr marL="685800" indent="0">
              <a:buNone/>
              <a:defRPr/>
            </a:lvl4pPr>
            <a:lvl5pPr marL="914400" indent="0">
              <a:buNone/>
              <a:defRPr/>
            </a:lvl5pPr>
          </a:lstStyle>
          <a:p>
            <a:pPr lvl="0"/>
            <a:r>
              <a:rPr lang="en-US"/>
              <a:t>Medium: paragraph heading Segoe UI </a:t>
            </a:r>
            <a:r>
              <a:rPr lang="en-US" err="1"/>
              <a:t>Semibold</a:t>
            </a:r>
            <a:r>
              <a:rPr lang="en-US"/>
              <a:t> 14/18</a:t>
            </a:r>
          </a:p>
        </p:txBody>
      </p:sp>
      <p:sp>
        <p:nvSpPr>
          <p:cNvPr id="9" name="Text Placeholder 6">
            <a:extLst>
              <a:ext uri="{FF2B5EF4-FFF2-40B4-BE49-F238E27FC236}">
                <a16:creationId xmlns:a16="http://schemas.microsoft.com/office/drawing/2014/main" id="{345546AD-A5A5-3F3C-BA37-4B19AEF2A5DB}"/>
              </a:ext>
            </a:extLst>
          </p:cNvPr>
          <p:cNvSpPr>
            <a:spLocks noGrp="1"/>
          </p:cNvSpPr>
          <p:nvPr>
            <p:ph type="body" sz="quarter" idx="14" hasCustomPrompt="1"/>
          </p:nvPr>
        </p:nvSpPr>
        <p:spPr>
          <a:xfrm>
            <a:off x="584200" y="4593491"/>
            <a:ext cx="11018521" cy="153888"/>
          </a:xfrm>
          <a:prstGeom prst="rect">
            <a:avLst/>
          </a:prstGeom>
        </p:spPr>
        <p:txBody>
          <a:bodyPr lIns="0" tIns="0" rIns="0" bIns="0"/>
          <a:lstStyle>
            <a:lvl1pPr marL="0" indent="0">
              <a:lnSpc>
                <a:spcPts val="1200"/>
              </a:lnSpc>
              <a:spcBef>
                <a:spcPts val="0"/>
              </a:spcBef>
              <a:buNone/>
              <a:defRPr sz="1000" spc="0">
                <a:solidFill>
                  <a:schemeClr val="tx1"/>
                </a:solidFill>
              </a:defRPr>
            </a:lvl1pPr>
            <a:lvl2pPr marL="0" indent="0">
              <a:lnSpc>
                <a:spcPct val="100000"/>
              </a:lnSpc>
              <a:spcBef>
                <a:spcPts val="0"/>
              </a:spcBef>
              <a:buNone/>
              <a:defRPr sz="1000" spc="0">
                <a:solidFill>
                  <a:srgbClr val="000000"/>
                </a:solidFill>
              </a:defRPr>
            </a:lvl2pPr>
            <a:lvl3pPr marL="457200" indent="0">
              <a:buNone/>
              <a:defRPr/>
            </a:lvl3pPr>
            <a:lvl4pPr marL="685800" indent="0">
              <a:buNone/>
              <a:defRPr/>
            </a:lvl4pPr>
            <a:lvl5pPr marL="0" indent="0">
              <a:lnSpc>
                <a:spcPct val="100000"/>
              </a:lnSpc>
              <a:buNone/>
              <a:defRPr>
                <a:solidFill>
                  <a:srgbClr val="000000"/>
                </a:solidFill>
              </a:defRPr>
            </a:lvl5pPr>
          </a:lstStyle>
          <a:p>
            <a:pPr lvl="1"/>
            <a:r>
              <a:rPr lang="en-US"/>
              <a:t>Small: caption body copy Segoe Regular 10/12</a:t>
            </a:r>
          </a:p>
        </p:txBody>
      </p:sp>
      <p:sp>
        <p:nvSpPr>
          <p:cNvPr id="10" name="Text Placeholder 3">
            <a:extLst>
              <a:ext uri="{FF2B5EF4-FFF2-40B4-BE49-F238E27FC236}">
                <a16:creationId xmlns:a16="http://schemas.microsoft.com/office/drawing/2014/main" id="{90ACF05F-2419-331C-73AA-1456DD524AFE}"/>
              </a:ext>
            </a:extLst>
          </p:cNvPr>
          <p:cNvSpPr>
            <a:spLocks noGrp="1"/>
          </p:cNvSpPr>
          <p:nvPr>
            <p:ph type="body" sz="quarter" idx="24" hasCustomPrompt="1"/>
          </p:nvPr>
        </p:nvSpPr>
        <p:spPr>
          <a:xfrm>
            <a:off x="582338" y="4385524"/>
            <a:ext cx="11018521"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Small: caption title Segoe UI Bold 10/12. </a:t>
            </a:r>
          </a:p>
        </p:txBody>
      </p:sp>
      <p:sp>
        <p:nvSpPr>
          <p:cNvPr id="11" name="Text Placeholder 4">
            <a:extLst>
              <a:ext uri="{FF2B5EF4-FFF2-40B4-BE49-F238E27FC236}">
                <a16:creationId xmlns:a16="http://schemas.microsoft.com/office/drawing/2014/main" id="{F10E3B9C-87B7-FCD5-21F0-3C1505450B59}"/>
              </a:ext>
            </a:extLst>
          </p:cNvPr>
          <p:cNvSpPr>
            <a:spLocks noGrp="1"/>
          </p:cNvSpPr>
          <p:nvPr>
            <p:ph type="body" sz="quarter" idx="18" hasCustomPrompt="1"/>
          </p:nvPr>
        </p:nvSpPr>
        <p:spPr>
          <a:xfrm>
            <a:off x="582338" y="3385527"/>
            <a:ext cx="11018521" cy="220445"/>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Medium: body copy Segoe UI Regular 14/18</a:t>
            </a:r>
          </a:p>
        </p:txBody>
      </p:sp>
    </p:spTree>
    <p:extLst>
      <p:ext uri="{BB962C8B-B14F-4D97-AF65-F5344CB8AC3E}">
        <p14:creationId xmlns:p14="http://schemas.microsoft.com/office/powerpoint/2010/main" val="3877922930"/>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847.xml><?xml version="1.0" encoding="utf-8"?>
<p:sldLayout xmlns:a="http://schemas.openxmlformats.org/drawingml/2006/main" xmlns:r="http://schemas.openxmlformats.org/officeDocument/2006/relationships" xmlns:p="http://schemas.openxmlformats.org/presentationml/2006/main" preserve="1" userDrawn="1">
  <p:cSld name="Title &amp; Non-bulleted text">
    <p:bg>
      <p:bgPr>
        <a:solidFill>
          <a:srgbClr val="F4F3F5"/>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86389" y="2030760"/>
            <a:ext cx="9570435" cy="307777"/>
          </a:xfrm>
        </p:spPr>
        <p:txBody>
          <a:bodyPr wrap="square">
            <a:spAutoFit/>
          </a:bodyPr>
          <a:lstStyle>
            <a:lvl1pPr marL="0" indent="0">
              <a:buNone/>
              <a:defRPr lang="en-US" sz="2000" kern="1200" spc="0" baseline="0" dirty="0" smtClean="0">
                <a:solidFill>
                  <a:schemeClr val="tx1"/>
                </a:solidFill>
                <a:latin typeface="+mn-lt"/>
                <a:ea typeface="+mn-ea"/>
                <a:cs typeface="Segoe UI" panose="020B0502040204020203" pitchFamily="34" charset="0"/>
              </a:defRPr>
            </a:lvl1pPr>
            <a:lvl2pPr marL="228600" indent="0">
              <a:buNone/>
              <a:defRPr/>
            </a:lvl2pPr>
            <a:lvl3pPr marL="457200" indent="0">
              <a:buNone/>
              <a:defRPr/>
            </a:lvl3pPr>
            <a:lvl4pPr marL="685800" indent="0">
              <a:buNone/>
              <a:defRPr/>
            </a:lvl4pPr>
            <a:lvl5pPr marL="914400" indent="0">
              <a:buNone/>
              <a:defRPr/>
            </a:lvl5pPr>
          </a:lstStyle>
          <a:p>
            <a:pPr marL="342900" marR="0" lvl="0" indent="-342900" algn="l" defTabSz="932742" rtl="0" eaLnBrk="1" fontAlgn="auto" latinLnBrk="0" hangingPunct="1">
              <a:lnSpc>
                <a:spcPts val="2400"/>
              </a:lnSpc>
              <a:spcBef>
                <a:spcPts val="0"/>
              </a:spcBef>
              <a:spcAft>
                <a:spcPts val="0"/>
              </a:spcAft>
              <a:buClrTx/>
              <a:buSzPct val="90000"/>
              <a:buFont typeface="Arial" panose="020B0604020202020204" pitchFamily="34" charset="0"/>
              <a:buChar char="•"/>
              <a:tabLst/>
              <a:defRPr/>
            </a:pPr>
            <a:r>
              <a:rPr lang="en-US"/>
              <a:t>Click to edit Master text styles</a:t>
            </a:r>
          </a:p>
        </p:txBody>
      </p:sp>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0989989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848.xml><?xml version="1.0" encoding="utf-8"?>
<p:sldLayout xmlns:a="http://schemas.openxmlformats.org/drawingml/2006/main" xmlns:r="http://schemas.openxmlformats.org/officeDocument/2006/relationships" xmlns:p="http://schemas.openxmlformats.org/presentationml/2006/main"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hasCustomPrompt="1"/>
          </p:nvPr>
        </p:nvSpPr>
        <p:spPr/>
        <p:txBody>
          <a:bodyPr/>
          <a:lstStyle/>
          <a:p>
            <a:r>
              <a:rPr lang="en-US"/>
              <a:t>Click to edit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hasCustomPrompt="1"/>
          </p:nvPr>
        </p:nvSpPr>
        <p:spPr>
          <a:xfrm>
            <a:off x="584200" y="1435100"/>
            <a:ext cx="5211763"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hasCustomPrompt="1"/>
          </p:nvPr>
        </p:nvSpPr>
        <p:spPr>
          <a:xfrm>
            <a:off x="6389688" y="1435100"/>
            <a:ext cx="5219700"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5449844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849.xml><?xml version="1.0" encoding="utf-8"?>
<p:sldLayout xmlns:a="http://schemas.openxmlformats.org/drawingml/2006/main" xmlns:r="http://schemas.openxmlformats.org/officeDocument/2006/relationships" xmlns:p="http://schemas.openxmlformats.org/presentationml/2006/main"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p:cNvSpPr>
            <a:spLocks noGrp="1"/>
          </p:cNvSpPr>
          <p:nvPr>
            <p:ph type="body" sz="quarter" idx="10" hasCustomPrompt="1"/>
          </p:nvPr>
        </p:nvSpPr>
        <p:spPr>
          <a:xfrm>
            <a:off x="584200"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hasCustomPrompt="1"/>
          </p:nvPr>
        </p:nvSpPr>
        <p:spPr>
          <a:xfrm>
            <a:off x="6397171"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179388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850.xml><?xml version="1.0" encoding="utf-8"?>
<p:sldLayout xmlns:a="http://schemas.openxmlformats.org/drawingml/2006/main" xmlns:r="http://schemas.openxmlformats.org/officeDocument/2006/relationships" xmlns:p="http://schemas.openxmlformats.org/presentationml/2006/main" preserve="1" userDrawn="1">
  <p:cSld name="Two Column Bulle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hasCustomPrompt="1"/>
          </p:nvPr>
        </p:nvSpPr>
        <p:spPr>
          <a:xfrm>
            <a:off x="584200"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66750" indent="-152400">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hasCustomPrompt="1"/>
          </p:nvPr>
        </p:nvSpPr>
        <p:spPr>
          <a:xfrm>
            <a:off x="6397625"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85800" indent="-136525">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818605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851.xml><?xml version="1.0" encoding="utf-8"?>
<p:sldLayout xmlns:a="http://schemas.openxmlformats.org/drawingml/2006/main" xmlns:r="http://schemas.openxmlformats.org/officeDocument/2006/relationships" xmlns:p="http://schemas.openxmlformats.org/presentationml/2006/main" preserve="1" userDrawn="1">
  <p:cSld name="Two Column Conten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hasCustomPrompt="1"/>
          </p:nvPr>
        </p:nvSpPr>
        <p:spPr>
          <a:xfrm>
            <a:off x="588963"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hasCustomPrompt="1"/>
          </p:nvPr>
        </p:nvSpPr>
        <p:spPr>
          <a:xfrm>
            <a:off x="6394451"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208667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852.xml><?xml version="1.0" encoding="utf-8"?>
<p:sldLayout xmlns:a="http://schemas.openxmlformats.org/drawingml/2006/main" xmlns:r="http://schemas.openxmlformats.org/officeDocument/2006/relationships" xmlns:p="http://schemas.openxmlformats.org/presentationml/2006/main" userDrawn="1">
  <p:cSld name="Two Column Content with Subheads 2">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1"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514562"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199"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514562"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2147297665"/>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853.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hasCustomPrompt="1"/>
          </p:nvPr>
        </p:nvSpPr>
        <p:spPr>
          <a:xfrm>
            <a:off x="585217"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181862"/>
          </a:xfrm>
        </p:spPr>
        <p:txBody>
          <a:bodyPr wrap="square">
            <a:spAutoFit/>
          </a:bodyPr>
          <a:lstStyle>
            <a:lvl1pPr marL="176213" indent="-176213">
              <a:defRPr lang="en-US" sz="1800" dirty="0"/>
            </a:lvl1pPr>
            <a:lvl2pPr marL="322263" indent="-150813">
              <a:defRPr lang="en-US" sz="1600" dirty="0"/>
            </a:lvl2pPr>
            <a:lvl3pPr marL="466725" indent="-138113">
              <a:defRPr lang="en-US" sz="1100" dirty="0"/>
            </a:lvl3pPr>
            <a:lvl4pPr marL="595313" indent="-128588">
              <a:defRPr lang="en-US" sz="1050" dirty="0"/>
            </a:lvl4pPr>
            <a:lvl5pPr marL="731838" indent="-122238">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hasCustomPrompt="1"/>
          </p:nvPr>
        </p:nvSpPr>
        <p:spPr>
          <a:xfrm>
            <a:off x="4463796"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hasCustomPrompt="1"/>
          </p:nvPr>
        </p:nvSpPr>
        <p:spPr>
          <a:xfrm>
            <a:off x="8342375"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87917678"/>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24">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854.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20" name="Text Placeholder 4">
            <a:extLst>
              <a:ext uri="{FF2B5EF4-FFF2-40B4-BE49-F238E27FC236}">
                <a16:creationId xmlns:a16="http://schemas.microsoft.com/office/drawing/2014/main" id="{8AB7BB6A-65B6-AEC7-836B-8D35242275AF}"/>
              </a:ext>
            </a:extLst>
          </p:cNvPr>
          <p:cNvSpPr>
            <a:spLocks noGrp="1"/>
          </p:cNvSpPr>
          <p:nvPr>
            <p:ph type="body" sz="quarter" idx="17" hasCustomPrompt="1"/>
          </p:nvPr>
        </p:nvSpPr>
        <p:spPr>
          <a:xfrm>
            <a:off x="582877"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sz="1400" b="0" i="0" spc="0">
                <a:solidFill>
                  <a:schemeClr val="tx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FB0535AF-BE85-1E67-DD92-E38C21AF7E8C}"/>
              </a:ext>
            </a:extLst>
          </p:cNvPr>
          <p:cNvSpPr>
            <a:spLocks noGrp="1"/>
          </p:cNvSpPr>
          <p:nvPr>
            <p:ph type="body" sz="quarter" idx="18" hasCustomPrompt="1"/>
          </p:nvPr>
        </p:nvSpPr>
        <p:spPr>
          <a:xfrm>
            <a:off x="437134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8E1F9237-EE15-C9FE-E0CA-3A37C93F9063}"/>
              </a:ext>
            </a:extLst>
          </p:cNvPr>
          <p:cNvSpPr>
            <a:spLocks noGrp="1"/>
          </p:cNvSpPr>
          <p:nvPr>
            <p:ph type="body" sz="quarter" idx="19" hasCustomPrompt="1"/>
          </p:nvPr>
        </p:nvSpPr>
        <p:spPr>
          <a:xfrm>
            <a:off x="813655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6" name="Text Placeholder 4">
            <a:extLst>
              <a:ext uri="{FF2B5EF4-FFF2-40B4-BE49-F238E27FC236}">
                <a16:creationId xmlns:a16="http://schemas.microsoft.com/office/drawing/2014/main" id="{775241E4-9061-8DB7-2B87-BA0CCA011ACE}"/>
              </a:ext>
            </a:extLst>
          </p:cNvPr>
          <p:cNvSpPr>
            <a:spLocks noGrp="1"/>
          </p:cNvSpPr>
          <p:nvPr>
            <p:ph type="body" sz="quarter" idx="11" hasCustomPrompt="1"/>
          </p:nvPr>
        </p:nvSpPr>
        <p:spPr>
          <a:xfrm>
            <a:off x="582877"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7" name="Text Placeholder 4">
            <a:extLst>
              <a:ext uri="{FF2B5EF4-FFF2-40B4-BE49-F238E27FC236}">
                <a16:creationId xmlns:a16="http://schemas.microsoft.com/office/drawing/2014/main" id="{82D1AEC7-7020-CBA4-58E1-0D75BA2EF496}"/>
              </a:ext>
            </a:extLst>
          </p:cNvPr>
          <p:cNvSpPr>
            <a:spLocks noGrp="1"/>
          </p:cNvSpPr>
          <p:nvPr>
            <p:ph type="body" sz="quarter" idx="12" hasCustomPrompt="1"/>
          </p:nvPr>
        </p:nvSpPr>
        <p:spPr>
          <a:xfrm>
            <a:off x="437134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8" name="Text Placeholder 4">
            <a:extLst>
              <a:ext uri="{FF2B5EF4-FFF2-40B4-BE49-F238E27FC236}">
                <a16:creationId xmlns:a16="http://schemas.microsoft.com/office/drawing/2014/main" id="{6416719B-F50B-D496-C069-4C1F30AFEC70}"/>
              </a:ext>
            </a:extLst>
          </p:cNvPr>
          <p:cNvSpPr>
            <a:spLocks noGrp="1"/>
          </p:cNvSpPr>
          <p:nvPr>
            <p:ph type="body" sz="quarter" idx="13" hasCustomPrompt="1"/>
          </p:nvPr>
        </p:nvSpPr>
        <p:spPr>
          <a:xfrm>
            <a:off x="813655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Tree>
    <p:extLst>
      <p:ext uri="{BB962C8B-B14F-4D97-AF65-F5344CB8AC3E}">
        <p14:creationId xmlns:p14="http://schemas.microsoft.com/office/powerpoint/2010/main" val="234679232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855.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3">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6" name="Text Placeholder 3">
            <a:extLst>
              <a:ext uri="{FF2B5EF4-FFF2-40B4-BE49-F238E27FC236}">
                <a16:creationId xmlns:a16="http://schemas.microsoft.com/office/drawing/2014/main" id="{46628952-3608-D408-E97B-C5509801C79B}"/>
              </a:ext>
            </a:extLst>
          </p:cNvPr>
          <p:cNvSpPr>
            <a:spLocks noGrp="1"/>
          </p:cNvSpPr>
          <p:nvPr>
            <p:ph type="body" sz="quarter" idx="10" hasCustomPrompt="1"/>
          </p:nvPr>
        </p:nvSpPr>
        <p:spPr>
          <a:xfrm>
            <a:off x="588263" y="1971020"/>
            <a:ext cx="9449500" cy="615553"/>
          </a:xfrm>
          <a:prstGeom prst="rect">
            <a:avLst/>
          </a:prstGeom>
        </p:spPr>
        <p:txBody>
          <a:bodyPr wrap="square" lIns="0" tIns="0" rIns="0" bIns="0">
            <a:spAutoFit/>
          </a:bodyPr>
          <a:lstStyle>
            <a:lvl1pPr marL="0" indent="0">
              <a:lnSpc>
                <a:spcPts val="2400"/>
              </a:lnSpc>
              <a:buNone/>
              <a:defRPr lang="en-US" sz="2000" kern="1200" spc="0" baseline="0" dirty="0">
                <a:solidFill>
                  <a:srgbClr val="000000"/>
                </a:solidFill>
                <a:latin typeface="+mn-lt"/>
                <a:ea typeface="+mn-ea"/>
                <a:cs typeface="+mn-cs"/>
              </a:defRPr>
            </a:lvl1pPr>
            <a:lvl2pPr marL="228600" indent="0">
              <a:buNone/>
              <a:defRPr/>
            </a:lvl2pPr>
            <a:lvl3pPr marL="457200" indent="0">
              <a:buNone/>
              <a:defRPr/>
            </a:lvl3pPr>
            <a:lvl4pPr marL="685800" indent="0">
              <a:buNone/>
              <a:defRPr/>
            </a:lvl4pPr>
            <a:lvl5pPr marL="914400" indent="0">
              <a:buNone/>
              <a:defRPr/>
            </a:lvl5pPr>
          </a:lstStyle>
          <a:p>
            <a:pPr lvl="0"/>
            <a:r>
              <a:rPr lang="en-US"/>
              <a:t>Subhead Segoe UI Regular 20/24.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2"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356101"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9" name="Text Placeholder 4">
            <a:extLst>
              <a:ext uri="{FF2B5EF4-FFF2-40B4-BE49-F238E27FC236}">
                <a16:creationId xmlns:a16="http://schemas.microsoft.com/office/drawing/2014/main" id="{A65E358F-5CAF-2294-2C8A-0C65BE0A268F}"/>
              </a:ext>
            </a:extLst>
          </p:cNvPr>
          <p:cNvSpPr>
            <a:spLocks noGrp="1"/>
          </p:cNvSpPr>
          <p:nvPr>
            <p:ph type="body" sz="quarter" idx="13" hasCustomPrompt="1"/>
          </p:nvPr>
        </p:nvSpPr>
        <p:spPr>
          <a:xfrm>
            <a:off x="8128000" y="3214124"/>
            <a:ext cx="3474445"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200"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356101"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602E34F2-8AEC-5D82-A459-7615DC29B15F}"/>
              </a:ext>
            </a:extLst>
          </p:cNvPr>
          <p:cNvSpPr>
            <a:spLocks noGrp="1"/>
          </p:cNvSpPr>
          <p:nvPr>
            <p:ph type="body" sz="quarter" idx="19" hasCustomPrompt="1"/>
          </p:nvPr>
        </p:nvSpPr>
        <p:spPr>
          <a:xfrm>
            <a:off x="8134943" y="3521898"/>
            <a:ext cx="3474445"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33156714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856.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Oval 10">
            <a:extLst>
              <a:ext uri="{FF2B5EF4-FFF2-40B4-BE49-F238E27FC236}">
                <a16:creationId xmlns:a16="http://schemas.microsoft.com/office/drawing/2014/main" id="{F3C14C4D-447D-641B-9EE1-BB7D37876DFD}"/>
              </a:ext>
            </a:extLst>
          </p:cNvPr>
          <p:cNvSpPr/>
          <p:nvPr userDrawn="1"/>
        </p:nvSpPr>
        <p:spPr>
          <a:xfrm>
            <a:off x="8769505" y="1609347"/>
            <a:ext cx="2196790" cy="2196790"/>
          </a:xfrm>
          <a:prstGeom prst="ellipse">
            <a:avLst/>
          </a:prstGeom>
          <a:solidFill>
            <a:srgbClr val="8DC8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1A257B80-0E22-6118-D58C-8D479BE856CC}"/>
              </a:ext>
            </a:extLst>
          </p:cNvPr>
          <p:cNvSpPr/>
          <p:nvPr userDrawn="1"/>
        </p:nvSpPr>
        <p:spPr>
          <a:xfrm>
            <a:off x="1216757" y="1609347"/>
            <a:ext cx="2196790" cy="219679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F3C5F4DB-FE2F-3894-3C54-F1395F059BC1}"/>
              </a:ext>
            </a:extLst>
          </p:cNvPr>
          <p:cNvSpPr/>
          <p:nvPr userDrawn="1"/>
        </p:nvSpPr>
        <p:spPr>
          <a:xfrm>
            <a:off x="4997605" y="1609347"/>
            <a:ext cx="2196790" cy="2196790"/>
          </a:xfrm>
          <a:prstGeom prst="ellipse">
            <a:avLst/>
          </a:prstGeom>
          <a:solidFill>
            <a:srgbClr val="CD9B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9037727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857.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2"/>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1"/>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chemeClr val="accent3"/>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838240332"/>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858.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6"/>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5"/>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rgbClr val="8DC8E8"/>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392951494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859.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3413125"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3413125"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6244208"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6244208"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9073133"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9073133"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86028884"/>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860.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2">
    <p:bg>
      <p:bgPr>
        <a:solidFill>
          <a:srgbClr val="F4F3F5"/>
        </a:solidFill>
        <a:effectLst/>
      </p:bgPr>
    </p:bg>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AE4763AA-7A64-C315-54ED-405AA5F28928}"/>
              </a:ext>
            </a:extLst>
          </p:cNvPr>
          <p:cNvSpPr/>
          <p:nvPr userDrawn="1"/>
        </p:nvSpPr>
        <p:spPr bwMode="auto">
          <a:xfrm>
            <a:off x="0" y="0"/>
            <a:ext cx="12192000" cy="1208988"/>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chemeClr val="accent2"/>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7" name="Text Placeholder 11">
            <a:extLst>
              <a:ext uri="{FF2B5EF4-FFF2-40B4-BE49-F238E27FC236}">
                <a16:creationId xmlns:a16="http://schemas.microsoft.com/office/drawing/2014/main" id="{0EA42F63-B2F3-3A38-57BC-24F6164484E0}"/>
              </a:ext>
            </a:extLst>
          </p:cNvPr>
          <p:cNvSpPr>
            <a:spLocks noGrp="1"/>
          </p:cNvSpPr>
          <p:nvPr>
            <p:ph type="body" sz="quarter" idx="16"/>
          </p:nvPr>
        </p:nvSpPr>
        <p:spPr>
          <a:xfrm>
            <a:off x="584200"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9" name="Text Placeholder 7">
            <a:extLst>
              <a:ext uri="{FF2B5EF4-FFF2-40B4-BE49-F238E27FC236}">
                <a16:creationId xmlns:a16="http://schemas.microsoft.com/office/drawing/2014/main" id="{1F284777-927E-F267-62FB-0ADA3AB8ABEF}"/>
              </a:ext>
            </a:extLst>
          </p:cNvPr>
          <p:cNvSpPr>
            <a:spLocks noGrp="1"/>
          </p:cNvSpPr>
          <p:nvPr>
            <p:ph type="body" sz="quarter" idx="14"/>
          </p:nvPr>
        </p:nvSpPr>
        <p:spPr>
          <a:xfrm>
            <a:off x="584200"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11">
            <a:extLst>
              <a:ext uri="{FF2B5EF4-FFF2-40B4-BE49-F238E27FC236}">
                <a16:creationId xmlns:a16="http://schemas.microsoft.com/office/drawing/2014/main" id="{B6D7214D-CF27-5C85-22BE-C501CC3F79F6}"/>
              </a:ext>
            </a:extLst>
          </p:cNvPr>
          <p:cNvSpPr>
            <a:spLocks noGrp="1"/>
          </p:cNvSpPr>
          <p:nvPr>
            <p:ph type="body" sz="quarter" idx="17"/>
          </p:nvPr>
        </p:nvSpPr>
        <p:spPr>
          <a:xfrm>
            <a:off x="3413125"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1" name="Text Placeholder 9">
            <a:extLst>
              <a:ext uri="{FF2B5EF4-FFF2-40B4-BE49-F238E27FC236}">
                <a16:creationId xmlns:a16="http://schemas.microsoft.com/office/drawing/2014/main" id="{D0E08958-F760-A396-6DDC-ADDF12562EFC}"/>
              </a:ext>
            </a:extLst>
          </p:cNvPr>
          <p:cNvSpPr>
            <a:spLocks noGrp="1"/>
          </p:cNvSpPr>
          <p:nvPr>
            <p:ph type="body" sz="quarter" idx="15"/>
          </p:nvPr>
        </p:nvSpPr>
        <p:spPr>
          <a:xfrm>
            <a:off x="3413125"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11">
            <a:extLst>
              <a:ext uri="{FF2B5EF4-FFF2-40B4-BE49-F238E27FC236}">
                <a16:creationId xmlns:a16="http://schemas.microsoft.com/office/drawing/2014/main" id="{2E8EB955-55F0-24FF-CDCC-B5A5FFFC6B4A}"/>
              </a:ext>
            </a:extLst>
          </p:cNvPr>
          <p:cNvSpPr>
            <a:spLocks noGrp="1"/>
          </p:cNvSpPr>
          <p:nvPr>
            <p:ph type="body" sz="quarter" idx="18"/>
          </p:nvPr>
        </p:nvSpPr>
        <p:spPr>
          <a:xfrm>
            <a:off x="6244208"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3" name="Text Placeholder 7">
            <a:extLst>
              <a:ext uri="{FF2B5EF4-FFF2-40B4-BE49-F238E27FC236}">
                <a16:creationId xmlns:a16="http://schemas.microsoft.com/office/drawing/2014/main" id="{36792F0E-DEBA-6C31-5613-59E8E3706BAE}"/>
              </a:ext>
            </a:extLst>
          </p:cNvPr>
          <p:cNvSpPr>
            <a:spLocks noGrp="1"/>
          </p:cNvSpPr>
          <p:nvPr>
            <p:ph type="body" sz="quarter" idx="19"/>
          </p:nvPr>
        </p:nvSpPr>
        <p:spPr>
          <a:xfrm>
            <a:off x="6244208"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11">
            <a:extLst>
              <a:ext uri="{FF2B5EF4-FFF2-40B4-BE49-F238E27FC236}">
                <a16:creationId xmlns:a16="http://schemas.microsoft.com/office/drawing/2014/main" id="{2A858486-2BAB-90FA-E642-5FFCB8955993}"/>
              </a:ext>
            </a:extLst>
          </p:cNvPr>
          <p:cNvSpPr>
            <a:spLocks noGrp="1"/>
          </p:cNvSpPr>
          <p:nvPr>
            <p:ph type="body" sz="quarter" idx="20"/>
          </p:nvPr>
        </p:nvSpPr>
        <p:spPr>
          <a:xfrm>
            <a:off x="9073133"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5" name="Text Placeholder 9">
            <a:extLst>
              <a:ext uri="{FF2B5EF4-FFF2-40B4-BE49-F238E27FC236}">
                <a16:creationId xmlns:a16="http://schemas.microsoft.com/office/drawing/2014/main" id="{6614B332-A4F9-7C7C-FA27-45DE478DA645}"/>
              </a:ext>
            </a:extLst>
          </p:cNvPr>
          <p:cNvSpPr>
            <a:spLocks noGrp="1"/>
          </p:cNvSpPr>
          <p:nvPr>
            <p:ph type="body" sz="quarter" idx="21"/>
          </p:nvPr>
        </p:nvSpPr>
        <p:spPr>
          <a:xfrm>
            <a:off x="9073133"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6914528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861.xml><?xml version="1.0" encoding="utf-8"?>
<p:sldLayout xmlns:a="http://schemas.openxmlformats.org/drawingml/2006/main" xmlns:r="http://schemas.openxmlformats.org/officeDocument/2006/relationships" xmlns:p="http://schemas.openxmlformats.org/presentationml/2006/main" preserve="1" userDrawn="1">
  <p:cSld name="Five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2849007"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5113814"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7378621"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hasCustomPrompt="1"/>
          </p:nvPr>
        </p:nvSpPr>
        <p:spPr>
          <a:xfrm>
            <a:off x="9643428"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25195852"/>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862.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p:txBody>
          <a:bodyPr/>
          <a:lstStyle/>
          <a:p>
            <a:r>
              <a:rPr lang="en-US"/>
              <a:t>Click to edit title style</a:t>
            </a:r>
          </a:p>
        </p:txBody>
      </p:sp>
    </p:spTree>
    <p:extLst>
      <p:ext uri="{BB962C8B-B14F-4D97-AF65-F5344CB8AC3E}">
        <p14:creationId xmlns:p14="http://schemas.microsoft.com/office/powerpoint/2010/main" val="320474966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6">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0">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863.xml><?xml version="1.0" encoding="utf-8"?>
<p:sldLayout xmlns:a="http://schemas.openxmlformats.org/drawingml/2006/main" xmlns:r="http://schemas.openxmlformats.org/officeDocument/2006/relationships" xmlns:p="http://schemas.openxmlformats.org/presentationml/2006/main" preserve="1" userDrawn="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4" y="2875002"/>
            <a:ext cx="4127692" cy="1107996"/>
          </a:xfrm>
        </p:spPr>
        <p:txBody>
          <a:bodyPr wrap="square" anchor="ctr">
            <a:spAutoFit/>
          </a:bodyPr>
          <a:lstStyle/>
          <a:p>
            <a:r>
              <a:rPr lang="en-US"/>
              <a:t>Click to edit title style</a:t>
            </a:r>
          </a:p>
        </p:txBody>
      </p:sp>
    </p:spTree>
    <p:extLst>
      <p:ext uri="{BB962C8B-B14F-4D97-AF65-F5344CB8AC3E}">
        <p14:creationId xmlns:p14="http://schemas.microsoft.com/office/powerpoint/2010/main" val="3078607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864.xml><?xml version="1.0" encoding="utf-8"?>
<p:sldLayout xmlns:a="http://schemas.openxmlformats.org/drawingml/2006/main" xmlns:r="http://schemas.openxmlformats.org/officeDocument/2006/relationships" xmlns:p="http://schemas.openxmlformats.org/presentationml/2006/main"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Tree>
    <p:extLst>
      <p:ext uri="{BB962C8B-B14F-4D97-AF65-F5344CB8AC3E}">
        <p14:creationId xmlns:p14="http://schemas.microsoft.com/office/powerpoint/2010/main" val="250768035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865.xml><?xml version="1.0" encoding="utf-8"?>
<p:sldLayout xmlns:a="http://schemas.openxmlformats.org/drawingml/2006/main" xmlns:r="http://schemas.openxmlformats.org/officeDocument/2006/relationships" xmlns:p="http://schemas.openxmlformats.org/presentationml/2006/main" preserve="1" userDrawn="1">
  <p:cSld name="Title - spli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2" y="457200"/>
            <a:ext cx="5687568" cy="553998"/>
          </a:xfrm>
        </p:spPr>
        <p:txBody>
          <a:bodyPr/>
          <a:lstStyle/>
          <a:p>
            <a:r>
              <a:rPr lang="en-US"/>
              <a:t>Click to edit title style</a:t>
            </a:r>
          </a:p>
        </p:txBody>
      </p:sp>
      <p:sp>
        <p:nvSpPr>
          <p:cNvPr id="4" name="Rectangle 3">
            <a:extLst>
              <a:ext uri="{FF2B5EF4-FFF2-40B4-BE49-F238E27FC236}">
                <a16:creationId xmlns:a16="http://schemas.microsoft.com/office/drawing/2014/main" id="{66ED9561-2D36-C7A9-8121-647D44F28482}"/>
              </a:ext>
              <a:ext uri="{C183D7F6-B498-43B3-948B-1728B52AA6E4}">
                <adec:decorative xmlns:adec="http://schemas.microsoft.com/office/drawing/2017/decorative" val="1"/>
              </a:ext>
            </a:extLst>
          </p:cNvPr>
          <p:cNvSpPr/>
          <p:nvPr userDrawn="1"/>
        </p:nvSpPr>
        <p:spPr bwMode="auto">
          <a:xfrm>
            <a:off x="6858000" y="0"/>
            <a:ext cx="5333999" cy="6858000"/>
          </a:xfrm>
          <a:prstGeom prst="rect">
            <a:avLst/>
          </a:prstGeom>
          <a:solidFill>
            <a:schemeClr val="bg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err="1">
              <a:ln>
                <a:noFill/>
              </a:ln>
              <a:solidFill>
                <a:srgbClr val="FFFFFF"/>
              </a:soli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69599528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866.xml><?xml version="1.0" encoding="utf-8"?>
<p:sldLayout xmlns:a="http://schemas.openxmlformats.org/drawingml/2006/main" xmlns:r="http://schemas.openxmlformats.org/officeDocument/2006/relationships" xmlns:p="http://schemas.openxmlformats.org/presentationml/2006/main" preserve="1" userDrawn="1">
  <p:cSld name="Title - 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453303"/>
            <a:ext cx="4158362" cy="430887"/>
          </a:xfrm>
        </p:spPr>
        <p:txBody>
          <a:bodyPr anchor="b"/>
          <a:lstStyle>
            <a:lvl1pPr>
              <a:defRPr sz="2800"/>
            </a:lvl1pPr>
          </a:lstStyle>
          <a:p>
            <a:r>
              <a:rPr lang="en-US"/>
              <a:t>Click to edit title style</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1971020"/>
            <a:ext cx="4162425" cy="307777"/>
          </a:xfrm>
        </p:spPr>
        <p:txBody>
          <a:bodyPr/>
          <a:lstStyle>
            <a:lvl1pPr marL="0" indent="0">
              <a:lnSpc>
                <a:spcPts val="2400"/>
              </a:lnSpc>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8" name="Text Placeholder 4">
            <a:extLst>
              <a:ext uri="{FF2B5EF4-FFF2-40B4-BE49-F238E27FC236}">
                <a16:creationId xmlns:a16="http://schemas.microsoft.com/office/drawing/2014/main" id="{AA4A25BE-EEC4-2D45-6B51-A6D5FDC0CD9E}"/>
              </a:ext>
            </a:extLst>
          </p:cNvPr>
          <p:cNvSpPr>
            <a:spLocks noGrp="1"/>
          </p:cNvSpPr>
          <p:nvPr>
            <p:ph type="body" sz="quarter" idx="13" hasCustomPrompt="1"/>
          </p:nvPr>
        </p:nvSpPr>
        <p:spPr>
          <a:xfrm>
            <a:off x="586062" y="3084755"/>
            <a:ext cx="4167188"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9" name="Text Placeholder 4">
            <a:extLst>
              <a:ext uri="{FF2B5EF4-FFF2-40B4-BE49-F238E27FC236}">
                <a16:creationId xmlns:a16="http://schemas.microsoft.com/office/drawing/2014/main" id="{B898ECC2-F025-9F52-FDDA-2757DC69BA28}"/>
              </a:ext>
            </a:extLst>
          </p:cNvPr>
          <p:cNvSpPr>
            <a:spLocks noGrp="1"/>
          </p:cNvSpPr>
          <p:nvPr>
            <p:ph type="body" sz="quarter" idx="17" hasCustomPrompt="1"/>
          </p:nvPr>
        </p:nvSpPr>
        <p:spPr>
          <a:xfrm>
            <a:off x="584200" y="3392529"/>
            <a:ext cx="4167188" cy="1598771"/>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AB1F49BE-32CF-300B-48DC-B74CA09F2E96}"/>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2432088536"/>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28">
          <p15:clr>
            <a:srgbClr val="A4A3A4"/>
          </p15:clr>
        </p15:guide>
      </p15:sldGuideLst>
    </p:ext>
  </p:extLst>
</p:sldLayout>
</file>

<file path=ppt/slideLayouts/slideLayout867.xml><?xml version="1.0" encoding="utf-8"?>
<p:sldLayout xmlns:a="http://schemas.openxmlformats.org/drawingml/2006/main" xmlns:r="http://schemas.openxmlformats.org/officeDocument/2006/relationships" xmlns:p="http://schemas.openxmlformats.org/presentationml/2006/main" preserve="1" userDrawn="1">
  <p:cSld name="Title - Square Photo 2">
    <p:bg>
      <p:bgPr>
        <a:solidFill>
          <a:schemeClr val="bg2"/>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3535540"/>
            <a:ext cx="4162425" cy="307777"/>
          </a:xfrm>
        </p:spPr>
        <p:txBody>
          <a:bodyPr/>
          <a:lstStyle>
            <a:lvl1pPr marL="0" indent="0">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327750147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868.xml><?xml version="1.0" encoding="utf-8"?>
<p:sldLayout xmlns:a="http://schemas.openxmlformats.org/drawingml/2006/main" xmlns:r="http://schemas.openxmlformats.org/officeDocument/2006/relationships" xmlns:p="http://schemas.openxmlformats.org/presentationml/2006/main" preserve="1" userDrawn="1">
  <p:cSld name="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hasCustomPrompt="1"/>
          </p:nvPr>
        </p:nvSpPr>
        <p:spPr>
          <a:xfrm>
            <a:off x="588263" y="2873414"/>
            <a:ext cx="4159950" cy="1107996"/>
          </a:xfrm>
        </p:spPr>
        <p:txBody>
          <a:bodyPr anchor="ct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59072879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869.xml><?xml version="1.0" encoding="utf-8"?>
<p:sldLayout xmlns:a="http://schemas.openxmlformats.org/drawingml/2006/main" xmlns:r="http://schemas.openxmlformats.org/officeDocument/2006/relationships" xmlns:p="http://schemas.openxmlformats.org/presentationml/2006/main" preserve="1" userDrawn="1">
  <p:cSld name="Square Photo 2">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738664"/>
          </a:xfrm>
        </p:spPr>
        <p:txBody>
          <a:bodyPr anchor="t"/>
          <a:lstStyle>
            <a:lvl1pPr>
              <a:defRPr sz="24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552095664"/>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870.xml><?xml version="1.0" encoding="utf-8"?>
<p:sldLayout xmlns:a="http://schemas.openxmlformats.org/drawingml/2006/main" xmlns:r="http://schemas.openxmlformats.org/officeDocument/2006/relationships" xmlns:p="http://schemas.openxmlformats.org/presentationml/2006/main" preserve="1" userDrawn="1">
  <p:cSld name="Photo full bleed">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5159207"/>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871.xml><?xml version="1.0" encoding="utf-8"?>
<p:sldLayout xmlns:a="http://schemas.openxmlformats.org/drawingml/2006/main" xmlns:r="http://schemas.openxmlformats.org/officeDocument/2006/relationships" xmlns:p="http://schemas.openxmlformats.org/presentationml/2006/main" preserve="1" userDrawn="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200" spc="0">
                <a:solidFill>
                  <a:srgbClr val="FFFFFF"/>
                </a:solidFill>
              </a:defRPr>
            </a:lvl1pPr>
          </a:lstStyle>
          <a:p>
            <a:r>
              <a:rPr lang="en-US"/>
              <a:t>Click to edit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9917259"/>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872.xml><?xml version="1.0" encoding="utf-8"?>
<p:sldLayout xmlns:a="http://schemas.openxmlformats.org/drawingml/2006/main" xmlns:r="http://schemas.openxmlformats.org/officeDocument/2006/relationships" xmlns:p="http://schemas.openxmlformats.org/presentationml/2006/main" preserve="1" userDrawn="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627371179"/>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873.xml><?xml version="1.0" encoding="utf-8"?>
<p:sldLayout xmlns:a="http://schemas.openxmlformats.org/drawingml/2006/main" xmlns:r="http://schemas.openxmlformats.org/officeDocument/2006/relationships" xmlns:p="http://schemas.openxmlformats.org/presentationml/2006/main" preserve="1" userDrawn="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617601740"/>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874.xml><?xml version="1.0" encoding="utf-8"?>
<p:sldLayout xmlns:a="http://schemas.openxmlformats.org/drawingml/2006/main" xmlns:r="http://schemas.openxmlformats.org/officeDocument/2006/relationships" xmlns:p="http://schemas.openxmlformats.org/presentationml/2006/main" preserve="1" userDrawn="1">
  <p:cSld name="Top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hasCustomPrompt="1"/>
          </p:nvPr>
        </p:nvSpPr>
        <p:spPr>
          <a:xfrm>
            <a:off x="588263" y="5436128"/>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66885463"/>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875.xml><?xml version="1.0" encoding="utf-8"?>
<p:sldLayout xmlns:a="http://schemas.openxmlformats.org/drawingml/2006/main" xmlns:r="http://schemas.openxmlformats.org/officeDocument/2006/relationships" xmlns:p="http://schemas.openxmlformats.org/presentationml/2006/main" preserve="1" userDrawn="1">
  <p:cSld name="Bottom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hasCustomPrompt="1"/>
          </p:nvPr>
        </p:nvSpPr>
        <p:spPr>
          <a:xfrm>
            <a:off x="588263" y="866287"/>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14112850"/>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876.xml><?xml version="1.0" encoding="utf-8"?>
<p:sldLayout xmlns:a="http://schemas.openxmlformats.org/drawingml/2006/main" xmlns:r="http://schemas.openxmlformats.org/officeDocument/2006/relationships" xmlns:p="http://schemas.openxmlformats.org/presentationml/2006/main" preserve="1" userDrawn="1">
  <p:cSld name="Two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4199"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prstGeom prst="roundRect">
            <a:avLst>
              <a:gd name="adj" fmla="val 8178"/>
            </a:avLst>
          </a:prstGeom>
          <a:blipFill>
            <a:blip r:embed="rId2"/>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1860"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prstGeom prst="roundRect">
            <a:avLst>
              <a:gd name="adj" fmla="val 7612"/>
            </a:avLst>
          </a:prstGeom>
          <a:blipFill>
            <a:blip r:embed="rId3"/>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807229046"/>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877.xml><?xml version="1.0" encoding="utf-8"?>
<p:sldLayout xmlns:a="http://schemas.openxmlformats.org/drawingml/2006/main" xmlns:r="http://schemas.openxmlformats.org/officeDocument/2006/relationships" xmlns:p="http://schemas.openxmlformats.org/presentationml/2006/main" preserve="1" userDrawn="1">
  <p:cSld name="Three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89540135"/>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878.xml><?xml version="1.0" encoding="utf-8"?>
<p:sldLayout xmlns:a="http://schemas.openxmlformats.org/drawingml/2006/main" xmlns:r="http://schemas.openxmlformats.org/officeDocument/2006/relationships" xmlns:p="http://schemas.openxmlformats.org/presentationml/2006/main" preserve="1" userDrawn="1">
  <p:cSld name="Three picture with subtitl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1332631"/>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1332631"/>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1332631"/>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4">
            <a:extLst>
              <a:ext uri="{FF2B5EF4-FFF2-40B4-BE49-F238E27FC236}">
                <a16:creationId xmlns:a16="http://schemas.microsoft.com/office/drawing/2014/main" id="{2BFE283E-20EE-6783-BD84-82B4E8AD3588}"/>
              </a:ext>
            </a:extLst>
          </p:cNvPr>
          <p:cNvSpPr>
            <a:spLocks noGrp="1"/>
          </p:cNvSpPr>
          <p:nvPr>
            <p:ph type="body" sz="quarter" idx="19" hasCustomPrompt="1"/>
          </p:nvPr>
        </p:nvSpPr>
        <p:spPr>
          <a:xfrm>
            <a:off x="584200"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4F92DA75-7E4D-567F-ECD8-2CA3158E6DF4}"/>
              </a:ext>
            </a:extLst>
          </p:cNvPr>
          <p:cNvSpPr>
            <a:spLocks noGrp="1"/>
          </p:cNvSpPr>
          <p:nvPr>
            <p:ph type="body" sz="quarter" idx="20" hasCustomPrompt="1"/>
          </p:nvPr>
        </p:nvSpPr>
        <p:spPr>
          <a:xfrm>
            <a:off x="4356101"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8" name="Text Placeholder 4">
            <a:extLst>
              <a:ext uri="{FF2B5EF4-FFF2-40B4-BE49-F238E27FC236}">
                <a16:creationId xmlns:a16="http://schemas.microsoft.com/office/drawing/2014/main" id="{1341BE00-329F-B62F-D11D-64896AE5DD0E}"/>
              </a:ext>
            </a:extLst>
          </p:cNvPr>
          <p:cNvSpPr>
            <a:spLocks noGrp="1"/>
          </p:cNvSpPr>
          <p:nvPr>
            <p:ph type="body" sz="quarter" idx="21" hasCustomPrompt="1"/>
          </p:nvPr>
        </p:nvSpPr>
        <p:spPr>
          <a:xfrm>
            <a:off x="8134943" y="5354468"/>
            <a:ext cx="3474445"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721669192"/>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879.xml><?xml version="1.0" encoding="utf-8"?>
<p:sldLayout xmlns:a="http://schemas.openxmlformats.org/drawingml/2006/main" xmlns:r="http://schemas.openxmlformats.org/officeDocument/2006/relationships" xmlns:p="http://schemas.openxmlformats.org/presentationml/2006/main" preserve="1" userDrawn="1">
  <p:cSld name="Four picture content">
    <p:bg>
      <p:bgPr>
        <a:solidFill>
          <a:srgbClr val="F4F3F5"/>
        </a:solidFill>
        <a:effectLst/>
      </p:bgPr>
    </p:bg>
    <p:spTree>
      <p:nvGrpSpPr>
        <p:cNvPr id="1" name=""/>
        <p:cNvGrpSpPr/>
        <p:nvPr/>
      </p:nvGrpSpPr>
      <p:grpSpPr>
        <a:xfrm>
          <a:off x="0" y="0"/>
          <a:ext cx="0" cy="0"/>
          <a:chOff x="0" y="0"/>
          <a:chExt cx="0" cy="0"/>
        </a:xfrm>
      </p:grpSpPr>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prstGeom prst="roundRect">
            <a:avLst>
              <a:gd name="adj" fmla="val 9291"/>
            </a:avLst>
          </a:prstGeo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prstGeom prst="roundRect">
            <a:avLst>
              <a:gd name="adj" fmla="val 9680"/>
            </a:avLst>
          </a:prstGeo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prstGeom prst="roundRect">
            <a:avLst>
              <a:gd name="adj" fmla="val 9679"/>
            </a:avLst>
          </a:prstGeo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prstGeom prst="roundRect">
            <a:avLst>
              <a:gd name="adj" fmla="val 9680"/>
            </a:avLst>
          </a:prstGeo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3413908"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5204"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hasCustomPrompt="1"/>
          </p:nvPr>
        </p:nvSpPr>
        <p:spPr>
          <a:xfrm>
            <a:off x="9076500"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Tree>
    <p:extLst>
      <p:ext uri="{BB962C8B-B14F-4D97-AF65-F5344CB8AC3E}">
        <p14:creationId xmlns:p14="http://schemas.microsoft.com/office/powerpoint/2010/main" val="3906914797"/>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880.xml><?xml version="1.0" encoding="utf-8"?>
<p:sldLayout xmlns:a="http://schemas.openxmlformats.org/drawingml/2006/main" xmlns:r="http://schemas.openxmlformats.org/officeDocument/2006/relationships" xmlns:p="http://schemas.openxmlformats.org/presentationml/2006/main" preserve="1" userDrawn="1">
  <p:cSld name="Two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6714744"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8CE10F07-B8D9-4B69-A567-8BEDE6973D9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87595012"/>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881.xml><?xml version="1.0" encoding="utf-8"?>
<p:sldLayout xmlns:a="http://schemas.openxmlformats.org/drawingml/2006/main" xmlns:r="http://schemas.openxmlformats.org/officeDocument/2006/relationships" xmlns:p="http://schemas.openxmlformats.org/presentationml/2006/main" preserve="1" userDrawn="1">
  <p:cSld name="Thre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2"/>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4669536" y="4799409"/>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8753856" y="479941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025569780"/>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882.xml><?xml version="1.0" encoding="utf-8"?>
<p:sldLayout xmlns:a="http://schemas.openxmlformats.org/drawingml/2006/main" xmlns:r="http://schemas.openxmlformats.org/officeDocument/2006/relationships" xmlns:p="http://schemas.openxmlformats.org/presentationml/2006/main" preserve="1" userDrawn="1">
  <p:cSld name="Four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3649472"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6713728" y="479941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9777984"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803520036"/>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883.xml><?xml version="1.0" encoding="utf-8"?>
<p:sldLayout xmlns:a="http://schemas.openxmlformats.org/drawingml/2006/main" xmlns:r="http://schemas.openxmlformats.org/officeDocument/2006/relationships" xmlns:p="http://schemas.openxmlformats.org/presentationml/2006/main" preserve="1" userDrawn="1">
  <p:cSld name="Fiv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292608" y="4800600"/>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2743962" y="4799409"/>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5195316" y="4799410"/>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7646670"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hasCustomPrompt="1"/>
          </p:nvPr>
        </p:nvSpPr>
        <p:spPr>
          <a:xfrm>
            <a:off x="10098024"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20176245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884.xml><?xml version="1.0" encoding="utf-8"?>
<p:sldLayout xmlns:a="http://schemas.openxmlformats.org/drawingml/2006/main" xmlns:r="http://schemas.openxmlformats.org/officeDocument/2006/relationships" xmlns:p="http://schemas.openxmlformats.org/presentationml/2006/main" preserve="1" userDrawn="1">
  <p:cSld name="Thre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9747"/>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2037906"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4939284"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7840663"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57734870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885.xml><?xml version="1.0" encoding="utf-8"?>
<p:sldLayout xmlns:a="http://schemas.openxmlformats.org/drawingml/2006/main" xmlns:r="http://schemas.openxmlformats.org/officeDocument/2006/relationships" xmlns:p="http://schemas.openxmlformats.org/presentationml/2006/main" preserve="1" userDrawn="1">
  <p:cSld name="Four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348725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63903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9293351"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7342212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886.xml><?xml version="1.0" encoding="utf-8"?>
<p:sldLayout xmlns:a="http://schemas.openxmlformats.org/drawingml/2006/main" xmlns:r="http://schemas.openxmlformats.org/officeDocument/2006/relationships" xmlns:p="http://schemas.openxmlformats.org/presentationml/2006/main" preserve="1" userDrawn="1">
  <p:cSld name="Fiv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2905506"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5227320" y="4235451"/>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7548118"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hasCustomPrompt="1"/>
          </p:nvPr>
        </p:nvSpPr>
        <p:spPr>
          <a:xfrm>
            <a:off x="9869423"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44772515"/>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887.xml><?xml version="1.0" encoding="utf-8"?>
<p:sldLayout xmlns:a="http://schemas.openxmlformats.org/drawingml/2006/main" xmlns:r="http://schemas.openxmlformats.org/officeDocument/2006/relationships" xmlns:p="http://schemas.openxmlformats.org/presentationml/2006/main" preserve="1" userDrawn="1">
  <p:cSld name="Title and text side by sid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hasCustomPrompt="1"/>
          </p:nvPr>
        </p:nvSpPr>
        <p:spPr>
          <a:xfrm>
            <a:off x="4356100" y="2309812"/>
            <a:ext cx="7253288" cy="3959225"/>
          </a:xfrm>
        </p:spPr>
        <p:txBody>
          <a:bodyPr anchor="t"/>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948370C-2FF9-EB05-1275-F0B9E34E40E3}"/>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2573620"/>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888.xml><?xml version="1.0" encoding="utf-8"?>
<p:sldLayout xmlns:a="http://schemas.openxmlformats.org/drawingml/2006/main" xmlns:r="http://schemas.openxmlformats.org/officeDocument/2006/relationships" xmlns:p="http://schemas.openxmlformats.org/presentationml/2006/main" preserve="1" userDrawn="1">
  <p:cSld name="Title and text side by side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FD366496-0526-A79B-C195-310BDEC5329D}"/>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8B9282B-2098-430D-B57F-67ED8C920ADA}"/>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F917A19-5353-F019-737D-CB017D70B4F9}"/>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9" name="Text Placeholder 2">
            <a:extLst>
              <a:ext uri="{FF2B5EF4-FFF2-40B4-BE49-F238E27FC236}">
                <a16:creationId xmlns:a16="http://schemas.microsoft.com/office/drawing/2014/main" id="{E9EDB421-EDBF-FF28-16C9-56834DF21C4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20" name="Text Placeholder 2">
            <a:extLst>
              <a:ext uri="{FF2B5EF4-FFF2-40B4-BE49-F238E27FC236}">
                <a16:creationId xmlns:a16="http://schemas.microsoft.com/office/drawing/2014/main" id="{8C86039A-AC59-0AA2-3B10-E7EE56A2CD57}"/>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84126602"/>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889.xml><?xml version="1.0" encoding="utf-8"?>
<p:sldLayout xmlns:a="http://schemas.openxmlformats.org/drawingml/2006/main" xmlns:r="http://schemas.openxmlformats.org/officeDocument/2006/relationships" xmlns:p="http://schemas.openxmlformats.org/presentationml/2006/main" preserve="1" userDrawn="1">
  <p:cSld name="Title and text side by side 3">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hasCustomPrompt="1"/>
          </p:nvPr>
        </p:nvSpPr>
        <p:spPr>
          <a:xfrm>
            <a:off x="4941888" y="585789"/>
            <a:ext cx="6667500" cy="5683248"/>
          </a:xfrm>
        </p:spPr>
        <p:txBody>
          <a:bodyPr anchor="ctr"/>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082075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890.xml><?xml version="1.0" encoding="utf-8"?>
<p:sldLayout xmlns:a="http://schemas.openxmlformats.org/drawingml/2006/main" xmlns:r="http://schemas.openxmlformats.org/officeDocument/2006/relationships" xmlns:p="http://schemas.openxmlformats.org/presentationml/2006/main" preserve="1" userDrawn="1">
  <p:cSld name="Title and text side by side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EFC8378B-6E45-F469-0519-68B9FC5BEEA8}"/>
              </a:ext>
            </a:extLst>
          </p:cNvPr>
          <p:cNvSpPr>
            <a:spLocks noGrp="1"/>
          </p:cNvSpPr>
          <p:nvPr>
            <p:ph type="body" sz="quarter" idx="11" hasCustomPrompt="1"/>
          </p:nvPr>
        </p:nvSpPr>
        <p:spPr>
          <a:xfrm>
            <a:off x="5654082" y="1857800"/>
            <a:ext cx="5966418"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6" name="Text Placeholder 2">
            <a:extLst>
              <a:ext uri="{FF2B5EF4-FFF2-40B4-BE49-F238E27FC236}">
                <a16:creationId xmlns:a16="http://schemas.microsoft.com/office/drawing/2014/main" id="{6763BA2C-322D-A7E8-7431-EF84FFCD9B12}"/>
              </a:ext>
            </a:extLst>
          </p:cNvPr>
          <p:cNvSpPr>
            <a:spLocks noGrp="1"/>
          </p:cNvSpPr>
          <p:nvPr>
            <p:ph type="body" sz="quarter" idx="25" hasCustomPrompt="1"/>
          </p:nvPr>
        </p:nvSpPr>
        <p:spPr>
          <a:xfrm>
            <a:off x="5095668" y="1857800"/>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233279391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891.xml><?xml version="1.0" encoding="utf-8"?>
<p:sldLayout xmlns:a="http://schemas.openxmlformats.org/drawingml/2006/main" xmlns:r="http://schemas.openxmlformats.org/officeDocument/2006/relationships" xmlns:p="http://schemas.openxmlformats.org/presentationml/2006/main" preserve="1" userDrawn="1">
  <p:cSld name="Title and text side by side 5">
    <p:bg>
      <p:bgPr>
        <a:solidFill>
          <a:srgbClr val="F4F3F5"/>
        </a:solidFill>
        <a:effectLst/>
      </p:bgPr>
    </p:bg>
    <p:spTree>
      <p:nvGrpSpPr>
        <p:cNvPr id="1" name=""/>
        <p:cNvGrpSpPr/>
        <p:nvPr/>
      </p:nvGrpSpPr>
      <p:grpSpPr>
        <a:xfrm>
          <a:off x="0" y="0"/>
          <a:ext cx="0" cy="0"/>
          <a:chOff x="0" y="0"/>
          <a:chExt cx="0" cy="0"/>
        </a:xfrm>
      </p:grpSpPr>
      <p:cxnSp>
        <p:nvCxnSpPr>
          <p:cNvPr id="36" name="Straight Connector 35">
            <a:extLst>
              <a:ext uri="{FF2B5EF4-FFF2-40B4-BE49-F238E27FC236}">
                <a16:creationId xmlns:a16="http://schemas.microsoft.com/office/drawing/2014/main" id="{50BFCD8B-853E-92A8-FD5C-C5659CCB744A}"/>
              </a:ext>
              <a:ext uri="{C183D7F6-B498-43B3-948B-1728B52AA6E4}">
                <adec:decorative xmlns:adec="http://schemas.microsoft.com/office/drawing/2017/decorative" val="1"/>
              </a:ext>
            </a:extLst>
          </p:cNvPr>
          <p:cNvCxnSpPr>
            <a:cxnSpLocks/>
          </p:cNvCxnSpPr>
          <p:nvPr userDrawn="1"/>
        </p:nvCxnSpPr>
        <p:spPr>
          <a:xfrm>
            <a:off x="584200" y="2019300"/>
            <a:ext cx="3182112" cy="0"/>
          </a:xfrm>
          <a:prstGeom prst="line">
            <a:avLst/>
          </a:prstGeom>
          <a:ln w="76200" cap="rnd">
            <a:gradFill>
              <a:gsLst>
                <a:gs pos="0">
                  <a:schemeClr val="accent1"/>
                </a:gs>
                <a:gs pos="100000">
                  <a:schemeClr val="accent2"/>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1698F6FE-FA89-D09B-0F56-2F89F05F6E1E}"/>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8" name="Text Placeholder 2">
            <a:extLst>
              <a:ext uri="{FF2B5EF4-FFF2-40B4-BE49-F238E27FC236}">
                <a16:creationId xmlns:a16="http://schemas.microsoft.com/office/drawing/2014/main" id="{1DBC7FD1-5168-7C9E-36DD-EFCBEFE2FAC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9" name="Text Placeholder 2">
            <a:extLst>
              <a:ext uri="{FF2B5EF4-FFF2-40B4-BE49-F238E27FC236}">
                <a16:creationId xmlns:a16="http://schemas.microsoft.com/office/drawing/2014/main" id="{AC81A518-CF66-2BAF-FE9A-48CB9F7E9C5C}"/>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3363125809"/>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892.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F4F3F5"/>
        </a:solidFill>
        <a:effectLst/>
      </p:bgPr>
    </p:bg>
    <p:spTree>
      <p:nvGrpSpPr>
        <p:cNvPr id="1" name=""/>
        <p:cNvGrpSpPr/>
        <p:nvPr/>
      </p:nvGrpSpPr>
      <p:grpSpPr>
        <a:xfrm>
          <a:off x="0" y="0"/>
          <a:ext cx="0" cy="0"/>
          <a:chOff x="0" y="0"/>
          <a:chExt cx="0" cy="0"/>
        </a:xfrm>
      </p:grpSpPr>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91438" y="710247"/>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Tree>
    <p:extLst>
      <p:ext uri="{BB962C8B-B14F-4D97-AF65-F5344CB8AC3E}">
        <p14:creationId xmlns:p14="http://schemas.microsoft.com/office/powerpoint/2010/main" val="25868070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893.xml><?xml version="1.0" encoding="utf-8"?>
<p:sldLayout xmlns:a="http://schemas.openxmlformats.org/drawingml/2006/main" xmlns:r="http://schemas.openxmlformats.org/officeDocument/2006/relationships" xmlns:p="http://schemas.openxmlformats.org/presentationml/2006/main" preserve="1" userDrawn="1">
  <p:cSld name="Developer code 2">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userDrawn="1"/>
        </p:nvSpPr>
        <p:spPr bwMode="auto">
          <a:xfrm>
            <a:off x="0" y="1436688"/>
            <a:ext cx="12192000" cy="542131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143668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88263" y="2099310"/>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Tree>
    <p:extLst>
      <p:ext uri="{BB962C8B-B14F-4D97-AF65-F5344CB8AC3E}">
        <p14:creationId xmlns:p14="http://schemas.microsoft.com/office/powerpoint/2010/main" val="11567833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894.xml><?xml version="1.0" encoding="utf-8"?>
<p:sldLayout xmlns:a="http://schemas.openxmlformats.org/drawingml/2006/main" xmlns:r="http://schemas.openxmlformats.org/officeDocument/2006/relationships" xmlns:p="http://schemas.openxmlformats.org/presentationml/2006/main" preserve="1" userDrawn="1">
  <p:cSld name="Developer code bottom">
    <p:bg>
      <p:bgRef idx="1001">
        <a:schemeClr val="bg2"/>
      </p:bgRef>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86390" y="1230681"/>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2827138"/>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282713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3491219"/>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27917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1776">
          <p15:clr>
            <a:srgbClr val="5ACBF0"/>
          </p15:clr>
        </p15:guide>
        <p15:guide id="5" orient="horz" pos="2197">
          <p15:clr>
            <a:srgbClr val="5ACBF0"/>
          </p15:clr>
        </p15:guide>
        <p15:guide id="6" orient="horz" pos="773">
          <p15:clr>
            <a:srgbClr val="5ACBF0"/>
          </p15:clr>
        </p15:guide>
      </p15:sldGuideLst>
    </p:ext>
  </p:extLst>
</p:sldLayout>
</file>

<file path=ppt/slideLayouts/slideLayout895.xml><?xml version="1.0" encoding="utf-8"?>
<p:sldLayout xmlns:a="http://schemas.openxmlformats.org/drawingml/2006/main" xmlns:r="http://schemas.openxmlformats.org/officeDocument/2006/relationships" xmlns:p="http://schemas.openxmlformats.org/presentationml/2006/main" preserve="1" userDrawn="1">
  <p:cSld name="Developer code top">
    <p:bg>
      <p:bgRef idx="1001">
        <a:schemeClr val="bg2"/>
      </p:bgRef>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0"/>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a:xfrm>
            <a:off x="588263" y="4224580"/>
            <a:ext cx="11018520" cy="492443"/>
          </a:xfrm>
        </p:spPr>
        <p:txBody>
          <a:bodyPr/>
          <a:lstStyle>
            <a:lvl1pPr>
              <a:defRPr sz="3200">
                <a:solidFill>
                  <a:schemeClr val="tx1"/>
                </a:solidFill>
              </a:defRPr>
            </a:lvl1pPr>
          </a:lstStyle>
          <a:p>
            <a:r>
              <a:rPr lang="en-US"/>
              <a:t>Click to edit title style</a:t>
            </a: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660508"/>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91152" y="4996505"/>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309321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2661">
          <p15:clr>
            <a:srgbClr val="5ACBF0"/>
          </p15:clr>
        </p15:guide>
        <p15:guide id="5" orient="horz" pos="3147">
          <p15:clr>
            <a:srgbClr val="5ACBF0"/>
          </p15:clr>
        </p15:guide>
        <p15:guide id="6" orient="horz" pos="419">
          <p15:clr>
            <a:srgbClr val="5ACBF0"/>
          </p15:clr>
        </p15:guide>
      </p15:sldGuideLst>
    </p:ext>
  </p:extLst>
</p:sldLayout>
</file>

<file path=ppt/slideLayouts/slideLayout896.xml><?xml version="1.0" encoding="utf-8"?>
<p:sldLayout xmlns:a="http://schemas.openxmlformats.org/drawingml/2006/main" xmlns:r="http://schemas.openxmlformats.org/officeDocument/2006/relationships" xmlns:p="http://schemas.openxmlformats.org/presentationml/2006/main" preserve="1" userDrawn="1">
  <p:cSld name="Developer code right">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82BB27-7DA5-4478-8C18-C1FFEE20AAC1}"/>
              </a:ext>
            </a:extLst>
          </p:cNvPr>
          <p:cNvSpPr>
            <a:spLocks noGrp="1"/>
          </p:cNvSpPr>
          <p:nvPr>
            <p:ph type="title" hasCustomPrompt="1"/>
          </p:nvPr>
        </p:nvSpPr>
        <p:spPr>
          <a:xfrm>
            <a:off x="588263" y="457200"/>
            <a:ext cx="4040887" cy="492443"/>
          </a:xfrm>
        </p:spPr>
        <p:txBody>
          <a:bodyPr/>
          <a:lstStyle>
            <a:lvl1pPr>
              <a:defRPr sz="3200">
                <a:solidFill>
                  <a:schemeClr val="tx1"/>
                </a:solidFill>
              </a:defRPr>
            </a:lvl1pPr>
          </a:lstStyle>
          <a:p>
            <a:r>
              <a:rPr lang="en-US"/>
              <a:t>Click to edit title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588965" y="1338139"/>
            <a:ext cx="4040185"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5211763"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00725" y="709187"/>
            <a:ext cx="5801961" cy="307777"/>
          </a:xfrm>
        </p:spPr>
        <p:txBody>
          <a:bodyPr/>
          <a:lstStyle>
            <a:lvl1pPr marL="0" indent="0">
              <a:buNone/>
              <a:tabLst/>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68270880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897.xml><?xml version="1.0" encoding="utf-8"?>
<p:sldLayout xmlns:a="http://schemas.openxmlformats.org/drawingml/2006/main" xmlns:r="http://schemas.openxmlformats.org/officeDocument/2006/relationships" xmlns:p="http://schemas.openxmlformats.org/presentationml/2006/main" preserve="1" userDrawn="1">
  <p:cSld name="Developer code left">
    <p:bg>
      <p:bgRef idx="1001">
        <a:schemeClr val="bg2"/>
      </p:bgRef>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2"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6BB14A7D-C409-4A7C-9D82-A2E5DBB8AB72}"/>
              </a:ext>
            </a:extLst>
          </p:cNvPr>
          <p:cNvSpPr>
            <a:spLocks noGrp="1"/>
          </p:cNvSpPr>
          <p:nvPr>
            <p:ph type="title" hasCustomPrompt="1"/>
          </p:nvPr>
        </p:nvSpPr>
        <p:spPr>
          <a:xfrm>
            <a:off x="7575549" y="457200"/>
            <a:ext cx="4031233" cy="492443"/>
          </a:xfrm>
        </p:spPr>
        <p:txBody>
          <a:bodyPr/>
          <a:lstStyle>
            <a:lvl1pPr>
              <a:defRPr sz="3200">
                <a:solidFill>
                  <a:schemeClr val="tx1"/>
                </a:solidFill>
              </a:defRPr>
            </a:lvl1pPr>
          </a:lstStyle>
          <a:p>
            <a:r>
              <a:rPr lang="en-US"/>
              <a:t>Click to edit title</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7575550" y="1336675"/>
            <a:ext cx="4033838"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9302251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898.xml><?xml version="1.0" encoding="utf-8"?>
<p:sldLayout xmlns:a="http://schemas.openxmlformats.org/drawingml/2006/main" xmlns:r="http://schemas.openxmlformats.org/officeDocument/2006/relationships" xmlns:p="http://schemas.openxmlformats.org/presentationml/2006/main" preserve="1" userDrawn="1">
  <p:cSld name="Developer code left, image right">
    <p:bg>
      <p:bgPr>
        <a:solidFill>
          <a:srgbClr val="F4F3F5"/>
        </a:solidFill>
        <a:effectLst/>
      </p:bgPr>
    </p:bg>
    <p:spTree>
      <p:nvGrpSpPr>
        <p:cNvPr id="1" name=""/>
        <p:cNvGrpSpPr/>
        <p:nvPr/>
      </p:nvGrpSpPr>
      <p:grpSpPr>
        <a:xfrm>
          <a:off x="0" y="0"/>
          <a:ext cx="0" cy="0"/>
          <a:chOff x="0" y="0"/>
          <a:chExt cx="0" cy="0"/>
        </a:xfrm>
      </p:grpSpPr>
      <p:sp>
        <p:nvSpPr>
          <p:cNvPr id="9" name="Picture Placeholder 7" descr="This photo is a 'placeholder' only. Drag or drop your photo here, or click and tap the center to insert a photo.">
            <a:extLst>
              <a:ext uri="{FF2B5EF4-FFF2-40B4-BE49-F238E27FC236}">
                <a16:creationId xmlns:a16="http://schemas.microsoft.com/office/drawing/2014/main" id="{8456ECE7-2FD2-0E8A-D0BD-61173814D9B7}"/>
              </a:ext>
            </a:extLst>
          </p:cNvPr>
          <p:cNvSpPr>
            <a:spLocks noGrp="1"/>
          </p:cNvSpPr>
          <p:nvPr>
            <p:ph type="pic" sz="quarter" idx="10" hasCustomPrompt="1"/>
          </p:nvPr>
        </p:nvSpPr>
        <p:spPr bwMode="ltGray">
          <a:xfrm>
            <a:off x="8490856" y="707231"/>
            <a:ext cx="3116945" cy="5561808"/>
          </a:xfrm>
          <a:prstGeom prst="roundRect">
            <a:avLst>
              <a:gd name="adj" fmla="val 4445"/>
            </a:avLst>
          </a:prstGeom>
          <a:blipFill>
            <a:blip r:embed="rId2"/>
            <a:stretch>
              <a:fillRect l="-107368" r="-109854"/>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410421373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899.xml><?xml version="1.0" encoding="utf-8"?>
<p:sldLayout xmlns:a="http://schemas.openxmlformats.org/drawingml/2006/main" xmlns:r="http://schemas.openxmlformats.org/officeDocument/2006/relationships" xmlns:p="http://schemas.openxmlformats.org/presentationml/2006/main" preserve="1" userDrawn="1">
  <p:cSld name="Device 1">
    <p:bg>
      <p:bgPr>
        <a:solidFill>
          <a:srgbClr val="F4F3F5"/>
        </a:soli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C4B95F29-56C3-4C85-A12B-0B0BE769E70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2" name="Title 1"/>
          <p:cNvSpPr>
            <a:spLocks noGrp="1"/>
          </p:cNvSpPr>
          <p:nvPr>
            <p:ph type="title" hasCustomPrompt="1"/>
          </p:nvPr>
        </p:nvSpPr>
        <p:spPr>
          <a:xfrm>
            <a:off x="584200" y="464817"/>
            <a:ext cx="11023600"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1: one column</a:t>
            </a:r>
          </a:p>
        </p:txBody>
      </p:sp>
      <p:sp>
        <p:nvSpPr>
          <p:cNvPr id="4" name="Text Placeholder 3"/>
          <p:cNvSpPr>
            <a:spLocks noGrp="1"/>
          </p:cNvSpPr>
          <p:nvPr>
            <p:ph type="body" sz="quarter" idx="10" hasCustomPrompt="1"/>
          </p:nvPr>
        </p:nvSpPr>
        <p:spPr>
          <a:xfrm>
            <a:off x="584200" y="1922802"/>
            <a:ext cx="4630006" cy="615553"/>
          </a:xfrm>
          <a:prstGeom prst="rect">
            <a:avLst/>
          </a:prstGeom>
        </p:spPr>
        <p:txBody>
          <a:bodyPr wrap="square" lIns="0" tIns="0" rIns="0" bIns="0">
            <a:spAutoFit/>
          </a:bodyPr>
          <a:lstStyle>
            <a:lvl1pPr marL="0" indent="0">
              <a:lnSpc>
                <a:spcPts val="2400"/>
              </a:lnSpc>
              <a:buNone/>
              <a:defRPr sz="2000" b="0" i="0">
                <a:solidFill>
                  <a:srgbClr val="000000"/>
                </a:solidFill>
                <a:latin typeface="+mn-lt"/>
              </a:defRPr>
            </a:lvl1pPr>
            <a:lvl2pPr marL="224097" indent="0">
              <a:buNone/>
              <a:defRPr/>
            </a:lvl2pPr>
            <a:lvl3pPr marL="448193" indent="0">
              <a:buNone/>
              <a:defRPr/>
            </a:lvl3pPr>
            <a:lvl4pPr marL="672290" indent="0">
              <a:buNone/>
              <a:defRPr/>
            </a:lvl4pPr>
            <a:lvl5pPr marL="896386" indent="0">
              <a:buNone/>
              <a:defRPr/>
            </a:lvl5pPr>
          </a:lstStyle>
          <a:p>
            <a:pPr lvl="0"/>
            <a:r>
              <a:rPr lang="pt-BR"/>
              <a:t>Large subhead Segoe UI Regular 20/24. </a:t>
            </a:r>
            <a:r>
              <a:rPr lang="da-DK"/>
              <a:t>Lorem ipsum dolor sit amet</a:t>
            </a:r>
            <a:r>
              <a:rPr lang="pt-BR"/>
              <a:t>.</a:t>
            </a:r>
            <a:endParaRPr lang="en-US"/>
          </a:p>
        </p:txBody>
      </p:sp>
      <p:sp>
        <p:nvSpPr>
          <p:cNvPr id="5" name="Text Placeholder 4"/>
          <p:cNvSpPr>
            <a:spLocks noGrp="1"/>
          </p:cNvSpPr>
          <p:nvPr>
            <p:ph type="body" sz="quarter" idx="11" hasCustomPrompt="1"/>
          </p:nvPr>
        </p:nvSpPr>
        <p:spPr>
          <a:xfrm>
            <a:off x="584199" y="2707597"/>
            <a:ext cx="4630005" cy="2521331"/>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2" name="Picture Placeholder 11">
            <a:extLst>
              <a:ext uri="{FF2B5EF4-FFF2-40B4-BE49-F238E27FC236}">
                <a16:creationId xmlns:a16="http://schemas.microsoft.com/office/drawing/2014/main" id="{934476FE-7091-4DE7-A55E-3EF5A6569A7D}"/>
              </a:ext>
            </a:extLst>
          </p:cNvPr>
          <p:cNvSpPr>
            <a:spLocks noGrp="1"/>
          </p:cNvSpPr>
          <p:nvPr>
            <p:ph type="pic" sz="quarter" idx="12"/>
          </p:nvPr>
        </p:nvSpPr>
        <p:spPr>
          <a:xfrm>
            <a:off x="6358812" y="1519688"/>
            <a:ext cx="5833188" cy="4343375"/>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690846582"/>
      </p:ext>
    </p:extLst>
  </p:cSld>
  <p:clrMapOvr>
    <a:masterClrMapping/>
  </p:clrMapOvr>
  <p:transition>
    <p:fade/>
  </p:transition>
</p:sldLayout>
</file>

<file path=ppt/slideLayouts/slideLayout900.xml><?xml version="1.0" encoding="utf-8"?>
<p:sldLayout xmlns:a="http://schemas.openxmlformats.org/drawingml/2006/main" xmlns:r="http://schemas.openxmlformats.org/officeDocument/2006/relationships" xmlns:p="http://schemas.openxmlformats.org/presentationml/2006/main" preserve="1" userDrawn="1">
  <p:cSld name="Device 2">
    <p:bg>
      <p:bgPr>
        <a:solidFill>
          <a:srgbClr val="F4F3F5"/>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C99DE98C-91A8-4163-A280-8BB561692C8E}"/>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9" name="Picture Placeholder 11">
            <a:extLst>
              <a:ext uri="{FF2B5EF4-FFF2-40B4-BE49-F238E27FC236}">
                <a16:creationId xmlns:a16="http://schemas.microsoft.com/office/drawing/2014/main" id="{784CA30E-A92E-4E40-944A-73B1CF9EEE0A}"/>
              </a:ext>
            </a:extLst>
          </p:cNvPr>
          <p:cNvSpPr>
            <a:spLocks noGrp="1"/>
          </p:cNvSpPr>
          <p:nvPr>
            <p:ph type="pic" sz="quarter" idx="12"/>
          </p:nvPr>
        </p:nvSpPr>
        <p:spPr>
          <a:xfrm>
            <a:off x="6357959" y="1535104"/>
            <a:ext cx="5834041" cy="4315059"/>
          </a:xfrm>
          <a:prstGeom prst="rect">
            <a:avLst/>
          </a:prstGeom>
        </p:spPr>
        <p:txBody>
          <a:bodyPr anchor="ctr" anchorCtr="0">
            <a:noAutofit/>
          </a:bodyPr>
          <a:lstStyle>
            <a:lvl1pPr algn="ctr">
              <a:defRPr>
                <a:solidFill>
                  <a:srgbClr val="000000"/>
                </a:solidFill>
              </a:defRPr>
            </a:lvl1pPr>
          </a:lstStyle>
          <a:p>
            <a:r>
              <a:rPr lang="en-US"/>
              <a:t>Click icon to add picture</a:t>
            </a:r>
          </a:p>
        </p:txBody>
      </p:sp>
      <p:sp>
        <p:nvSpPr>
          <p:cNvPr id="13" name="Text Placeholder 4">
            <a:extLst>
              <a:ext uri="{FF2B5EF4-FFF2-40B4-BE49-F238E27FC236}">
                <a16:creationId xmlns:a16="http://schemas.microsoft.com/office/drawing/2014/main" id="{8D17D4B4-B6B9-4273-ACCB-7A5ED46F35A8}"/>
              </a:ext>
            </a:extLst>
          </p:cNvPr>
          <p:cNvSpPr>
            <a:spLocks noGrp="1"/>
          </p:cNvSpPr>
          <p:nvPr>
            <p:ph type="body" sz="quarter" idx="11" hasCustomPrompt="1"/>
          </p:nvPr>
        </p:nvSpPr>
        <p:spPr>
          <a:xfrm>
            <a:off x="593750"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4" name="Text Placeholder 4">
            <a:extLst>
              <a:ext uri="{FF2B5EF4-FFF2-40B4-BE49-F238E27FC236}">
                <a16:creationId xmlns:a16="http://schemas.microsoft.com/office/drawing/2014/main" id="{FB204BE2-B985-4315-8D5B-9C54B1074DD6}"/>
              </a:ext>
            </a:extLst>
          </p:cNvPr>
          <p:cNvSpPr>
            <a:spLocks noGrp="1"/>
          </p:cNvSpPr>
          <p:nvPr>
            <p:ph type="body" sz="quarter" idx="13" hasCustomPrompt="1"/>
          </p:nvPr>
        </p:nvSpPr>
        <p:spPr>
          <a:xfrm>
            <a:off x="2521876"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8" name="Text Placeholder 4">
            <a:extLst>
              <a:ext uri="{FF2B5EF4-FFF2-40B4-BE49-F238E27FC236}">
                <a16:creationId xmlns:a16="http://schemas.microsoft.com/office/drawing/2014/main" id="{02963930-27DC-A146-BED0-307A0CE5F43A}"/>
              </a:ext>
            </a:extLst>
          </p:cNvPr>
          <p:cNvSpPr>
            <a:spLocks noGrp="1"/>
          </p:cNvSpPr>
          <p:nvPr>
            <p:ph type="body" sz="quarter" idx="42" hasCustomPrompt="1"/>
          </p:nvPr>
        </p:nvSpPr>
        <p:spPr>
          <a:xfrm>
            <a:off x="59024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9" name="Text Placeholder 4">
            <a:extLst>
              <a:ext uri="{FF2B5EF4-FFF2-40B4-BE49-F238E27FC236}">
                <a16:creationId xmlns:a16="http://schemas.microsoft.com/office/drawing/2014/main" id="{8EE99189-A4FF-8C44-809C-285F33AF913B}"/>
              </a:ext>
            </a:extLst>
          </p:cNvPr>
          <p:cNvSpPr>
            <a:spLocks noGrp="1"/>
          </p:cNvSpPr>
          <p:nvPr>
            <p:ph type="body" sz="quarter" idx="43" hasCustomPrompt="1"/>
          </p:nvPr>
        </p:nvSpPr>
        <p:spPr>
          <a:xfrm>
            <a:off x="252160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Title 1">
            <a:extLst>
              <a:ext uri="{FF2B5EF4-FFF2-40B4-BE49-F238E27FC236}">
                <a16:creationId xmlns:a16="http://schemas.microsoft.com/office/drawing/2014/main" id="{41C62C6E-6C8D-E263-ED20-65125864F2C8}"/>
              </a:ext>
            </a:extLst>
          </p:cNvPr>
          <p:cNvSpPr>
            <a:spLocks noGrp="1"/>
          </p:cNvSpPr>
          <p:nvPr>
            <p:ph type="title" hasCustomPrompt="1"/>
          </p:nvPr>
        </p:nvSpPr>
        <p:spPr>
          <a:xfrm>
            <a:off x="582612" y="462415"/>
            <a:ext cx="11026776"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2: two columns</a:t>
            </a:r>
          </a:p>
        </p:txBody>
      </p:sp>
    </p:spTree>
    <p:extLst>
      <p:ext uri="{BB962C8B-B14F-4D97-AF65-F5344CB8AC3E}">
        <p14:creationId xmlns:p14="http://schemas.microsoft.com/office/powerpoint/2010/main" val="993326050"/>
      </p:ext>
    </p:extLst>
  </p:cSld>
  <p:clrMapOvr>
    <a:masterClrMapping/>
  </p:clrMapOvr>
  <p:transition>
    <p:fade/>
  </p:transition>
</p:sldLayout>
</file>

<file path=ppt/slideLayouts/slideLayout901.xml><?xml version="1.0" encoding="utf-8"?>
<p:sldLayout xmlns:a="http://schemas.openxmlformats.org/drawingml/2006/main" xmlns:r="http://schemas.openxmlformats.org/officeDocument/2006/relationships" xmlns:p="http://schemas.openxmlformats.org/presentationml/2006/main" preserve="1" userDrawn="1">
  <p:cSld name="Device 3">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3</a:t>
            </a:r>
          </a:p>
        </p:txBody>
      </p:sp>
      <p:pic>
        <p:nvPicPr>
          <p:cNvPr id="10" name="Picture 9">
            <a:extLst>
              <a:ext uri="{FF2B5EF4-FFF2-40B4-BE49-F238E27FC236}">
                <a16:creationId xmlns:a16="http://schemas.microsoft.com/office/drawing/2014/main" id="{73CDB1EA-72FB-46B3-89D4-DEE1F2EF724A}"/>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384249" y="486947"/>
            <a:ext cx="10869930" cy="6371053"/>
          </a:xfrm>
          <a:prstGeom prst="rect">
            <a:avLst/>
          </a:prstGeom>
        </p:spPr>
      </p:pic>
      <p:sp>
        <p:nvSpPr>
          <p:cNvPr id="8" name="Picture Placeholder 11">
            <a:extLst>
              <a:ext uri="{FF2B5EF4-FFF2-40B4-BE49-F238E27FC236}">
                <a16:creationId xmlns:a16="http://schemas.microsoft.com/office/drawing/2014/main" id="{0473E679-3B6D-497A-A0F6-454C968B7607}"/>
              </a:ext>
            </a:extLst>
          </p:cNvPr>
          <p:cNvSpPr>
            <a:spLocks noGrp="1"/>
          </p:cNvSpPr>
          <p:nvPr>
            <p:ph type="pic" sz="quarter" idx="12"/>
          </p:nvPr>
        </p:nvSpPr>
        <p:spPr>
          <a:xfrm>
            <a:off x="2293976" y="1599603"/>
            <a:ext cx="7678751" cy="4327960"/>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1165843007"/>
      </p:ext>
    </p:extLst>
  </p:cSld>
  <p:clrMapOvr>
    <a:masterClrMapping/>
  </p:clrMapOvr>
  <p:transition>
    <p:fade/>
  </p:transition>
</p:sldLayout>
</file>

<file path=ppt/slideLayouts/slideLayout902.xml><?xml version="1.0" encoding="utf-8"?>
<p:sldLayout xmlns:a="http://schemas.openxmlformats.org/drawingml/2006/main" xmlns:r="http://schemas.openxmlformats.org/officeDocument/2006/relationships" xmlns:p="http://schemas.openxmlformats.org/presentationml/2006/main" preserve="1" userDrawn="1">
  <p:cSld name="Chart with caption">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Chart layout examples</a:t>
            </a:r>
          </a:p>
        </p:txBody>
      </p:sp>
      <p:sp>
        <p:nvSpPr>
          <p:cNvPr id="5" name="Chart Placeholder 6">
            <a:extLst>
              <a:ext uri="{FF2B5EF4-FFF2-40B4-BE49-F238E27FC236}">
                <a16:creationId xmlns:a16="http://schemas.microsoft.com/office/drawing/2014/main" id="{D9638BF3-12D1-2694-0190-0AB19FCB5432}"/>
              </a:ext>
            </a:extLst>
          </p:cNvPr>
          <p:cNvSpPr>
            <a:spLocks noGrp="1"/>
          </p:cNvSpPr>
          <p:nvPr>
            <p:ph type="chart" sz="quarter" idx="21"/>
          </p:nvPr>
        </p:nvSpPr>
        <p:spPr>
          <a:xfrm>
            <a:off x="584200"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6" name="Text Placeholder 4">
            <a:extLst>
              <a:ext uri="{FF2B5EF4-FFF2-40B4-BE49-F238E27FC236}">
                <a16:creationId xmlns:a16="http://schemas.microsoft.com/office/drawing/2014/main" id="{9FDA6635-EE72-35BC-5065-7C47B07E2AF7}"/>
              </a:ext>
            </a:extLst>
          </p:cNvPr>
          <p:cNvSpPr>
            <a:spLocks noGrp="1"/>
          </p:cNvSpPr>
          <p:nvPr>
            <p:ph type="body" sz="quarter" idx="12" hasCustomPrompt="1"/>
          </p:nvPr>
        </p:nvSpPr>
        <p:spPr>
          <a:xfrm>
            <a:off x="584201" y="5973763"/>
            <a:ext cx="3474720" cy="307777"/>
          </a:xfrm>
          <a:prstGeom prst="rect">
            <a:avLst/>
          </a:prstGeom>
        </p:spPr>
        <p:txBody>
          <a:bodyPr lIns="0" tIns="0" rIns="0" bIns="0"/>
          <a:lstStyle>
            <a:lvl1pPr marL="0" indent="0">
              <a:lnSpc>
                <a:spcPts val="1200"/>
              </a:lnSpc>
              <a:spcBef>
                <a:spcPts val="900"/>
              </a:spcBef>
              <a:buFont typeface="Arial" panose="020B0604020202020204" pitchFamily="34" charset="0"/>
              <a:buNone/>
              <a:defRPr sz="1000" b="0" i="0" spc="0">
                <a:solidFill>
                  <a:srgbClr val="000000"/>
                </a:solidFill>
                <a:latin typeface="+mn-lt"/>
              </a:defRPr>
            </a:lvl1pPr>
            <a:lvl2pPr marL="0" marR="0" indent="0" algn="l" defTabSz="932742" rtl="0" eaLnBrk="1" fontAlgn="auto" latinLnBrk="0" hangingPunct="1">
              <a:lnSpc>
                <a:spcPts val="1200"/>
              </a:lnSpc>
              <a:spcBef>
                <a:spcPts val="450"/>
              </a:spcBef>
              <a:spcAft>
                <a:spcPts val="0"/>
              </a:spcAft>
              <a:buClrTx/>
              <a:buSzPct val="90000"/>
              <a:buFont typeface="Arial" panose="020B0604020202020204" pitchFamily="34" charset="0"/>
              <a:buNone/>
              <a:tabLst/>
              <a:defRPr sz="1000">
                <a:solidFill>
                  <a:schemeClr val="tx1"/>
                </a:solidFill>
              </a:defRPr>
            </a:lvl2pPr>
            <a:lvl3pPr marL="457200" indent="0">
              <a:buNone/>
              <a:defRPr/>
            </a:lvl3pPr>
            <a:lvl4pPr marL="685800" indent="0">
              <a:buNone/>
              <a:defRPr/>
            </a:lvl4pPr>
            <a:lvl5pPr marL="914400" indent="0">
              <a:buNone/>
              <a:defRPr/>
            </a:lvl5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7" name="Text Placeholder 4">
            <a:extLst>
              <a:ext uri="{FF2B5EF4-FFF2-40B4-BE49-F238E27FC236}">
                <a16:creationId xmlns:a16="http://schemas.microsoft.com/office/drawing/2014/main" id="{426EF772-758C-C1A7-A309-173E2AB9C395}"/>
              </a:ext>
            </a:extLst>
          </p:cNvPr>
          <p:cNvSpPr>
            <a:spLocks noGrp="1"/>
          </p:cNvSpPr>
          <p:nvPr>
            <p:ph type="body" sz="quarter" idx="18" hasCustomPrompt="1"/>
          </p:nvPr>
        </p:nvSpPr>
        <p:spPr>
          <a:xfrm>
            <a:off x="4358640"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9" name="Chart Placeholder 6">
            <a:extLst>
              <a:ext uri="{FF2B5EF4-FFF2-40B4-BE49-F238E27FC236}">
                <a16:creationId xmlns:a16="http://schemas.microsoft.com/office/drawing/2014/main" id="{C01D8C54-5478-2BF6-769F-9F0FC6FB57EA}"/>
              </a:ext>
            </a:extLst>
          </p:cNvPr>
          <p:cNvSpPr>
            <a:spLocks noGrp="1"/>
          </p:cNvSpPr>
          <p:nvPr>
            <p:ph type="chart" sz="quarter" idx="22"/>
          </p:nvPr>
        </p:nvSpPr>
        <p:spPr>
          <a:xfrm>
            <a:off x="4358641"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1" name="Chart Placeholder 6">
            <a:extLst>
              <a:ext uri="{FF2B5EF4-FFF2-40B4-BE49-F238E27FC236}">
                <a16:creationId xmlns:a16="http://schemas.microsoft.com/office/drawing/2014/main" id="{657835EA-5000-4043-FCC9-D8A17E147B1F}"/>
              </a:ext>
            </a:extLst>
          </p:cNvPr>
          <p:cNvSpPr>
            <a:spLocks noGrp="1"/>
          </p:cNvSpPr>
          <p:nvPr>
            <p:ph type="chart" sz="quarter" idx="23"/>
          </p:nvPr>
        </p:nvSpPr>
        <p:spPr>
          <a:xfrm>
            <a:off x="8132064"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2" name="Text Placeholder 3">
            <a:extLst>
              <a:ext uri="{FF2B5EF4-FFF2-40B4-BE49-F238E27FC236}">
                <a16:creationId xmlns:a16="http://schemas.microsoft.com/office/drawing/2014/main" id="{D11E6A22-8ABF-B71A-3401-3376773ED9AC}"/>
              </a:ext>
            </a:extLst>
          </p:cNvPr>
          <p:cNvSpPr>
            <a:spLocks noGrp="1"/>
          </p:cNvSpPr>
          <p:nvPr>
            <p:ph type="body" sz="quarter" idx="24" hasCustomPrompt="1"/>
          </p:nvPr>
        </p:nvSpPr>
        <p:spPr>
          <a:xfrm>
            <a:off x="584200"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3" name="Text Placeholder 3">
            <a:extLst>
              <a:ext uri="{FF2B5EF4-FFF2-40B4-BE49-F238E27FC236}">
                <a16:creationId xmlns:a16="http://schemas.microsoft.com/office/drawing/2014/main" id="{608861AB-092C-6472-7C72-ED6E47461F7C}"/>
              </a:ext>
            </a:extLst>
          </p:cNvPr>
          <p:cNvSpPr>
            <a:spLocks noGrp="1"/>
          </p:cNvSpPr>
          <p:nvPr>
            <p:ph type="body" sz="quarter" idx="25" hasCustomPrompt="1"/>
          </p:nvPr>
        </p:nvSpPr>
        <p:spPr>
          <a:xfrm>
            <a:off x="4369751"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4" name="Text Placeholder 3">
            <a:extLst>
              <a:ext uri="{FF2B5EF4-FFF2-40B4-BE49-F238E27FC236}">
                <a16:creationId xmlns:a16="http://schemas.microsoft.com/office/drawing/2014/main" id="{000561FE-DBFA-4AC4-AFCD-6B19B0C28254}"/>
              </a:ext>
            </a:extLst>
          </p:cNvPr>
          <p:cNvSpPr>
            <a:spLocks noGrp="1"/>
          </p:cNvSpPr>
          <p:nvPr>
            <p:ph type="body" sz="quarter" idx="26" hasCustomPrompt="1"/>
          </p:nvPr>
        </p:nvSpPr>
        <p:spPr>
          <a:xfrm>
            <a:off x="8132063"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5" name="Text Placeholder 4">
            <a:extLst>
              <a:ext uri="{FF2B5EF4-FFF2-40B4-BE49-F238E27FC236}">
                <a16:creationId xmlns:a16="http://schemas.microsoft.com/office/drawing/2014/main" id="{ABB165B4-FDFD-ADBC-4A1C-58CA8748A55C}"/>
              </a:ext>
            </a:extLst>
          </p:cNvPr>
          <p:cNvSpPr>
            <a:spLocks noGrp="1"/>
          </p:cNvSpPr>
          <p:nvPr>
            <p:ph type="body" sz="quarter" idx="27" hasCustomPrompt="1"/>
          </p:nvPr>
        </p:nvSpPr>
        <p:spPr>
          <a:xfrm>
            <a:off x="8132063"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Tree>
    <p:extLst>
      <p:ext uri="{BB962C8B-B14F-4D97-AF65-F5344CB8AC3E}">
        <p14:creationId xmlns:p14="http://schemas.microsoft.com/office/powerpoint/2010/main" val="1982342779"/>
      </p:ext>
    </p:extLst>
  </p:cSld>
  <p:clrMapOvr>
    <a:masterClrMapping/>
  </p:clrMapOvr>
  <p:transition>
    <p:fade/>
  </p:transition>
</p:sldLayout>
</file>

<file path=ppt/slideLayouts/slideLayout903.xml><?xml version="1.0" encoding="utf-8"?>
<p:sldLayout xmlns:a="http://schemas.openxmlformats.org/drawingml/2006/main" xmlns:r="http://schemas.openxmlformats.org/officeDocument/2006/relationships" xmlns:p="http://schemas.openxmlformats.org/presentationml/2006/main" preserve="1" userDrawn="1">
  <p:cSld name="Table ">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9F1098-5BDB-3A14-0BC4-F3DC4A76BABB}"/>
              </a:ext>
            </a:extLst>
          </p:cNvPr>
          <p:cNvSpPr>
            <a:spLocks noGrp="1"/>
          </p:cNvSpPr>
          <p:nvPr>
            <p:ph type="title" hasCustomPrompt="1"/>
          </p:nvPr>
        </p:nvSpPr>
        <p:spPr/>
        <p:txBody>
          <a:bodyPr/>
          <a:lstStyle>
            <a:lvl1pPr>
              <a:defRPr/>
            </a:lvl1pPr>
          </a:lstStyle>
          <a:p>
            <a:r>
              <a:rPr lang="en-US"/>
              <a:t>Table layout</a:t>
            </a:r>
          </a:p>
        </p:txBody>
      </p:sp>
      <p:sp>
        <p:nvSpPr>
          <p:cNvPr id="4" name="Table Placeholder 3">
            <a:extLst>
              <a:ext uri="{FF2B5EF4-FFF2-40B4-BE49-F238E27FC236}">
                <a16:creationId xmlns:a16="http://schemas.microsoft.com/office/drawing/2014/main" id="{6DAF7D07-1867-0A94-96A1-88DE5F76DCC0}"/>
              </a:ext>
            </a:extLst>
          </p:cNvPr>
          <p:cNvSpPr>
            <a:spLocks noGrp="1"/>
          </p:cNvSpPr>
          <p:nvPr>
            <p:ph type="tbl" sz="quarter" idx="10"/>
          </p:nvPr>
        </p:nvSpPr>
        <p:spPr>
          <a:xfrm>
            <a:off x="584201" y="2201863"/>
            <a:ext cx="11025188" cy="4067176"/>
          </a:xfrm>
          <a:prstGeom prst="rect">
            <a:avLst/>
          </a:prstGeom>
        </p:spPr>
        <p:txBody>
          <a:bodyPr anchor="ctr" anchorCtr="0"/>
          <a:lstStyle>
            <a:lvl1pPr algn="ctr">
              <a:defRPr/>
            </a:lvl1pPr>
          </a:lstStyle>
          <a:p>
            <a:r>
              <a:rPr lang="en-US"/>
              <a:t>Click icon to add table</a:t>
            </a:r>
          </a:p>
        </p:txBody>
      </p:sp>
    </p:spTree>
    <p:extLst>
      <p:ext uri="{BB962C8B-B14F-4D97-AF65-F5344CB8AC3E}">
        <p14:creationId xmlns:p14="http://schemas.microsoft.com/office/powerpoint/2010/main" val="687834266"/>
      </p:ext>
    </p:extLst>
  </p:cSld>
  <p:clrMapOvr>
    <a:masterClrMapping/>
  </p:clrMapOvr>
  <p:transition>
    <p:fade/>
  </p:transition>
</p:sldLayout>
</file>

<file path=ppt/slideLayouts/slideLayout904.xml><?xml version="1.0" encoding="utf-8"?>
<p:sldLayout xmlns:a="http://schemas.openxmlformats.org/drawingml/2006/main" xmlns:r="http://schemas.openxmlformats.org/officeDocument/2006/relationships" xmlns:p="http://schemas.openxmlformats.org/presentationml/2006/main" preserve="1" userDrawn="1">
  <p:cSld name="Quote slide">
    <p:bg>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68FF295-4867-A99B-E458-6E9396360BC0}"/>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1163637"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1163637"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1163637" y="850900"/>
            <a:ext cx="7256463" cy="3238500"/>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spTree>
    <p:extLst>
      <p:ext uri="{BB962C8B-B14F-4D97-AF65-F5344CB8AC3E}">
        <p14:creationId xmlns:p14="http://schemas.microsoft.com/office/powerpoint/2010/main" val="27085728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905.xml><?xml version="1.0" encoding="utf-8"?>
<p:sldLayout xmlns:a="http://schemas.openxmlformats.org/drawingml/2006/main" xmlns:r="http://schemas.openxmlformats.org/officeDocument/2006/relationships" xmlns:p="http://schemas.openxmlformats.org/presentationml/2006/main" preserve="1" userDrawn="1">
  <p:cSld name="1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A95A0AA-74F0-F906-FF6C-5C3C4846A891}"/>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8" name="Picture 7" descr="Quotation marks">
            <a:extLst>
              <a:ext uri="{FF2B5EF4-FFF2-40B4-BE49-F238E27FC236}">
                <a16:creationId xmlns:a16="http://schemas.microsoft.com/office/drawing/2014/main" id="{04EC2229-8FBE-426A-CDA3-79B76E4E64E9}"/>
              </a:ext>
            </a:extLst>
          </p:cNvPr>
          <p:cNvPicPr>
            <a:picLocks noChangeAspect="1"/>
          </p:cNvPicPr>
          <p:nvPr userDrawn="1"/>
        </p:nvPicPr>
        <p:blipFill>
          <a:blip r:embed="rId3"/>
          <a:stretch>
            <a:fillRect/>
          </a:stretch>
        </p:blipFill>
        <p:spPr bwMode="black">
          <a:xfrm>
            <a:off x="549201" y="1033463"/>
            <a:ext cx="1555824" cy="1392940"/>
          </a:xfrm>
          <a:prstGeom prst="rect">
            <a:avLst/>
          </a:prstGeom>
        </p:spPr>
      </p:pic>
    </p:spTree>
    <p:extLst>
      <p:ext uri="{BB962C8B-B14F-4D97-AF65-F5344CB8AC3E}">
        <p14:creationId xmlns:p14="http://schemas.microsoft.com/office/powerpoint/2010/main" val="245950691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906.xml><?xml version="1.0" encoding="utf-8"?>
<p:sldLayout xmlns:a="http://schemas.openxmlformats.org/drawingml/2006/main" xmlns:r="http://schemas.openxmlformats.org/officeDocument/2006/relationships" xmlns:p="http://schemas.openxmlformats.org/presentationml/2006/main" preserve="1" userDrawn="1">
  <p:cSld name="2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EE79450-F76B-B7C6-BF65-EFBA04ADB473}"/>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11" name="Picture 10" descr="Quotation marks">
            <a:extLst>
              <a:ext uri="{FF2B5EF4-FFF2-40B4-BE49-F238E27FC236}">
                <a16:creationId xmlns:a16="http://schemas.microsoft.com/office/drawing/2014/main" id="{3425CD53-2A7D-2007-E862-FDADC36307A1}"/>
              </a:ext>
            </a:extLst>
          </p:cNvPr>
          <p:cNvPicPr>
            <a:picLocks noChangeAspect="1"/>
          </p:cNvPicPr>
          <p:nvPr userDrawn="1"/>
        </p:nvPicPr>
        <p:blipFill>
          <a:blip r:embed="rId3"/>
          <a:srcRect/>
          <a:stretch/>
        </p:blipFill>
        <p:spPr bwMode="black">
          <a:xfrm>
            <a:off x="564441" y="1042185"/>
            <a:ext cx="1271081" cy="1132055"/>
          </a:xfrm>
          <a:prstGeom prst="rect">
            <a:avLst/>
          </a:prstGeom>
        </p:spPr>
      </p:pic>
    </p:spTree>
    <p:extLst>
      <p:ext uri="{BB962C8B-B14F-4D97-AF65-F5344CB8AC3E}">
        <p14:creationId xmlns:p14="http://schemas.microsoft.com/office/powerpoint/2010/main" val="422430217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907.xml><?xml version="1.0" encoding="utf-8"?>
<p:sldLayout xmlns:a="http://schemas.openxmlformats.org/drawingml/2006/main" xmlns:r="http://schemas.openxmlformats.org/officeDocument/2006/relationships" xmlns:p="http://schemas.openxmlformats.org/presentationml/2006/main" preserve="1" userDrawn="1">
  <p:cSld name="Section Titl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8C42C5-9D1B-8547-8199-B0D8C17707CB}"/>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5" y="3091208"/>
            <a:ext cx="4773168"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86576453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908.xml><?xml version="1.0" encoding="utf-8"?>
<p:sldLayout xmlns:a="http://schemas.openxmlformats.org/drawingml/2006/main" xmlns:r="http://schemas.openxmlformats.org/officeDocument/2006/relationships" xmlns:p="http://schemas.openxmlformats.org/presentationml/2006/main" preserve="1" userDrawn="1">
  <p:cSld name="Demo slid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2A6AA0B9-027D-8539-FF20-AFB01D1F7528}"/>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137566451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909.xml><?xml version="1.0" encoding="utf-8"?>
<p:sldLayout xmlns:a="http://schemas.openxmlformats.org/drawingml/2006/main" xmlns:r="http://schemas.openxmlformats.org/officeDocument/2006/relationships" xmlns:p="http://schemas.openxmlformats.org/presentationml/2006/main" preserve="1" userDrawn="1">
  <p:cSld name="Section Title 2">
    <p:bg>
      <p:bgPr>
        <a:solidFill>
          <a:schemeClr val="tx2"/>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2D5FC56-4517-D1AD-EA54-49ECDFA7612A}"/>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244793605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910.xml><?xml version="1.0" encoding="utf-8"?>
<p:sldLayout xmlns:a="http://schemas.openxmlformats.org/drawingml/2006/main" xmlns:r="http://schemas.openxmlformats.org/officeDocument/2006/relationships" xmlns:p="http://schemas.openxmlformats.org/presentationml/2006/main" preserve="1" userDrawn="1">
  <p:cSld name="Demo slide 2">
    <p:bg>
      <p:bgPr>
        <a:solidFill>
          <a:schemeClr val="bg2"/>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9A79DAA2-FFF6-E1D5-7BF6-E98C822B2F5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226360842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911.xml><?xml version="1.0" encoding="utf-8"?>
<p:sldLayout xmlns:a="http://schemas.openxmlformats.org/drawingml/2006/main" xmlns:r="http://schemas.openxmlformats.org/officeDocument/2006/relationships" xmlns:p="http://schemas.openxmlformats.org/presentationml/2006/main" preserve="1" userDrawn="1">
  <p:cSld name="Section Title 3">
    <p:bg bwMode="gray">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756D10-0030-D9D3-52FE-13D839CE63BE}"/>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8542742"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36836294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912.xml><?xml version="1.0" encoding="utf-8"?>
<p:sldLayout xmlns:a="http://schemas.openxmlformats.org/drawingml/2006/main" xmlns:r="http://schemas.openxmlformats.org/officeDocument/2006/relationships" xmlns:p="http://schemas.openxmlformats.org/presentationml/2006/main" preserve="1" userDrawn="1">
  <p:cSld name="Demo slide 3">
    <p:bg bwMode="gray">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84A2250-4B7E-6E63-E698-996FB39D2C14}"/>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07777"/>
          </a:xfrm>
          <a:noFill/>
        </p:spPr>
        <p:txBody>
          <a:bodyPr lIns="0" tIns="0" rIns="0" bIns="0">
            <a:spAutoFit/>
          </a:bodyPr>
          <a:lstStyle>
            <a:lvl1pPr marL="0" indent="0">
              <a:spcBef>
                <a:spcPts val="0"/>
              </a:spcBef>
              <a:spcAft>
                <a:spcPts val="0"/>
              </a:spcAft>
              <a:buFont typeface="Arial" panose="020B0604020202020204" pitchFamily="34" charset="0"/>
              <a:buNone/>
              <a:defRPr sz="2000" spc="0" baseline="0">
                <a:solidFill>
                  <a:schemeClr val="bg1"/>
                </a:solidFill>
                <a:latin typeface="+mn-lt"/>
              </a:defRPr>
            </a:lvl1pPr>
          </a:lstStyle>
          <a:p>
            <a:pPr lvl="0"/>
            <a:r>
              <a:rPr lang="en-US"/>
              <a:t>Speaker name</a:t>
            </a:r>
          </a:p>
        </p:txBody>
      </p:sp>
    </p:spTree>
    <p:extLst>
      <p:ext uri="{BB962C8B-B14F-4D97-AF65-F5344CB8AC3E}">
        <p14:creationId xmlns:p14="http://schemas.microsoft.com/office/powerpoint/2010/main" val="43931212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913.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443789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914.xml><?xml version="1.0" encoding="utf-8"?>
<p:sldLayout xmlns:a="http://schemas.openxmlformats.org/drawingml/2006/main" xmlns:r="http://schemas.openxmlformats.org/officeDocument/2006/relationships" xmlns:p="http://schemas.openxmlformats.org/presentationml/2006/main" preserve="1" userDrawn="1">
  <p:cSld name="Blank 2">
    <p:bg>
      <p:bgPr>
        <a:solidFill>
          <a:schemeClr val="tx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096543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915.xml><?xml version="1.0" encoding="utf-8"?>
<p:sldLayout xmlns:a="http://schemas.openxmlformats.org/drawingml/2006/main" xmlns:r="http://schemas.openxmlformats.org/officeDocument/2006/relationships" xmlns:p="http://schemas.openxmlformats.org/presentationml/2006/main" preserve="1" userDrawn="1">
  <p:cSld name="Closing logo slide">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6" name="Title 1">
            <a:extLst>
              <a:ext uri="{FF2B5EF4-FFF2-40B4-BE49-F238E27FC236}">
                <a16:creationId xmlns:a16="http://schemas.microsoft.com/office/drawing/2014/main" id="{08079CCE-8626-53E5-1C9C-E9081D2B67CD}"/>
              </a:ext>
            </a:extLst>
          </p:cNvPr>
          <p:cNvSpPr>
            <a:spLocks noGrp="1"/>
          </p:cNvSpPr>
          <p:nvPr>
            <p:ph type="title"/>
          </p:nvPr>
        </p:nvSpPr>
        <p:spPr>
          <a:xfrm>
            <a:off x="4255769" y="1769814"/>
            <a:ext cx="550468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
        <p:nvSpPr>
          <p:cNvPr id="7" name="Text Placeholder 4">
            <a:extLst>
              <a:ext uri="{FF2B5EF4-FFF2-40B4-BE49-F238E27FC236}">
                <a16:creationId xmlns:a16="http://schemas.microsoft.com/office/drawing/2014/main" id="{8845B3A2-DAC2-0B7B-1866-377A5A244AC2}"/>
              </a:ext>
            </a:extLst>
          </p:cNvPr>
          <p:cNvSpPr>
            <a:spLocks noGrp="1"/>
          </p:cNvSpPr>
          <p:nvPr>
            <p:ph type="body" sz="quarter" idx="12" hasCustomPrompt="1"/>
          </p:nvPr>
        </p:nvSpPr>
        <p:spPr>
          <a:xfrm>
            <a:off x="585216" y="1572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Tree>
    <p:extLst>
      <p:ext uri="{BB962C8B-B14F-4D97-AF65-F5344CB8AC3E}">
        <p14:creationId xmlns:p14="http://schemas.microsoft.com/office/powerpoint/2010/main" val="89739085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1272">
          <p15:clr>
            <a:srgbClr val="FBAE40"/>
          </p15:clr>
        </p15:guide>
        <p15:guide id="3" orient="horz" pos="912">
          <p15:clr>
            <a:srgbClr val="FBAE40"/>
          </p15:clr>
        </p15:guide>
      </p15:sldGuideLst>
    </p:ext>
  </p:extLst>
</p:sldLayout>
</file>

<file path=ppt/slideLayouts/slideLayout916.xml><?xml version="1.0" encoding="utf-8"?>
<p:sldLayout xmlns:a="http://schemas.openxmlformats.org/drawingml/2006/main" xmlns:r="http://schemas.openxmlformats.org/officeDocument/2006/relationships" xmlns:p="http://schemas.openxmlformats.org/presentationml/2006/main" preserve="1" userDrawn="1">
  <p:cSld name="Closing logo slide 2">
    <p:bg>
      <p:bgPr>
        <a:solidFill>
          <a:schemeClr val="tx2"/>
        </a:solidFill>
        <a:effectLst/>
      </p:bgPr>
    </p:bg>
    <p:spTree>
      <p:nvGrpSpPr>
        <p:cNvPr id="1" name=""/>
        <p:cNvGrpSpPr/>
        <p:nvPr/>
      </p:nvGrpSpPr>
      <p:grpSpPr>
        <a:xfrm>
          <a:off x="0" y="0"/>
          <a:ext cx="0" cy="0"/>
          <a:chOff x="0" y="0"/>
          <a:chExt cx="0" cy="0"/>
        </a:xfrm>
      </p:grpSpPr>
      <p:sp>
        <p:nvSpPr>
          <p:cNvPr id="10" name="Text Placeholder 4">
            <a:extLst>
              <a:ext uri="{FF2B5EF4-FFF2-40B4-BE49-F238E27FC236}">
                <a16:creationId xmlns:a16="http://schemas.microsoft.com/office/drawing/2014/main" id="{4F0F127D-8512-846C-2C30-5A85666BF445}"/>
              </a:ext>
            </a:extLst>
          </p:cNvPr>
          <p:cNvSpPr>
            <a:spLocks noGrp="1"/>
          </p:cNvSpPr>
          <p:nvPr>
            <p:ph type="body" sz="quarter" idx="12" hasCustomPrompt="1"/>
          </p:nvPr>
        </p:nvSpPr>
        <p:spPr>
          <a:xfrm>
            <a:off x="6090921" y="4612614"/>
            <a:ext cx="5524500" cy="553998"/>
          </a:xfrm>
          <a:noFill/>
        </p:spPr>
        <p:txBody>
          <a:bodyPr wrap="square" lIns="0" tIns="0" rIns="0" bIns="0">
            <a:spAutoFit/>
          </a:bodyPr>
          <a:lstStyle>
            <a:lvl1pPr marL="0" indent="0" algn="r"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7A38A2C9-D8C3-D252-BC8C-25222F314054}"/>
              </a:ext>
            </a:extLst>
          </p:cNvPr>
          <p:cNvSpPr>
            <a:spLocks noGrp="1"/>
          </p:cNvSpPr>
          <p:nvPr>
            <p:ph type="title"/>
          </p:nvPr>
        </p:nvSpPr>
        <p:spPr>
          <a:xfrm>
            <a:off x="588263" y="1766555"/>
            <a:ext cx="550265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542775558"/>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912">
          <p15:clr>
            <a:srgbClr val="FBAE40"/>
          </p15:clr>
        </p15:guide>
        <p15:guide id="3" orient="horz" pos="1272">
          <p15:clr>
            <a:srgbClr val="FBAE40"/>
          </p15:clr>
        </p15:guide>
      </p15:sldGuideLst>
    </p:ext>
  </p:extLst>
</p:sldLayout>
</file>

<file path=ppt/slideLayouts/slideLayout917.xml><?xml version="1.0" encoding="utf-8"?>
<p:sldLayout xmlns:a="http://schemas.openxmlformats.org/drawingml/2006/main" xmlns:r="http://schemas.openxmlformats.org/officeDocument/2006/relationships" xmlns:p="http://schemas.openxmlformats.org/presentationml/2006/main" preserve="1" userDrawn="1">
  <p:cSld name="Closing logo slide 3">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4F8C85E6-DBED-FCF3-8B7D-1F82C6DBBCB7}"/>
              </a:ext>
            </a:extLst>
          </p:cNvPr>
          <p:cNvSpPr>
            <a:spLocks noGrp="1"/>
          </p:cNvSpPr>
          <p:nvPr>
            <p:ph type="title"/>
          </p:nvPr>
        </p:nvSpPr>
        <p:spPr>
          <a:xfrm>
            <a:off x="588263" y="1845276"/>
            <a:ext cx="11018520" cy="553998"/>
          </a:xfrm>
        </p:spPr>
        <p:txBody>
          <a:bodyPr/>
          <a:lstStyle>
            <a:lvl1pPr marL="0" algn="l" defTabSz="457200" rtl="0" eaLnBrk="1" latinLnBrk="0" hangingPunct="1">
              <a:defRPr lang="en-US" sz="3600" b="1" kern="1200" dirty="0">
                <a:gradFill>
                  <a:gsLst>
                    <a:gs pos="0">
                      <a:srgbClr val="FF5C39"/>
                    </a:gs>
                    <a:gs pos="100000">
                      <a:srgbClr val="C73ECC"/>
                    </a:gs>
                  </a:gsLst>
                  <a:lin ang="3900000" scaled="0"/>
                </a:gradFill>
                <a:latin typeface="Segoe UI" panose="020B0502040204020203" pitchFamily="34" charset="0"/>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1814380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918.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gray">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solidFill>
                  <a:schemeClr val="tx1"/>
                </a:soli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1286506"/>
          </a:xfrm>
        </p:spPr>
        <p:txBody>
          <a:bodyPr>
            <a:spAutoFit/>
          </a:bodyPr>
          <a:lstStyle>
            <a:lvl1pPr>
              <a:defRPr sz="2000">
                <a:latin typeface="+mn-lt"/>
              </a:defRPr>
            </a:lvl1pPr>
            <a:lvl2pPr>
              <a:defRPr sz="1600">
                <a:latin typeface="+mn-lt"/>
              </a:defRPr>
            </a:lvl2pPr>
            <a:lvl3pPr>
              <a:defRPr sz="1400">
                <a:latin typeface="+mn-lt"/>
              </a:defRPr>
            </a:lvl3pPr>
            <a:lvl4pPr>
              <a:defRPr sz="1200">
                <a:latin typeface="+mn-lt"/>
              </a:defRPr>
            </a:lvl4pPr>
            <a:lvl5pPr>
              <a:defRPr sz="11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solidFill>
                  <a:srgbClr val="000000"/>
                </a:soli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3907401261"/>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Layouts/slideLayout919.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13474148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920.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8833812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921.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190285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userDrawn="1">
          <p15:clr>
            <a:srgbClr val="FBAE40"/>
          </p15:clr>
        </p15:guide>
        <p15:guide id="2" orient="horz" pos="2647" userDrawn="1">
          <p15:clr>
            <a:srgbClr val="FBAE40"/>
          </p15:clr>
        </p15:guide>
      </p15:sldGuideLst>
    </p:ext>
  </p:extLst>
</p:sldLayout>
</file>

<file path=ppt/slideLayouts/slideLayout922.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9841306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guide id="40" pos="3840" userDrawn="1">
          <p15:clr>
            <a:srgbClr val="FBAE40"/>
          </p15:clr>
        </p15:guide>
      </p15:sldGuideLst>
    </p:ext>
  </p:extLst>
</p:sldLayout>
</file>

<file path=ppt/slideLayouts/slideLayout923.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06971266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sldGuideLst>
    </p:ext>
  </p:extLst>
</p:sldLayout>
</file>

<file path=ppt/slideLayouts/slideLayout924.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9696606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25.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9405676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userDrawn="1">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userDrawn="1">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26.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7356945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27.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707281"/>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2647809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28.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18332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29.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2734392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userDrawn="1">
          <p15:clr>
            <a:srgbClr val="954F72"/>
          </p15:clr>
        </p15:guide>
        <p15:guide id="9" pos="2150">
          <p15:clr>
            <a:srgbClr val="954F72"/>
          </p15:clr>
        </p15:guide>
        <p15:guide id="10" pos="2544"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userDrawn="1">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30.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160398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31.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3512493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32.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2348114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33.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4444391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2988" userDrawn="1">
          <p15:clr>
            <a:srgbClr val="FBAE40"/>
          </p15:clr>
        </p15:guide>
        <p15:guide id="42" pos="5352" userDrawn="1">
          <p15:clr>
            <a:srgbClr val="FBAE40"/>
          </p15:clr>
        </p15:guide>
        <p15:guide id="43" orient="horz" pos="1085" userDrawn="1">
          <p15:clr>
            <a:srgbClr val="FBAE40"/>
          </p15:clr>
        </p15:guide>
      </p15:sldGuideLst>
    </p:ext>
  </p:extLst>
</p:sldLayout>
</file>

<file path=ppt/slideLayouts/slideLayout934.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5392417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935.xml><?xml version="1.0" encoding="utf-8"?>
<p:sldLayout xmlns:a="http://schemas.openxmlformats.org/drawingml/2006/main" xmlns:r="http://schemas.openxmlformats.org/officeDocument/2006/relationships" xmlns:p="http://schemas.openxmlformats.org/presentationml/2006/main" preserve="1" userDrawn="1">
  <p:cSld name="4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75032791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936.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80857129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937.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358688"/>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938.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4442374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939.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97981605"/>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940.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3261136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941.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398820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userDrawn="1">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userDrawn="1">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42.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439070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43.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4350463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44.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9668924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45.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0662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46.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76425179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47.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6401984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48.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84243487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949.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9935578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50.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9689885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51.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22205983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52.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73589038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53.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2084087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userDrawn="1">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54.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226551399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55.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185120091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56.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6784805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957.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6905234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958.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7741485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59.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1258852"/>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960.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359519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userDrawn="1">
          <p15:clr>
            <a:srgbClr val="FBAE40"/>
          </p15:clr>
        </p15:guide>
      </p15:sldGuideLst>
    </p:ext>
  </p:extLst>
</p:sldLayout>
</file>

<file path=ppt/slideLayouts/slideLayout961.xml><?xml version="1.0" encoding="utf-8"?>
<p:sldLayout xmlns:a="http://schemas.openxmlformats.org/drawingml/2006/main" xmlns:r="http://schemas.openxmlformats.org/officeDocument/2006/relationships" xmlns:p="http://schemas.openxmlformats.org/presentationml/2006/main"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22435780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962.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14592919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963.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163449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964.xml><?xml version="1.0" encoding="utf-8"?>
<p:sldLayout xmlns:a="http://schemas.openxmlformats.org/drawingml/2006/main" xmlns:r="http://schemas.openxmlformats.org/officeDocument/2006/relationships" xmlns:p="http://schemas.openxmlformats.org/presentationml/2006/main" userDrawn="1">
  <p:cSld name="LearningPath2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4" name="Graphic 3">
            <a:extLst>
              <a:ext uri="{FF2B5EF4-FFF2-40B4-BE49-F238E27FC236}">
                <a16:creationId xmlns:a16="http://schemas.microsoft.com/office/drawing/2014/main" id="{7DE894E4-791C-907F-1385-BF33ADCFFE2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555918877"/>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7064">
          <p15:clr>
            <a:srgbClr val="FBAE40"/>
          </p15:clr>
        </p15:guide>
        <p15:guide id="41" orient="horz" pos="3638">
          <p15:clr>
            <a:srgbClr val="FBAE40"/>
          </p15:clr>
        </p15:guide>
      </p15:sldGuideLst>
    </p:ext>
  </p:extLst>
</p:sldLayout>
</file>

<file path=ppt/slideLayouts/slideLayout965.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7271408"/>
      </p:ext>
    </p:extLst>
  </p:cSld>
  <p:clrMapOvr>
    <a:masterClrMapping/>
  </p:clrMapOvr>
  <p:transition>
    <p:fade/>
  </p:transition>
</p:sldLayout>
</file>

<file path=ppt/slideLayouts/slideLayout966.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945696836"/>
      </p:ext>
    </p:extLst>
  </p:cSld>
  <p:clrMapOvr>
    <a:masterClrMapping/>
  </p:clrMapOvr>
  <p:transition>
    <p:fade/>
  </p:transition>
</p:sldLayout>
</file>

<file path=ppt/slideLayouts/slideLayout967.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084305509"/>
      </p:ext>
    </p:extLst>
  </p:cSld>
  <p:clrMapOvr>
    <a:masterClrMapping/>
  </p:clrMapOvr>
  <p:transition>
    <p:fade/>
  </p:transition>
</p:sldLayout>
</file>

<file path=ppt/slideLayouts/slideLayout968.xml><?xml version="1.0" encoding="utf-8"?>
<p:sldLayout xmlns:a="http://schemas.openxmlformats.org/drawingml/2006/main" xmlns:r="http://schemas.openxmlformats.org/officeDocument/2006/relationships" xmlns:p="http://schemas.openxmlformats.org/presentationml/2006/main"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04843045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69.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56032623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970.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45057173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971.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4828290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972.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74816696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guide id="40" pos="3840">
          <p15:clr>
            <a:srgbClr val="FBAE40"/>
          </p15:clr>
        </p15:guide>
      </p15:sldGuideLst>
    </p:ext>
  </p:extLst>
</p:sldLayout>
</file>

<file path=ppt/slideLayouts/slideLayout973.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20223732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sldGuideLst>
    </p:ext>
  </p:extLst>
</p:sldLayout>
</file>

<file path=ppt/slideLayouts/slideLayout974.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76543902"/>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75.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965201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76.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72326342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77.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95224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78.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25886540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79.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564391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80.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6508173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81.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15104689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82.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471652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83.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0355855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2988">
          <p15:clr>
            <a:srgbClr val="FBAE40"/>
          </p15:clr>
        </p15:guide>
        <p15:guide id="42" pos="5352">
          <p15:clr>
            <a:srgbClr val="FBAE40"/>
          </p15:clr>
        </p15:guide>
        <p15:guide id="43" orient="horz" pos="1085">
          <p15:clr>
            <a:srgbClr val="FBAE40"/>
          </p15:clr>
        </p15:guide>
      </p15:sldGuideLst>
    </p:ext>
  </p:extLst>
</p:sldLayout>
</file>

<file path=ppt/slideLayouts/slideLayout984.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6867567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985.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3589130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986.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27744721"/>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987.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43621746"/>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988.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77534660"/>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989.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77606402"/>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990.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44938"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17149108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91.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99425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92.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860518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93.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3422298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94.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3187353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95.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3442097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96.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218785744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97.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75333801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998.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3313597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999.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8911283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000.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15380387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001.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8572234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002.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4018437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003.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4888954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004.xml><?xml version="1.0" encoding="utf-8"?>
<p:sldLayout xmlns:a="http://schemas.openxmlformats.org/drawingml/2006/main" xmlns:r="http://schemas.openxmlformats.org/officeDocument/2006/relationships" xmlns:p="http://schemas.openxmlformats.org/presentationml/2006/main" preserve="1"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18722413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005.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67078604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006.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45562202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007.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9675666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008.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13860271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009.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839624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010.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87226471"/>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011.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4840281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p15:clr>
            <a:srgbClr val="FBAE40"/>
          </p15:clr>
        </p15:guide>
      </p15:sldGuideLst>
    </p:ext>
  </p:extLst>
</p:sldLayout>
</file>

<file path=ppt/slideLayouts/slideLayout1012.xml><?xml version="1.0" encoding="utf-8"?>
<p:sldLayout xmlns:a="http://schemas.openxmlformats.org/drawingml/2006/main" xmlns:r="http://schemas.openxmlformats.org/officeDocument/2006/relationships" xmlns:p="http://schemas.openxmlformats.org/presentationml/2006/main" preserve="1"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1124420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013.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0440552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014.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577163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015.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3542492"/>
      </p:ext>
    </p:extLst>
  </p:cSld>
  <p:clrMapOvr>
    <a:masterClrMapping/>
  </p:clrMapOvr>
  <p:transition>
    <p:fade/>
  </p:transition>
</p:sldLayout>
</file>

<file path=ppt/slideLayouts/slideLayout1016.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671429784"/>
      </p:ext>
    </p:extLst>
  </p:cSld>
  <p:clrMapOvr>
    <a:masterClrMapping/>
  </p:clrMapOvr>
  <p:transition>
    <p:fade/>
  </p:transition>
</p:sldLayout>
</file>

<file path=ppt/slideLayouts/slideLayout1017.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2735761152"/>
      </p:ext>
    </p:extLst>
  </p:cSld>
  <p:clrMapOvr>
    <a:masterClrMapping/>
  </p:clrMapOvr>
  <p:transition>
    <p:fade/>
  </p:transition>
</p:sldLayout>
</file>

<file path=ppt/slideLayouts/slideLayout1018.xml><?xml version="1.0" encoding="utf-8"?>
<p:sldLayout xmlns:a="http://schemas.openxmlformats.org/drawingml/2006/main" xmlns:r="http://schemas.openxmlformats.org/officeDocument/2006/relationships" xmlns:p="http://schemas.openxmlformats.org/presentationml/2006/main" preserve="1" userDrawn="1">
  <p:cSld name="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4" name="Picture 3" descr="Microsoft Learn&#10;Spark possibility">
            <a:extLst>
              <a:ext uri="{FF2B5EF4-FFF2-40B4-BE49-F238E27FC236}">
                <a16:creationId xmlns:a16="http://schemas.microsoft.com/office/drawing/2014/main" id="{5DD74BAF-F737-DF24-4119-69612D6CEE2E}"/>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7"/>
          </a:xfrm>
          <a:prstGeom prst="rect">
            <a:avLst/>
          </a:prstGeom>
        </p:spPr>
      </p:pic>
    </p:spTree>
    <p:extLst>
      <p:ext uri="{BB962C8B-B14F-4D97-AF65-F5344CB8AC3E}">
        <p14:creationId xmlns:p14="http://schemas.microsoft.com/office/powerpoint/2010/main" val="19961896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19.xml><?xml version="1.0" encoding="utf-8"?>
<p:sldLayout xmlns:a="http://schemas.openxmlformats.org/drawingml/2006/main" xmlns:r="http://schemas.openxmlformats.org/officeDocument/2006/relationships" xmlns:p="http://schemas.openxmlformats.org/presentationml/2006/main" preserve="1" userDrawn="1">
  <p:cSld name="1_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12" name="Title 1">
            <a:extLst>
              <a:ext uri="{FF2B5EF4-FFF2-40B4-BE49-F238E27FC236}">
                <a16:creationId xmlns:a16="http://schemas.microsoft.com/office/drawing/2014/main" id="{C419B008-216D-CA1F-2D39-75B36E6A6972}"/>
              </a:ext>
            </a:extLst>
          </p:cNvPr>
          <p:cNvSpPr>
            <a:spLocks noGrp="1"/>
          </p:cNvSpPr>
          <p:nvPr>
            <p:ph type="title" hasCustomPrompt="1"/>
          </p:nvPr>
        </p:nvSpPr>
        <p:spPr>
          <a:xfrm>
            <a:off x="588263" y="2573338"/>
            <a:ext cx="11021125" cy="1676929"/>
          </a:xfrm>
        </p:spPr>
        <p:txBody>
          <a:bodyPr wrap="square" anchor="b" anchorCtr="0">
            <a:noAutofit/>
          </a:bodyPr>
          <a:lstStyle>
            <a:lvl1pPr>
              <a:lnSpc>
                <a:spcPct val="90000"/>
              </a:lnSpc>
              <a:defRPr sz="4800">
                <a:solidFill>
                  <a:schemeClr val="tx1"/>
                </a:solidFill>
              </a:defRPr>
            </a:lvl1pPr>
          </a:lstStyle>
          <a:p>
            <a:r>
              <a:rPr lang="en-US"/>
              <a:t>Microsoft Learn</a:t>
            </a:r>
            <a:br>
              <a:rPr lang="en-US"/>
            </a:br>
            <a:r>
              <a:rPr lang="en-US"/>
              <a:t>presentation title or event name</a:t>
            </a:r>
          </a:p>
        </p:txBody>
      </p:sp>
      <p:sp>
        <p:nvSpPr>
          <p:cNvPr id="13" name="Text Placeholder 4">
            <a:extLst>
              <a:ext uri="{FF2B5EF4-FFF2-40B4-BE49-F238E27FC236}">
                <a16:creationId xmlns:a16="http://schemas.microsoft.com/office/drawing/2014/main" id="{AA0EBFEA-E746-E760-148D-6B55E33CE98B}"/>
              </a:ext>
            </a:extLst>
          </p:cNvPr>
          <p:cNvSpPr>
            <a:spLocks noGrp="1"/>
          </p:cNvSpPr>
          <p:nvPr>
            <p:ph type="body" sz="quarter" idx="12" hasCustomPrompt="1"/>
          </p:nvPr>
        </p:nvSpPr>
        <p:spPr>
          <a:xfrm>
            <a:off x="582043" y="4445908"/>
            <a:ext cx="11021124"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86589986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20.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nSpc>
                <a:spcPct val="100000"/>
              </a:lnSpc>
              <a:defRPr sz="3600">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9900723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21.xml><?xml version="1.0" encoding="utf-8"?>
<p:sldLayout xmlns:a="http://schemas.openxmlformats.org/drawingml/2006/main" xmlns:r="http://schemas.openxmlformats.org/officeDocument/2006/relationships" xmlns:p="http://schemas.openxmlformats.org/presentationml/2006/main" preserve="1" userDrawn="1">
  <p:cSld name="Title Slide 2">
    <p:bg>
      <p:bgRef idx="1001">
        <a:schemeClr val="bg1"/>
      </p:bgRef>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16C68DE-B737-469C-0510-1CE6FB0FCD97}"/>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106072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22.xml><?xml version="1.0" encoding="utf-8"?>
<p:sldLayout xmlns:a="http://schemas.openxmlformats.org/drawingml/2006/main" xmlns:r="http://schemas.openxmlformats.org/officeDocument/2006/relationships" xmlns:p="http://schemas.openxmlformats.org/presentationml/2006/main" preserve="1" userDrawn="1">
  <p:cSld name="Title Slide 3">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F6A99E2-B1B8-F05E-79FB-6E5F6BA2198F}"/>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979539"/>
            <a:ext cx="8680865" cy="553998"/>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8673983"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6536316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23.xml><?xml version="1.0" encoding="utf-8"?>
<p:sldLayout xmlns:a="http://schemas.openxmlformats.org/drawingml/2006/main" xmlns:r="http://schemas.openxmlformats.org/officeDocument/2006/relationships" xmlns:p="http://schemas.openxmlformats.org/presentationml/2006/main" preserve="1" userDrawn="1">
  <p:cSld name="Title Slide 4">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A518B55A-6C79-359D-87CF-515B5B5F6EF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cxnSp>
        <p:nvCxnSpPr>
          <p:cNvPr id="12" name="Straight Connector 11">
            <a:extLst>
              <a:ext uri="{FF2B5EF4-FFF2-40B4-BE49-F238E27FC236}">
                <a16:creationId xmlns:a16="http://schemas.microsoft.com/office/drawing/2014/main" id="{731143F6-2E66-B7DD-83D0-10E3BEE182CA}"/>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5D47B2CB-325C-5073-D8C2-698C29B7BD94}"/>
              </a:ext>
            </a:extLst>
          </p:cNvPr>
          <p:cNvSpPr>
            <a:spLocks noGrp="1"/>
          </p:cNvSpPr>
          <p:nvPr>
            <p:ph type="body" sz="quarter" idx="13" hasCustomPrompt="1"/>
          </p:nvPr>
        </p:nvSpPr>
        <p:spPr>
          <a:xfrm>
            <a:off x="582043" y="426212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12071492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24.xml><?xml version="1.0" encoding="utf-8"?>
<p:sldLayout xmlns:a="http://schemas.openxmlformats.org/drawingml/2006/main" xmlns:r="http://schemas.openxmlformats.org/officeDocument/2006/relationships" xmlns:p="http://schemas.openxmlformats.org/presentationml/2006/main" preserve="1" userDrawn="1">
  <p:cSld name="Title Slide 5">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5CC7D666-BCD6-C322-9710-8EA204E6238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1" y="0"/>
            <a:ext cx="12191996" cy="6857998"/>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8547960" y="2099733"/>
            <a:ext cx="2863181" cy="2863181"/>
          </a:xfrm>
          <a:prstGeom prst="roundRect">
            <a:avLst>
              <a:gd name="adj" fmla="val 21738"/>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8328418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25.xml><?xml version="1.0" encoding="utf-8"?>
<p:sldLayout xmlns:a="http://schemas.openxmlformats.org/drawingml/2006/main" xmlns:r="http://schemas.openxmlformats.org/officeDocument/2006/relationships" xmlns:p="http://schemas.openxmlformats.org/presentationml/2006/main" preserve="1" userDrawn="1">
  <p:cSld name="2_Title Slide 5">
    <p:bg>
      <p:bgPr>
        <a:solidFill>
          <a:schemeClr val="bg2"/>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3A552F5-A279-E01D-8684-06A66C8E3A3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4" y="2425541"/>
            <a:ext cx="4419602"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4" y="3962400"/>
            <a:ext cx="441960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6066182" y="1209017"/>
            <a:ext cx="4419601" cy="4419601"/>
          </a:xfrm>
          <a:prstGeom prst="roundRect">
            <a:avLst>
              <a:gd name="adj" fmla="val 21738"/>
            </a:avLst>
          </a:prstGeom>
          <a:blipFill>
            <a:blip r:embed="rId4" cstate="email">
              <a:extLst>
                <a:ext uri="{28A0092B-C50C-407E-A947-70E740481C1C}">
                  <a14:useLocalDpi xmlns:a14="http://schemas.microsoft.com/office/drawing/2010/main"/>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75889412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26.xml><?xml version="1.0" encoding="utf-8"?>
<p:sldLayout xmlns:a="http://schemas.openxmlformats.org/drawingml/2006/main" xmlns:r="http://schemas.openxmlformats.org/officeDocument/2006/relationships" xmlns:p="http://schemas.openxmlformats.org/presentationml/2006/main" preserve="1" userDrawn="1">
  <p:cSld name="Title Slide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3393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4260778"/>
            <a:ext cx="4335897"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9" name="Picture Placeholder" descr="This photo is a 'placeholder' only. Drag or drop your photo here, or click and tap the center to insert a photo.">
            <a:extLst>
              <a:ext uri="{FF2B5EF4-FFF2-40B4-BE49-F238E27FC236}">
                <a16:creationId xmlns:a16="http://schemas.microsoft.com/office/drawing/2014/main" id="{E9C6438B-8AA6-6FF8-579B-E6859D9CFF89}"/>
              </a:ext>
            </a:extLst>
          </p:cNvPr>
          <p:cNvSpPr>
            <a:spLocks noGrp="1"/>
          </p:cNvSpPr>
          <p:nvPr>
            <p:ph type="pic" sz="quarter" idx="11" hasCustomPrompt="1"/>
          </p:nvPr>
        </p:nvSpPr>
        <p:spPr bwMode="ltGray">
          <a:xfrm>
            <a:off x="5334000" y="0"/>
            <a:ext cx="6858000" cy="6858000"/>
          </a:xfrm>
          <a:blipFill>
            <a:blip r:embed="rId3"/>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cxnSp>
        <p:nvCxnSpPr>
          <p:cNvPr id="8" name="Straight Connector 7">
            <a:extLst>
              <a:ext uri="{FF2B5EF4-FFF2-40B4-BE49-F238E27FC236}">
                <a16:creationId xmlns:a16="http://schemas.microsoft.com/office/drawing/2014/main" id="{D9E5E791-B100-3AA7-21F7-E48EDD0B5D63}"/>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652114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027.xml><?xml version="1.0" encoding="utf-8"?>
<p:sldLayout xmlns:a="http://schemas.openxmlformats.org/drawingml/2006/main" xmlns:r="http://schemas.openxmlformats.org/officeDocument/2006/relationships" xmlns:p="http://schemas.openxmlformats.org/presentationml/2006/main" preserve="1" userDrawn="1">
  <p:cSld name="Title and Content_Microso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a:xfrm>
            <a:off x="588263" y="457200"/>
            <a:ext cx="11018520" cy="553998"/>
          </a:xfrm>
        </p:spPr>
        <p:txBody>
          <a:bodyPr/>
          <a:lstStyle>
            <a:lvl1pPr>
              <a:lnSpc>
                <a:spcPct val="100000"/>
              </a:lnSpc>
              <a:defRPr sz="3600">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sz="2800">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60132376"/>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028.xml><?xml version="1.0" encoding="utf-8"?>
<p:sldLayout xmlns:a="http://schemas.openxmlformats.org/drawingml/2006/main" xmlns:r="http://schemas.openxmlformats.org/officeDocument/2006/relationships" xmlns:p="http://schemas.openxmlformats.org/presentationml/2006/main" preserve="1" userDrawn="1">
  <p:cSld name="Title and Content Al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pic>
        <p:nvPicPr>
          <p:cNvPr id="1026" name="Picture 2" descr="A black triangle on a white background&#10;&#10;Description automatically generated">
            <a:extLst>
              <a:ext uri="{FF2B5EF4-FFF2-40B4-BE49-F238E27FC236}">
                <a16:creationId xmlns:a16="http://schemas.microsoft.com/office/drawing/2014/main" id="{D34FB095-B792-8E28-D887-870C3ECB52A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1711892" y="6232204"/>
            <a:ext cx="287452" cy="45731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3253083"/>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029.xml><?xml version="1.0" encoding="utf-8"?>
<p:sldLayout xmlns:a="http://schemas.openxmlformats.org/drawingml/2006/main" xmlns:r="http://schemas.openxmlformats.org/officeDocument/2006/relationships" xmlns:p="http://schemas.openxmlformats.org/presentationml/2006/main" preserve="1" userDrawn="1">
  <p:cSld name="Title and Content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7" name="Text Placeholder 3">
            <a:extLst>
              <a:ext uri="{FF2B5EF4-FFF2-40B4-BE49-F238E27FC236}">
                <a16:creationId xmlns:a16="http://schemas.microsoft.com/office/drawing/2014/main" id="{86F2E5AA-B8E1-2D99-BFF6-55964406C169}"/>
              </a:ext>
            </a:extLst>
          </p:cNvPr>
          <p:cNvSpPr>
            <a:spLocks noGrp="1"/>
          </p:cNvSpPr>
          <p:nvPr>
            <p:ph type="body" sz="quarter" idx="10" hasCustomPrompt="1"/>
          </p:nvPr>
        </p:nvSpPr>
        <p:spPr>
          <a:xfrm>
            <a:off x="584200" y="1961079"/>
            <a:ext cx="11018521" cy="307777"/>
          </a:xfrm>
          <a:prstGeom prst="rect">
            <a:avLst/>
          </a:prstGeom>
        </p:spPr>
        <p:txBody>
          <a:bodyPr wrap="square" lIns="0" tIns="0" rIns="0" bIns="0">
            <a:spAutoFit/>
          </a:bodyPr>
          <a:lstStyle>
            <a:lvl1pPr marL="0" indent="0">
              <a:lnSpc>
                <a:spcPts val="2400"/>
              </a:lnSpc>
              <a:buNone/>
              <a:defRPr sz="2000" b="0" i="0" spc="0">
                <a:solidFill>
                  <a:srgbClr val="000000"/>
                </a:solidFill>
                <a:latin typeface="+mj-lt"/>
              </a:defRPr>
            </a:lvl1pPr>
            <a:lvl2pPr marL="0" indent="0">
              <a:lnSpc>
                <a:spcPts val="2400"/>
              </a:lnSpc>
              <a:buNone/>
              <a:defRPr spc="0">
                <a:solidFill>
                  <a:srgbClr val="000000"/>
                </a:solidFill>
                <a:latin typeface="+mn-lt"/>
              </a:defRPr>
            </a:lvl2pPr>
            <a:lvl3pPr marL="457200" indent="0">
              <a:buNone/>
              <a:defRPr/>
            </a:lvl3pPr>
            <a:lvl4pPr marL="685800" indent="0">
              <a:buNone/>
              <a:defRPr/>
            </a:lvl4pPr>
            <a:lvl5pPr marL="914400" indent="0">
              <a:buNone/>
              <a:defRPr/>
            </a:lvl5pPr>
          </a:lstStyle>
          <a:p>
            <a:pPr lvl="1"/>
            <a:r>
              <a:rPr lang="en-US"/>
              <a:t>Large: subhead Segoe UI Regular 20/24</a:t>
            </a:r>
          </a:p>
        </p:txBody>
      </p:sp>
      <p:sp>
        <p:nvSpPr>
          <p:cNvPr id="8" name="Text Placeholder 4">
            <a:extLst>
              <a:ext uri="{FF2B5EF4-FFF2-40B4-BE49-F238E27FC236}">
                <a16:creationId xmlns:a16="http://schemas.microsoft.com/office/drawing/2014/main" id="{24F7BF36-6F86-1AAC-B730-8494CAF9A2B5}"/>
              </a:ext>
            </a:extLst>
          </p:cNvPr>
          <p:cNvSpPr>
            <a:spLocks noGrp="1"/>
          </p:cNvSpPr>
          <p:nvPr>
            <p:ph type="body" sz="quarter" idx="11" hasCustomPrompt="1"/>
          </p:nvPr>
        </p:nvSpPr>
        <p:spPr>
          <a:xfrm>
            <a:off x="584200" y="3075739"/>
            <a:ext cx="11018521" cy="220510"/>
          </a:xfrm>
          <a:prstGeom prst="rect">
            <a:avLst/>
          </a:prstGeom>
        </p:spPr>
        <p:txBody>
          <a:bodyPr lIns="0" tIns="0" rIns="0" bIns="0"/>
          <a:lstStyle>
            <a:lvl1pPr marL="0" indent="0">
              <a:lnSpc>
                <a:spcPts val="1800"/>
              </a:lnSpc>
              <a:spcBef>
                <a:spcPts val="0"/>
              </a:spcBef>
              <a:buNone/>
              <a:defRPr sz="1400" b="0" spc="0">
                <a:solidFill>
                  <a:schemeClr val="accent1"/>
                </a:solidFill>
                <a:latin typeface="+mj-lt"/>
              </a:defRPr>
            </a:lvl1pPr>
            <a:lvl2pPr marL="0" indent="0">
              <a:lnSpc>
                <a:spcPts val="1800"/>
              </a:lnSpc>
              <a:spcBef>
                <a:spcPts val="0"/>
              </a:spcBef>
              <a:buNone/>
              <a:defRPr sz="1400" spc="0">
                <a:solidFill>
                  <a:srgbClr val="000000"/>
                </a:solidFill>
              </a:defRPr>
            </a:lvl2pPr>
            <a:lvl3pPr marL="457200" indent="0">
              <a:buNone/>
              <a:defRPr/>
            </a:lvl3pPr>
            <a:lvl4pPr marL="685800" indent="0">
              <a:buNone/>
              <a:defRPr/>
            </a:lvl4pPr>
            <a:lvl5pPr marL="914400" indent="0">
              <a:buNone/>
              <a:defRPr/>
            </a:lvl5pPr>
          </a:lstStyle>
          <a:p>
            <a:pPr lvl="0"/>
            <a:r>
              <a:rPr lang="en-US"/>
              <a:t>Medium: paragraph heading Segoe UI </a:t>
            </a:r>
            <a:r>
              <a:rPr lang="en-US" err="1"/>
              <a:t>Semibold</a:t>
            </a:r>
            <a:r>
              <a:rPr lang="en-US"/>
              <a:t> 14/18</a:t>
            </a:r>
          </a:p>
        </p:txBody>
      </p:sp>
      <p:sp>
        <p:nvSpPr>
          <p:cNvPr id="9" name="Text Placeholder 6">
            <a:extLst>
              <a:ext uri="{FF2B5EF4-FFF2-40B4-BE49-F238E27FC236}">
                <a16:creationId xmlns:a16="http://schemas.microsoft.com/office/drawing/2014/main" id="{345546AD-A5A5-3F3C-BA37-4B19AEF2A5DB}"/>
              </a:ext>
            </a:extLst>
          </p:cNvPr>
          <p:cNvSpPr>
            <a:spLocks noGrp="1"/>
          </p:cNvSpPr>
          <p:nvPr>
            <p:ph type="body" sz="quarter" idx="14" hasCustomPrompt="1"/>
          </p:nvPr>
        </p:nvSpPr>
        <p:spPr>
          <a:xfrm>
            <a:off x="584200" y="4593491"/>
            <a:ext cx="11018521" cy="153888"/>
          </a:xfrm>
          <a:prstGeom prst="rect">
            <a:avLst/>
          </a:prstGeom>
        </p:spPr>
        <p:txBody>
          <a:bodyPr lIns="0" tIns="0" rIns="0" bIns="0"/>
          <a:lstStyle>
            <a:lvl1pPr marL="0" indent="0">
              <a:lnSpc>
                <a:spcPts val="1200"/>
              </a:lnSpc>
              <a:spcBef>
                <a:spcPts val="0"/>
              </a:spcBef>
              <a:buNone/>
              <a:defRPr sz="1000" spc="0">
                <a:solidFill>
                  <a:schemeClr val="tx1"/>
                </a:solidFill>
              </a:defRPr>
            </a:lvl1pPr>
            <a:lvl2pPr marL="0" indent="0">
              <a:lnSpc>
                <a:spcPct val="100000"/>
              </a:lnSpc>
              <a:spcBef>
                <a:spcPts val="0"/>
              </a:spcBef>
              <a:buNone/>
              <a:defRPr sz="1000" spc="0">
                <a:solidFill>
                  <a:srgbClr val="000000"/>
                </a:solidFill>
              </a:defRPr>
            </a:lvl2pPr>
            <a:lvl3pPr marL="457200" indent="0">
              <a:buNone/>
              <a:defRPr/>
            </a:lvl3pPr>
            <a:lvl4pPr marL="685800" indent="0">
              <a:buNone/>
              <a:defRPr/>
            </a:lvl4pPr>
            <a:lvl5pPr marL="0" indent="0">
              <a:lnSpc>
                <a:spcPct val="100000"/>
              </a:lnSpc>
              <a:buNone/>
              <a:defRPr>
                <a:solidFill>
                  <a:srgbClr val="000000"/>
                </a:solidFill>
              </a:defRPr>
            </a:lvl5pPr>
          </a:lstStyle>
          <a:p>
            <a:pPr lvl="1"/>
            <a:r>
              <a:rPr lang="en-US"/>
              <a:t>Small: caption body copy Segoe Regular 10/12</a:t>
            </a:r>
          </a:p>
        </p:txBody>
      </p:sp>
      <p:sp>
        <p:nvSpPr>
          <p:cNvPr id="10" name="Text Placeholder 3">
            <a:extLst>
              <a:ext uri="{FF2B5EF4-FFF2-40B4-BE49-F238E27FC236}">
                <a16:creationId xmlns:a16="http://schemas.microsoft.com/office/drawing/2014/main" id="{90ACF05F-2419-331C-73AA-1456DD524AFE}"/>
              </a:ext>
            </a:extLst>
          </p:cNvPr>
          <p:cNvSpPr>
            <a:spLocks noGrp="1"/>
          </p:cNvSpPr>
          <p:nvPr>
            <p:ph type="body" sz="quarter" idx="24" hasCustomPrompt="1"/>
          </p:nvPr>
        </p:nvSpPr>
        <p:spPr>
          <a:xfrm>
            <a:off x="582338" y="4385524"/>
            <a:ext cx="11018521"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Small: caption title Segoe UI Bold 10/12. </a:t>
            </a:r>
          </a:p>
        </p:txBody>
      </p:sp>
      <p:sp>
        <p:nvSpPr>
          <p:cNvPr id="11" name="Text Placeholder 4">
            <a:extLst>
              <a:ext uri="{FF2B5EF4-FFF2-40B4-BE49-F238E27FC236}">
                <a16:creationId xmlns:a16="http://schemas.microsoft.com/office/drawing/2014/main" id="{F10E3B9C-87B7-FCD5-21F0-3C1505450B59}"/>
              </a:ext>
            </a:extLst>
          </p:cNvPr>
          <p:cNvSpPr>
            <a:spLocks noGrp="1"/>
          </p:cNvSpPr>
          <p:nvPr>
            <p:ph type="body" sz="quarter" idx="18" hasCustomPrompt="1"/>
          </p:nvPr>
        </p:nvSpPr>
        <p:spPr>
          <a:xfrm>
            <a:off x="582338" y="3385527"/>
            <a:ext cx="11018521" cy="220445"/>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Medium: body copy Segoe UI Regular 14/18</a:t>
            </a:r>
          </a:p>
        </p:txBody>
      </p:sp>
    </p:spTree>
    <p:extLst>
      <p:ext uri="{BB962C8B-B14F-4D97-AF65-F5344CB8AC3E}">
        <p14:creationId xmlns:p14="http://schemas.microsoft.com/office/powerpoint/2010/main" val="3877922930"/>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030.xml><?xml version="1.0" encoding="utf-8"?>
<p:sldLayout xmlns:a="http://schemas.openxmlformats.org/drawingml/2006/main" xmlns:r="http://schemas.openxmlformats.org/officeDocument/2006/relationships" xmlns:p="http://schemas.openxmlformats.org/presentationml/2006/main" preserve="1" userDrawn="1">
  <p:cSld name="Title &amp; Non-bulleted text">
    <p:bg>
      <p:bgPr>
        <a:solidFill>
          <a:srgbClr val="F4F3F5"/>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86389" y="2030760"/>
            <a:ext cx="9570435" cy="307777"/>
          </a:xfrm>
        </p:spPr>
        <p:txBody>
          <a:bodyPr wrap="square">
            <a:spAutoFit/>
          </a:bodyPr>
          <a:lstStyle>
            <a:lvl1pPr marL="0" indent="0">
              <a:buNone/>
              <a:defRPr lang="en-US" sz="2000" kern="1200" spc="0" baseline="0" dirty="0" smtClean="0">
                <a:solidFill>
                  <a:schemeClr val="tx1"/>
                </a:solidFill>
                <a:latin typeface="+mn-lt"/>
                <a:ea typeface="+mn-ea"/>
                <a:cs typeface="Segoe UI" panose="020B0502040204020203" pitchFamily="34" charset="0"/>
              </a:defRPr>
            </a:lvl1pPr>
            <a:lvl2pPr marL="228600" indent="0">
              <a:buNone/>
              <a:defRPr/>
            </a:lvl2pPr>
            <a:lvl3pPr marL="457200" indent="0">
              <a:buNone/>
              <a:defRPr/>
            </a:lvl3pPr>
            <a:lvl4pPr marL="685800" indent="0">
              <a:buNone/>
              <a:defRPr/>
            </a:lvl4pPr>
            <a:lvl5pPr marL="914400" indent="0">
              <a:buNone/>
              <a:defRPr/>
            </a:lvl5pPr>
          </a:lstStyle>
          <a:p>
            <a:pPr marL="342900" marR="0" lvl="0" indent="-342900" algn="l" defTabSz="932742" rtl="0" eaLnBrk="1" fontAlgn="auto" latinLnBrk="0" hangingPunct="1">
              <a:lnSpc>
                <a:spcPts val="2400"/>
              </a:lnSpc>
              <a:spcBef>
                <a:spcPts val="0"/>
              </a:spcBef>
              <a:spcAft>
                <a:spcPts val="0"/>
              </a:spcAft>
              <a:buClrTx/>
              <a:buSzPct val="90000"/>
              <a:buFont typeface="Arial" panose="020B0604020202020204" pitchFamily="34" charset="0"/>
              <a:buChar char="•"/>
              <a:tabLst/>
              <a:defRPr/>
            </a:pPr>
            <a:r>
              <a:rPr lang="en-US"/>
              <a:t>Click to edit Master text styles</a:t>
            </a:r>
          </a:p>
        </p:txBody>
      </p:sp>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0989989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1031.xml><?xml version="1.0" encoding="utf-8"?>
<p:sldLayout xmlns:a="http://schemas.openxmlformats.org/drawingml/2006/main" xmlns:r="http://schemas.openxmlformats.org/officeDocument/2006/relationships" xmlns:p="http://schemas.openxmlformats.org/presentationml/2006/main"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hasCustomPrompt="1"/>
          </p:nvPr>
        </p:nvSpPr>
        <p:spPr/>
        <p:txBody>
          <a:bodyPr/>
          <a:lstStyle/>
          <a:p>
            <a:r>
              <a:rPr lang="en-US"/>
              <a:t>Click to edit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hasCustomPrompt="1"/>
          </p:nvPr>
        </p:nvSpPr>
        <p:spPr>
          <a:xfrm>
            <a:off x="584200" y="1435100"/>
            <a:ext cx="5211763"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hasCustomPrompt="1"/>
          </p:nvPr>
        </p:nvSpPr>
        <p:spPr>
          <a:xfrm>
            <a:off x="6389688" y="1435100"/>
            <a:ext cx="5219700"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5449844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1032.xml><?xml version="1.0" encoding="utf-8"?>
<p:sldLayout xmlns:a="http://schemas.openxmlformats.org/drawingml/2006/main" xmlns:r="http://schemas.openxmlformats.org/officeDocument/2006/relationships" xmlns:p="http://schemas.openxmlformats.org/presentationml/2006/main"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p:cNvSpPr>
            <a:spLocks noGrp="1"/>
          </p:cNvSpPr>
          <p:nvPr>
            <p:ph type="body" sz="quarter" idx="10" hasCustomPrompt="1"/>
          </p:nvPr>
        </p:nvSpPr>
        <p:spPr>
          <a:xfrm>
            <a:off x="584200"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hasCustomPrompt="1"/>
          </p:nvPr>
        </p:nvSpPr>
        <p:spPr>
          <a:xfrm>
            <a:off x="6397171"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179388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1033.xml><?xml version="1.0" encoding="utf-8"?>
<p:sldLayout xmlns:a="http://schemas.openxmlformats.org/drawingml/2006/main" xmlns:r="http://schemas.openxmlformats.org/officeDocument/2006/relationships" xmlns:p="http://schemas.openxmlformats.org/presentationml/2006/main" preserve="1" userDrawn="1">
  <p:cSld name="Two Column Bulle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hasCustomPrompt="1"/>
          </p:nvPr>
        </p:nvSpPr>
        <p:spPr>
          <a:xfrm>
            <a:off x="584200"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66750" indent="-152400">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hasCustomPrompt="1"/>
          </p:nvPr>
        </p:nvSpPr>
        <p:spPr>
          <a:xfrm>
            <a:off x="6397625"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85800" indent="-136525">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818605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034.xml><?xml version="1.0" encoding="utf-8"?>
<p:sldLayout xmlns:a="http://schemas.openxmlformats.org/drawingml/2006/main" xmlns:r="http://schemas.openxmlformats.org/officeDocument/2006/relationships" xmlns:p="http://schemas.openxmlformats.org/presentationml/2006/main" preserve="1" userDrawn="1">
  <p:cSld name="Two Column Conten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hasCustomPrompt="1"/>
          </p:nvPr>
        </p:nvSpPr>
        <p:spPr>
          <a:xfrm>
            <a:off x="588963"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hasCustomPrompt="1"/>
          </p:nvPr>
        </p:nvSpPr>
        <p:spPr>
          <a:xfrm>
            <a:off x="6394451"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208667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035.xml><?xml version="1.0" encoding="utf-8"?>
<p:sldLayout xmlns:a="http://schemas.openxmlformats.org/drawingml/2006/main" xmlns:r="http://schemas.openxmlformats.org/officeDocument/2006/relationships" xmlns:p="http://schemas.openxmlformats.org/presentationml/2006/main" userDrawn="1">
  <p:cSld name="Two Column Content with Subheads 2">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1"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514562"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199"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514562"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2147297665"/>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036.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hasCustomPrompt="1"/>
          </p:nvPr>
        </p:nvSpPr>
        <p:spPr>
          <a:xfrm>
            <a:off x="585217"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181862"/>
          </a:xfrm>
        </p:spPr>
        <p:txBody>
          <a:bodyPr wrap="square">
            <a:spAutoFit/>
          </a:bodyPr>
          <a:lstStyle>
            <a:lvl1pPr marL="176213" indent="-176213">
              <a:defRPr lang="en-US" sz="1800" dirty="0"/>
            </a:lvl1pPr>
            <a:lvl2pPr marL="322263" indent="-150813">
              <a:defRPr lang="en-US" sz="1600" dirty="0"/>
            </a:lvl2pPr>
            <a:lvl3pPr marL="466725" indent="-138113">
              <a:defRPr lang="en-US" sz="1100" dirty="0"/>
            </a:lvl3pPr>
            <a:lvl4pPr marL="595313" indent="-128588">
              <a:defRPr lang="en-US" sz="1050" dirty="0"/>
            </a:lvl4pPr>
            <a:lvl5pPr marL="731838" indent="-122238">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hasCustomPrompt="1"/>
          </p:nvPr>
        </p:nvSpPr>
        <p:spPr>
          <a:xfrm>
            <a:off x="4463796"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hasCustomPrompt="1"/>
          </p:nvPr>
        </p:nvSpPr>
        <p:spPr>
          <a:xfrm>
            <a:off x="8342375"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87917678"/>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24">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1037.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20" name="Text Placeholder 4">
            <a:extLst>
              <a:ext uri="{FF2B5EF4-FFF2-40B4-BE49-F238E27FC236}">
                <a16:creationId xmlns:a16="http://schemas.microsoft.com/office/drawing/2014/main" id="{8AB7BB6A-65B6-AEC7-836B-8D35242275AF}"/>
              </a:ext>
            </a:extLst>
          </p:cNvPr>
          <p:cNvSpPr>
            <a:spLocks noGrp="1"/>
          </p:cNvSpPr>
          <p:nvPr>
            <p:ph type="body" sz="quarter" idx="17" hasCustomPrompt="1"/>
          </p:nvPr>
        </p:nvSpPr>
        <p:spPr>
          <a:xfrm>
            <a:off x="582877"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sz="1400" b="0" i="0" spc="0">
                <a:solidFill>
                  <a:schemeClr val="tx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FB0535AF-BE85-1E67-DD92-E38C21AF7E8C}"/>
              </a:ext>
            </a:extLst>
          </p:cNvPr>
          <p:cNvSpPr>
            <a:spLocks noGrp="1"/>
          </p:cNvSpPr>
          <p:nvPr>
            <p:ph type="body" sz="quarter" idx="18" hasCustomPrompt="1"/>
          </p:nvPr>
        </p:nvSpPr>
        <p:spPr>
          <a:xfrm>
            <a:off x="437134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8E1F9237-EE15-C9FE-E0CA-3A37C93F9063}"/>
              </a:ext>
            </a:extLst>
          </p:cNvPr>
          <p:cNvSpPr>
            <a:spLocks noGrp="1"/>
          </p:cNvSpPr>
          <p:nvPr>
            <p:ph type="body" sz="quarter" idx="19" hasCustomPrompt="1"/>
          </p:nvPr>
        </p:nvSpPr>
        <p:spPr>
          <a:xfrm>
            <a:off x="813655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6" name="Text Placeholder 4">
            <a:extLst>
              <a:ext uri="{FF2B5EF4-FFF2-40B4-BE49-F238E27FC236}">
                <a16:creationId xmlns:a16="http://schemas.microsoft.com/office/drawing/2014/main" id="{775241E4-9061-8DB7-2B87-BA0CCA011ACE}"/>
              </a:ext>
            </a:extLst>
          </p:cNvPr>
          <p:cNvSpPr>
            <a:spLocks noGrp="1"/>
          </p:cNvSpPr>
          <p:nvPr>
            <p:ph type="body" sz="quarter" idx="11" hasCustomPrompt="1"/>
          </p:nvPr>
        </p:nvSpPr>
        <p:spPr>
          <a:xfrm>
            <a:off x="582877"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7" name="Text Placeholder 4">
            <a:extLst>
              <a:ext uri="{FF2B5EF4-FFF2-40B4-BE49-F238E27FC236}">
                <a16:creationId xmlns:a16="http://schemas.microsoft.com/office/drawing/2014/main" id="{82D1AEC7-7020-CBA4-58E1-0D75BA2EF496}"/>
              </a:ext>
            </a:extLst>
          </p:cNvPr>
          <p:cNvSpPr>
            <a:spLocks noGrp="1"/>
          </p:cNvSpPr>
          <p:nvPr>
            <p:ph type="body" sz="quarter" idx="12" hasCustomPrompt="1"/>
          </p:nvPr>
        </p:nvSpPr>
        <p:spPr>
          <a:xfrm>
            <a:off x="437134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8" name="Text Placeholder 4">
            <a:extLst>
              <a:ext uri="{FF2B5EF4-FFF2-40B4-BE49-F238E27FC236}">
                <a16:creationId xmlns:a16="http://schemas.microsoft.com/office/drawing/2014/main" id="{6416719B-F50B-D496-C069-4C1F30AFEC70}"/>
              </a:ext>
            </a:extLst>
          </p:cNvPr>
          <p:cNvSpPr>
            <a:spLocks noGrp="1"/>
          </p:cNvSpPr>
          <p:nvPr>
            <p:ph type="body" sz="quarter" idx="13" hasCustomPrompt="1"/>
          </p:nvPr>
        </p:nvSpPr>
        <p:spPr>
          <a:xfrm>
            <a:off x="813655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Tree>
    <p:extLst>
      <p:ext uri="{BB962C8B-B14F-4D97-AF65-F5344CB8AC3E}">
        <p14:creationId xmlns:p14="http://schemas.microsoft.com/office/powerpoint/2010/main" val="234679232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038.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3">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6" name="Text Placeholder 3">
            <a:extLst>
              <a:ext uri="{FF2B5EF4-FFF2-40B4-BE49-F238E27FC236}">
                <a16:creationId xmlns:a16="http://schemas.microsoft.com/office/drawing/2014/main" id="{46628952-3608-D408-E97B-C5509801C79B}"/>
              </a:ext>
            </a:extLst>
          </p:cNvPr>
          <p:cNvSpPr>
            <a:spLocks noGrp="1"/>
          </p:cNvSpPr>
          <p:nvPr>
            <p:ph type="body" sz="quarter" idx="10" hasCustomPrompt="1"/>
          </p:nvPr>
        </p:nvSpPr>
        <p:spPr>
          <a:xfrm>
            <a:off x="588263" y="1971020"/>
            <a:ext cx="9449500" cy="615553"/>
          </a:xfrm>
          <a:prstGeom prst="rect">
            <a:avLst/>
          </a:prstGeom>
        </p:spPr>
        <p:txBody>
          <a:bodyPr wrap="square" lIns="0" tIns="0" rIns="0" bIns="0">
            <a:spAutoFit/>
          </a:bodyPr>
          <a:lstStyle>
            <a:lvl1pPr marL="0" indent="0">
              <a:lnSpc>
                <a:spcPts val="2400"/>
              </a:lnSpc>
              <a:buNone/>
              <a:defRPr lang="en-US" sz="2000" kern="1200" spc="0" baseline="0" dirty="0">
                <a:solidFill>
                  <a:srgbClr val="000000"/>
                </a:solidFill>
                <a:latin typeface="+mn-lt"/>
                <a:ea typeface="+mn-ea"/>
                <a:cs typeface="+mn-cs"/>
              </a:defRPr>
            </a:lvl1pPr>
            <a:lvl2pPr marL="228600" indent="0">
              <a:buNone/>
              <a:defRPr/>
            </a:lvl2pPr>
            <a:lvl3pPr marL="457200" indent="0">
              <a:buNone/>
              <a:defRPr/>
            </a:lvl3pPr>
            <a:lvl4pPr marL="685800" indent="0">
              <a:buNone/>
              <a:defRPr/>
            </a:lvl4pPr>
            <a:lvl5pPr marL="914400" indent="0">
              <a:buNone/>
              <a:defRPr/>
            </a:lvl5pPr>
          </a:lstStyle>
          <a:p>
            <a:pPr lvl="0"/>
            <a:r>
              <a:rPr lang="en-US"/>
              <a:t>Subhead Segoe UI Regular 20/24.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2"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356101"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9" name="Text Placeholder 4">
            <a:extLst>
              <a:ext uri="{FF2B5EF4-FFF2-40B4-BE49-F238E27FC236}">
                <a16:creationId xmlns:a16="http://schemas.microsoft.com/office/drawing/2014/main" id="{A65E358F-5CAF-2294-2C8A-0C65BE0A268F}"/>
              </a:ext>
            </a:extLst>
          </p:cNvPr>
          <p:cNvSpPr>
            <a:spLocks noGrp="1"/>
          </p:cNvSpPr>
          <p:nvPr>
            <p:ph type="body" sz="quarter" idx="13" hasCustomPrompt="1"/>
          </p:nvPr>
        </p:nvSpPr>
        <p:spPr>
          <a:xfrm>
            <a:off x="8128000" y="3214124"/>
            <a:ext cx="3474445"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200"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356101"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602E34F2-8AEC-5D82-A459-7615DC29B15F}"/>
              </a:ext>
            </a:extLst>
          </p:cNvPr>
          <p:cNvSpPr>
            <a:spLocks noGrp="1"/>
          </p:cNvSpPr>
          <p:nvPr>
            <p:ph type="body" sz="quarter" idx="19" hasCustomPrompt="1"/>
          </p:nvPr>
        </p:nvSpPr>
        <p:spPr>
          <a:xfrm>
            <a:off x="8134943" y="3521898"/>
            <a:ext cx="3474445"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33156714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039.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Oval 10">
            <a:extLst>
              <a:ext uri="{FF2B5EF4-FFF2-40B4-BE49-F238E27FC236}">
                <a16:creationId xmlns:a16="http://schemas.microsoft.com/office/drawing/2014/main" id="{F3C14C4D-447D-641B-9EE1-BB7D37876DFD}"/>
              </a:ext>
            </a:extLst>
          </p:cNvPr>
          <p:cNvSpPr/>
          <p:nvPr userDrawn="1"/>
        </p:nvSpPr>
        <p:spPr>
          <a:xfrm>
            <a:off x="8769505" y="1609347"/>
            <a:ext cx="2196790" cy="2196790"/>
          </a:xfrm>
          <a:prstGeom prst="ellipse">
            <a:avLst/>
          </a:prstGeom>
          <a:solidFill>
            <a:srgbClr val="8DC8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1A257B80-0E22-6118-D58C-8D479BE856CC}"/>
              </a:ext>
            </a:extLst>
          </p:cNvPr>
          <p:cNvSpPr/>
          <p:nvPr userDrawn="1"/>
        </p:nvSpPr>
        <p:spPr>
          <a:xfrm>
            <a:off x="1216757" y="1609347"/>
            <a:ext cx="2196790" cy="219679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F3C5F4DB-FE2F-3894-3C54-F1395F059BC1}"/>
              </a:ext>
            </a:extLst>
          </p:cNvPr>
          <p:cNvSpPr/>
          <p:nvPr userDrawn="1"/>
        </p:nvSpPr>
        <p:spPr>
          <a:xfrm>
            <a:off x="4997605" y="1609347"/>
            <a:ext cx="2196790" cy="2196790"/>
          </a:xfrm>
          <a:prstGeom prst="ellipse">
            <a:avLst/>
          </a:prstGeom>
          <a:solidFill>
            <a:srgbClr val="CD9B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9037727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040.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2"/>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1"/>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chemeClr val="accent3"/>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838240332"/>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041.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6"/>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5"/>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rgbClr val="8DC8E8"/>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392951494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042.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3413125"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3413125"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6244208"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6244208"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9073133"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9073133"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86028884"/>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1043.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2">
    <p:bg>
      <p:bgPr>
        <a:solidFill>
          <a:srgbClr val="F4F3F5"/>
        </a:solidFill>
        <a:effectLst/>
      </p:bgPr>
    </p:bg>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AE4763AA-7A64-C315-54ED-405AA5F28928}"/>
              </a:ext>
            </a:extLst>
          </p:cNvPr>
          <p:cNvSpPr/>
          <p:nvPr userDrawn="1"/>
        </p:nvSpPr>
        <p:spPr bwMode="auto">
          <a:xfrm>
            <a:off x="0" y="0"/>
            <a:ext cx="12192000" cy="1208988"/>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chemeClr val="accent2"/>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7" name="Text Placeholder 11">
            <a:extLst>
              <a:ext uri="{FF2B5EF4-FFF2-40B4-BE49-F238E27FC236}">
                <a16:creationId xmlns:a16="http://schemas.microsoft.com/office/drawing/2014/main" id="{0EA42F63-B2F3-3A38-57BC-24F6164484E0}"/>
              </a:ext>
            </a:extLst>
          </p:cNvPr>
          <p:cNvSpPr>
            <a:spLocks noGrp="1"/>
          </p:cNvSpPr>
          <p:nvPr>
            <p:ph type="body" sz="quarter" idx="16"/>
          </p:nvPr>
        </p:nvSpPr>
        <p:spPr>
          <a:xfrm>
            <a:off x="584200"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9" name="Text Placeholder 7">
            <a:extLst>
              <a:ext uri="{FF2B5EF4-FFF2-40B4-BE49-F238E27FC236}">
                <a16:creationId xmlns:a16="http://schemas.microsoft.com/office/drawing/2014/main" id="{1F284777-927E-F267-62FB-0ADA3AB8ABEF}"/>
              </a:ext>
            </a:extLst>
          </p:cNvPr>
          <p:cNvSpPr>
            <a:spLocks noGrp="1"/>
          </p:cNvSpPr>
          <p:nvPr>
            <p:ph type="body" sz="quarter" idx="14"/>
          </p:nvPr>
        </p:nvSpPr>
        <p:spPr>
          <a:xfrm>
            <a:off x="584200"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11">
            <a:extLst>
              <a:ext uri="{FF2B5EF4-FFF2-40B4-BE49-F238E27FC236}">
                <a16:creationId xmlns:a16="http://schemas.microsoft.com/office/drawing/2014/main" id="{B6D7214D-CF27-5C85-22BE-C501CC3F79F6}"/>
              </a:ext>
            </a:extLst>
          </p:cNvPr>
          <p:cNvSpPr>
            <a:spLocks noGrp="1"/>
          </p:cNvSpPr>
          <p:nvPr>
            <p:ph type="body" sz="quarter" idx="17"/>
          </p:nvPr>
        </p:nvSpPr>
        <p:spPr>
          <a:xfrm>
            <a:off x="3413125"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1" name="Text Placeholder 9">
            <a:extLst>
              <a:ext uri="{FF2B5EF4-FFF2-40B4-BE49-F238E27FC236}">
                <a16:creationId xmlns:a16="http://schemas.microsoft.com/office/drawing/2014/main" id="{D0E08958-F760-A396-6DDC-ADDF12562EFC}"/>
              </a:ext>
            </a:extLst>
          </p:cNvPr>
          <p:cNvSpPr>
            <a:spLocks noGrp="1"/>
          </p:cNvSpPr>
          <p:nvPr>
            <p:ph type="body" sz="quarter" idx="15"/>
          </p:nvPr>
        </p:nvSpPr>
        <p:spPr>
          <a:xfrm>
            <a:off x="3413125"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11">
            <a:extLst>
              <a:ext uri="{FF2B5EF4-FFF2-40B4-BE49-F238E27FC236}">
                <a16:creationId xmlns:a16="http://schemas.microsoft.com/office/drawing/2014/main" id="{2E8EB955-55F0-24FF-CDCC-B5A5FFFC6B4A}"/>
              </a:ext>
            </a:extLst>
          </p:cNvPr>
          <p:cNvSpPr>
            <a:spLocks noGrp="1"/>
          </p:cNvSpPr>
          <p:nvPr>
            <p:ph type="body" sz="quarter" idx="18"/>
          </p:nvPr>
        </p:nvSpPr>
        <p:spPr>
          <a:xfrm>
            <a:off x="6244208"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3" name="Text Placeholder 7">
            <a:extLst>
              <a:ext uri="{FF2B5EF4-FFF2-40B4-BE49-F238E27FC236}">
                <a16:creationId xmlns:a16="http://schemas.microsoft.com/office/drawing/2014/main" id="{36792F0E-DEBA-6C31-5613-59E8E3706BAE}"/>
              </a:ext>
            </a:extLst>
          </p:cNvPr>
          <p:cNvSpPr>
            <a:spLocks noGrp="1"/>
          </p:cNvSpPr>
          <p:nvPr>
            <p:ph type="body" sz="quarter" idx="19"/>
          </p:nvPr>
        </p:nvSpPr>
        <p:spPr>
          <a:xfrm>
            <a:off x="6244208"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11">
            <a:extLst>
              <a:ext uri="{FF2B5EF4-FFF2-40B4-BE49-F238E27FC236}">
                <a16:creationId xmlns:a16="http://schemas.microsoft.com/office/drawing/2014/main" id="{2A858486-2BAB-90FA-E642-5FFCB8955993}"/>
              </a:ext>
            </a:extLst>
          </p:cNvPr>
          <p:cNvSpPr>
            <a:spLocks noGrp="1"/>
          </p:cNvSpPr>
          <p:nvPr>
            <p:ph type="body" sz="quarter" idx="20"/>
          </p:nvPr>
        </p:nvSpPr>
        <p:spPr>
          <a:xfrm>
            <a:off x="9073133"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5" name="Text Placeholder 9">
            <a:extLst>
              <a:ext uri="{FF2B5EF4-FFF2-40B4-BE49-F238E27FC236}">
                <a16:creationId xmlns:a16="http://schemas.microsoft.com/office/drawing/2014/main" id="{6614B332-A4F9-7C7C-FA27-45DE478DA645}"/>
              </a:ext>
            </a:extLst>
          </p:cNvPr>
          <p:cNvSpPr>
            <a:spLocks noGrp="1"/>
          </p:cNvSpPr>
          <p:nvPr>
            <p:ph type="body" sz="quarter" idx="21"/>
          </p:nvPr>
        </p:nvSpPr>
        <p:spPr>
          <a:xfrm>
            <a:off x="9073133"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6914528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044.xml><?xml version="1.0" encoding="utf-8"?>
<p:sldLayout xmlns:a="http://schemas.openxmlformats.org/drawingml/2006/main" xmlns:r="http://schemas.openxmlformats.org/officeDocument/2006/relationships" xmlns:p="http://schemas.openxmlformats.org/presentationml/2006/main" preserve="1" userDrawn="1">
  <p:cSld name="Five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2849007"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5113814"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7378621"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hasCustomPrompt="1"/>
          </p:nvPr>
        </p:nvSpPr>
        <p:spPr>
          <a:xfrm>
            <a:off x="9643428"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25195852"/>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1045.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p:txBody>
          <a:bodyPr/>
          <a:lstStyle/>
          <a:p>
            <a:r>
              <a:rPr lang="en-US"/>
              <a:t>Click to edit title style</a:t>
            </a:r>
          </a:p>
        </p:txBody>
      </p:sp>
    </p:spTree>
    <p:extLst>
      <p:ext uri="{BB962C8B-B14F-4D97-AF65-F5344CB8AC3E}">
        <p14:creationId xmlns:p14="http://schemas.microsoft.com/office/powerpoint/2010/main" val="320474966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6">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0">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046.xml><?xml version="1.0" encoding="utf-8"?>
<p:sldLayout xmlns:a="http://schemas.openxmlformats.org/drawingml/2006/main" xmlns:r="http://schemas.openxmlformats.org/officeDocument/2006/relationships" xmlns:p="http://schemas.openxmlformats.org/presentationml/2006/main" preserve="1" userDrawn="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4" y="2875002"/>
            <a:ext cx="4127692" cy="1107996"/>
          </a:xfrm>
        </p:spPr>
        <p:txBody>
          <a:bodyPr wrap="square" anchor="ctr">
            <a:spAutoFit/>
          </a:bodyPr>
          <a:lstStyle/>
          <a:p>
            <a:r>
              <a:rPr lang="en-US"/>
              <a:t>Click to edit title style</a:t>
            </a:r>
          </a:p>
        </p:txBody>
      </p:sp>
    </p:spTree>
    <p:extLst>
      <p:ext uri="{BB962C8B-B14F-4D97-AF65-F5344CB8AC3E}">
        <p14:creationId xmlns:p14="http://schemas.microsoft.com/office/powerpoint/2010/main" val="3078607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1047.xml><?xml version="1.0" encoding="utf-8"?>
<p:sldLayout xmlns:a="http://schemas.openxmlformats.org/drawingml/2006/main" xmlns:r="http://schemas.openxmlformats.org/officeDocument/2006/relationships" xmlns:p="http://schemas.openxmlformats.org/presentationml/2006/main"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Tree>
    <p:extLst>
      <p:ext uri="{BB962C8B-B14F-4D97-AF65-F5344CB8AC3E}">
        <p14:creationId xmlns:p14="http://schemas.microsoft.com/office/powerpoint/2010/main" val="250768035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048.xml><?xml version="1.0" encoding="utf-8"?>
<p:sldLayout xmlns:a="http://schemas.openxmlformats.org/drawingml/2006/main" xmlns:r="http://schemas.openxmlformats.org/officeDocument/2006/relationships" xmlns:p="http://schemas.openxmlformats.org/presentationml/2006/main" preserve="1" userDrawn="1">
  <p:cSld name="Title - spli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2" y="457200"/>
            <a:ext cx="5687568" cy="553998"/>
          </a:xfrm>
        </p:spPr>
        <p:txBody>
          <a:bodyPr/>
          <a:lstStyle/>
          <a:p>
            <a:r>
              <a:rPr lang="en-US"/>
              <a:t>Click to edit title style</a:t>
            </a:r>
          </a:p>
        </p:txBody>
      </p:sp>
      <p:sp>
        <p:nvSpPr>
          <p:cNvPr id="4" name="Rectangle 3">
            <a:extLst>
              <a:ext uri="{FF2B5EF4-FFF2-40B4-BE49-F238E27FC236}">
                <a16:creationId xmlns:a16="http://schemas.microsoft.com/office/drawing/2014/main" id="{66ED9561-2D36-C7A9-8121-647D44F28482}"/>
              </a:ext>
              <a:ext uri="{C183D7F6-B498-43B3-948B-1728B52AA6E4}">
                <adec:decorative xmlns:adec="http://schemas.microsoft.com/office/drawing/2017/decorative" val="1"/>
              </a:ext>
            </a:extLst>
          </p:cNvPr>
          <p:cNvSpPr/>
          <p:nvPr userDrawn="1"/>
        </p:nvSpPr>
        <p:spPr bwMode="auto">
          <a:xfrm>
            <a:off x="6858000" y="0"/>
            <a:ext cx="5333999" cy="6858000"/>
          </a:xfrm>
          <a:prstGeom prst="rect">
            <a:avLst/>
          </a:prstGeom>
          <a:solidFill>
            <a:schemeClr val="bg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err="1">
              <a:ln>
                <a:noFill/>
              </a:ln>
              <a:solidFill>
                <a:srgbClr val="FFFFFF"/>
              </a:soli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69599528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049.xml><?xml version="1.0" encoding="utf-8"?>
<p:sldLayout xmlns:a="http://schemas.openxmlformats.org/drawingml/2006/main" xmlns:r="http://schemas.openxmlformats.org/officeDocument/2006/relationships" xmlns:p="http://schemas.openxmlformats.org/presentationml/2006/main" preserve="1" userDrawn="1">
  <p:cSld name="Title - 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453303"/>
            <a:ext cx="4158362" cy="430887"/>
          </a:xfrm>
        </p:spPr>
        <p:txBody>
          <a:bodyPr anchor="b"/>
          <a:lstStyle>
            <a:lvl1pPr>
              <a:defRPr sz="2800"/>
            </a:lvl1pPr>
          </a:lstStyle>
          <a:p>
            <a:r>
              <a:rPr lang="en-US"/>
              <a:t>Click to edit title style</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1971020"/>
            <a:ext cx="4162425" cy="307777"/>
          </a:xfrm>
        </p:spPr>
        <p:txBody>
          <a:bodyPr/>
          <a:lstStyle>
            <a:lvl1pPr marL="0" indent="0">
              <a:lnSpc>
                <a:spcPts val="2400"/>
              </a:lnSpc>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8" name="Text Placeholder 4">
            <a:extLst>
              <a:ext uri="{FF2B5EF4-FFF2-40B4-BE49-F238E27FC236}">
                <a16:creationId xmlns:a16="http://schemas.microsoft.com/office/drawing/2014/main" id="{AA4A25BE-EEC4-2D45-6B51-A6D5FDC0CD9E}"/>
              </a:ext>
            </a:extLst>
          </p:cNvPr>
          <p:cNvSpPr>
            <a:spLocks noGrp="1"/>
          </p:cNvSpPr>
          <p:nvPr>
            <p:ph type="body" sz="quarter" idx="13" hasCustomPrompt="1"/>
          </p:nvPr>
        </p:nvSpPr>
        <p:spPr>
          <a:xfrm>
            <a:off x="586062" y="3084755"/>
            <a:ext cx="4167188"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9" name="Text Placeholder 4">
            <a:extLst>
              <a:ext uri="{FF2B5EF4-FFF2-40B4-BE49-F238E27FC236}">
                <a16:creationId xmlns:a16="http://schemas.microsoft.com/office/drawing/2014/main" id="{B898ECC2-F025-9F52-FDDA-2757DC69BA28}"/>
              </a:ext>
            </a:extLst>
          </p:cNvPr>
          <p:cNvSpPr>
            <a:spLocks noGrp="1"/>
          </p:cNvSpPr>
          <p:nvPr>
            <p:ph type="body" sz="quarter" idx="17" hasCustomPrompt="1"/>
          </p:nvPr>
        </p:nvSpPr>
        <p:spPr>
          <a:xfrm>
            <a:off x="584200" y="3392529"/>
            <a:ext cx="4167188" cy="1598771"/>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AB1F49BE-32CF-300B-48DC-B74CA09F2E96}"/>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2432088536"/>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28">
          <p15:clr>
            <a:srgbClr val="A4A3A4"/>
          </p15:clr>
        </p15:guide>
      </p15:sldGuideLst>
    </p:ext>
  </p:extLst>
</p:sldLayout>
</file>

<file path=ppt/slideLayouts/slideLayout1050.xml><?xml version="1.0" encoding="utf-8"?>
<p:sldLayout xmlns:a="http://schemas.openxmlformats.org/drawingml/2006/main" xmlns:r="http://schemas.openxmlformats.org/officeDocument/2006/relationships" xmlns:p="http://schemas.openxmlformats.org/presentationml/2006/main" preserve="1" userDrawn="1">
  <p:cSld name="Title - Square Photo 2">
    <p:bg>
      <p:bgPr>
        <a:solidFill>
          <a:schemeClr val="bg2"/>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3535540"/>
            <a:ext cx="4162425" cy="307777"/>
          </a:xfrm>
        </p:spPr>
        <p:txBody>
          <a:bodyPr/>
          <a:lstStyle>
            <a:lvl1pPr marL="0" indent="0">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327750147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1051.xml><?xml version="1.0" encoding="utf-8"?>
<p:sldLayout xmlns:a="http://schemas.openxmlformats.org/drawingml/2006/main" xmlns:r="http://schemas.openxmlformats.org/officeDocument/2006/relationships" xmlns:p="http://schemas.openxmlformats.org/presentationml/2006/main" preserve="1" userDrawn="1">
  <p:cSld name="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hasCustomPrompt="1"/>
          </p:nvPr>
        </p:nvSpPr>
        <p:spPr>
          <a:xfrm>
            <a:off x="588263" y="2873414"/>
            <a:ext cx="4159950" cy="1107996"/>
          </a:xfrm>
        </p:spPr>
        <p:txBody>
          <a:bodyPr anchor="ct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59072879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1052.xml><?xml version="1.0" encoding="utf-8"?>
<p:sldLayout xmlns:a="http://schemas.openxmlformats.org/drawingml/2006/main" xmlns:r="http://schemas.openxmlformats.org/officeDocument/2006/relationships" xmlns:p="http://schemas.openxmlformats.org/presentationml/2006/main" preserve="1" userDrawn="1">
  <p:cSld name="Square Photo 2">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738664"/>
          </a:xfrm>
        </p:spPr>
        <p:txBody>
          <a:bodyPr anchor="t"/>
          <a:lstStyle>
            <a:lvl1pPr>
              <a:defRPr sz="24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552095664"/>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1053.xml><?xml version="1.0" encoding="utf-8"?>
<p:sldLayout xmlns:a="http://schemas.openxmlformats.org/drawingml/2006/main" xmlns:r="http://schemas.openxmlformats.org/officeDocument/2006/relationships" xmlns:p="http://schemas.openxmlformats.org/presentationml/2006/main" preserve="1" userDrawn="1">
  <p:cSld name="Photo full bleed">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5159207"/>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054.xml><?xml version="1.0" encoding="utf-8"?>
<p:sldLayout xmlns:a="http://schemas.openxmlformats.org/drawingml/2006/main" xmlns:r="http://schemas.openxmlformats.org/officeDocument/2006/relationships" xmlns:p="http://schemas.openxmlformats.org/presentationml/2006/main" preserve="1" userDrawn="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200" spc="0">
                <a:solidFill>
                  <a:srgbClr val="FFFFFF"/>
                </a:solidFill>
              </a:defRPr>
            </a:lvl1pPr>
          </a:lstStyle>
          <a:p>
            <a:r>
              <a:rPr lang="en-US"/>
              <a:t>Click to edit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9917259"/>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055.xml><?xml version="1.0" encoding="utf-8"?>
<p:sldLayout xmlns:a="http://schemas.openxmlformats.org/drawingml/2006/main" xmlns:r="http://schemas.openxmlformats.org/officeDocument/2006/relationships" xmlns:p="http://schemas.openxmlformats.org/presentationml/2006/main" preserve="1" userDrawn="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627371179"/>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1056.xml><?xml version="1.0" encoding="utf-8"?>
<p:sldLayout xmlns:a="http://schemas.openxmlformats.org/drawingml/2006/main" xmlns:r="http://schemas.openxmlformats.org/officeDocument/2006/relationships" xmlns:p="http://schemas.openxmlformats.org/presentationml/2006/main" preserve="1" userDrawn="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617601740"/>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1057.xml><?xml version="1.0" encoding="utf-8"?>
<p:sldLayout xmlns:a="http://schemas.openxmlformats.org/drawingml/2006/main" xmlns:r="http://schemas.openxmlformats.org/officeDocument/2006/relationships" xmlns:p="http://schemas.openxmlformats.org/presentationml/2006/main" preserve="1" userDrawn="1">
  <p:cSld name="Top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hasCustomPrompt="1"/>
          </p:nvPr>
        </p:nvSpPr>
        <p:spPr>
          <a:xfrm>
            <a:off x="588263" y="5436128"/>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66885463"/>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058.xml><?xml version="1.0" encoding="utf-8"?>
<p:sldLayout xmlns:a="http://schemas.openxmlformats.org/drawingml/2006/main" xmlns:r="http://schemas.openxmlformats.org/officeDocument/2006/relationships" xmlns:p="http://schemas.openxmlformats.org/presentationml/2006/main" preserve="1" userDrawn="1">
  <p:cSld name="Bottom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hasCustomPrompt="1"/>
          </p:nvPr>
        </p:nvSpPr>
        <p:spPr>
          <a:xfrm>
            <a:off x="588263" y="866287"/>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14112850"/>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1059.xml><?xml version="1.0" encoding="utf-8"?>
<p:sldLayout xmlns:a="http://schemas.openxmlformats.org/drawingml/2006/main" xmlns:r="http://schemas.openxmlformats.org/officeDocument/2006/relationships" xmlns:p="http://schemas.openxmlformats.org/presentationml/2006/main" preserve="1" userDrawn="1">
  <p:cSld name="Two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4199"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prstGeom prst="roundRect">
            <a:avLst>
              <a:gd name="adj" fmla="val 8178"/>
            </a:avLst>
          </a:prstGeom>
          <a:blipFill>
            <a:blip r:embed="rId2"/>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1860"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prstGeom prst="roundRect">
            <a:avLst>
              <a:gd name="adj" fmla="val 7612"/>
            </a:avLst>
          </a:prstGeom>
          <a:blipFill>
            <a:blip r:embed="rId3"/>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807229046"/>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1060.xml><?xml version="1.0" encoding="utf-8"?>
<p:sldLayout xmlns:a="http://schemas.openxmlformats.org/drawingml/2006/main" xmlns:r="http://schemas.openxmlformats.org/officeDocument/2006/relationships" xmlns:p="http://schemas.openxmlformats.org/presentationml/2006/main" preserve="1" userDrawn="1">
  <p:cSld name="Three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89540135"/>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061.xml><?xml version="1.0" encoding="utf-8"?>
<p:sldLayout xmlns:a="http://schemas.openxmlformats.org/drawingml/2006/main" xmlns:r="http://schemas.openxmlformats.org/officeDocument/2006/relationships" xmlns:p="http://schemas.openxmlformats.org/presentationml/2006/main" preserve="1" userDrawn="1">
  <p:cSld name="Three picture with subtitl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1332631"/>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1332631"/>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1332631"/>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4">
            <a:extLst>
              <a:ext uri="{FF2B5EF4-FFF2-40B4-BE49-F238E27FC236}">
                <a16:creationId xmlns:a16="http://schemas.microsoft.com/office/drawing/2014/main" id="{2BFE283E-20EE-6783-BD84-82B4E8AD3588}"/>
              </a:ext>
            </a:extLst>
          </p:cNvPr>
          <p:cNvSpPr>
            <a:spLocks noGrp="1"/>
          </p:cNvSpPr>
          <p:nvPr>
            <p:ph type="body" sz="quarter" idx="19" hasCustomPrompt="1"/>
          </p:nvPr>
        </p:nvSpPr>
        <p:spPr>
          <a:xfrm>
            <a:off x="584200"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4F92DA75-7E4D-567F-ECD8-2CA3158E6DF4}"/>
              </a:ext>
            </a:extLst>
          </p:cNvPr>
          <p:cNvSpPr>
            <a:spLocks noGrp="1"/>
          </p:cNvSpPr>
          <p:nvPr>
            <p:ph type="body" sz="quarter" idx="20" hasCustomPrompt="1"/>
          </p:nvPr>
        </p:nvSpPr>
        <p:spPr>
          <a:xfrm>
            <a:off x="4356101"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8" name="Text Placeholder 4">
            <a:extLst>
              <a:ext uri="{FF2B5EF4-FFF2-40B4-BE49-F238E27FC236}">
                <a16:creationId xmlns:a16="http://schemas.microsoft.com/office/drawing/2014/main" id="{1341BE00-329F-B62F-D11D-64896AE5DD0E}"/>
              </a:ext>
            </a:extLst>
          </p:cNvPr>
          <p:cNvSpPr>
            <a:spLocks noGrp="1"/>
          </p:cNvSpPr>
          <p:nvPr>
            <p:ph type="body" sz="quarter" idx="21" hasCustomPrompt="1"/>
          </p:nvPr>
        </p:nvSpPr>
        <p:spPr>
          <a:xfrm>
            <a:off x="8134943" y="5354468"/>
            <a:ext cx="3474445"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721669192"/>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062.xml><?xml version="1.0" encoding="utf-8"?>
<p:sldLayout xmlns:a="http://schemas.openxmlformats.org/drawingml/2006/main" xmlns:r="http://schemas.openxmlformats.org/officeDocument/2006/relationships" xmlns:p="http://schemas.openxmlformats.org/presentationml/2006/main" preserve="1" userDrawn="1">
  <p:cSld name="Four picture content">
    <p:bg>
      <p:bgPr>
        <a:solidFill>
          <a:srgbClr val="F4F3F5"/>
        </a:solidFill>
        <a:effectLst/>
      </p:bgPr>
    </p:bg>
    <p:spTree>
      <p:nvGrpSpPr>
        <p:cNvPr id="1" name=""/>
        <p:cNvGrpSpPr/>
        <p:nvPr/>
      </p:nvGrpSpPr>
      <p:grpSpPr>
        <a:xfrm>
          <a:off x="0" y="0"/>
          <a:ext cx="0" cy="0"/>
          <a:chOff x="0" y="0"/>
          <a:chExt cx="0" cy="0"/>
        </a:xfrm>
      </p:grpSpPr>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prstGeom prst="roundRect">
            <a:avLst>
              <a:gd name="adj" fmla="val 9291"/>
            </a:avLst>
          </a:prstGeo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prstGeom prst="roundRect">
            <a:avLst>
              <a:gd name="adj" fmla="val 9680"/>
            </a:avLst>
          </a:prstGeo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prstGeom prst="roundRect">
            <a:avLst>
              <a:gd name="adj" fmla="val 9679"/>
            </a:avLst>
          </a:prstGeo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prstGeom prst="roundRect">
            <a:avLst>
              <a:gd name="adj" fmla="val 9680"/>
            </a:avLst>
          </a:prstGeo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3413908"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5204"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hasCustomPrompt="1"/>
          </p:nvPr>
        </p:nvSpPr>
        <p:spPr>
          <a:xfrm>
            <a:off x="9076500"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Tree>
    <p:extLst>
      <p:ext uri="{BB962C8B-B14F-4D97-AF65-F5344CB8AC3E}">
        <p14:creationId xmlns:p14="http://schemas.microsoft.com/office/powerpoint/2010/main" val="3906914797"/>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1063.xml><?xml version="1.0" encoding="utf-8"?>
<p:sldLayout xmlns:a="http://schemas.openxmlformats.org/drawingml/2006/main" xmlns:r="http://schemas.openxmlformats.org/officeDocument/2006/relationships" xmlns:p="http://schemas.openxmlformats.org/presentationml/2006/main" preserve="1" userDrawn="1">
  <p:cSld name="Two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6714744"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8CE10F07-B8D9-4B69-A567-8BEDE6973D9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87595012"/>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1064.xml><?xml version="1.0" encoding="utf-8"?>
<p:sldLayout xmlns:a="http://schemas.openxmlformats.org/drawingml/2006/main" xmlns:r="http://schemas.openxmlformats.org/officeDocument/2006/relationships" xmlns:p="http://schemas.openxmlformats.org/presentationml/2006/main" preserve="1" userDrawn="1">
  <p:cSld name="Thre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2"/>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4669536" y="4799409"/>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8753856" y="479941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025569780"/>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1065.xml><?xml version="1.0" encoding="utf-8"?>
<p:sldLayout xmlns:a="http://schemas.openxmlformats.org/drawingml/2006/main" xmlns:r="http://schemas.openxmlformats.org/officeDocument/2006/relationships" xmlns:p="http://schemas.openxmlformats.org/presentationml/2006/main" preserve="1" userDrawn="1">
  <p:cSld name="Four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3649472"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6713728" y="479941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9777984"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803520036"/>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1066.xml><?xml version="1.0" encoding="utf-8"?>
<p:sldLayout xmlns:a="http://schemas.openxmlformats.org/drawingml/2006/main" xmlns:r="http://schemas.openxmlformats.org/officeDocument/2006/relationships" xmlns:p="http://schemas.openxmlformats.org/presentationml/2006/main" preserve="1" userDrawn="1">
  <p:cSld name="Fiv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292608" y="4800600"/>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2743962" y="4799409"/>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5195316" y="4799410"/>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7646670"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hasCustomPrompt="1"/>
          </p:nvPr>
        </p:nvSpPr>
        <p:spPr>
          <a:xfrm>
            <a:off x="10098024"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20176245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1067.xml><?xml version="1.0" encoding="utf-8"?>
<p:sldLayout xmlns:a="http://schemas.openxmlformats.org/drawingml/2006/main" xmlns:r="http://schemas.openxmlformats.org/officeDocument/2006/relationships" xmlns:p="http://schemas.openxmlformats.org/presentationml/2006/main" preserve="1" userDrawn="1">
  <p:cSld name="Thre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9747"/>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2037906"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4939284"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7840663"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57734870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1068.xml><?xml version="1.0" encoding="utf-8"?>
<p:sldLayout xmlns:a="http://schemas.openxmlformats.org/drawingml/2006/main" xmlns:r="http://schemas.openxmlformats.org/officeDocument/2006/relationships" xmlns:p="http://schemas.openxmlformats.org/presentationml/2006/main" preserve="1" userDrawn="1">
  <p:cSld name="Four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348725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63903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9293351"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7342212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1069.xml><?xml version="1.0" encoding="utf-8"?>
<p:sldLayout xmlns:a="http://schemas.openxmlformats.org/drawingml/2006/main" xmlns:r="http://schemas.openxmlformats.org/officeDocument/2006/relationships" xmlns:p="http://schemas.openxmlformats.org/presentationml/2006/main" preserve="1" userDrawn="1">
  <p:cSld name="Fiv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2905506"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5227320" y="4235451"/>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7548118"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hasCustomPrompt="1"/>
          </p:nvPr>
        </p:nvSpPr>
        <p:spPr>
          <a:xfrm>
            <a:off x="9869423"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44772515"/>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1070.xml><?xml version="1.0" encoding="utf-8"?>
<p:sldLayout xmlns:a="http://schemas.openxmlformats.org/drawingml/2006/main" xmlns:r="http://schemas.openxmlformats.org/officeDocument/2006/relationships" xmlns:p="http://schemas.openxmlformats.org/presentationml/2006/main" preserve="1" userDrawn="1">
  <p:cSld name="Title and text side by sid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hasCustomPrompt="1"/>
          </p:nvPr>
        </p:nvSpPr>
        <p:spPr>
          <a:xfrm>
            <a:off x="4356100" y="2309812"/>
            <a:ext cx="7253288" cy="3959225"/>
          </a:xfrm>
        </p:spPr>
        <p:txBody>
          <a:bodyPr anchor="t"/>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948370C-2FF9-EB05-1275-F0B9E34E40E3}"/>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2573620"/>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071.xml><?xml version="1.0" encoding="utf-8"?>
<p:sldLayout xmlns:a="http://schemas.openxmlformats.org/drawingml/2006/main" xmlns:r="http://schemas.openxmlformats.org/officeDocument/2006/relationships" xmlns:p="http://schemas.openxmlformats.org/presentationml/2006/main" preserve="1" userDrawn="1">
  <p:cSld name="Title and text side by side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FD366496-0526-A79B-C195-310BDEC5329D}"/>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8B9282B-2098-430D-B57F-67ED8C920ADA}"/>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F917A19-5353-F019-737D-CB017D70B4F9}"/>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9" name="Text Placeholder 2">
            <a:extLst>
              <a:ext uri="{FF2B5EF4-FFF2-40B4-BE49-F238E27FC236}">
                <a16:creationId xmlns:a16="http://schemas.microsoft.com/office/drawing/2014/main" id="{E9EDB421-EDBF-FF28-16C9-56834DF21C4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20" name="Text Placeholder 2">
            <a:extLst>
              <a:ext uri="{FF2B5EF4-FFF2-40B4-BE49-F238E27FC236}">
                <a16:creationId xmlns:a16="http://schemas.microsoft.com/office/drawing/2014/main" id="{8C86039A-AC59-0AA2-3B10-E7EE56A2CD57}"/>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84126602"/>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072.xml><?xml version="1.0" encoding="utf-8"?>
<p:sldLayout xmlns:a="http://schemas.openxmlformats.org/drawingml/2006/main" xmlns:r="http://schemas.openxmlformats.org/officeDocument/2006/relationships" xmlns:p="http://schemas.openxmlformats.org/presentationml/2006/main" preserve="1" userDrawn="1">
  <p:cSld name="Title and text side by side 3">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hasCustomPrompt="1"/>
          </p:nvPr>
        </p:nvSpPr>
        <p:spPr>
          <a:xfrm>
            <a:off x="4941888" y="585789"/>
            <a:ext cx="6667500" cy="5683248"/>
          </a:xfrm>
        </p:spPr>
        <p:txBody>
          <a:bodyPr anchor="ctr"/>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082075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073.xml><?xml version="1.0" encoding="utf-8"?>
<p:sldLayout xmlns:a="http://schemas.openxmlformats.org/drawingml/2006/main" xmlns:r="http://schemas.openxmlformats.org/officeDocument/2006/relationships" xmlns:p="http://schemas.openxmlformats.org/presentationml/2006/main" preserve="1" userDrawn="1">
  <p:cSld name="Title and text side by side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EFC8378B-6E45-F469-0519-68B9FC5BEEA8}"/>
              </a:ext>
            </a:extLst>
          </p:cNvPr>
          <p:cNvSpPr>
            <a:spLocks noGrp="1"/>
          </p:cNvSpPr>
          <p:nvPr>
            <p:ph type="body" sz="quarter" idx="11" hasCustomPrompt="1"/>
          </p:nvPr>
        </p:nvSpPr>
        <p:spPr>
          <a:xfrm>
            <a:off x="5654082" y="1857800"/>
            <a:ext cx="5966418"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6" name="Text Placeholder 2">
            <a:extLst>
              <a:ext uri="{FF2B5EF4-FFF2-40B4-BE49-F238E27FC236}">
                <a16:creationId xmlns:a16="http://schemas.microsoft.com/office/drawing/2014/main" id="{6763BA2C-322D-A7E8-7431-EF84FFCD9B12}"/>
              </a:ext>
            </a:extLst>
          </p:cNvPr>
          <p:cNvSpPr>
            <a:spLocks noGrp="1"/>
          </p:cNvSpPr>
          <p:nvPr>
            <p:ph type="body" sz="quarter" idx="25" hasCustomPrompt="1"/>
          </p:nvPr>
        </p:nvSpPr>
        <p:spPr>
          <a:xfrm>
            <a:off x="5095668" y="1857800"/>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233279391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074.xml><?xml version="1.0" encoding="utf-8"?>
<p:sldLayout xmlns:a="http://schemas.openxmlformats.org/drawingml/2006/main" xmlns:r="http://schemas.openxmlformats.org/officeDocument/2006/relationships" xmlns:p="http://schemas.openxmlformats.org/presentationml/2006/main" preserve="1" userDrawn="1">
  <p:cSld name="Title and text side by side 5">
    <p:bg>
      <p:bgPr>
        <a:solidFill>
          <a:srgbClr val="F4F3F5"/>
        </a:solidFill>
        <a:effectLst/>
      </p:bgPr>
    </p:bg>
    <p:spTree>
      <p:nvGrpSpPr>
        <p:cNvPr id="1" name=""/>
        <p:cNvGrpSpPr/>
        <p:nvPr/>
      </p:nvGrpSpPr>
      <p:grpSpPr>
        <a:xfrm>
          <a:off x="0" y="0"/>
          <a:ext cx="0" cy="0"/>
          <a:chOff x="0" y="0"/>
          <a:chExt cx="0" cy="0"/>
        </a:xfrm>
      </p:grpSpPr>
      <p:cxnSp>
        <p:nvCxnSpPr>
          <p:cNvPr id="36" name="Straight Connector 35">
            <a:extLst>
              <a:ext uri="{FF2B5EF4-FFF2-40B4-BE49-F238E27FC236}">
                <a16:creationId xmlns:a16="http://schemas.microsoft.com/office/drawing/2014/main" id="{50BFCD8B-853E-92A8-FD5C-C5659CCB744A}"/>
              </a:ext>
              <a:ext uri="{C183D7F6-B498-43B3-948B-1728B52AA6E4}">
                <adec:decorative xmlns:adec="http://schemas.microsoft.com/office/drawing/2017/decorative" val="1"/>
              </a:ext>
            </a:extLst>
          </p:cNvPr>
          <p:cNvCxnSpPr>
            <a:cxnSpLocks/>
          </p:cNvCxnSpPr>
          <p:nvPr userDrawn="1"/>
        </p:nvCxnSpPr>
        <p:spPr>
          <a:xfrm>
            <a:off x="584200" y="2019300"/>
            <a:ext cx="3182112" cy="0"/>
          </a:xfrm>
          <a:prstGeom prst="line">
            <a:avLst/>
          </a:prstGeom>
          <a:ln w="76200" cap="rnd">
            <a:gradFill>
              <a:gsLst>
                <a:gs pos="0">
                  <a:schemeClr val="accent1"/>
                </a:gs>
                <a:gs pos="100000">
                  <a:schemeClr val="accent2"/>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1698F6FE-FA89-D09B-0F56-2F89F05F6E1E}"/>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8" name="Text Placeholder 2">
            <a:extLst>
              <a:ext uri="{FF2B5EF4-FFF2-40B4-BE49-F238E27FC236}">
                <a16:creationId xmlns:a16="http://schemas.microsoft.com/office/drawing/2014/main" id="{1DBC7FD1-5168-7C9E-36DD-EFCBEFE2FAC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9" name="Text Placeholder 2">
            <a:extLst>
              <a:ext uri="{FF2B5EF4-FFF2-40B4-BE49-F238E27FC236}">
                <a16:creationId xmlns:a16="http://schemas.microsoft.com/office/drawing/2014/main" id="{AC81A518-CF66-2BAF-FE9A-48CB9F7E9C5C}"/>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3363125809"/>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075.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F4F3F5"/>
        </a:solidFill>
        <a:effectLst/>
      </p:bgPr>
    </p:bg>
    <p:spTree>
      <p:nvGrpSpPr>
        <p:cNvPr id="1" name=""/>
        <p:cNvGrpSpPr/>
        <p:nvPr/>
      </p:nvGrpSpPr>
      <p:grpSpPr>
        <a:xfrm>
          <a:off x="0" y="0"/>
          <a:ext cx="0" cy="0"/>
          <a:chOff x="0" y="0"/>
          <a:chExt cx="0" cy="0"/>
        </a:xfrm>
      </p:grpSpPr>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91438" y="710247"/>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Tree>
    <p:extLst>
      <p:ext uri="{BB962C8B-B14F-4D97-AF65-F5344CB8AC3E}">
        <p14:creationId xmlns:p14="http://schemas.microsoft.com/office/powerpoint/2010/main" val="25868070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076.xml><?xml version="1.0" encoding="utf-8"?>
<p:sldLayout xmlns:a="http://schemas.openxmlformats.org/drawingml/2006/main" xmlns:r="http://schemas.openxmlformats.org/officeDocument/2006/relationships" xmlns:p="http://schemas.openxmlformats.org/presentationml/2006/main" preserve="1" userDrawn="1">
  <p:cSld name="Developer code 2">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userDrawn="1"/>
        </p:nvSpPr>
        <p:spPr bwMode="auto">
          <a:xfrm>
            <a:off x="0" y="1436688"/>
            <a:ext cx="12192000" cy="542131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143668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88263" y="2099310"/>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Tree>
    <p:extLst>
      <p:ext uri="{BB962C8B-B14F-4D97-AF65-F5344CB8AC3E}">
        <p14:creationId xmlns:p14="http://schemas.microsoft.com/office/powerpoint/2010/main" val="11567833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077.xml><?xml version="1.0" encoding="utf-8"?>
<p:sldLayout xmlns:a="http://schemas.openxmlformats.org/drawingml/2006/main" xmlns:r="http://schemas.openxmlformats.org/officeDocument/2006/relationships" xmlns:p="http://schemas.openxmlformats.org/presentationml/2006/main" preserve="1" userDrawn="1">
  <p:cSld name="Developer code bottom">
    <p:bg>
      <p:bgRef idx="1001">
        <a:schemeClr val="bg2"/>
      </p:bgRef>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86390" y="1230681"/>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2827138"/>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282713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3491219"/>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27917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1776">
          <p15:clr>
            <a:srgbClr val="5ACBF0"/>
          </p15:clr>
        </p15:guide>
        <p15:guide id="5" orient="horz" pos="2197">
          <p15:clr>
            <a:srgbClr val="5ACBF0"/>
          </p15:clr>
        </p15:guide>
        <p15:guide id="6" orient="horz" pos="773">
          <p15:clr>
            <a:srgbClr val="5ACBF0"/>
          </p15:clr>
        </p15:guide>
      </p15:sldGuideLst>
    </p:ext>
  </p:extLst>
</p:sldLayout>
</file>

<file path=ppt/slideLayouts/slideLayout1078.xml><?xml version="1.0" encoding="utf-8"?>
<p:sldLayout xmlns:a="http://schemas.openxmlformats.org/drawingml/2006/main" xmlns:r="http://schemas.openxmlformats.org/officeDocument/2006/relationships" xmlns:p="http://schemas.openxmlformats.org/presentationml/2006/main" preserve="1" userDrawn="1">
  <p:cSld name="Developer code top">
    <p:bg>
      <p:bgRef idx="1001">
        <a:schemeClr val="bg2"/>
      </p:bgRef>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0"/>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a:xfrm>
            <a:off x="588263" y="4224580"/>
            <a:ext cx="11018520" cy="492443"/>
          </a:xfrm>
        </p:spPr>
        <p:txBody>
          <a:bodyPr/>
          <a:lstStyle>
            <a:lvl1pPr>
              <a:defRPr sz="3200">
                <a:solidFill>
                  <a:schemeClr val="tx1"/>
                </a:solidFill>
              </a:defRPr>
            </a:lvl1pPr>
          </a:lstStyle>
          <a:p>
            <a:r>
              <a:rPr lang="en-US"/>
              <a:t>Click to edit title style</a:t>
            </a: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660508"/>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91152" y="4996505"/>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309321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2661">
          <p15:clr>
            <a:srgbClr val="5ACBF0"/>
          </p15:clr>
        </p15:guide>
        <p15:guide id="5" orient="horz" pos="3147">
          <p15:clr>
            <a:srgbClr val="5ACBF0"/>
          </p15:clr>
        </p15:guide>
        <p15:guide id="6" orient="horz" pos="419">
          <p15:clr>
            <a:srgbClr val="5ACBF0"/>
          </p15:clr>
        </p15:guide>
      </p15:sldGuideLst>
    </p:ext>
  </p:extLst>
</p:sldLayout>
</file>

<file path=ppt/slideLayouts/slideLayout1079.xml><?xml version="1.0" encoding="utf-8"?>
<p:sldLayout xmlns:a="http://schemas.openxmlformats.org/drawingml/2006/main" xmlns:r="http://schemas.openxmlformats.org/officeDocument/2006/relationships" xmlns:p="http://schemas.openxmlformats.org/presentationml/2006/main" preserve="1" userDrawn="1">
  <p:cSld name="Developer code right">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82BB27-7DA5-4478-8C18-C1FFEE20AAC1}"/>
              </a:ext>
            </a:extLst>
          </p:cNvPr>
          <p:cNvSpPr>
            <a:spLocks noGrp="1"/>
          </p:cNvSpPr>
          <p:nvPr>
            <p:ph type="title" hasCustomPrompt="1"/>
          </p:nvPr>
        </p:nvSpPr>
        <p:spPr>
          <a:xfrm>
            <a:off x="588263" y="457200"/>
            <a:ext cx="4040887" cy="492443"/>
          </a:xfrm>
        </p:spPr>
        <p:txBody>
          <a:bodyPr/>
          <a:lstStyle>
            <a:lvl1pPr>
              <a:defRPr sz="3200">
                <a:solidFill>
                  <a:schemeClr val="tx1"/>
                </a:solidFill>
              </a:defRPr>
            </a:lvl1pPr>
          </a:lstStyle>
          <a:p>
            <a:r>
              <a:rPr lang="en-US"/>
              <a:t>Click to edit title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588965" y="1338139"/>
            <a:ext cx="4040185"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5211763"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00725" y="709187"/>
            <a:ext cx="5801961" cy="307777"/>
          </a:xfrm>
        </p:spPr>
        <p:txBody>
          <a:bodyPr/>
          <a:lstStyle>
            <a:lvl1pPr marL="0" indent="0">
              <a:buNone/>
              <a:tabLst/>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68270880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080.xml><?xml version="1.0" encoding="utf-8"?>
<p:sldLayout xmlns:a="http://schemas.openxmlformats.org/drawingml/2006/main" xmlns:r="http://schemas.openxmlformats.org/officeDocument/2006/relationships" xmlns:p="http://schemas.openxmlformats.org/presentationml/2006/main" preserve="1" userDrawn="1">
  <p:cSld name="Developer code left">
    <p:bg>
      <p:bgRef idx="1001">
        <a:schemeClr val="bg2"/>
      </p:bgRef>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2"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6BB14A7D-C409-4A7C-9D82-A2E5DBB8AB72}"/>
              </a:ext>
            </a:extLst>
          </p:cNvPr>
          <p:cNvSpPr>
            <a:spLocks noGrp="1"/>
          </p:cNvSpPr>
          <p:nvPr>
            <p:ph type="title" hasCustomPrompt="1"/>
          </p:nvPr>
        </p:nvSpPr>
        <p:spPr>
          <a:xfrm>
            <a:off x="7575549" y="457200"/>
            <a:ext cx="4031233" cy="492443"/>
          </a:xfrm>
        </p:spPr>
        <p:txBody>
          <a:bodyPr/>
          <a:lstStyle>
            <a:lvl1pPr>
              <a:defRPr sz="3200">
                <a:solidFill>
                  <a:schemeClr val="tx1"/>
                </a:solidFill>
              </a:defRPr>
            </a:lvl1pPr>
          </a:lstStyle>
          <a:p>
            <a:r>
              <a:rPr lang="en-US"/>
              <a:t>Click to edit title</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7575550" y="1336675"/>
            <a:ext cx="4033838"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9302251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081.xml><?xml version="1.0" encoding="utf-8"?>
<p:sldLayout xmlns:a="http://schemas.openxmlformats.org/drawingml/2006/main" xmlns:r="http://schemas.openxmlformats.org/officeDocument/2006/relationships" xmlns:p="http://schemas.openxmlformats.org/presentationml/2006/main" preserve="1" userDrawn="1">
  <p:cSld name="Developer code left, image right">
    <p:bg>
      <p:bgPr>
        <a:solidFill>
          <a:srgbClr val="F4F3F5"/>
        </a:solidFill>
        <a:effectLst/>
      </p:bgPr>
    </p:bg>
    <p:spTree>
      <p:nvGrpSpPr>
        <p:cNvPr id="1" name=""/>
        <p:cNvGrpSpPr/>
        <p:nvPr/>
      </p:nvGrpSpPr>
      <p:grpSpPr>
        <a:xfrm>
          <a:off x="0" y="0"/>
          <a:ext cx="0" cy="0"/>
          <a:chOff x="0" y="0"/>
          <a:chExt cx="0" cy="0"/>
        </a:xfrm>
      </p:grpSpPr>
      <p:sp>
        <p:nvSpPr>
          <p:cNvPr id="9" name="Picture Placeholder 7" descr="This photo is a 'placeholder' only. Drag or drop your photo here, or click and tap the center to insert a photo.">
            <a:extLst>
              <a:ext uri="{FF2B5EF4-FFF2-40B4-BE49-F238E27FC236}">
                <a16:creationId xmlns:a16="http://schemas.microsoft.com/office/drawing/2014/main" id="{8456ECE7-2FD2-0E8A-D0BD-61173814D9B7}"/>
              </a:ext>
            </a:extLst>
          </p:cNvPr>
          <p:cNvSpPr>
            <a:spLocks noGrp="1"/>
          </p:cNvSpPr>
          <p:nvPr>
            <p:ph type="pic" sz="quarter" idx="10" hasCustomPrompt="1"/>
          </p:nvPr>
        </p:nvSpPr>
        <p:spPr bwMode="ltGray">
          <a:xfrm>
            <a:off x="8490856" y="707231"/>
            <a:ext cx="3116945" cy="5561808"/>
          </a:xfrm>
          <a:prstGeom prst="roundRect">
            <a:avLst>
              <a:gd name="adj" fmla="val 4445"/>
            </a:avLst>
          </a:prstGeom>
          <a:blipFill>
            <a:blip r:embed="rId2"/>
            <a:stretch>
              <a:fillRect l="-107368" r="-109854"/>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410421373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082.xml><?xml version="1.0" encoding="utf-8"?>
<p:sldLayout xmlns:a="http://schemas.openxmlformats.org/drawingml/2006/main" xmlns:r="http://schemas.openxmlformats.org/officeDocument/2006/relationships" xmlns:p="http://schemas.openxmlformats.org/presentationml/2006/main" preserve="1" userDrawn="1">
  <p:cSld name="Device 1">
    <p:bg>
      <p:bgPr>
        <a:solidFill>
          <a:srgbClr val="F4F3F5"/>
        </a:soli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C4B95F29-56C3-4C85-A12B-0B0BE769E70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2" name="Title 1"/>
          <p:cNvSpPr>
            <a:spLocks noGrp="1"/>
          </p:cNvSpPr>
          <p:nvPr>
            <p:ph type="title" hasCustomPrompt="1"/>
          </p:nvPr>
        </p:nvSpPr>
        <p:spPr>
          <a:xfrm>
            <a:off x="584200" y="464817"/>
            <a:ext cx="11023600"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1: one column</a:t>
            </a:r>
          </a:p>
        </p:txBody>
      </p:sp>
      <p:sp>
        <p:nvSpPr>
          <p:cNvPr id="4" name="Text Placeholder 3"/>
          <p:cNvSpPr>
            <a:spLocks noGrp="1"/>
          </p:cNvSpPr>
          <p:nvPr>
            <p:ph type="body" sz="quarter" idx="10" hasCustomPrompt="1"/>
          </p:nvPr>
        </p:nvSpPr>
        <p:spPr>
          <a:xfrm>
            <a:off x="584200" y="1922802"/>
            <a:ext cx="4630006" cy="615553"/>
          </a:xfrm>
          <a:prstGeom prst="rect">
            <a:avLst/>
          </a:prstGeom>
        </p:spPr>
        <p:txBody>
          <a:bodyPr wrap="square" lIns="0" tIns="0" rIns="0" bIns="0">
            <a:spAutoFit/>
          </a:bodyPr>
          <a:lstStyle>
            <a:lvl1pPr marL="0" indent="0">
              <a:lnSpc>
                <a:spcPts val="2400"/>
              </a:lnSpc>
              <a:buNone/>
              <a:defRPr sz="2000" b="0" i="0">
                <a:solidFill>
                  <a:srgbClr val="000000"/>
                </a:solidFill>
                <a:latin typeface="+mn-lt"/>
              </a:defRPr>
            </a:lvl1pPr>
            <a:lvl2pPr marL="224097" indent="0">
              <a:buNone/>
              <a:defRPr/>
            </a:lvl2pPr>
            <a:lvl3pPr marL="448193" indent="0">
              <a:buNone/>
              <a:defRPr/>
            </a:lvl3pPr>
            <a:lvl4pPr marL="672290" indent="0">
              <a:buNone/>
              <a:defRPr/>
            </a:lvl4pPr>
            <a:lvl5pPr marL="896386" indent="0">
              <a:buNone/>
              <a:defRPr/>
            </a:lvl5pPr>
          </a:lstStyle>
          <a:p>
            <a:pPr lvl="0"/>
            <a:r>
              <a:rPr lang="pt-BR"/>
              <a:t>Large subhead Segoe UI Regular 20/24. </a:t>
            </a:r>
            <a:r>
              <a:rPr lang="da-DK"/>
              <a:t>Lorem ipsum dolor sit amet</a:t>
            </a:r>
            <a:r>
              <a:rPr lang="pt-BR"/>
              <a:t>.</a:t>
            </a:r>
            <a:endParaRPr lang="en-US"/>
          </a:p>
        </p:txBody>
      </p:sp>
      <p:sp>
        <p:nvSpPr>
          <p:cNvPr id="5" name="Text Placeholder 4"/>
          <p:cNvSpPr>
            <a:spLocks noGrp="1"/>
          </p:cNvSpPr>
          <p:nvPr>
            <p:ph type="body" sz="quarter" idx="11" hasCustomPrompt="1"/>
          </p:nvPr>
        </p:nvSpPr>
        <p:spPr>
          <a:xfrm>
            <a:off x="584199" y="2707597"/>
            <a:ext cx="4630005" cy="2521331"/>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2" name="Picture Placeholder 11">
            <a:extLst>
              <a:ext uri="{FF2B5EF4-FFF2-40B4-BE49-F238E27FC236}">
                <a16:creationId xmlns:a16="http://schemas.microsoft.com/office/drawing/2014/main" id="{934476FE-7091-4DE7-A55E-3EF5A6569A7D}"/>
              </a:ext>
            </a:extLst>
          </p:cNvPr>
          <p:cNvSpPr>
            <a:spLocks noGrp="1"/>
          </p:cNvSpPr>
          <p:nvPr>
            <p:ph type="pic" sz="quarter" idx="12"/>
          </p:nvPr>
        </p:nvSpPr>
        <p:spPr>
          <a:xfrm>
            <a:off x="6358812" y="1519688"/>
            <a:ext cx="5833188" cy="4343375"/>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690846582"/>
      </p:ext>
    </p:extLst>
  </p:cSld>
  <p:clrMapOvr>
    <a:masterClrMapping/>
  </p:clrMapOvr>
  <p:transition>
    <p:fade/>
  </p:transition>
</p:sldLayout>
</file>

<file path=ppt/slideLayouts/slideLayout1083.xml><?xml version="1.0" encoding="utf-8"?>
<p:sldLayout xmlns:a="http://schemas.openxmlformats.org/drawingml/2006/main" xmlns:r="http://schemas.openxmlformats.org/officeDocument/2006/relationships" xmlns:p="http://schemas.openxmlformats.org/presentationml/2006/main" preserve="1" userDrawn="1">
  <p:cSld name="Device 2">
    <p:bg>
      <p:bgPr>
        <a:solidFill>
          <a:srgbClr val="F4F3F5"/>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C99DE98C-91A8-4163-A280-8BB561692C8E}"/>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9" name="Picture Placeholder 11">
            <a:extLst>
              <a:ext uri="{FF2B5EF4-FFF2-40B4-BE49-F238E27FC236}">
                <a16:creationId xmlns:a16="http://schemas.microsoft.com/office/drawing/2014/main" id="{784CA30E-A92E-4E40-944A-73B1CF9EEE0A}"/>
              </a:ext>
            </a:extLst>
          </p:cNvPr>
          <p:cNvSpPr>
            <a:spLocks noGrp="1"/>
          </p:cNvSpPr>
          <p:nvPr>
            <p:ph type="pic" sz="quarter" idx="12"/>
          </p:nvPr>
        </p:nvSpPr>
        <p:spPr>
          <a:xfrm>
            <a:off x="6357959" y="1535104"/>
            <a:ext cx="5834041" cy="4315059"/>
          </a:xfrm>
          <a:prstGeom prst="rect">
            <a:avLst/>
          </a:prstGeom>
        </p:spPr>
        <p:txBody>
          <a:bodyPr anchor="ctr" anchorCtr="0">
            <a:noAutofit/>
          </a:bodyPr>
          <a:lstStyle>
            <a:lvl1pPr algn="ctr">
              <a:defRPr>
                <a:solidFill>
                  <a:srgbClr val="000000"/>
                </a:solidFill>
              </a:defRPr>
            </a:lvl1pPr>
          </a:lstStyle>
          <a:p>
            <a:r>
              <a:rPr lang="en-US"/>
              <a:t>Click icon to add picture</a:t>
            </a:r>
          </a:p>
        </p:txBody>
      </p:sp>
      <p:sp>
        <p:nvSpPr>
          <p:cNvPr id="13" name="Text Placeholder 4">
            <a:extLst>
              <a:ext uri="{FF2B5EF4-FFF2-40B4-BE49-F238E27FC236}">
                <a16:creationId xmlns:a16="http://schemas.microsoft.com/office/drawing/2014/main" id="{8D17D4B4-B6B9-4273-ACCB-7A5ED46F35A8}"/>
              </a:ext>
            </a:extLst>
          </p:cNvPr>
          <p:cNvSpPr>
            <a:spLocks noGrp="1"/>
          </p:cNvSpPr>
          <p:nvPr>
            <p:ph type="body" sz="quarter" idx="11" hasCustomPrompt="1"/>
          </p:nvPr>
        </p:nvSpPr>
        <p:spPr>
          <a:xfrm>
            <a:off x="593750"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4" name="Text Placeholder 4">
            <a:extLst>
              <a:ext uri="{FF2B5EF4-FFF2-40B4-BE49-F238E27FC236}">
                <a16:creationId xmlns:a16="http://schemas.microsoft.com/office/drawing/2014/main" id="{FB204BE2-B985-4315-8D5B-9C54B1074DD6}"/>
              </a:ext>
            </a:extLst>
          </p:cNvPr>
          <p:cNvSpPr>
            <a:spLocks noGrp="1"/>
          </p:cNvSpPr>
          <p:nvPr>
            <p:ph type="body" sz="quarter" idx="13" hasCustomPrompt="1"/>
          </p:nvPr>
        </p:nvSpPr>
        <p:spPr>
          <a:xfrm>
            <a:off x="2521876"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8" name="Text Placeholder 4">
            <a:extLst>
              <a:ext uri="{FF2B5EF4-FFF2-40B4-BE49-F238E27FC236}">
                <a16:creationId xmlns:a16="http://schemas.microsoft.com/office/drawing/2014/main" id="{02963930-27DC-A146-BED0-307A0CE5F43A}"/>
              </a:ext>
            </a:extLst>
          </p:cNvPr>
          <p:cNvSpPr>
            <a:spLocks noGrp="1"/>
          </p:cNvSpPr>
          <p:nvPr>
            <p:ph type="body" sz="quarter" idx="42" hasCustomPrompt="1"/>
          </p:nvPr>
        </p:nvSpPr>
        <p:spPr>
          <a:xfrm>
            <a:off x="59024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9" name="Text Placeholder 4">
            <a:extLst>
              <a:ext uri="{FF2B5EF4-FFF2-40B4-BE49-F238E27FC236}">
                <a16:creationId xmlns:a16="http://schemas.microsoft.com/office/drawing/2014/main" id="{8EE99189-A4FF-8C44-809C-285F33AF913B}"/>
              </a:ext>
            </a:extLst>
          </p:cNvPr>
          <p:cNvSpPr>
            <a:spLocks noGrp="1"/>
          </p:cNvSpPr>
          <p:nvPr>
            <p:ph type="body" sz="quarter" idx="43" hasCustomPrompt="1"/>
          </p:nvPr>
        </p:nvSpPr>
        <p:spPr>
          <a:xfrm>
            <a:off x="252160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Title 1">
            <a:extLst>
              <a:ext uri="{FF2B5EF4-FFF2-40B4-BE49-F238E27FC236}">
                <a16:creationId xmlns:a16="http://schemas.microsoft.com/office/drawing/2014/main" id="{41C62C6E-6C8D-E263-ED20-65125864F2C8}"/>
              </a:ext>
            </a:extLst>
          </p:cNvPr>
          <p:cNvSpPr>
            <a:spLocks noGrp="1"/>
          </p:cNvSpPr>
          <p:nvPr>
            <p:ph type="title" hasCustomPrompt="1"/>
          </p:nvPr>
        </p:nvSpPr>
        <p:spPr>
          <a:xfrm>
            <a:off x="582612" y="462415"/>
            <a:ext cx="11026776"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2: two columns</a:t>
            </a:r>
          </a:p>
        </p:txBody>
      </p:sp>
    </p:spTree>
    <p:extLst>
      <p:ext uri="{BB962C8B-B14F-4D97-AF65-F5344CB8AC3E}">
        <p14:creationId xmlns:p14="http://schemas.microsoft.com/office/powerpoint/2010/main" val="993326050"/>
      </p:ext>
    </p:extLst>
  </p:cSld>
  <p:clrMapOvr>
    <a:masterClrMapping/>
  </p:clrMapOvr>
  <p:transition>
    <p:fade/>
  </p:transition>
</p:sldLayout>
</file>

<file path=ppt/slideLayouts/slideLayout1084.xml><?xml version="1.0" encoding="utf-8"?>
<p:sldLayout xmlns:a="http://schemas.openxmlformats.org/drawingml/2006/main" xmlns:r="http://schemas.openxmlformats.org/officeDocument/2006/relationships" xmlns:p="http://schemas.openxmlformats.org/presentationml/2006/main" preserve="1" userDrawn="1">
  <p:cSld name="Device 3">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3</a:t>
            </a:r>
          </a:p>
        </p:txBody>
      </p:sp>
      <p:pic>
        <p:nvPicPr>
          <p:cNvPr id="10" name="Picture 9">
            <a:extLst>
              <a:ext uri="{FF2B5EF4-FFF2-40B4-BE49-F238E27FC236}">
                <a16:creationId xmlns:a16="http://schemas.microsoft.com/office/drawing/2014/main" id="{73CDB1EA-72FB-46B3-89D4-DEE1F2EF724A}"/>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384249" y="486947"/>
            <a:ext cx="10869930" cy="6371053"/>
          </a:xfrm>
          <a:prstGeom prst="rect">
            <a:avLst/>
          </a:prstGeom>
        </p:spPr>
      </p:pic>
      <p:sp>
        <p:nvSpPr>
          <p:cNvPr id="8" name="Picture Placeholder 11">
            <a:extLst>
              <a:ext uri="{FF2B5EF4-FFF2-40B4-BE49-F238E27FC236}">
                <a16:creationId xmlns:a16="http://schemas.microsoft.com/office/drawing/2014/main" id="{0473E679-3B6D-497A-A0F6-454C968B7607}"/>
              </a:ext>
            </a:extLst>
          </p:cNvPr>
          <p:cNvSpPr>
            <a:spLocks noGrp="1"/>
          </p:cNvSpPr>
          <p:nvPr>
            <p:ph type="pic" sz="quarter" idx="12"/>
          </p:nvPr>
        </p:nvSpPr>
        <p:spPr>
          <a:xfrm>
            <a:off x="2293976" y="1599603"/>
            <a:ext cx="7678751" cy="4327960"/>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1165843007"/>
      </p:ext>
    </p:extLst>
  </p:cSld>
  <p:clrMapOvr>
    <a:masterClrMapping/>
  </p:clrMapOvr>
  <p:transition>
    <p:fade/>
  </p:transition>
</p:sldLayout>
</file>

<file path=ppt/slideLayouts/slideLayout1085.xml><?xml version="1.0" encoding="utf-8"?>
<p:sldLayout xmlns:a="http://schemas.openxmlformats.org/drawingml/2006/main" xmlns:r="http://schemas.openxmlformats.org/officeDocument/2006/relationships" xmlns:p="http://schemas.openxmlformats.org/presentationml/2006/main" preserve="1" userDrawn="1">
  <p:cSld name="Chart with caption">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Chart layout examples</a:t>
            </a:r>
          </a:p>
        </p:txBody>
      </p:sp>
      <p:sp>
        <p:nvSpPr>
          <p:cNvPr id="5" name="Chart Placeholder 6">
            <a:extLst>
              <a:ext uri="{FF2B5EF4-FFF2-40B4-BE49-F238E27FC236}">
                <a16:creationId xmlns:a16="http://schemas.microsoft.com/office/drawing/2014/main" id="{D9638BF3-12D1-2694-0190-0AB19FCB5432}"/>
              </a:ext>
            </a:extLst>
          </p:cNvPr>
          <p:cNvSpPr>
            <a:spLocks noGrp="1"/>
          </p:cNvSpPr>
          <p:nvPr>
            <p:ph type="chart" sz="quarter" idx="21"/>
          </p:nvPr>
        </p:nvSpPr>
        <p:spPr>
          <a:xfrm>
            <a:off x="584200"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6" name="Text Placeholder 4">
            <a:extLst>
              <a:ext uri="{FF2B5EF4-FFF2-40B4-BE49-F238E27FC236}">
                <a16:creationId xmlns:a16="http://schemas.microsoft.com/office/drawing/2014/main" id="{9FDA6635-EE72-35BC-5065-7C47B07E2AF7}"/>
              </a:ext>
            </a:extLst>
          </p:cNvPr>
          <p:cNvSpPr>
            <a:spLocks noGrp="1"/>
          </p:cNvSpPr>
          <p:nvPr>
            <p:ph type="body" sz="quarter" idx="12" hasCustomPrompt="1"/>
          </p:nvPr>
        </p:nvSpPr>
        <p:spPr>
          <a:xfrm>
            <a:off x="584201" y="5973763"/>
            <a:ext cx="3474720" cy="307777"/>
          </a:xfrm>
          <a:prstGeom prst="rect">
            <a:avLst/>
          </a:prstGeom>
        </p:spPr>
        <p:txBody>
          <a:bodyPr lIns="0" tIns="0" rIns="0" bIns="0"/>
          <a:lstStyle>
            <a:lvl1pPr marL="0" indent="0">
              <a:lnSpc>
                <a:spcPts val="1200"/>
              </a:lnSpc>
              <a:spcBef>
                <a:spcPts val="900"/>
              </a:spcBef>
              <a:buFont typeface="Arial" panose="020B0604020202020204" pitchFamily="34" charset="0"/>
              <a:buNone/>
              <a:defRPr sz="1000" b="0" i="0" spc="0">
                <a:solidFill>
                  <a:srgbClr val="000000"/>
                </a:solidFill>
                <a:latin typeface="+mn-lt"/>
              </a:defRPr>
            </a:lvl1pPr>
            <a:lvl2pPr marL="0" marR="0" indent="0" algn="l" defTabSz="932742" rtl="0" eaLnBrk="1" fontAlgn="auto" latinLnBrk="0" hangingPunct="1">
              <a:lnSpc>
                <a:spcPts val="1200"/>
              </a:lnSpc>
              <a:spcBef>
                <a:spcPts val="450"/>
              </a:spcBef>
              <a:spcAft>
                <a:spcPts val="0"/>
              </a:spcAft>
              <a:buClrTx/>
              <a:buSzPct val="90000"/>
              <a:buFont typeface="Arial" panose="020B0604020202020204" pitchFamily="34" charset="0"/>
              <a:buNone/>
              <a:tabLst/>
              <a:defRPr sz="1000">
                <a:solidFill>
                  <a:schemeClr val="tx1"/>
                </a:solidFill>
              </a:defRPr>
            </a:lvl2pPr>
            <a:lvl3pPr marL="457200" indent="0">
              <a:buNone/>
              <a:defRPr/>
            </a:lvl3pPr>
            <a:lvl4pPr marL="685800" indent="0">
              <a:buNone/>
              <a:defRPr/>
            </a:lvl4pPr>
            <a:lvl5pPr marL="914400" indent="0">
              <a:buNone/>
              <a:defRPr/>
            </a:lvl5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7" name="Text Placeholder 4">
            <a:extLst>
              <a:ext uri="{FF2B5EF4-FFF2-40B4-BE49-F238E27FC236}">
                <a16:creationId xmlns:a16="http://schemas.microsoft.com/office/drawing/2014/main" id="{426EF772-758C-C1A7-A309-173E2AB9C395}"/>
              </a:ext>
            </a:extLst>
          </p:cNvPr>
          <p:cNvSpPr>
            <a:spLocks noGrp="1"/>
          </p:cNvSpPr>
          <p:nvPr>
            <p:ph type="body" sz="quarter" idx="18" hasCustomPrompt="1"/>
          </p:nvPr>
        </p:nvSpPr>
        <p:spPr>
          <a:xfrm>
            <a:off x="4358640"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9" name="Chart Placeholder 6">
            <a:extLst>
              <a:ext uri="{FF2B5EF4-FFF2-40B4-BE49-F238E27FC236}">
                <a16:creationId xmlns:a16="http://schemas.microsoft.com/office/drawing/2014/main" id="{C01D8C54-5478-2BF6-769F-9F0FC6FB57EA}"/>
              </a:ext>
            </a:extLst>
          </p:cNvPr>
          <p:cNvSpPr>
            <a:spLocks noGrp="1"/>
          </p:cNvSpPr>
          <p:nvPr>
            <p:ph type="chart" sz="quarter" idx="22"/>
          </p:nvPr>
        </p:nvSpPr>
        <p:spPr>
          <a:xfrm>
            <a:off x="4358641"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1" name="Chart Placeholder 6">
            <a:extLst>
              <a:ext uri="{FF2B5EF4-FFF2-40B4-BE49-F238E27FC236}">
                <a16:creationId xmlns:a16="http://schemas.microsoft.com/office/drawing/2014/main" id="{657835EA-5000-4043-FCC9-D8A17E147B1F}"/>
              </a:ext>
            </a:extLst>
          </p:cNvPr>
          <p:cNvSpPr>
            <a:spLocks noGrp="1"/>
          </p:cNvSpPr>
          <p:nvPr>
            <p:ph type="chart" sz="quarter" idx="23"/>
          </p:nvPr>
        </p:nvSpPr>
        <p:spPr>
          <a:xfrm>
            <a:off x="8132064"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2" name="Text Placeholder 3">
            <a:extLst>
              <a:ext uri="{FF2B5EF4-FFF2-40B4-BE49-F238E27FC236}">
                <a16:creationId xmlns:a16="http://schemas.microsoft.com/office/drawing/2014/main" id="{D11E6A22-8ABF-B71A-3401-3376773ED9AC}"/>
              </a:ext>
            </a:extLst>
          </p:cNvPr>
          <p:cNvSpPr>
            <a:spLocks noGrp="1"/>
          </p:cNvSpPr>
          <p:nvPr>
            <p:ph type="body" sz="quarter" idx="24" hasCustomPrompt="1"/>
          </p:nvPr>
        </p:nvSpPr>
        <p:spPr>
          <a:xfrm>
            <a:off x="584200"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3" name="Text Placeholder 3">
            <a:extLst>
              <a:ext uri="{FF2B5EF4-FFF2-40B4-BE49-F238E27FC236}">
                <a16:creationId xmlns:a16="http://schemas.microsoft.com/office/drawing/2014/main" id="{608861AB-092C-6472-7C72-ED6E47461F7C}"/>
              </a:ext>
            </a:extLst>
          </p:cNvPr>
          <p:cNvSpPr>
            <a:spLocks noGrp="1"/>
          </p:cNvSpPr>
          <p:nvPr>
            <p:ph type="body" sz="quarter" idx="25" hasCustomPrompt="1"/>
          </p:nvPr>
        </p:nvSpPr>
        <p:spPr>
          <a:xfrm>
            <a:off x="4369751"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4" name="Text Placeholder 3">
            <a:extLst>
              <a:ext uri="{FF2B5EF4-FFF2-40B4-BE49-F238E27FC236}">
                <a16:creationId xmlns:a16="http://schemas.microsoft.com/office/drawing/2014/main" id="{000561FE-DBFA-4AC4-AFCD-6B19B0C28254}"/>
              </a:ext>
            </a:extLst>
          </p:cNvPr>
          <p:cNvSpPr>
            <a:spLocks noGrp="1"/>
          </p:cNvSpPr>
          <p:nvPr>
            <p:ph type="body" sz="quarter" idx="26" hasCustomPrompt="1"/>
          </p:nvPr>
        </p:nvSpPr>
        <p:spPr>
          <a:xfrm>
            <a:off x="8132063"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5" name="Text Placeholder 4">
            <a:extLst>
              <a:ext uri="{FF2B5EF4-FFF2-40B4-BE49-F238E27FC236}">
                <a16:creationId xmlns:a16="http://schemas.microsoft.com/office/drawing/2014/main" id="{ABB165B4-FDFD-ADBC-4A1C-58CA8748A55C}"/>
              </a:ext>
            </a:extLst>
          </p:cNvPr>
          <p:cNvSpPr>
            <a:spLocks noGrp="1"/>
          </p:cNvSpPr>
          <p:nvPr>
            <p:ph type="body" sz="quarter" idx="27" hasCustomPrompt="1"/>
          </p:nvPr>
        </p:nvSpPr>
        <p:spPr>
          <a:xfrm>
            <a:off x="8132063"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Tree>
    <p:extLst>
      <p:ext uri="{BB962C8B-B14F-4D97-AF65-F5344CB8AC3E}">
        <p14:creationId xmlns:p14="http://schemas.microsoft.com/office/powerpoint/2010/main" val="1982342779"/>
      </p:ext>
    </p:extLst>
  </p:cSld>
  <p:clrMapOvr>
    <a:masterClrMapping/>
  </p:clrMapOvr>
  <p:transition>
    <p:fade/>
  </p:transition>
</p:sldLayout>
</file>

<file path=ppt/slideLayouts/slideLayout1086.xml><?xml version="1.0" encoding="utf-8"?>
<p:sldLayout xmlns:a="http://schemas.openxmlformats.org/drawingml/2006/main" xmlns:r="http://schemas.openxmlformats.org/officeDocument/2006/relationships" xmlns:p="http://schemas.openxmlformats.org/presentationml/2006/main" preserve="1" userDrawn="1">
  <p:cSld name="Table ">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9F1098-5BDB-3A14-0BC4-F3DC4A76BABB}"/>
              </a:ext>
            </a:extLst>
          </p:cNvPr>
          <p:cNvSpPr>
            <a:spLocks noGrp="1"/>
          </p:cNvSpPr>
          <p:nvPr>
            <p:ph type="title" hasCustomPrompt="1"/>
          </p:nvPr>
        </p:nvSpPr>
        <p:spPr/>
        <p:txBody>
          <a:bodyPr/>
          <a:lstStyle>
            <a:lvl1pPr>
              <a:defRPr/>
            </a:lvl1pPr>
          </a:lstStyle>
          <a:p>
            <a:r>
              <a:rPr lang="en-US"/>
              <a:t>Table layout</a:t>
            </a:r>
          </a:p>
        </p:txBody>
      </p:sp>
      <p:sp>
        <p:nvSpPr>
          <p:cNvPr id="4" name="Table Placeholder 3">
            <a:extLst>
              <a:ext uri="{FF2B5EF4-FFF2-40B4-BE49-F238E27FC236}">
                <a16:creationId xmlns:a16="http://schemas.microsoft.com/office/drawing/2014/main" id="{6DAF7D07-1867-0A94-96A1-88DE5F76DCC0}"/>
              </a:ext>
            </a:extLst>
          </p:cNvPr>
          <p:cNvSpPr>
            <a:spLocks noGrp="1"/>
          </p:cNvSpPr>
          <p:nvPr>
            <p:ph type="tbl" sz="quarter" idx="10"/>
          </p:nvPr>
        </p:nvSpPr>
        <p:spPr>
          <a:xfrm>
            <a:off x="584201" y="2201863"/>
            <a:ext cx="11025188" cy="4067176"/>
          </a:xfrm>
          <a:prstGeom prst="rect">
            <a:avLst/>
          </a:prstGeom>
        </p:spPr>
        <p:txBody>
          <a:bodyPr anchor="ctr" anchorCtr="0"/>
          <a:lstStyle>
            <a:lvl1pPr algn="ctr">
              <a:defRPr/>
            </a:lvl1pPr>
          </a:lstStyle>
          <a:p>
            <a:r>
              <a:rPr lang="en-US"/>
              <a:t>Click icon to add table</a:t>
            </a:r>
          </a:p>
        </p:txBody>
      </p:sp>
    </p:spTree>
    <p:extLst>
      <p:ext uri="{BB962C8B-B14F-4D97-AF65-F5344CB8AC3E}">
        <p14:creationId xmlns:p14="http://schemas.microsoft.com/office/powerpoint/2010/main" val="687834266"/>
      </p:ext>
    </p:extLst>
  </p:cSld>
  <p:clrMapOvr>
    <a:masterClrMapping/>
  </p:clrMapOvr>
  <p:transition>
    <p:fade/>
  </p:transition>
</p:sldLayout>
</file>

<file path=ppt/slideLayouts/slideLayout1087.xml><?xml version="1.0" encoding="utf-8"?>
<p:sldLayout xmlns:a="http://schemas.openxmlformats.org/drawingml/2006/main" xmlns:r="http://schemas.openxmlformats.org/officeDocument/2006/relationships" xmlns:p="http://schemas.openxmlformats.org/presentationml/2006/main" preserve="1" userDrawn="1">
  <p:cSld name="Quote slide">
    <p:bg>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68FF295-4867-A99B-E458-6E9396360BC0}"/>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1163637"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1163637"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1163637" y="850900"/>
            <a:ext cx="7256463" cy="3238500"/>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spTree>
    <p:extLst>
      <p:ext uri="{BB962C8B-B14F-4D97-AF65-F5344CB8AC3E}">
        <p14:creationId xmlns:p14="http://schemas.microsoft.com/office/powerpoint/2010/main" val="27085728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088.xml><?xml version="1.0" encoding="utf-8"?>
<p:sldLayout xmlns:a="http://schemas.openxmlformats.org/drawingml/2006/main" xmlns:r="http://schemas.openxmlformats.org/officeDocument/2006/relationships" xmlns:p="http://schemas.openxmlformats.org/presentationml/2006/main" preserve="1" userDrawn="1">
  <p:cSld name="1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A95A0AA-74F0-F906-FF6C-5C3C4846A891}"/>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8" name="Picture 7" descr="Quotation marks">
            <a:extLst>
              <a:ext uri="{FF2B5EF4-FFF2-40B4-BE49-F238E27FC236}">
                <a16:creationId xmlns:a16="http://schemas.microsoft.com/office/drawing/2014/main" id="{04EC2229-8FBE-426A-CDA3-79B76E4E64E9}"/>
              </a:ext>
            </a:extLst>
          </p:cNvPr>
          <p:cNvPicPr>
            <a:picLocks noChangeAspect="1"/>
          </p:cNvPicPr>
          <p:nvPr userDrawn="1"/>
        </p:nvPicPr>
        <p:blipFill>
          <a:blip r:embed="rId3"/>
          <a:stretch>
            <a:fillRect/>
          </a:stretch>
        </p:blipFill>
        <p:spPr bwMode="black">
          <a:xfrm>
            <a:off x="549201" y="1033463"/>
            <a:ext cx="1555824" cy="1392940"/>
          </a:xfrm>
          <a:prstGeom prst="rect">
            <a:avLst/>
          </a:prstGeom>
        </p:spPr>
      </p:pic>
    </p:spTree>
    <p:extLst>
      <p:ext uri="{BB962C8B-B14F-4D97-AF65-F5344CB8AC3E}">
        <p14:creationId xmlns:p14="http://schemas.microsoft.com/office/powerpoint/2010/main" val="245950691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089.xml><?xml version="1.0" encoding="utf-8"?>
<p:sldLayout xmlns:a="http://schemas.openxmlformats.org/drawingml/2006/main" xmlns:r="http://schemas.openxmlformats.org/officeDocument/2006/relationships" xmlns:p="http://schemas.openxmlformats.org/presentationml/2006/main" preserve="1" userDrawn="1">
  <p:cSld name="2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EE79450-F76B-B7C6-BF65-EFBA04ADB473}"/>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11" name="Picture 10" descr="Quotation marks">
            <a:extLst>
              <a:ext uri="{FF2B5EF4-FFF2-40B4-BE49-F238E27FC236}">
                <a16:creationId xmlns:a16="http://schemas.microsoft.com/office/drawing/2014/main" id="{3425CD53-2A7D-2007-E862-FDADC36307A1}"/>
              </a:ext>
            </a:extLst>
          </p:cNvPr>
          <p:cNvPicPr>
            <a:picLocks noChangeAspect="1"/>
          </p:cNvPicPr>
          <p:nvPr userDrawn="1"/>
        </p:nvPicPr>
        <p:blipFill>
          <a:blip r:embed="rId3"/>
          <a:srcRect/>
          <a:stretch/>
        </p:blipFill>
        <p:spPr bwMode="black">
          <a:xfrm>
            <a:off x="564441" y="1042185"/>
            <a:ext cx="1271081" cy="1132055"/>
          </a:xfrm>
          <a:prstGeom prst="rect">
            <a:avLst/>
          </a:prstGeom>
        </p:spPr>
      </p:pic>
    </p:spTree>
    <p:extLst>
      <p:ext uri="{BB962C8B-B14F-4D97-AF65-F5344CB8AC3E}">
        <p14:creationId xmlns:p14="http://schemas.microsoft.com/office/powerpoint/2010/main" val="422430217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090.xml><?xml version="1.0" encoding="utf-8"?>
<p:sldLayout xmlns:a="http://schemas.openxmlformats.org/drawingml/2006/main" xmlns:r="http://schemas.openxmlformats.org/officeDocument/2006/relationships" xmlns:p="http://schemas.openxmlformats.org/presentationml/2006/main" preserve="1" userDrawn="1">
  <p:cSld name="Section Titl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8C42C5-9D1B-8547-8199-B0D8C17707CB}"/>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5" y="3091208"/>
            <a:ext cx="4773168"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86576453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1091.xml><?xml version="1.0" encoding="utf-8"?>
<p:sldLayout xmlns:a="http://schemas.openxmlformats.org/drawingml/2006/main" xmlns:r="http://schemas.openxmlformats.org/officeDocument/2006/relationships" xmlns:p="http://schemas.openxmlformats.org/presentationml/2006/main" preserve="1" userDrawn="1">
  <p:cSld name="Demo slid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2A6AA0B9-027D-8539-FF20-AFB01D1F7528}"/>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137566451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092.xml><?xml version="1.0" encoding="utf-8"?>
<p:sldLayout xmlns:a="http://schemas.openxmlformats.org/drawingml/2006/main" xmlns:r="http://schemas.openxmlformats.org/officeDocument/2006/relationships" xmlns:p="http://schemas.openxmlformats.org/presentationml/2006/main" preserve="1" userDrawn="1">
  <p:cSld name="Section Title 2">
    <p:bg>
      <p:bgPr>
        <a:solidFill>
          <a:schemeClr val="tx2"/>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2D5FC56-4517-D1AD-EA54-49ECDFA7612A}"/>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244793605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1093.xml><?xml version="1.0" encoding="utf-8"?>
<p:sldLayout xmlns:a="http://schemas.openxmlformats.org/drawingml/2006/main" xmlns:r="http://schemas.openxmlformats.org/officeDocument/2006/relationships" xmlns:p="http://schemas.openxmlformats.org/presentationml/2006/main" preserve="1" userDrawn="1">
  <p:cSld name="Demo slide 2">
    <p:bg>
      <p:bgPr>
        <a:solidFill>
          <a:schemeClr val="bg2"/>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9A79DAA2-FFF6-E1D5-7BF6-E98C822B2F5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226360842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094.xml><?xml version="1.0" encoding="utf-8"?>
<p:sldLayout xmlns:a="http://schemas.openxmlformats.org/drawingml/2006/main" xmlns:r="http://schemas.openxmlformats.org/officeDocument/2006/relationships" xmlns:p="http://schemas.openxmlformats.org/presentationml/2006/main" preserve="1" userDrawn="1">
  <p:cSld name="Section Title 3">
    <p:bg bwMode="gray">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756D10-0030-D9D3-52FE-13D839CE63BE}"/>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8542742"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36836294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1095.xml><?xml version="1.0" encoding="utf-8"?>
<p:sldLayout xmlns:a="http://schemas.openxmlformats.org/drawingml/2006/main" xmlns:r="http://schemas.openxmlformats.org/officeDocument/2006/relationships" xmlns:p="http://schemas.openxmlformats.org/presentationml/2006/main" preserve="1" userDrawn="1">
  <p:cSld name="Demo slide 3">
    <p:bg bwMode="gray">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84A2250-4B7E-6E63-E698-996FB39D2C14}"/>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07777"/>
          </a:xfrm>
          <a:noFill/>
        </p:spPr>
        <p:txBody>
          <a:bodyPr lIns="0" tIns="0" rIns="0" bIns="0">
            <a:spAutoFit/>
          </a:bodyPr>
          <a:lstStyle>
            <a:lvl1pPr marL="0" indent="0">
              <a:spcBef>
                <a:spcPts val="0"/>
              </a:spcBef>
              <a:spcAft>
                <a:spcPts val="0"/>
              </a:spcAft>
              <a:buFont typeface="Arial" panose="020B0604020202020204" pitchFamily="34" charset="0"/>
              <a:buNone/>
              <a:defRPr sz="2000" spc="0" baseline="0">
                <a:solidFill>
                  <a:schemeClr val="bg1"/>
                </a:solidFill>
                <a:latin typeface="+mn-lt"/>
              </a:defRPr>
            </a:lvl1pPr>
          </a:lstStyle>
          <a:p>
            <a:pPr lvl="0"/>
            <a:r>
              <a:rPr lang="en-US"/>
              <a:t>Speaker name</a:t>
            </a:r>
          </a:p>
        </p:txBody>
      </p:sp>
    </p:spTree>
    <p:extLst>
      <p:ext uri="{BB962C8B-B14F-4D97-AF65-F5344CB8AC3E}">
        <p14:creationId xmlns:p14="http://schemas.microsoft.com/office/powerpoint/2010/main" val="43931212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096.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443789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097.xml><?xml version="1.0" encoding="utf-8"?>
<p:sldLayout xmlns:a="http://schemas.openxmlformats.org/drawingml/2006/main" xmlns:r="http://schemas.openxmlformats.org/officeDocument/2006/relationships" xmlns:p="http://schemas.openxmlformats.org/presentationml/2006/main" preserve="1" userDrawn="1">
  <p:cSld name="Blank 2">
    <p:bg>
      <p:bgPr>
        <a:solidFill>
          <a:schemeClr val="tx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096543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098.xml><?xml version="1.0" encoding="utf-8"?>
<p:sldLayout xmlns:a="http://schemas.openxmlformats.org/drawingml/2006/main" xmlns:r="http://schemas.openxmlformats.org/officeDocument/2006/relationships" xmlns:p="http://schemas.openxmlformats.org/presentationml/2006/main" preserve="1" userDrawn="1">
  <p:cSld name="Closing logo slide">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6" name="Title 1">
            <a:extLst>
              <a:ext uri="{FF2B5EF4-FFF2-40B4-BE49-F238E27FC236}">
                <a16:creationId xmlns:a16="http://schemas.microsoft.com/office/drawing/2014/main" id="{08079CCE-8626-53E5-1C9C-E9081D2B67CD}"/>
              </a:ext>
            </a:extLst>
          </p:cNvPr>
          <p:cNvSpPr>
            <a:spLocks noGrp="1"/>
          </p:cNvSpPr>
          <p:nvPr>
            <p:ph type="title"/>
          </p:nvPr>
        </p:nvSpPr>
        <p:spPr>
          <a:xfrm>
            <a:off x="4255769" y="1769814"/>
            <a:ext cx="550468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
        <p:nvSpPr>
          <p:cNvPr id="7" name="Text Placeholder 4">
            <a:extLst>
              <a:ext uri="{FF2B5EF4-FFF2-40B4-BE49-F238E27FC236}">
                <a16:creationId xmlns:a16="http://schemas.microsoft.com/office/drawing/2014/main" id="{8845B3A2-DAC2-0B7B-1866-377A5A244AC2}"/>
              </a:ext>
            </a:extLst>
          </p:cNvPr>
          <p:cNvSpPr>
            <a:spLocks noGrp="1"/>
          </p:cNvSpPr>
          <p:nvPr>
            <p:ph type="body" sz="quarter" idx="12" hasCustomPrompt="1"/>
          </p:nvPr>
        </p:nvSpPr>
        <p:spPr>
          <a:xfrm>
            <a:off x="585216" y="1572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Tree>
    <p:extLst>
      <p:ext uri="{BB962C8B-B14F-4D97-AF65-F5344CB8AC3E}">
        <p14:creationId xmlns:p14="http://schemas.microsoft.com/office/powerpoint/2010/main" val="89739085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1272">
          <p15:clr>
            <a:srgbClr val="FBAE40"/>
          </p15:clr>
        </p15:guide>
        <p15:guide id="3" orient="horz" pos="912">
          <p15:clr>
            <a:srgbClr val="FBAE40"/>
          </p15:clr>
        </p15:guide>
      </p15:sldGuideLst>
    </p:ext>
  </p:extLst>
</p:sldLayout>
</file>

<file path=ppt/slideLayouts/slideLayout1099.xml><?xml version="1.0" encoding="utf-8"?>
<p:sldLayout xmlns:a="http://schemas.openxmlformats.org/drawingml/2006/main" xmlns:r="http://schemas.openxmlformats.org/officeDocument/2006/relationships" xmlns:p="http://schemas.openxmlformats.org/presentationml/2006/main" preserve="1" userDrawn="1">
  <p:cSld name="Closing logo slide 2">
    <p:bg>
      <p:bgPr>
        <a:solidFill>
          <a:schemeClr val="tx2"/>
        </a:solidFill>
        <a:effectLst/>
      </p:bgPr>
    </p:bg>
    <p:spTree>
      <p:nvGrpSpPr>
        <p:cNvPr id="1" name=""/>
        <p:cNvGrpSpPr/>
        <p:nvPr/>
      </p:nvGrpSpPr>
      <p:grpSpPr>
        <a:xfrm>
          <a:off x="0" y="0"/>
          <a:ext cx="0" cy="0"/>
          <a:chOff x="0" y="0"/>
          <a:chExt cx="0" cy="0"/>
        </a:xfrm>
      </p:grpSpPr>
      <p:sp>
        <p:nvSpPr>
          <p:cNvPr id="10" name="Text Placeholder 4">
            <a:extLst>
              <a:ext uri="{FF2B5EF4-FFF2-40B4-BE49-F238E27FC236}">
                <a16:creationId xmlns:a16="http://schemas.microsoft.com/office/drawing/2014/main" id="{4F0F127D-8512-846C-2C30-5A85666BF445}"/>
              </a:ext>
            </a:extLst>
          </p:cNvPr>
          <p:cNvSpPr>
            <a:spLocks noGrp="1"/>
          </p:cNvSpPr>
          <p:nvPr>
            <p:ph type="body" sz="quarter" idx="12" hasCustomPrompt="1"/>
          </p:nvPr>
        </p:nvSpPr>
        <p:spPr>
          <a:xfrm>
            <a:off x="6090921" y="4612614"/>
            <a:ext cx="5524500" cy="553998"/>
          </a:xfrm>
          <a:noFill/>
        </p:spPr>
        <p:txBody>
          <a:bodyPr wrap="square" lIns="0" tIns="0" rIns="0" bIns="0">
            <a:spAutoFit/>
          </a:bodyPr>
          <a:lstStyle>
            <a:lvl1pPr marL="0" indent="0" algn="r"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7A38A2C9-D8C3-D252-BC8C-25222F314054}"/>
              </a:ext>
            </a:extLst>
          </p:cNvPr>
          <p:cNvSpPr>
            <a:spLocks noGrp="1"/>
          </p:cNvSpPr>
          <p:nvPr>
            <p:ph type="title"/>
          </p:nvPr>
        </p:nvSpPr>
        <p:spPr>
          <a:xfrm>
            <a:off x="588263" y="1766555"/>
            <a:ext cx="550265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542775558"/>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912">
          <p15:clr>
            <a:srgbClr val="FBAE40"/>
          </p15:clr>
        </p15:guide>
        <p15:guide id="3" orient="horz" pos="1272">
          <p15:clr>
            <a:srgbClr val="FBAE40"/>
          </p15:clr>
        </p15:guide>
      </p15:sldGuideLst>
    </p:ext>
  </p:extLst>
</p:sldLayout>
</file>

<file path=ppt/slideLayouts/slideLayout1100.xml><?xml version="1.0" encoding="utf-8"?>
<p:sldLayout xmlns:a="http://schemas.openxmlformats.org/drawingml/2006/main" xmlns:r="http://schemas.openxmlformats.org/officeDocument/2006/relationships" xmlns:p="http://schemas.openxmlformats.org/presentationml/2006/main" preserve="1" userDrawn="1">
  <p:cSld name="Closing logo slide 3">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4F8C85E6-DBED-FCF3-8B7D-1F82C6DBBCB7}"/>
              </a:ext>
            </a:extLst>
          </p:cNvPr>
          <p:cNvSpPr>
            <a:spLocks noGrp="1"/>
          </p:cNvSpPr>
          <p:nvPr>
            <p:ph type="title"/>
          </p:nvPr>
        </p:nvSpPr>
        <p:spPr>
          <a:xfrm>
            <a:off x="588263" y="1845276"/>
            <a:ext cx="11018520" cy="553998"/>
          </a:xfrm>
        </p:spPr>
        <p:txBody>
          <a:bodyPr/>
          <a:lstStyle>
            <a:lvl1pPr marL="0" algn="l" defTabSz="457200" rtl="0" eaLnBrk="1" latinLnBrk="0" hangingPunct="1">
              <a:defRPr lang="en-US" sz="3600" b="1" kern="1200" dirty="0">
                <a:gradFill>
                  <a:gsLst>
                    <a:gs pos="0">
                      <a:srgbClr val="FF5C39"/>
                    </a:gs>
                    <a:gs pos="100000">
                      <a:srgbClr val="C73ECC"/>
                    </a:gs>
                  </a:gsLst>
                  <a:lin ang="3900000" scaled="0"/>
                </a:gradFill>
                <a:latin typeface="Segoe UI" panose="020B0502040204020203" pitchFamily="34" charset="0"/>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1814380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1101.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gray">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solidFill>
                  <a:schemeClr val="tx1"/>
                </a:soli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1286506"/>
          </a:xfrm>
        </p:spPr>
        <p:txBody>
          <a:bodyPr>
            <a:spAutoFit/>
          </a:bodyPr>
          <a:lstStyle>
            <a:lvl1pPr>
              <a:defRPr sz="2000">
                <a:latin typeface="+mn-lt"/>
              </a:defRPr>
            </a:lvl1pPr>
            <a:lvl2pPr>
              <a:defRPr sz="1600">
                <a:latin typeface="+mn-lt"/>
              </a:defRPr>
            </a:lvl2pPr>
            <a:lvl3pPr>
              <a:defRPr sz="1400">
                <a:latin typeface="+mn-lt"/>
              </a:defRPr>
            </a:lvl3pPr>
            <a:lvl4pPr>
              <a:defRPr sz="1200">
                <a:latin typeface="+mn-lt"/>
              </a:defRPr>
            </a:lvl4pPr>
            <a:lvl5pPr>
              <a:defRPr sz="11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solidFill>
                  <a:srgbClr val="000000"/>
                </a:soli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3907401261"/>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Layouts/slideLayout1102.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13474148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1103.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8833812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104.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190285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userDrawn="1">
          <p15:clr>
            <a:srgbClr val="FBAE40"/>
          </p15:clr>
        </p15:guide>
        <p15:guide id="2" orient="horz" pos="2647" userDrawn="1">
          <p15:clr>
            <a:srgbClr val="FBAE40"/>
          </p15:clr>
        </p15:guide>
      </p15:sldGuideLst>
    </p:ext>
  </p:extLst>
</p:sldLayout>
</file>

<file path=ppt/slideLayouts/slideLayout1105.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9841306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guide id="40" pos="3840" userDrawn="1">
          <p15:clr>
            <a:srgbClr val="FBAE40"/>
          </p15:clr>
        </p15:guide>
      </p15:sldGuideLst>
    </p:ext>
  </p:extLst>
</p:sldLayout>
</file>

<file path=ppt/slideLayouts/slideLayout1106.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06971266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sldGuideLst>
    </p:ext>
  </p:extLst>
</p:sldLayout>
</file>

<file path=ppt/slideLayouts/slideLayout1107.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9696606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08.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9405676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userDrawn="1">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userDrawn="1">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09.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7356945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10.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707281"/>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2647809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11.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18332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12.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2734392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userDrawn="1">
          <p15:clr>
            <a:srgbClr val="954F72"/>
          </p15:clr>
        </p15:guide>
        <p15:guide id="9" pos="2150">
          <p15:clr>
            <a:srgbClr val="954F72"/>
          </p15:clr>
        </p15:guide>
        <p15:guide id="10" pos="2544"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userDrawn="1">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13.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160398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14.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3512493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15.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2348114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16.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4444391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2988" userDrawn="1">
          <p15:clr>
            <a:srgbClr val="FBAE40"/>
          </p15:clr>
        </p15:guide>
        <p15:guide id="42" pos="5352" userDrawn="1">
          <p15:clr>
            <a:srgbClr val="FBAE40"/>
          </p15:clr>
        </p15:guide>
        <p15:guide id="43" orient="horz" pos="1085" userDrawn="1">
          <p15:clr>
            <a:srgbClr val="FBAE40"/>
          </p15:clr>
        </p15:guide>
      </p15:sldGuideLst>
    </p:ext>
  </p:extLst>
</p:sldLayout>
</file>

<file path=ppt/slideLayouts/slideLayout1117.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5392417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118.xml><?xml version="1.0" encoding="utf-8"?>
<p:sldLayout xmlns:a="http://schemas.openxmlformats.org/drawingml/2006/main" xmlns:r="http://schemas.openxmlformats.org/officeDocument/2006/relationships" xmlns:p="http://schemas.openxmlformats.org/presentationml/2006/main" preserve="1" userDrawn="1">
  <p:cSld name="4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75032791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119.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80857129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120.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358688"/>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121.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4442374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122.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97981605"/>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123.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3261136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124.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398820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userDrawn="1">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userDrawn="1">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25.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439070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26.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4350463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27.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9668924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28.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0662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29.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76425179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30.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6401984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31.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84243487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1132.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9935578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33.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9689885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34.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22205983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35.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73589038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36.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2084087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userDrawn="1">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37.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226551399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38.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185120091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39.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6784805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140.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6905234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141.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7741485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42.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1258852"/>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143.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359519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userDrawn="1">
          <p15:clr>
            <a:srgbClr val="FBAE40"/>
          </p15:clr>
        </p15:guide>
      </p15:sldGuideLst>
    </p:ext>
  </p:extLst>
</p:sldLayout>
</file>

<file path=ppt/slideLayouts/slideLayout1144.xml><?xml version="1.0" encoding="utf-8"?>
<p:sldLayout xmlns:a="http://schemas.openxmlformats.org/drawingml/2006/main" xmlns:r="http://schemas.openxmlformats.org/officeDocument/2006/relationships" xmlns:p="http://schemas.openxmlformats.org/presentationml/2006/main"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22435780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145.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14592919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146.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163449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147.xml><?xml version="1.0" encoding="utf-8"?>
<p:sldLayout xmlns:a="http://schemas.openxmlformats.org/drawingml/2006/main" xmlns:r="http://schemas.openxmlformats.org/officeDocument/2006/relationships" xmlns:p="http://schemas.openxmlformats.org/presentationml/2006/main" userDrawn="1">
  <p:cSld name="LearningPath2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4" name="Graphic 3">
            <a:extLst>
              <a:ext uri="{FF2B5EF4-FFF2-40B4-BE49-F238E27FC236}">
                <a16:creationId xmlns:a16="http://schemas.microsoft.com/office/drawing/2014/main" id="{7DE894E4-791C-907F-1385-BF33ADCFFE2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555918877"/>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7064">
          <p15:clr>
            <a:srgbClr val="FBAE40"/>
          </p15:clr>
        </p15:guide>
        <p15:guide id="41" orient="horz" pos="3638">
          <p15:clr>
            <a:srgbClr val="FBAE40"/>
          </p15:clr>
        </p15:guide>
      </p15:sldGuideLst>
    </p:ext>
  </p:extLst>
</p:sldLayout>
</file>

<file path=ppt/slideLayouts/slideLayout1148.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7271408"/>
      </p:ext>
    </p:extLst>
  </p:cSld>
  <p:clrMapOvr>
    <a:masterClrMapping/>
  </p:clrMapOvr>
  <p:transition>
    <p:fade/>
  </p:transition>
</p:sldLayout>
</file>

<file path=ppt/slideLayouts/slideLayout1149.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945696836"/>
      </p:ext>
    </p:extLst>
  </p:cSld>
  <p:clrMapOvr>
    <a:masterClrMapping/>
  </p:clrMapOvr>
  <p:transition>
    <p:fade/>
  </p:transition>
</p:sldLayout>
</file>

<file path=ppt/slideLayouts/slideLayout1150.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084305509"/>
      </p:ext>
    </p:extLst>
  </p:cSld>
  <p:clrMapOvr>
    <a:masterClrMapping/>
  </p:clrMapOvr>
  <p:transition>
    <p:fade/>
  </p:transition>
</p:sldLayout>
</file>

<file path=ppt/slideLayouts/slideLayout1151.xml><?xml version="1.0" encoding="utf-8"?>
<p:sldLayout xmlns:a="http://schemas.openxmlformats.org/drawingml/2006/main" xmlns:r="http://schemas.openxmlformats.org/officeDocument/2006/relationships" xmlns:p="http://schemas.openxmlformats.org/presentationml/2006/main"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04843045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52.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56032623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1153.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45057173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154.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4828290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155.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74816696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guide id="40" pos="3840">
          <p15:clr>
            <a:srgbClr val="FBAE40"/>
          </p15:clr>
        </p15:guide>
      </p15:sldGuideLst>
    </p:ext>
  </p:extLst>
</p:sldLayout>
</file>

<file path=ppt/slideLayouts/slideLayout1156.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20223732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sldGuideLst>
    </p:ext>
  </p:extLst>
</p:sldLayout>
</file>

<file path=ppt/slideLayouts/slideLayout1157.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76543902"/>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58.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965201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59.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72326342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60.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95224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61.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25886540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62.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564391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63.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6508173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64.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15104689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65.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471652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66.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0355855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2988">
          <p15:clr>
            <a:srgbClr val="FBAE40"/>
          </p15:clr>
        </p15:guide>
        <p15:guide id="42" pos="5352">
          <p15:clr>
            <a:srgbClr val="FBAE40"/>
          </p15:clr>
        </p15:guide>
        <p15:guide id="43" orient="horz" pos="1085">
          <p15:clr>
            <a:srgbClr val="FBAE40"/>
          </p15:clr>
        </p15:guide>
      </p15:sldGuideLst>
    </p:ext>
  </p:extLst>
</p:sldLayout>
</file>

<file path=ppt/slideLayouts/slideLayout1167.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6867567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1168.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3589130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1169.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27744721"/>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170.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43621746"/>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171.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77534660"/>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172.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77606402"/>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173.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44938"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17149108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74.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99425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75.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860518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76.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3422298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77.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3187353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78.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3442097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79.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218785744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80.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75333801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81.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3313597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1182.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8911283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83.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15380387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84.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8572234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85.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4018437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86.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4888954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87.xml><?xml version="1.0" encoding="utf-8"?>
<p:sldLayout xmlns:a="http://schemas.openxmlformats.org/drawingml/2006/main" xmlns:r="http://schemas.openxmlformats.org/officeDocument/2006/relationships" xmlns:p="http://schemas.openxmlformats.org/presentationml/2006/main" preserve="1"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18722413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88.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67078604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89.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45562202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90.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9675666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191.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13860271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192.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839624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193.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87226471"/>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194.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4840281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p15:clr>
            <a:srgbClr val="FBAE40"/>
          </p15:clr>
        </p15:guide>
      </p15:sldGuideLst>
    </p:ext>
  </p:extLst>
</p:sldLayout>
</file>

<file path=ppt/slideLayouts/slideLayout1195.xml><?xml version="1.0" encoding="utf-8"?>
<p:sldLayout xmlns:a="http://schemas.openxmlformats.org/drawingml/2006/main" xmlns:r="http://schemas.openxmlformats.org/officeDocument/2006/relationships" xmlns:p="http://schemas.openxmlformats.org/presentationml/2006/main" preserve="1"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1124420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196.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0440552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197.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577163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198.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3542492"/>
      </p:ext>
    </p:extLst>
  </p:cSld>
  <p:clrMapOvr>
    <a:masterClrMapping/>
  </p:clrMapOvr>
  <p:transition>
    <p:fade/>
  </p:transition>
</p:sldLayout>
</file>

<file path=ppt/slideLayouts/slideLayout1199.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671429784"/>
      </p:ext>
    </p:extLst>
  </p:cSld>
  <p:clrMapOvr>
    <a:masterClrMapping/>
  </p:clrMapOvr>
  <p:transition>
    <p:fade/>
  </p:transition>
</p:sldLayout>
</file>

<file path=ppt/slideLayouts/slideLayout1200.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2735761152"/>
      </p:ext>
    </p:extLst>
  </p:cSld>
  <p:clrMapOvr>
    <a:masterClrMapping/>
  </p:clrMapOvr>
  <p:transition>
    <p:fade/>
  </p:transition>
</p:sldLayout>
</file>

<file path=ppt/slideLayouts/slideLayout1201.xml><?xml version="1.0" encoding="utf-8"?>
<p:sldLayout xmlns:a="http://schemas.openxmlformats.org/drawingml/2006/main" xmlns:r="http://schemas.openxmlformats.org/officeDocument/2006/relationships" xmlns:p="http://schemas.openxmlformats.org/presentationml/2006/main" preserve="1" userDrawn="1">
  <p:cSld name="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4" name="Picture 3" descr="Microsoft Learn&#10;Spark possibility">
            <a:extLst>
              <a:ext uri="{FF2B5EF4-FFF2-40B4-BE49-F238E27FC236}">
                <a16:creationId xmlns:a16="http://schemas.microsoft.com/office/drawing/2014/main" id="{5DD74BAF-F737-DF24-4119-69612D6CEE2E}"/>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7"/>
          </a:xfrm>
          <a:prstGeom prst="rect">
            <a:avLst/>
          </a:prstGeom>
        </p:spPr>
      </p:pic>
    </p:spTree>
    <p:extLst>
      <p:ext uri="{BB962C8B-B14F-4D97-AF65-F5344CB8AC3E}">
        <p14:creationId xmlns:p14="http://schemas.microsoft.com/office/powerpoint/2010/main" val="19961896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202.xml><?xml version="1.0" encoding="utf-8"?>
<p:sldLayout xmlns:a="http://schemas.openxmlformats.org/drawingml/2006/main" xmlns:r="http://schemas.openxmlformats.org/officeDocument/2006/relationships" xmlns:p="http://schemas.openxmlformats.org/presentationml/2006/main" preserve="1" userDrawn="1">
  <p:cSld name="1_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12" name="Title 1">
            <a:extLst>
              <a:ext uri="{FF2B5EF4-FFF2-40B4-BE49-F238E27FC236}">
                <a16:creationId xmlns:a16="http://schemas.microsoft.com/office/drawing/2014/main" id="{C419B008-216D-CA1F-2D39-75B36E6A6972}"/>
              </a:ext>
            </a:extLst>
          </p:cNvPr>
          <p:cNvSpPr>
            <a:spLocks noGrp="1"/>
          </p:cNvSpPr>
          <p:nvPr>
            <p:ph type="title" hasCustomPrompt="1"/>
          </p:nvPr>
        </p:nvSpPr>
        <p:spPr>
          <a:xfrm>
            <a:off x="588263" y="2573338"/>
            <a:ext cx="11021125" cy="1676929"/>
          </a:xfrm>
        </p:spPr>
        <p:txBody>
          <a:bodyPr wrap="square" anchor="b" anchorCtr="0">
            <a:noAutofit/>
          </a:bodyPr>
          <a:lstStyle>
            <a:lvl1pPr>
              <a:lnSpc>
                <a:spcPct val="90000"/>
              </a:lnSpc>
              <a:defRPr sz="4800">
                <a:solidFill>
                  <a:schemeClr val="tx1"/>
                </a:solidFill>
              </a:defRPr>
            </a:lvl1pPr>
          </a:lstStyle>
          <a:p>
            <a:r>
              <a:rPr lang="en-US"/>
              <a:t>Microsoft Learn</a:t>
            </a:r>
            <a:br>
              <a:rPr lang="en-US"/>
            </a:br>
            <a:r>
              <a:rPr lang="en-US"/>
              <a:t>presentation title or event name</a:t>
            </a:r>
          </a:p>
        </p:txBody>
      </p:sp>
      <p:sp>
        <p:nvSpPr>
          <p:cNvPr id="13" name="Text Placeholder 4">
            <a:extLst>
              <a:ext uri="{FF2B5EF4-FFF2-40B4-BE49-F238E27FC236}">
                <a16:creationId xmlns:a16="http://schemas.microsoft.com/office/drawing/2014/main" id="{AA0EBFEA-E746-E760-148D-6B55E33CE98B}"/>
              </a:ext>
            </a:extLst>
          </p:cNvPr>
          <p:cNvSpPr>
            <a:spLocks noGrp="1"/>
          </p:cNvSpPr>
          <p:nvPr>
            <p:ph type="body" sz="quarter" idx="12" hasCustomPrompt="1"/>
          </p:nvPr>
        </p:nvSpPr>
        <p:spPr>
          <a:xfrm>
            <a:off x="582043" y="4445908"/>
            <a:ext cx="11021124"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86589986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203.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nSpc>
                <a:spcPct val="100000"/>
              </a:lnSpc>
              <a:defRPr sz="3600">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9900723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204.xml><?xml version="1.0" encoding="utf-8"?>
<p:sldLayout xmlns:a="http://schemas.openxmlformats.org/drawingml/2006/main" xmlns:r="http://schemas.openxmlformats.org/officeDocument/2006/relationships" xmlns:p="http://schemas.openxmlformats.org/presentationml/2006/main" preserve="1" userDrawn="1">
  <p:cSld name="Title Slide 2">
    <p:bg>
      <p:bgRef idx="1001">
        <a:schemeClr val="bg1"/>
      </p:bgRef>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16C68DE-B737-469C-0510-1CE6FB0FCD97}"/>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106072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205.xml><?xml version="1.0" encoding="utf-8"?>
<p:sldLayout xmlns:a="http://schemas.openxmlformats.org/drawingml/2006/main" xmlns:r="http://schemas.openxmlformats.org/officeDocument/2006/relationships" xmlns:p="http://schemas.openxmlformats.org/presentationml/2006/main" preserve="1" userDrawn="1">
  <p:cSld name="Title Slide 3">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F6A99E2-B1B8-F05E-79FB-6E5F6BA2198F}"/>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979539"/>
            <a:ext cx="8680865" cy="553998"/>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8673983"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6536316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206.xml><?xml version="1.0" encoding="utf-8"?>
<p:sldLayout xmlns:a="http://schemas.openxmlformats.org/drawingml/2006/main" xmlns:r="http://schemas.openxmlformats.org/officeDocument/2006/relationships" xmlns:p="http://schemas.openxmlformats.org/presentationml/2006/main" preserve="1" userDrawn="1">
  <p:cSld name="Title Slide 4">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A518B55A-6C79-359D-87CF-515B5B5F6EF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cxnSp>
        <p:nvCxnSpPr>
          <p:cNvPr id="12" name="Straight Connector 11">
            <a:extLst>
              <a:ext uri="{FF2B5EF4-FFF2-40B4-BE49-F238E27FC236}">
                <a16:creationId xmlns:a16="http://schemas.microsoft.com/office/drawing/2014/main" id="{731143F6-2E66-B7DD-83D0-10E3BEE182CA}"/>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5D47B2CB-325C-5073-D8C2-698C29B7BD94}"/>
              </a:ext>
            </a:extLst>
          </p:cNvPr>
          <p:cNvSpPr>
            <a:spLocks noGrp="1"/>
          </p:cNvSpPr>
          <p:nvPr>
            <p:ph type="body" sz="quarter" idx="13" hasCustomPrompt="1"/>
          </p:nvPr>
        </p:nvSpPr>
        <p:spPr>
          <a:xfrm>
            <a:off x="582043" y="426212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12071492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207.xml><?xml version="1.0" encoding="utf-8"?>
<p:sldLayout xmlns:a="http://schemas.openxmlformats.org/drawingml/2006/main" xmlns:r="http://schemas.openxmlformats.org/officeDocument/2006/relationships" xmlns:p="http://schemas.openxmlformats.org/presentationml/2006/main" preserve="1" userDrawn="1">
  <p:cSld name="Title Slide 5">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5CC7D666-BCD6-C322-9710-8EA204E6238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1" y="0"/>
            <a:ext cx="12191996" cy="6857998"/>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8547960" y="2099733"/>
            <a:ext cx="2863181" cy="2863181"/>
          </a:xfrm>
          <a:prstGeom prst="roundRect">
            <a:avLst>
              <a:gd name="adj" fmla="val 21738"/>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8328418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208.xml><?xml version="1.0" encoding="utf-8"?>
<p:sldLayout xmlns:a="http://schemas.openxmlformats.org/drawingml/2006/main" xmlns:r="http://schemas.openxmlformats.org/officeDocument/2006/relationships" xmlns:p="http://schemas.openxmlformats.org/presentationml/2006/main" preserve="1" userDrawn="1">
  <p:cSld name="2_Title Slide 5">
    <p:bg>
      <p:bgPr>
        <a:solidFill>
          <a:schemeClr val="bg2"/>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3A552F5-A279-E01D-8684-06A66C8E3A3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4" y="2425541"/>
            <a:ext cx="4419602"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4" y="3962400"/>
            <a:ext cx="441960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6066182" y="1209017"/>
            <a:ext cx="4419601" cy="4419601"/>
          </a:xfrm>
          <a:prstGeom prst="roundRect">
            <a:avLst>
              <a:gd name="adj" fmla="val 21738"/>
            </a:avLst>
          </a:prstGeom>
          <a:blipFill>
            <a:blip r:embed="rId4" cstate="email">
              <a:extLst>
                <a:ext uri="{28A0092B-C50C-407E-A947-70E740481C1C}">
                  <a14:useLocalDpi xmlns:a14="http://schemas.microsoft.com/office/drawing/2010/main"/>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75889412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209.xml><?xml version="1.0" encoding="utf-8"?>
<p:sldLayout xmlns:a="http://schemas.openxmlformats.org/drawingml/2006/main" xmlns:r="http://schemas.openxmlformats.org/officeDocument/2006/relationships" xmlns:p="http://schemas.openxmlformats.org/presentationml/2006/main" preserve="1" userDrawn="1">
  <p:cSld name="Title Slide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3393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4260778"/>
            <a:ext cx="4335897"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9" name="Picture Placeholder" descr="This photo is a 'placeholder' only. Drag or drop your photo here, or click and tap the center to insert a photo.">
            <a:extLst>
              <a:ext uri="{FF2B5EF4-FFF2-40B4-BE49-F238E27FC236}">
                <a16:creationId xmlns:a16="http://schemas.microsoft.com/office/drawing/2014/main" id="{E9C6438B-8AA6-6FF8-579B-E6859D9CFF89}"/>
              </a:ext>
            </a:extLst>
          </p:cNvPr>
          <p:cNvSpPr>
            <a:spLocks noGrp="1"/>
          </p:cNvSpPr>
          <p:nvPr>
            <p:ph type="pic" sz="quarter" idx="11" hasCustomPrompt="1"/>
          </p:nvPr>
        </p:nvSpPr>
        <p:spPr bwMode="ltGray">
          <a:xfrm>
            <a:off x="5334000" y="0"/>
            <a:ext cx="6858000" cy="6858000"/>
          </a:xfrm>
          <a:blipFill>
            <a:blip r:embed="rId3"/>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cxnSp>
        <p:nvCxnSpPr>
          <p:cNvPr id="8" name="Straight Connector 7">
            <a:extLst>
              <a:ext uri="{FF2B5EF4-FFF2-40B4-BE49-F238E27FC236}">
                <a16:creationId xmlns:a16="http://schemas.microsoft.com/office/drawing/2014/main" id="{D9E5E791-B100-3AA7-21F7-E48EDD0B5D63}"/>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652114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210.xml><?xml version="1.0" encoding="utf-8"?>
<p:sldLayout xmlns:a="http://schemas.openxmlformats.org/drawingml/2006/main" xmlns:r="http://schemas.openxmlformats.org/officeDocument/2006/relationships" xmlns:p="http://schemas.openxmlformats.org/presentationml/2006/main" preserve="1" userDrawn="1">
  <p:cSld name="Title and Content_Microso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a:xfrm>
            <a:off x="588263" y="457200"/>
            <a:ext cx="11018520" cy="553998"/>
          </a:xfrm>
        </p:spPr>
        <p:txBody>
          <a:bodyPr/>
          <a:lstStyle>
            <a:lvl1pPr>
              <a:lnSpc>
                <a:spcPct val="100000"/>
              </a:lnSpc>
              <a:defRPr sz="3600">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sz="2800">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60132376"/>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211.xml><?xml version="1.0" encoding="utf-8"?>
<p:sldLayout xmlns:a="http://schemas.openxmlformats.org/drawingml/2006/main" xmlns:r="http://schemas.openxmlformats.org/officeDocument/2006/relationships" xmlns:p="http://schemas.openxmlformats.org/presentationml/2006/main" preserve="1" userDrawn="1">
  <p:cSld name="Title and Content Al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pic>
        <p:nvPicPr>
          <p:cNvPr id="1026" name="Picture 2" descr="A black triangle on a white background&#10;&#10;Description automatically generated">
            <a:extLst>
              <a:ext uri="{FF2B5EF4-FFF2-40B4-BE49-F238E27FC236}">
                <a16:creationId xmlns:a16="http://schemas.microsoft.com/office/drawing/2014/main" id="{D34FB095-B792-8E28-D887-870C3ECB52A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1711892" y="6232204"/>
            <a:ext cx="287452" cy="45731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3253083"/>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212.xml><?xml version="1.0" encoding="utf-8"?>
<p:sldLayout xmlns:a="http://schemas.openxmlformats.org/drawingml/2006/main" xmlns:r="http://schemas.openxmlformats.org/officeDocument/2006/relationships" xmlns:p="http://schemas.openxmlformats.org/presentationml/2006/main" preserve="1" userDrawn="1">
  <p:cSld name="Title and Content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7" name="Text Placeholder 3">
            <a:extLst>
              <a:ext uri="{FF2B5EF4-FFF2-40B4-BE49-F238E27FC236}">
                <a16:creationId xmlns:a16="http://schemas.microsoft.com/office/drawing/2014/main" id="{86F2E5AA-B8E1-2D99-BFF6-55964406C169}"/>
              </a:ext>
            </a:extLst>
          </p:cNvPr>
          <p:cNvSpPr>
            <a:spLocks noGrp="1"/>
          </p:cNvSpPr>
          <p:nvPr>
            <p:ph type="body" sz="quarter" idx="10" hasCustomPrompt="1"/>
          </p:nvPr>
        </p:nvSpPr>
        <p:spPr>
          <a:xfrm>
            <a:off x="584200" y="1961079"/>
            <a:ext cx="11018521" cy="307777"/>
          </a:xfrm>
          <a:prstGeom prst="rect">
            <a:avLst/>
          </a:prstGeom>
        </p:spPr>
        <p:txBody>
          <a:bodyPr wrap="square" lIns="0" tIns="0" rIns="0" bIns="0">
            <a:spAutoFit/>
          </a:bodyPr>
          <a:lstStyle>
            <a:lvl1pPr marL="0" indent="0">
              <a:lnSpc>
                <a:spcPts val="2400"/>
              </a:lnSpc>
              <a:buNone/>
              <a:defRPr sz="2000" b="0" i="0" spc="0">
                <a:solidFill>
                  <a:srgbClr val="000000"/>
                </a:solidFill>
                <a:latin typeface="+mj-lt"/>
              </a:defRPr>
            </a:lvl1pPr>
            <a:lvl2pPr marL="0" indent="0">
              <a:lnSpc>
                <a:spcPts val="2400"/>
              </a:lnSpc>
              <a:buNone/>
              <a:defRPr spc="0">
                <a:solidFill>
                  <a:srgbClr val="000000"/>
                </a:solidFill>
                <a:latin typeface="+mn-lt"/>
              </a:defRPr>
            </a:lvl2pPr>
            <a:lvl3pPr marL="457200" indent="0">
              <a:buNone/>
              <a:defRPr/>
            </a:lvl3pPr>
            <a:lvl4pPr marL="685800" indent="0">
              <a:buNone/>
              <a:defRPr/>
            </a:lvl4pPr>
            <a:lvl5pPr marL="914400" indent="0">
              <a:buNone/>
              <a:defRPr/>
            </a:lvl5pPr>
          </a:lstStyle>
          <a:p>
            <a:pPr lvl="1"/>
            <a:r>
              <a:rPr lang="en-US"/>
              <a:t>Large: subhead Segoe UI Regular 20/24</a:t>
            </a:r>
          </a:p>
        </p:txBody>
      </p:sp>
      <p:sp>
        <p:nvSpPr>
          <p:cNvPr id="8" name="Text Placeholder 4">
            <a:extLst>
              <a:ext uri="{FF2B5EF4-FFF2-40B4-BE49-F238E27FC236}">
                <a16:creationId xmlns:a16="http://schemas.microsoft.com/office/drawing/2014/main" id="{24F7BF36-6F86-1AAC-B730-8494CAF9A2B5}"/>
              </a:ext>
            </a:extLst>
          </p:cNvPr>
          <p:cNvSpPr>
            <a:spLocks noGrp="1"/>
          </p:cNvSpPr>
          <p:nvPr>
            <p:ph type="body" sz="quarter" idx="11" hasCustomPrompt="1"/>
          </p:nvPr>
        </p:nvSpPr>
        <p:spPr>
          <a:xfrm>
            <a:off x="584200" y="3075739"/>
            <a:ext cx="11018521" cy="220510"/>
          </a:xfrm>
          <a:prstGeom prst="rect">
            <a:avLst/>
          </a:prstGeom>
        </p:spPr>
        <p:txBody>
          <a:bodyPr lIns="0" tIns="0" rIns="0" bIns="0"/>
          <a:lstStyle>
            <a:lvl1pPr marL="0" indent="0">
              <a:lnSpc>
                <a:spcPts val="1800"/>
              </a:lnSpc>
              <a:spcBef>
                <a:spcPts val="0"/>
              </a:spcBef>
              <a:buNone/>
              <a:defRPr sz="1400" b="0" spc="0">
                <a:solidFill>
                  <a:schemeClr val="accent1"/>
                </a:solidFill>
                <a:latin typeface="+mj-lt"/>
              </a:defRPr>
            </a:lvl1pPr>
            <a:lvl2pPr marL="0" indent="0">
              <a:lnSpc>
                <a:spcPts val="1800"/>
              </a:lnSpc>
              <a:spcBef>
                <a:spcPts val="0"/>
              </a:spcBef>
              <a:buNone/>
              <a:defRPr sz="1400" spc="0">
                <a:solidFill>
                  <a:srgbClr val="000000"/>
                </a:solidFill>
              </a:defRPr>
            </a:lvl2pPr>
            <a:lvl3pPr marL="457200" indent="0">
              <a:buNone/>
              <a:defRPr/>
            </a:lvl3pPr>
            <a:lvl4pPr marL="685800" indent="0">
              <a:buNone/>
              <a:defRPr/>
            </a:lvl4pPr>
            <a:lvl5pPr marL="914400" indent="0">
              <a:buNone/>
              <a:defRPr/>
            </a:lvl5pPr>
          </a:lstStyle>
          <a:p>
            <a:pPr lvl="0"/>
            <a:r>
              <a:rPr lang="en-US"/>
              <a:t>Medium: paragraph heading Segoe UI </a:t>
            </a:r>
            <a:r>
              <a:rPr lang="en-US" err="1"/>
              <a:t>Semibold</a:t>
            </a:r>
            <a:r>
              <a:rPr lang="en-US"/>
              <a:t> 14/18</a:t>
            </a:r>
          </a:p>
        </p:txBody>
      </p:sp>
      <p:sp>
        <p:nvSpPr>
          <p:cNvPr id="9" name="Text Placeholder 6">
            <a:extLst>
              <a:ext uri="{FF2B5EF4-FFF2-40B4-BE49-F238E27FC236}">
                <a16:creationId xmlns:a16="http://schemas.microsoft.com/office/drawing/2014/main" id="{345546AD-A5A5-3F3C-BA37-4B19AEF2A5DB}"/>
              </a:ext>
            </a:extLst>
          </p:cNvPr>
          <p:cNvSpPr>
            <a:spLocks noGrp="1"/>
          </p:cNvSpPr>
          <p:nvPr>
            <p:ph type="body" sz="quarter" idx="14" hasCustomPrompt="1"/>
          </p:nvPr>
        </p:nvSpPr>
        <p:spPr>
          <a:xfrm>
            <a:off x="584200" y="4593491"/>
            <a:ext cx="11018521" cy="153888"/>
          </a:xfrm>
          <a:prstGeom prst="rect">
            <a:avLst/>
          </a:prstGeom>
        </p:spPr>
        <p:txBody>
          <a:bodyPr lIns="0" tIns="0" rIns="0" bIns="0"/>
          <a:lstStyle>
            <a:lvl1pPr marL="0" indent="0">
              <a:lnSpc>
                <a:spcPts val="1200"/>
              </a:lnSpc>
              <a:spcBef>
                <a:spcPts val="0"/>
              </a:spcBef>
              <a:buNone/>
              <a:defRPr sz="1000" spc="0">
                <a:solidFill>
                  <a:schemeClr val="tx1"/>
                </a:solidFill>
              </a:defRPr>
            </a:lvl1pPr>
            <a:lvl2pPr marL="0" indent="0">
              <a:lnSpc>
                <a:spcPct val="100000"/>
              </a:lnSpc>
              <a:spcBef>
                <a:spcPts val="0"/>
              </a:spcBef>
              <a:buNone/>
              <a:defRPr sz="1000" spc="0">
                <a:solidFill>
                  <a:srgbClr val="000000"/>
                </a:solidFill>
              </a:defRPr>
            </a:lvl2pPr>
            <a:lvl3pPr marL="457200" indent="0">
              <a:buNone/>
              <a:defRPr/>
            </a:lvl3pPr>
            <a:lvl4pPr marL="685800" indent="0">
              <a:buNone/>
              <a:defRPr/>
            </a:lvl4pPr>
            <a:lvl5pPr marL="0" indent="0">
              <a:lnSpc>
                <a:spcPct val="100000"/>
              </a:lnSpc>
              <a:buNone/>
              <a:defRPr>
                <a:solidFill>
                  <a:srgbClr val="000000"/>
                </a:solidFill>
              </a:defRPr>
            </a:lvl5pPr>
          </a:lstStyle>
          <a:p>
            <a:pPr lvl="1"/>
            <a:r>
              <a:rPr lang="en-US"/>
              <a:t>Small: caption body copy Segoe Regular 10/12</a:t>
            </a:r>
          </a:p>
        </p:txBody>
      </p:sp>
      <p:sp>
        <p:nvSpPr>
          <p:cNvPr id="10" name="Text Placeholder 3">
            <a:extLst>
              <a:ext uri="{FF2B5EF4-FFF2-40B4-BE49-F238E27FC236}">
                <a16:creationId xmlns:a16="http://schemas.microsoft.com/office/drawing/2014/main" id="{90ACF05F-2419-331C-73AA-1456DD524AFE}"/>
              </a:ext>
            </a:extLst>
          </p:cNvPr>
          <p:cNvSpPr>
            <a:spLocks noGrp="1"/>
          </p:cNvSpPr>
          <p:nvPr>
            <p:ph type="body" sz="quarter" idx="24" hasCustomPrompt="1"/>
          </p:nvPr>
        </p:nvSpPr>
        <p:spPr>
          <a:xfrm>
            <a:off x="582338" y="4385524"/>
            <a:ext cx="11018521"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Small: caption title Segoe UI Bold 10/12. </a:t>
            </a:r>
          </a:p>
        </p:txBody>
      </p:sp>
      <p:sp>
        <p:nvSpPr>
          <p:cNvPr id="11" name="Text Placeholder 4">
            <a:extLst>
              <a:ext uri="{FF2B5EF4-FFF2-40B4-BE49-F238E27FC236}">
                <a16:creationId xmlns:a16="http://schemas.microsoft.com/office/drawing/2014/main" id="{F10E3B9C-87B7-FCD5-21F0-3C1505450B59}"/>
              </a:ext>
            </a:extLst>
          </p:cNvPr>
          <p:cNvSpPr>
            <a:spLocks noGrp="1"/>
          </p:cNvSpPr>
          <p:nvPr>
            <p:ph type="body" sz="quarter" idx="18" hasCustomPrompt="1"/>
          </p:nvPr>
        </p:nvSpPr>
        <p:spPr>
          <a:xfrm>
            <a:off x="582338" y="3385527"/>
            <a:ext cx="11018521" cy="220445"/>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Medium: body copy Segoe UI Regular 14/18</a:t>
            </a:r>
          </a:p>
        </p:txBody>
      </p:sp>
    </p:spTree>
    <p:extLst>
      <p:ext uri="{BB962C8B-B14F-4D97-AF65-F5344CB8AC3E}">
        <p14:creationId xmlns:p14="http://schemas.microsoft.com/office/powerpoint/2010/main" val="3877922930"/>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213.xml><?xml version="1.0" encoding="utf-8"?>
<p:sldLayout xmlns:a="http://schemas.openxmlformats.org/drawingml/2006/main" xmlns:r="http://schemas.openxmlformats.org/officeDocument/2006/relationships" xmlns:p="http://schemas.openxmlformats.org/presentationml/2006/main" preserve="1" userDrawn="1">
  <p:cSld name="Title &amp; Non-bulleted text">
    <p:bg>
      <p:bgPr>
        <a:solidFill>
          <a:srgbClr val="F4F3F5"/>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86389" y="2030760"/>
            <a:ext cx="9570435" cy="307777"/>
          </a:xfrm>
        </p:spPr>
        <p:txBody>
          <a:bodyPr wrap="square">
            <a:spAutoFit/>
          </a:bodyPr>
          <a:lstStyle>
            <a:lvl1pPr marL="0" indent="0">
              <a:buNone/>
              <a:defRPr lang="en-US" sz="2000" kern="1200" spc="0" baseline="0" dirty="0" smtClean="0">
                <a:solidFill>
                  <a:schemeClr val="tx1"/>
                </a:solidFill>
                <a:latin typeface="+mn-lt"/>
                <a:ea typeface="+mn-ea"/>
                <a:cs typeface="Segoe UI" panose="020B0502040204020203" pitchFamily="34" charset="0"/>
              </a:defRPr>
            </a:lvl1pPr>
            <a:lvl2pPr marL="228600" indent="0">
              <a:buNone/>
              <a:defRPr/>
            </a:lvl2pPr>
            <a:lvl3pPr marL="457200" indent="0">
              <a:buNone/>
              <a:defRPr/>
            </a:lvl3pPr>
            <a:lvl4pPr marL="685800" indent="0">
              <a:buNone/>
              <a:defRPr/>
            </a:lvl4pPr>
            <a:lvl5pPr marL="914400" indent="0">
              <a:buNone/>
              <a:defRPr/>
            </a:lvl5pPr>
          </a:lstStyle>
          <a:p>
            <a:pPr marL="342900" marR="0" lvl="0" indent="-342900" algn="l" defTabSz="932742" rtl="0" eaLnBrk="1" fontAlgn="auto" latinLnBrk="0" hangingPunct="1">
              <a:lnSpc>
                <a:spcPts val="2400"/>
              </a:lnSpc>
              <a:spcBef>
                <a:spcPts val="0"/>
              </a:spcBef>
              <a:spcAft>
                <a:spcPts val="0"/>
              </a:spcAft>
              <a:buClrTx/>
              <a:buSzPct val="90000"/>
              <a:buFont typeface="Arial" panose="020B0604020202020204" pitchFamily="34" charset="0"/>
              <a:buChar char="•"/>
              <a:tabLst/>
              <a:defRPr/>
            </a:pPr>
            <a:r>
              <a:rPr lang="en-US"/>
              <a:t>Click to edit Master text styles</a:t>
            </a:r>
          </a:p>
        </p:txBody>
      </p:sp>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0989989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1214.xml><?xml version="1.0" encoding="utf-8"?>
<p:sldLayout xmlns:a="http://schemas.openxmlformats.org/drawingml/2006/main" xmlns:r="http://schemas.openxmlformats.org/officeDocument/2006/relationships" xmlns:p="http://schemas.openxmlformats.org/presentationml/2006/main"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hasCustomPrompt="1"/>
          </p:nvPr>
        </p:nvSpPr>
        <p:spPr/>
        <p:txBody>
          <a:bodyPr/>
          <a:lstStyle/>
          <a:p>
            <a:r>
              <a:rPr lang="en-US"/>
              <a:t>Click to edit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hasCustomPrompt="1"/>
          </p:nvPr>
        </p:nvSpPr>
        <p:spPr>
          <a:xfrm>
            <a:off x="584200" y="1435100"/>
            <a:ext cx="5211763"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hasCustomPrompt="1"/>
          </p:nvPr>
        </p:nvSpPr>
        <p:spPr>
          <a:xfrm>
            <a:off x="6389688" y="1435100"/>
            <a:ext cx="5219700"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5449844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1215.xml><?xml version="1.0" encoding="utf-8"?>
<p:sldLayout xmlns:a="http://schemas.openxmlformats.org/drawingml/2006/main" xmlns:r="http://schemas.openxmlformats.org/officeDocument/2006/relationships" xmlns:p="http://schemas.openxmlformats.org/presentationml/2006/main"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p:cNvSpPr>
            <a:spLocks noGrp="1"/>
          </p:cNvSpPr>
          <p:nvPr>
            <p:ph type="body" sz="quarter" idx="10" hasCustomPrompt="1"/>
          </p:nvPr>
        </p:nvSpPr>
        <p:spPr>
          <a:xfrm>
            <a:off x="584200"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hasCustomPrompt="1"/>
          </p:nvPr>
        </p:nvSpPr>
        <p:spPr>
          <a:xfrm>
            <a:off x="6397171"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179388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1216.xml><?xml version="1.0" encoding="utf-8"?>
<p:sldLayout xmlns:a="http://schemas.openxmlformats.org/drawingml/2006/main" xmlns:r="http://schemas.openxmlformats.org/officeDocument/2006/relationships" xmlns:p="http://schemas.openxmlformats.org/presentationml/2006/main" preserve="1" userDrawn="1">
  <p:cSld name="Two Column Bulle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hasCustomPrompt="1"/>
          </p:nvPr>
        </p:nvSpPr>
        <p:spPr>
          <a:xfrm>
            <a:off x="584200"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66750" indent="-152400">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hasCustomPrompt="1"/>
          </p:nvPr>
        </p:nvSpPr>
        <p:spPr>
          <a:xfrm>
            <a:off x="6397625"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85800" indent="-136525">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818605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217.xml><?xml version="1.0" encoding="utf-8"?>
<p:sldLayout xmlns:a="http://schemas.openxmlformats.org/drawingml/2006/main" xmlns:r="http://schemas.openxmlformats.org/officeDocument/2006/relationships" xmlns:p="http://schemas.openxmlformats.org/presentationml/2006/main" preserve="1" userDrawn="1">
  <p:cSld name="Two Column Conten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hasCustomPrompt="1"/>
          </p:nvPr>
        </p:nvSpPr>
        <p:spPr>
          <a:xfrm>
            <a:off x="588963"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hasCustomPrompt="1"/>
          </p:nvPr>
        </p:nvSpPr>
        <p:spPr>
          <a:xfrm>
            <a:off x="6394451"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208667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218.xml><?xml version="1.0" encoding="utf-8"?>
<p:sldLayout xmlns:a="http://schemas.openxmlformats.org/drawingml/2006/main" xmlns:r="http://schemas.openxmlformats.org/officeDocument/2006/relationships" xmlns:p="http://schemas.openxmlformats.org/presentationml/2006/main" userDrawn="1">
  <p:cSld name="Two Column Content with Subheads 2">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1"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514562"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199"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514562"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2147297665"/>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219.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hasCustomPrompt="1"/>
          </p:nvPr>
        </p:nvSpPr>
        <p:spPr>
          <a:xfrm>
            <a:off x="585217"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181862"/>
          </a:xfrm>
        </p:spPr>
        <p:txBody>
          <a:bodyPr wrap="square">
            <a:spAutoFit/>
          </a:bodyPr>
          <a:lstStyle>
            <a:lvl1pPr marL="176213" indent="-176213">
              <a:defRPr lang="en-US" sz="1800" dirty="0"/>
            </a:lvl1pPr>
            <a:lvl2pPr marL="322263" indent="-150813">
              <a:defRPr lang="en-US" sz="1600" dirty="0"/>
            </a:lvl2pPr>
            <a:lvl3pPr marL="466725" indent="-138113">
              <a:defRPr lang="en-US" sz="1100" dirty="0"/>
            </a:lvl3pPr>
            <a:lvl4pPr marL="595313" indent="-128588">
              <a:defRPr lang="en-US" sz="1050" dirty="0"/>
            </a:lvl4pPr>
            <a:lvl5pPr marL="731838" indent="-122238">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hasCustomPrompt="1"/>
          </p:nvPr>
        </p:nvSpPr>
        <p:spPr>
          <a:xfrm>
            <a:off x="4463796"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hasCustomPrompt="1"/>
          </p:nvPr>
        </p:nvSpPr>
        <p:spPr>
          <a:xfrm>
            <a:off x="8342375"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87917678"/>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24">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1220.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20" name="Text Placeholder 4">
            <a:extLst>
              <a:ext uri="{FF2B5EF4-FFF2-40B4-BE49-F238E27FC236}">
                <a16:creationId xmlns:a16="http://schemas.microsoft.com/office/drawing/2014/main" id="{8AB7BB6A-65B6-AEC7-836B-8D35242275AF}"/>
              </a:ext>
            </a:extLst>
          </p:cNvPr>
          <p:cNvSpPr>
            <a:spLocks noGrp="1"/>
          </p:cNvSpPr>
          <p:nvPr>
            <p:ph type="body" sz="quarter" idx="17" hasCustomPrompt="1"/>
          </p:nvPr>
        </p:nvSpPr>
        <p:spPr>
          <a:xfrm>
            <a:off x="582877"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sz="1400" b="0" i="0" spc="0">
                <a:solidFill>
                  <a:schemeClr val="tx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FB0535AF-BE85-1E67-DD92-E38C21AF7E8C}"/>
              </a:ext>
            </a:extLst>
          </p:cNvPr>
          <p:cNvSpPr>
            <a:spLocks noGrp="1"/>
          </p:cNvSpPr>
          <p:nvPr>
            <p:ph type="body" sz="quarter" idx="18" hasCustomPrompt="1"/>
          </p:nvPr>
        </p:nvSpPr>
        <p:spPr>
          <a:xfrm>
            <a:off x="437134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8E1F9237-EE15-C9FE-E0CA-3A37C93F9063}"/>
              </a:ext>
            </a:extLst>
          </p:cNvPr>
          <p:cNvSpPr>
            <a:spLocks noGrp="1"/>
          </p:cNvSpPr>
          <p:nvPr>
            <p:ph type="body" sz="quarter" idx="19" hasCustomPrompt="1"/>
          </p:nvPr>
        </p:nvSpPr>
        <p:spPr>
          <a:xfrm>
            <a:off x="813655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6" name="Text Placeholder 4">
            <a:extLst>
              <a:ext uri="{FF2B5EF4-FFF2-40B4-BE49-F238E27FC236}">
                <a16:creationId xmlns:a16="http://schemas.microsoft.com/office/drawing/2014/main" id="{775241E4-9061-8DB7-2B87-BA0CCA011ACE}"/>
              </a:ext>
            </a:extLst>
          </p:cNvPr>
          <p:cNvSpPr>
            <a:spLocks noGrp="1"/>
          </p:cNvSpPr>
          <p:nvPr>
            <p:ph type="body" sz="quarter" idx="11" hasCustomPrompt="1"/>
          </p:nvPr>
        </p:nvSpPr>
        <p:spPr>
          <a:xfrm>
            <a:off x="582877"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7" name="Text Placeholder 4">
            <a:extLst>
              <a:ext uri="{FF2B5EF4-FFF2-40B4-BE49-F238E27FC236}">
                <a16:creationId xmlns:a16="http://schemas.microsoft.com/office/drawing/2014/main" id="{82D1AEC7-7020-CBA4-58E1-0D75BA2EF496}"/>
              </a:ext>
            </a:extLst>
          </p:cNvPr>
          <p:cNvSpPr>
            <a:spLocks noGrp="1"/>
          </p:cNvSpPr>
          <p:nvPr>
            <p:ph type="body" sz="quarter" idx="12" hasCustomPrompt="1"/>
          </p:nvPr>
        </p:nvSpPr>
        <p:spPr>
          <a:xfrm>
            <a:off x="437134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8" name="Text Placeholder 4">
            <a:extLst>
              <a:ext uri="{FF2B5EF4-FFF2-40B4-BE49-F238E27FC236}">
                <a16:creationId xmlns:a16="http://schemas.microsoft.com/office/drawing/2014/main" id="{6416719B-F50B-D496-C069-4C1F30AFEC70}"/>
              </a:ext>
            </a:extLst>
          </p:cNvPr>
          <p:cNvSpPr>
            <a:spLocks noGrp="1"/>
          </p:cNvSpPr>
          <p:nvPr>
            <p:ph type="body" sz="quarter" idx="13" hasCustomPrompt="1"/>
          </p:nvPr>
        </p:nvSpPr>
        <p:spPr>
          <a:xfrm>
            <a:off x="813655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Tree>
    <p:extLst>
      <p:ext uri="{BB962C8B-B14F-4D97-AF65-F5344CB8AC3E}">
        <p14:creationId xmlns:p14="http://schemas.microsoft.com/office/powerpoint/2010/main" val="234679232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221.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3">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6" name="Text Placeholder 3">
            <a:extLst>
              <a:ext uri="{FF2B5EF4-FFF2-40B4-BE49-F238E27FC236}">
                <a16:creationId xmlns:a16="http://schemas.microsoft.com/office/drawing/2014/main" id="{46628952-3608-D408-E97B-C5509801C79B}"/>
              </a:ext>
            </a:extLst>
          </p:cNvPr>
          <p:cNvSpPr>
            <a:spLocks noGrp="1"/>
          </p:cNvSpPr>
          <p:nvPr>
            <p:ph type="body" sz="quarter" idx="10" hasCustomPrompt="1"/>
          </p:nvPr>
        </p:nvSpPr>
        <p:spPr>
          <a:xfrm>
            <a:off x="588263" y="1971020"/>
            <a:ext cx="9449500" cy="615553"/>
          </a:xfrm>
          <a:prstGeom prst="rect">
            <a:avLst/>
          </a:prstGeom>
        </p:spPr>
        <p:txBody>
          <a:bodyPr wrap="square" lIns="0" tIns="0" rIns="0" bIns="0">
            <a:spAutoFit/>
          </a:bodyPr>
          <a:lstStyle>
            <a:lvl1pPr marL="0" indent="0">
              <a:lnSpc>
                <a:spcPts val="2400"/>
              </a:lnSpc>
              <a:buNone/>
              <a:defRPr lang="en-US" sz="2000" kern="1200" spc="0" baseline="0" dirty="0">
                <a:solidFill>
                  <a:srgbClr val="000000"/>
                </a:solidFill>
                <a:latin typeface="+mn-lt"/>
                <a:ea typeface="+mn-ea"/>
                <a:cs typeface="+mn-cs"/>
              </a:defRPr>
            </a:lvl1pPr>
            <a:lvl2pPr marL="228600" indent="0">
              <a:buNone/>
              <a:defRPr/>
            </a:lvl2pPr>
            <a:lvl3pPr marL="457200" indent="0">
              <a:buNone/>
              <a:defRPr/>
            </a:lvl3pPr>
            <a:lvl4pPr marL="685800" indent="0">
              <a:buNone/>
              <a:defRPr/>
            </a:lvl4pPr>
            <a:lvl5pPr marL="914400" indent="0">
              <a:buNone/>
              <a:defRPr/>
            </a:lvl5pPr>
          </a:lstStyle>
          <a:p>
            <a:pPr lvl="0"/>
            <a:r>
              <a:rPr lang="en-US"/>
              <a:t>Subhead Segoe UI Regular 20/24.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2"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356101"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9" name="Text Placeholder 4">
            <a:extLst>
              <a:ext uri="{FF2B5EF4-FFF2-40B4-BE49-F238E27FC236}">
                <a16:creationId xmlns:a16="http://schemas.microsoft.com/office/drawing/2014/main" id="{A65E358F-5CAF-2294-2C8A-0C65BE0A268F}"/>
              </a:ext>
            </a:extLst>
          </p:cNvPr>
          <p:cNvSpPr>
            <a:spLocks noGrp="1"/>
          </p:cNvSpPr>
          <p:nvPr>
            <p:ph type="body" sz="quarter" idx="13" hasCustomPrompt="1"/>
          </p:nvPr>
        </p:nvSpPr>
        <p:spPr>
          <a:xfrm>
            <a:off x="8128000" y="3214124"/>
            <a:ext cx="3474445"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200"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356101"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602E34F2-8AEC-5D82-A459-7615DC29B15F}"/>
              </a:ext>
            </a:extLst>
          </p:cNvPr>
          <p:cNvSpPr>
            <a:spLocks noGrp="1"/>
          </p:cNvSpPr>
          <p:nvPr>
            <p:ph type="body" sz="quarter" idx="19" hasCustomPrompt="1"/>
          </p:nvPr>
        </p:nvSpPr>
        <p:spPr>
          <a:xfrm>
            <a:off x="8134943" y="3521898"/>
            <a:ext cx="3474445"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33156714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222.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Oval 10">
            <a:extLst>
              <a:ext uri="{FF2B5EF4-FFF2-40B4-BE49-F238E27FC236}">
                <a16:creationId xmlns:a16="http://schemas.microsoft.com/office/drawing/2014/main" id="{F3C14C4D-447D-641B-9EE1-BB7D37876DFD}"/>
              </a:ext>
            </a:extLst>
          </p:cNvPr>
          <p:cNvSpPr/>
          <p:nvPr userDrawn="1"/>
        </p:nvSpPr>
        <p:spPr>
          <a:xfrm>
            <a:off x="8769505" y="1609347"/>
            <a:ext cx="2196790" cy="2196790"/>
          </a:xfrm>
          <a:prstGeom prst="ellipse">
            <a:avLst/>
          </a:prstGeom>
          <a:solidFill>
            <a:srgbClr val="8DC8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1A257B80-0E22-6118-D58C-8D479BE856CC}"/>
              </a:ext>
            </a:extLst>
          </p:cNvPr>
          <p:cNvSpPr/>
          <p:nvPr userDrawn="1"/>
        </p:nvSpPr>
        <p:spPr>
          <a:xfrm>
            <a:off x="1216757" y="1609347"/>
            <a:ext cx="2196790" cy="219679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F3C5F4DB-FE2F-3894-3C54-F1395F059BC1}"/>
              </a:ext>
            </a:extLst>
          </p:cNvPr>
          <p:cNvSpPr/>
          <p:nvPr userDrawn="1"/>
        </p:nvSpPr>
        <p:spPr>
          <a:xfrm>
            <a:off x="4997605" y="1609347"/>
            <a:ext cx="2196790" cy="2196790"/>
          </a:xfrm>
          <a:prstGeom prst="ellipse">
            <a:avLst/>
          </a:prstGeom>
          <a:solidFill>
            <a:srgbClr val="CD9B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9037727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223.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2"/>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1"/>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chemeClr val="accent3"/>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838240332"/>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224.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6"/>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5"/>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rgbClr val="8DC8E8"/>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392951494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225.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3413125"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3413125"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6244208"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6244208"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9073133"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9073133"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86028884"/>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1226.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2">
    <p:bg>
      <p:bgPr>
        <a:solidFill>
          <a:srgbClr val="F4F3F5"/>
        </a:solidFill>
        <a:effectLst/>
      </p:bgPr>
    </p:bg>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AE4763AA-7A64-C315-54ED-405AA5F28928}"/>
              </a:ext>
            </a:extLst>
          </p:cNvPr>
          <p:cNvSpPr/>
          <p:nvPr userDrawn="1"/>
        </p:nvSpPr>
        <p:spPr bwMode="auto">
          <a:xfrm>
            <a:off x="0" y="0"/>
            <a:ext cx="12192000" cy="1208988"/>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chemeClr val="accent2"/>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7" name="Text Placeholder 11">
            <a:extLst>
              <a:ext uri="{FF2B5EF4-FFF2-40B4-BE49-F238E27FC236}">
                <a16:creationId xmlns:a16="http://schemas.microsoft.com/office/drawing/2014/main" id="{0EA42F63-B2F3-3A38-57BC-24F6164484E0}"/>
              </a:ext>
            </a:extLst>
          </p:cNvPr>
          <p:cNvSpPr>
            <a:spLocks noGrp="1"/>
          </p:cNvSpPr>
          <p:nvPr>
            <p:ph type="body" sz="quarter" idx="16"/>
          </p:nvPr>
        </p:nvSpPr>
        <p:spPr>
          <a:xfrm>
            <a:off x="584200"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9" name="Text Placeholder 7">
            <a:extLst>
              <a:ext uri="{FF2B5EF4-FFF2-40B4-BE49-F238E27FC236}">
                <a16:creationId xmlns:a16="http://schemas.microsoft.com/office/drawing/2014/main" id="{1F284777-927E-F267-62FB-0ADA3AB8ABEF}"/>
              </a:ext>
            </a:extLst>
          </p:cNvPr>
          <p:cNvSpPr>
            <a:spLocks noGrp="1"/>
          </p:cNvSpPr>
          <p:nvPr>
            <p:ph type="body" sz="quarter" idx="14"/>
          </p:nvPr>
        </p:nvSpPr>
        <p:spPr>
          <a:xfrm>
            <a:off x="584200"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11">
            <a:extLst>
              <a:ext uri="{FF2B5EF4-FFF2-40B4-BE49-F238E27FC236}">
                <a16:creationId xmlns:a16="http://schemas.microsoft.com/office/drawing/2014/main" id="{B6D7214D-CF27-5C85-22BE-C501CC3F79F6}"/>
              </a:ext>
            </a:extLst>
          </p:cNvPr>
          <p:cNvSpPr>
            <a:spLocks noGrp="1"/>
          </p:cNvSpPr>
          <p:nvPr>
            <p:ph type="body" sz="quarter" idx="17"/>
          </p:nvPr>
        </p:nvSpPr>
        <p:spPr>
          <a:xfrm>
            <a:off x="3413125"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1" name="Text Placeholder 9">
            <a:extLst>
              <a:ext uri="{FF2B5EF4-FFF2-40B4-BE49-F238E27FC236}">
                <a16:creationId xmlns:a16="http://schemas.microsoft.com/office/drawing/2014/main" id="{D0E08958-F760-A396-6DDC-ADDF12562EFC}"/>
              </a:ext>
            </a:extLst>
          </p:cNvPr>
          <p:cNvSpPr>
            <a:spLocks noGrp="1"/>
          </p:cNvSpPr>
          <p:nvPr>
            <p:ph type="body" sz="quarter" idx="15"/>
          </p:nvPr>
        </p:nvSpPr>
        <p:spPr>
          <a:xfrm>
            <a:off x="3413125"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11">
            <a:extLst>
              <a:ext uri="{FF2B5EF4-FFF2-40B4-BE49-F238E27FC236}">
                <a16:creationId xmlns:a16="http://schemas.microsoft.com/office/drawing/2014/main" id="{2E8EB955-55F0-24FF-CDCC-B5A5FFFC6B4A}"/>
              </a:ext>
            </a:extLst>
          </p:cNvPr>
          <p:cNvSpPr>
            <a:spLocks noGrp="1"/>
          </p:cNvSpPr>
          <p:nvPr>
            <p:ph type="body" sz="quarter" idx="18"/>
          </p:nvPr>
        </p:nvSpPr>
        <p:spPr>
          <a:xfrm>
            <a:off x="6244208"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3" name="Text Placeholder 7">
            <a:extLst>
              <a:ext uri="{FF2B5EF4-FFF2-40B4-BE49-F238E27FC236}">
                <a16:creationId xmlns:a16="http://schemas.microsoft.com/office/drawing/2014/main" id="{36792F0E-DEBA-6C31-5613-59E8E3706BAE}"/>
              </a:ext>
            </a:extLst>
          </p:cNvPr>
          <p:cNvSpPr>
            <a:spLocks noGrp="1"/>
          </p:cNvSpPr>
          <p:nvPr>
            <p:ph type="body" sz="quarter" idx="19"/>
          </p:nvPr>
        </p:nvSpPr>
        <p:spPr>
          <a:xfrm>
            <a:off x="6244208"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11">
            <a:extLst>
              <a:ext uri="{FF2B5EF4-FFF2-40B4-BE49-F238E27FC236}">
                <a16:creationId xmlns:a16="http://schemas.microsoft.com/office/drawing/2014/main" id="{2A858486-2BAB-90FA-E642-5FFCB8955993}"/>
              </a:ext>
            </a:extLst>
          </p:cNvPr>
          <p:cNvSpPr>
            <a:spLocks noGrp="1"/>
          </p:cNvSpPr>
          <p:nvPr>
            <p:ph type="body" sz="quarter" idx="20"/>
          </p:nvPr>
        </p:nvSpPr>
        <p:spPr>
          <a:xfrm>
            <a:off x="9073133"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5" name="Text Placeholder 9">
            <a:extLst>
              <a:ext uri="{FF2B5EF4-FFF2-40B4-BE49-F238E27FC236}">
                <a16:creationId xmlns:a16="http://schemas.microsoft.com/office/drawing/2014/main" id="{6614B332-A4F9-7C7C-FA27-45DE478DA645}"/>
              </a:ext>
            </a:extLst>
          </p:cNvPr>
          <p:cNvSpPr>
            <a:spLocks noGrp="1"/>
          </p:cNvSpPr>
          <p:nvPr>
            <p:ph type="body" sz="quarter" idx="21"/>
          </p:nvPr>
        </p:nvSpPr>
        <p:spPr>
          <a:xfrm>
            <a:off x="9073133"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6914528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227.xml><?xml version="1.0" encoding="utf-8"?>
<p:sldLayout xmlns:a="http://schemas.openxmlformats.org/drawingml/2006/main" xmlns:r="http://schemas.openxmlformats.org/officeDocument/2006/relationships" xmlns:p="http://schemas.openxmlformats.org/presentationml/2006/main" preserve="1" userDrawn="1">
  <p:cSld name="Five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2849007"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5113814"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7378621"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hasCustomPrompt="1"/>
          </p:nvPr>
        </p:nvSpPr>
        <p:spPr>
          <a:xfrm>
            <a:off x="9643428"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25195852"/>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1228.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p:txBody>
          <a:bodyPr/>
          <a:lstStyle/>
          <a:p>
            <a:r>
              <a:rPr lang="en-US"/>
              <a:t>Click to edit title style</a:t>
            </a:r>
          </a:p>
        </p:txBody>
      </p:sp>
    </p:spTree>
    <p:extLst>
      <p:ext uri="{BB962C8B-B14F-4D97-AF65-F5344CB8AC3E}">
        <p14:creationId xmlns:p14="http://schemas.microsoft.com/office/powerpoint/2010/main" val="320474966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6">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0">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229.xml><?xml version="1.0" encoding="utf-8"?>
<p:sldLayout xmlns:a="http://schemas.openxmlformats.org/drawingml/2006/main" xmlns:r="http://schemas.openxmlformats.org/officeDocument/2006/relationships" xmlns:p="http://schemas.openxmlformats.org/presentationml/2006/main" preserve="1" userDrawn="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4" y="2875002"/>
            <a:ext cx="4127692" cy="1107996"/>
          </a:xfrm>
        </p:spPr>
        <p:txBody>
          <a:bodyPr wrap="square" anchor="ctr">
            <a:spAutoFit/>
          </a:bodyPr>
          <a:lstStyle/>
          <a:p>
            <a:r>
              <a:rPr lang="en-US"/>
              <a:t>Click to edit title style</a:t>
            </a:r>
          </a:p>
        </p:txBody>
      </p:sp>
    </p:spTree>
    <p:extLst>
      <p:ext uri="{BB962C8B-B14F-4D97-AF65-F5344CB8AC3E}">
        <p14:creationId xmlns:p14="http://schemas.microsoft.com/office/powerpoint/2010/main" val="3078607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1230.xml><?xml version="1.0" encoding="utf-8"?>
<p:sldLayout xmlns:a="http://schemas.openxmlformats.org/drawingml/2006/main" xmlns:r="http://schemas.openxmlformats.org/officeDocument/2006/relationships" xmlns:p="http://schemas.openxmlformats.org/presentationml/2006/main"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Tree>
    <p:extLst>
      <p:ext uri="{BB962C8B-B14F-4D97-AF65-F5344CB8AC3E}">
        <p14:creationId xmlns:p14="http://schemas.microsoft.com/office/powerpoint/2010/main" val="250768035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231.xml><?xml version="1.0" encoding="utf-8"?>
<p:sldLayout xmlns:a="http://schemas.openxmlformats.org/drawingml/2006/main" xmlns:r="http://schemas.openxmlformats.org/officeDocument/2006/relationships" xmlns:p="http://schemas.openxmlformats.org/presentationml/2006/main" preserve="1" userDrawn="1">
  <p:cSld name="Title - spli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2" y="457200"/>
            <a:ext cx="5687568" cy="553998"/>
          </a:xfrm>
        </p:spPr>
        <p:txBody>
          <a:bodyPr/>
          <a:lstStyle/>
          <a:p>
            <a:r>
              <a:rPr lang="en-US"/>
              <a:t>Click to edit title style</a:t>
            </a:r>
          </a:p>
        </p:txBody>
      </p:sp>
      <p:sp>
        <p:nvSpPr>
          <p:cNvPr id="4" name="Rectangle 3">
            <a:extLst>
              <a:ext uri="{FF2B5EF4-FFF2-40B4-BE49-F238E27FC236}">
                <a16:creationId xmlns:a16="http://schemas.microsoft.com/office/drawing/2014/main" id="{66ED9561-2D36-C7A9-8121-647D44F28482}"/>
              </a:ext>
              <a:ext uri="{C183D7F6-B498-43B3-948B-1728B52AA6E4}">
                <adec:decorative xmlns:adec="http://schemas.microsoft.com/office/drawing/2017/decorative" val="1"/>
              </a:ext>
            </a:extLst>
          </p:cNvPr>
          <p:cNvSpPr/>
          <p:nvPr userDrawn="1"/>
        </p:nvSpPr>
        <p:spPr bwMode="auto">
          <a:xfrm>
            <a:off x="6858000" y="0"/>
            <a:ext cx="5333999" cy="6858000"/>
          </a:xfrm>
          <a:prstGeom prst="rect">
            <a:avLst/>
          </a:prstGeom>
          <a:solidFill>
            <a:schemeClr val="bg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err="1">
              <a:ln>
                <a:noFill/>
              </a:ln>
              <a:solidFill>
                <a:srgbClr val="FFFFFF"/>
              </a:soli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69599528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232.xml><?xml version="1.0" encoding="utf-8"?>
<p:sldLayout xmlns:a="http://schemas.openxmlformats.org/drawingml/2006/main" xmlns:r="http://schemas.openxmlformats.org/officeDocument/2006/relationships" xmlns:p="http://schemas.openxmlformats.org/presentationml/2006/main" preserve="1" userDrawn="1">
  <p:cSld name="Title - 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453303"/>
            <a:ext cx="4158362" cy="430887"/>
          </a:xfrm>
        </p:spPr>
        <p:txBody>
          <a:bodyPr anchor="b"/>
          <a:lstStyle>
            <a:lvl1pPr>
              <a:defRPr sz="2800"/>
            </a:lvl1pPr>
          </a:lstStyle>
          <a:p>
            <a:r>
              <a:rPr lang="en-US"/>
              <a:t>Click to edit title style</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1971020"/>
            <a:ext cx="4162425" cy="307777"/>
          </a:xfrm>
        </p:spPr>
        <p:txBody>
          <a:bodyPr/>
          <a:lstStyle>
            <a:lvl1pPr marL="0" indent="0">
              <a:lnSpc>
                <a:spcPts val="2400"/>
              </a:lnSpc>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8" name="Text Placeholder 4">
            <a:extLst>
              <a:ext uri="{FF2B5EF4-FFF2-40B4-BE49-F238E27FC236}">
                <a16:creationId xmlns:a16="http://schemas.microsoft.com/office/drawing/2014/main" id="{AA4A25BE-EEC4-2D45-6B51-A6D5FDC0CD9E}"/>
              </a:ext>
            </a:extLst>
          </p:cNvPr>
          <p:cNvSpPr>
            <a:spLocks noGrp="1"/>
          </p:cNvSpPr>
          <p:nvPr>
            <p:ph type="body" sz="quarter" idx="13" hasCustomPrompt="1"/>
          </p:nvPr>
        </p:nvSpPr>
        <p:spPr>
          <a:xfrm>
            <a:off x="586062" y="3084755"/>
            <a:ext cx="4167188"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9" name="Text Placeholder 4">
            <a:extLst>
              <a:ext uri="{FF2B5EF4-FFF2-40B4-BE49-F238E27FC236}">
                <a16:creationId xmlns:a16="http://schemas.microsoft.com/office/drawing/2014/main" id="{B898ECC2-F025-9F52-FDDA-2757DC69BA28}"/>
              </a:ext>
            </a:extLst>
          </p:cNvPr>
          <p:cNvSpPr>
            <a:spLocks noGrp="1"/>
          </p:cNvSpPr>
          <p:nvPr>
            <p:ph type="body" sz="quarter" idx="17" hasCustomPrompt="1"/>
          </p:nvPr>
        </p:nvSpPr>
        <p:spPr>
          <a:xfrm>
            <a:off x="584200" y="3392529"/>
            <a:ext cx="4167188" cy="1598771"/>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AB1F49BE-32CF-300B-48DC-B74CA09F2E96}"/>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2432088536"/>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28">
          <p15:clr>
            <a:srgbClr val="A4A3A4"/>
          </p15:clr>
        </p15:guide>
      </p15:sldGuideLst>
    </p:ext>
  </p:extLst>
</p:sldLayout>
</file>

<file path=ppt/slideLayouts/slideLayout1233.xml><?xml version="1.0" encoding="utf-8"?>
<p:sldLayout xmlns:a="http://schemas.openxmlformats.org/drawingml/2006/main" xmlns:r="http://schemas.openxmlformats.org/officeDocument/2006/relationships" xmlns:p="http://schemas.openxmlformats.org/presentationml/2006/main" preserve="1" userDrawn="1">
  <p:cSld name="Title - Square Photo 2">
    <p:bg>
      <p:bgPr>
        <a:solidFill>
          <a:schemeClr val="bg2"/>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3535540"/>
            <a:ext cx="4162425" cy="307777"/>
          </a:xfrm>
        </p:spPr>
        <p:txBody>
          <a:bodyPr/>
          <a:lstStyle>
            <a:lvl1pPr marL="0" indent="0">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327750147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1234.xml><?xml version="1.0" encoding="utf-8"?>
<p:sldLayout xmlns:a="http://schemas.openxmlformats.org/drawingml/2006/main" xmlns:r="http://schemas.openxmlformats.org/officeDocument/2006/relationships" xmlns:p="http://schemas.openxmlformats.org/presentationml/2006/main" preserve="1" userDrawn="1">
  <p:cSld name="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hasCustomPrompt="1"/>
          </p:nvPr>
        </p:nvSpPr>
        <p:spPr>
          <a:xfrm>
            <a:off x="588263" y="2873414"/>
            <a:ext cx="4159950" cy="1107996"/>
          </a:xfrm>
        </p:spPr>
        <p:txBody>
          <a:bodyPr anchor="ct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59072879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1235.xml><?xml version="1.0" encoding="utf-8"?>
<p:sldLayout xmlns:a="http://schemas.openxmlformats.org/drawingml/2006/main" xmlns:r="http://schemas.openxmlformats.org/officeDocument/2006/relationships" xmlns:p="http://schemas.openxmlformats.org/presentationml/2006/main" preserve="1" userDrawn="1">
  <p:cSld name="Square Photo 2">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738664"/>
          </a:xfrm>
        </p:spPr>
        <p:txBody>
          <a:bodyPr anchor="t"/>
          <a:lstStyle>
            <a:lvl1pPr>
              <a:defRPr sz="24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552095664"/>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1236.xml><?xml version="1.0" encoding="utf-8"?>
<p:sldLayout xmlns:a="http://schemas.openxmlformats.org/drawingml/2006/main" xmlns:r="http://schemas.openxmlformats.org/officeDocument/2006/relationships" xmlns:p="http://schemas.openxmlformats.org/presentationml/2006/main" preserve="1" userDrawn="1">
  <p:cSld name="Photo full bleed">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5159207"/>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237.xml><?xml version="1.0" encoding="utf-8"?>
<p:sldLayout xmlns:a="http://schemas.openxmlformats.org/drawingml/2006/main" xmlns:r="http://schemas.openxmlformats.org/officeDocument/2006/relationships" xmlns:p="http://schemas.openxmlformats.org/presentationml/2006/main" preserve="1" userDrawn="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200" spc="0">
                <a:solidFill>
                  <a:srgbClr val="FFFFFF"/>
                </a:solidFill>
              </a:defRPr>
            </a:lvl1pPr>
          </a:lstStyle>
          <a:p>
            <a:r>
              <a:rPr lang="en-US"/>
              <a:t>Click to edit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9917259"/>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238.xml><?xml version="1.0" encoding="utf-8"?>
<p:sldLayout xmlns:a="http://schemas.openxmlformats.org/drawingml/2006/main" xmlns:r="http://schemas.openxmlformats.org/officeDocument/2006/relationships" xmlns:p="http://schemas.openxmlformats.org/presentationml/2006/main" preserve="1" userDrawn="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627371179"/>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1239.xml><?xml version="1.0" encoding="utf-8"?>
<p:sldLayout xmlns:a="http://schemas.openxmlformats.org/drawingml/2006/main" xmlns:r="http://schemas.openxmlformats.org/officeDocument/2006/relationships" xmlns:p="http://schemas.openxmlformats.org/presentationml/2006/main" preserve="1" userDrawn="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617601740"/>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1240.xml><?xml version="1.0" encoding="utf-8"?>
<p:sldLayout xmlns:a="http://schemas.openxmlformats.org/drawingml/2006/main" xmlns:r="http://schemas.openxmlformats.org/officeDocument/2006/relationships" xmlns:p="http://schemas.openxmlformats.org/presentationml/2006/main" preserve="1" userDrawn="1">
  <p:cSld name="Top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hasCustomPrompt="1"/>
          </p:nvPr>
        </p:nvSpPr>
        <p:spPr>
          <a:xfrm>
            <a:off x="588263" y="5436128"/>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66885463"/>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241.xml><?xml version="1.0" encoding="utf-8"?>
<p:sldLayout xmlns:a="http://schemas.openxmlformats.org/drawingml/2006/main" xmlns:r="http://schemas.openxmlformats.org/officeDocument/2006/relationships" xmlns:p="http://schemas.openxmlformats.org/presentationml/2006/main" preserve="1" userDrawn="1">
  <p:cSld name="Bottom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hasCustomPrompt="1"/>
          </p:nvPr>
        </p:nvSpPr>
        <p:spPr>
          <a:xfrm>
            <a:off x="588263" y="866287"/>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14112850"/>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1242.xml><?xml version="1.0" encoding="utf-8"?>
<p:sldLayout xmlns:a="http://schemas.openxmlformats.org/drawingml/2006/main" xmlns:r="http://schemas.openxmlformats.org/officeDocument/2006/relationships" xmlns:p="http://schemas.openxmlformats.org/presentationml/2006/main" preserve="1" userDrawn="1">
  <p:cSld name="Two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4199"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prstGeom prst="roundRect">
            <a:avLst>
              <a:gd name="adj" fmla="val 8178"/>
            </a:avLst>
          </a:prstGeom>
          <a:blipFill>
            <a:blip r:embed="rId2"/>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1860"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prstGeom prst="roundRect">
            <a:avLst>
              <a:gd name="adj" fmla="val 7612"/>
            </a:avLst>
          </a:prstGeom>
          <a:blipFill>
            <a:blip r:embed="rId3"/>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807229046"/>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1243.xml><?xml version="1.0" encoding="utf-8"?>
<p:sldLayout xmlns:a="http://schemas.openxmlformats.org/drawingml/2006/main" xmlns:r="http://schemas.openxmlformats.org/officeDocument/2006/relationships" xmlns:p="http://schemas.openxmlformats.org/presentationml/2006/main" preserve="1" userDrawn="1">
  <p:cSld name="Three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89540135"/>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244.xml><?xml version="1.0" encoding="utf-8"?>
<p:sldLayout xmlns:a="http://schemas.openxmlformats.org/drawingml/2006/main" xmlns:r="http://schemas.openxmlformats.org/officeDocument/2006/relationships" xmlns:p="http://schemas.openxmlformats.org/presentationml/2006/main" preserve="1" userDrawn="1">
  <p:cSld name="Three picture with subtitl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1332631"/>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1332631"/>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1332631"/>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4">
            <a:extLst>
              <a:ext uri="{FF2B5EF4-FFF2-40B4-BE49-F238E27FC236}">
                <a16:creationId xmlns:a16="http://schemas.microsoft.com/office/drawing/2014/main" id="{2BFE283E-20EE-6783-BD84-82B4E8AD3588}"/>
              </a:ext>
            </a:extLst>
          </p:cNvPr>
          <p:cNvSpPr>
            <a:spLocks noGrp="1"/>
          </p:cNvSpPr>
          <p:nvPr>
            <p:ph type="body" sz="quarter" idx="19" hasCustomPrompt="1"/>
          </p:nvPr>
        </p:nvSpPr>
        <p:spPr>
          <a:xfrm>
            <a:off x="584200"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4F92DA75-7E4D-567F-ECD8-2CA3158E6DF4}"/>
              </a:ext>
            </a:extLst>
          </p:cNvPr>
          <p:cNvSpPr>
            <a:spLocks noGrp="1"/>
          </p:cNvSpPr>
          <p:nvPr>
            <p:ph type="body" sz="quarter" idx="20" hasCustomPrompt="1"/>
          </p:nvPr>
        </p:nvSpPr>
        <p:spPr>
          <a:xfrm>
            <a:off x="4356101"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8" name="Text Placeholder 4">
            <a:extLst>
              <a:ext uri="{FF2B5EF4-FFF2-40B4-BE49-F238E27FC236}">
                <a16:creationId xmlns:a16="http://schemas.microsoft.com/office/drawing/2014/main" id="{1341BE00-329F-B62F-D11D-64896AE5DD0E}"/>
              </a:ext>
            </a:extLst>
          </p:cNvPr>
          <p:cNvSpPr>
            <a:spLocks noGrp="1"/>
          </p:cNvSpPr>
          <p:nvPr>
            <p:ph type="body" sz="quarter" idx="21" hasCustomPrompt="1"/>
          </p:nvPr>
        </p:nvSpPr>
        <p:spPr>
          <a:xfrm>
            <a:off x="8134943" y="5354468"/>
            <a:ext cx="3474445"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721669192"/>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245.xml><?xml version="1.0" encoding="utf-8"?>
<p:sldLayout xmlns:a="http://schemas.openxmlformats.org/drawingml/2006/main" xmlns:r="http://schemas.openxmlformats.org/officeDocument/2006/relationships" xmlns:p="http://schemas.openxmlformats.org/presentationml/2006/main" preserve="1" userDrawn="1">
  <p:cSld name="Four picture content">
    <p:bg>
      <p:bgPr>
        <a:solidFill>
          <a:srgbClr val="F4F3F5"/>
        </a:solidFill>
        <a:effectLst/>
      </p:bgPr>
    </p:bg>
    <p:spTree>
      <p:nvGrpSpPr>
        <p:cNvPr id="1" name=""/>
        <p:cNvGrpSpPr/>
        <p:nvPr/>
      </p:nvGrpSpPr>
      <p:grpSpPr>
        <a:xfrm>
          <a:off x="0" y="0"/>
          <a:ext cx="0" cy="0"/>
          <a:chOff x="0" y="0"/>
          <a:chExt cx="0" cy="0"/>
        </a:xfrm>
      </p:grpSpPr>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prstGeom prst="roundRect">
            <a:avLst>
              <a:gd name="adj" fmla="val 9291"/>
            </a:avLst>
          </a:prstGeo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prstGeom prst="roundRect">
            <a:avLst>
              <a:gd name="adj" fmla="val 9680"/>
            </a:avLst>
          </a:prstGeo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prstGeom prst="roundRect">
            <a:avLst>
              <a:gd name="adj" fmla="val 9679"/>
            </a:avLst>
          </a:prstGeo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prstGeom prst="roundRect">
            <a:avLst>
              <a:gd name="adj" fmla="val 9680"/>
            </a:avLst>
          </a:prstGeo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3413908"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5204"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hasCustomPrompt="1"/>
          </p:nvPr>
        </p:nvSpPr>
        <p:spPr>
          <a:xfrm>
            <a:off x="9076500"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Tree>
    <p:extLst>
      <p:ext uri="{BB962C8B-B14F-4D97-AF65-F5344CB8AC3E}">
        <p14:creationId xmlns:p14="http://schemas.microsoft.com/office/powerpoint/2010/main" val="3906914797"/>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1246.xml><?xml version="1.0" encoding="utf-8"?>
<p:sldLayout xmlns:a="http://schemas.openxmlformats.org/drawingml/2006/main" xmlns:r="http://schemas.openxmlformats.org/officeDocument/2006/relationships" xmlns:p="http://schemas.openxmlformats.org/presentationml/2006/main" preserve="1" userDrawn="1">
  <p:cSld name="Two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6714744"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8CE10F07-B8D9-4B69-A567-8BEDE6973D9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87595012"/>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1247.xml><?xml version="1.0" encoding="utf-8"?>
<p:sldLayout xmlns:a="http://schemas.openxmlformats.org/drawingml/2006/main" xmlns:r="http://schemas.openxmlformats.org/officeDocument/2006/relationships" xmlns:p="http://schemas.openxmlformats.org/presentationml/2006/main" preserve="1" userDrawn="1">
  <p:cSld name="Thre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2"/>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4669536" y="4799409"/>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8753856" y="479941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025569780"/>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1248.xml><?xml version="1.0" encoding="utf-8"?>
<p:sldLayout xmlns:a="http://schemas.openxmlformats.org/drawingml/2006/main" xmlns:r="http://schemas.openxmlformats.org/officeDocument/2006/relationships" xmlns:p="http://schemas.openxmlformats.org/presentationml/2006/main" preserve="1" userDrawn="1">
  <p:cSld name="Four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3649472"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6713728" y="479941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9777984"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803520036"/>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1249.xml><?xml version="1.0" encoding="utf-8"?>
<p:sldLayout xmlns:a="http://schemas.openxmlformats.org/drawingml/2006/main" xmlns:r="http://schemas.openxmlformats.org/officeDocument/2006/relationships" xmlns:p="http://schemas.openxmlformats.org/presentationml/2006/main" preserve="1" userDrawn="1">
  <p:cSld name="Fiv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292608" y="4800600"/>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2743962" y="4799409"/>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5195316" y="4799410"/>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7646670"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hasCustomPrompt="1"/>
          </p:nvPr>
        </p:nvSpPr>
        <p:spPr>
          <a:xfrm>
            <a:off x="10098024"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20176245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1250.xml><?xml version="1.0" encoding="utf-8"?>
<p:sldLayout xmlns:a="http://schemas.openxmlformats.org/drawingml/2006/main" xmlns:r="http://schemas.openxmlformats.org/officeDocument/2006/relationships" xmlns:p="http://schemas.openxmlformats.org/presentationml/2006/main" preserve="1" userDrawn="1">
  <p:cSld name="Thre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9747"/>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2037906"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4939284"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7840663"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57734870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1251.xml><?xml version="1.0" encoding="utf-8"?>
<p:sldLayout xmlns:a="http://schemas.openxmlformats.org/drawingml/2006/main" xmlns:r="http://schemas.openxmlformats.org/officeDocument/2006/relationships" xmlns:p="http://schemas.openxmlformats.org/presentationml/2006/main" preserve="1" userDrawn="1">
  <p:cSld name="Four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348725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63903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9293351"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7342212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1252.xml><?xml version="1.0" encoding="utf-8"?>
<p:sldLayout xmlns:a="http://schemas.openxmlformats.org/drawingml/2006/main" xmlns:r="http://schemas.openxmlformats.org/officeDocument/2006/relationships" xmlns:p="http://schemas.openxmlformats.org/presentationml/2006/main" preserve="1" userDrawn="1">
  <p:cSld name="Fiv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2905506"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5227320" y="4235451"/>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7548118"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hasCustomPrompt="1"/>
          </p:nvPr>
        </p:nvSpPr>
        <p:spPr>
          <a:xfrm>
            <a:off x="9869423"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44772515"/>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1253.xml><?xml version="1.0" encoding="utf-8"?>
<p:sldLayout xmlns:a="http://schemas.openxmlformats.org/drawingml/2006/main" xmlns:r="http://schemas.openxmlformats.org/officeDocument/2006/relationships" xmlns:p="http://schemas.openxmlformats.org/presentationml/2006/main" preserve="1" userDrawn="1">
  <p:cSld name="Title and text side by sid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hasCustomPrompt="1"/>
          </p:nvPr>
        </p:nvSpPr>
        <p:spPr>
          <a:xfrm>
            <a:off x="4356100" y="2309812"/>
            <a:ext cx="7253288" cy="3959225"/>
          </a:xfrm>
        </p:spPr>
        <p:txBody>
          <a:bodyPr anchor="t"/>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948370C-2FF9-EB05-1275-F0B9E34E40E3}"/>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2573620"/>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254.xml><?xml version="1.0" encoding="utf-8"?>
<p:sldLayout xmlns:a="http://schemas.openxmlformats.org/drawingml/2006/main" xmlns:r="http://schemas.openxmlformats.org/officeDocument/2006/relationships" xmlns:p="http://schemas.openxmlformats.org/presentationml/2006/main" preserve="1" userDrawn="1">
  <p:cSld name="Title and text side by side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FD366496-0526-A79B-C195-310BDEC5329D}"/>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8B9282B-2098-430D-B57F-67ED8C920ADA}"/>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F917A19-5353-F019-737D-CB017D70B4F9}"/>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9" name="Text Placeholder 2">
            <a:extLst>
              <a:ext uri="{FF2B5EF4-FFF2-40B4-BE49-F238E27FC236}">
                <a16:creationId xmlns:a16="http://schemas.microsoft.com/office/drawing/2014/main" id="{E9EDB421-EDBF-FF28-16C9-56834DF21C4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20" name="Text Placeholder 2">
            <a:extLst>
              <a:ext uri="{FF2B5EF4-FFF2-40B4-BE49-F238E27FC236}">
                <a16:creationId xmlns:a16="http://schemas.microsoft.com/office/drawing/2014/main" id="{8C86039A-AC59-0AA2-3B10-E7EE56A2CD57}"/>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84126602"/>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255.xml><?xml version="1.0" encoding="utf-8"?>
<p:sldLayout xmlns:a="http://schemas.openxmlformats.org/drawingml/2006/main" xmlns:r="http://schemas.openxmlformats.org/officeDocument/2006/relationships" xmlns:p="http://schemas.openxmlformats.org/presentationml/2006/main" preserve="1" userDrawn="1">
  <p:cSld name="Title and text side by side 3">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hasCustomPrompt="1"/>
          </p:nvPr>
        </p:nvSpPr>
        <p:spPr>
          <a:xfrm>
            <a:off x="4941888" y="585789"/>
            <a:ext cx="6667500" cy="5683248"/>
          </a:xfrm>
        </p:spPr>
        <p:txBody>
          <a:bodyPr anchor="ctr"/>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082075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256.xml><?xml version="1.0" encoding="utf-8"?>
<p:sldLayout xmlns:a="http://schemas.openxmlformats.org/drawingml/2006/main" xmlns:r="http://schemas.openxmlformats.org/officeDocument/2006/relationships" xmlns:p="http://schemas.openxmlformats.org/presentationml/2006/main" preserve="1" userDrawn="1">
  <p:cSld name="Title and text side by side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EFC8378B-6E45-F469-0519-68B9FC5BEEA8}"/>
              </a:ext>
            </a:extLst>
          </p:cNvPr>
          <p:cNvSpPr>
            <a:spLocks noGrp="1"/>
          </p:cNvSpPr>
          <p:nvPr>
            <p:ph type="body" sz="quarter" idx="11" hasCustomPrompt="1"/>
          </p:nvPr>
        </p:nvSpPr>
        <p:spPr>
          <a:xfrm>
            <a:off x="5654082" y="1857800"/>
            <a:ext cx="5966418"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6" name="Text Placeholder 2">
            <a:extLst>
              <a:ext uri="{FF2B5EF4-FFF2-40B4-BE49-F238E27FC236}">
                <a16:creationId xmlns:a16="http://schemas.microsoft.com/office/drawing/2014/main" id="{6763BA2C-322D-A7E8-7431-EF84FFCD9B12}"/>
              </a:ext>
            </a:extLst>
          </p:cNvPr>
          <p:cNvSpPr>
            <a:spLocks noGrp="1"/>
          </p:cNvSpPr>
          <p:nvPr>
            <p:ph type="body" sz="quarter" idx="25" hasCustomPrompt="1"/>
          </p:nvPr>
        </p:nvSpPr>
        <p:spPr>
          <a:xfrm>
            <a:off x="5095668" y="1857800"/>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233279391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257.xml><?xml version="1.0" encoding="utf-8"?>
<p:sldLayout xmlns:a="http://schemas.openxmlformats.org/drawingml/2006/main" xmlns:r="http://schemas.openxmlformats.org/officeDocument/2006/relationships" xmlns:p="http://schemas.openxmlformats.org/presentationml/2006/main" preserve="1" userDrawn="1">
  <p:cSld name="Title and text side by side 5">
    <p:bg>
      <p:bgPr>
        <a:solidFill>
          <a:srgbClr val="F4F3F5"/>
        </a:solidFill>
        <a:effectLst/>
      </p:bgPr>
    </p:bg>
    <p:spTree>
      <p:nvGrpSpPr>
        <p:cNvPr id="1" name=""/>
        <p:cNvGrpSpPr/>
        <p:nvPr/>
      </p:nvGrpSpPr>
      <p:grpSpPr>
        <a:xfrm>
          <a:off x="0" y="0"/>
          <a:ext cx="0" cy="0"/>
          <a:chOff x="0" y="0"/>
          <a:chExt cx="0" cy="0"/>
        </a:xfrm>
      </p:grpSpPr>
      <p:cxnSp>
        <p:nvCxnSpPr>
          <p:cNvPr id="36" name="Straight Connector 35">
            <a:extLst>
              <a:ext uri="{FF2B5EF4-FFF2-40B4-BE49-F238E27FC236}">
                <a16:creationId xmlns:a16="http://schemas.microsoft.com/office/drawing/2014/main" id="{50BFCD8B-853E-92A8-FD5C-C5659CCB744A}"/>
              </a:ext>
              <a:ext uri="{C183D7F6-B498-43B3-948B-1728B52AA6E4}">
                <adec:decorative xmlns:adec="http://schemas.microsoft.com/office/drawing/2017/decorative" val="1"/>
              </a:ext>
            </a:extLst>
          </p:cNvPr>
          <p:cNvCxnSpPr>
            <a:cxnSpLocks/>
          </p:cNvCxnSpPr>
          <p:nvPr userDrawn="1"/>
        </p:nvCxnSpPr>
        <p:spPr>
          <a:xfrm>
            <a:off x="584200" y="2019300"/>
            <a:ext cx="3182112" cy="0"/>
          </a:xfrm>
          <a:prstGeom prst="line">
            <a:avLst/>
          </a:prstGeom>
          <a:ln w="76200" cap="rnd">
            <a:gradFill>
              <a:gsLst>
                <a:gs pos="0">
                  <a:schemeClr val="accent1"/>
                </a:gs>
                <a:gs pos="100000">
                  <a:schemeClr val="accent2"/>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1698F6FE-FA89-D09B-0F56-2F89F05F6E1E}"/>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8" name="Text Placeholder 2">
            <a:extLst>
              <a:ext uri="{FF2B5EF4-FFF2-40B4-BE49-F238E27FC236}">
                <a16:creationId xmlns:a16="http://schemas.microsoft.com/office/drawing/2014/main" id="{1DBC7FD1-5168-7C9E-36DD-EFCBEFE2FAC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9" name="Text Placeholder 2">
            <a:extLst>
              <a:ext uri="{FF2B5EF4-FFF2-40B4-BE49-F238E27FC236}">
                <a16:creationId xmlns:a16="http://schemas.microsoft.com/office/drawing/2014/main" id="{AC81A518-CF66-2BAF-FE9A-48CB9F7E9C5C}"/>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3363125809"/>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258.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F4F3F5"/>
        </a:solidFill>
        <a:effectLst/>
      </p:bgPr>
    </p:bg>
    <p:spTree>
      <p:nvGrpSpPr>
        <p:cNvPr id="1" name=""/>
        <p:cNvGrpSpPr/>
        <p:nvPr/>
      </p:nvGrpSpPr>
      <p:grpSpPr>
        <a:xfrm>
          <a:off x="0" y="0"/>
          <a:ext cx="0" cy="0"/>
          <a:chOff x="0" y="0"/>
          <a:chExt cx="0" cy="0"/>
        </a:xfrm>
      </p:grpSpPr>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91438" y="710247"/>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Tree>
    <p:extLst>
      <p:ext uri="{BB962C8B-B14F-4D97-AF65-F5344CB8AC3E}">
        <p14:creationId xmlns:p14="http://schemas.microsoft.com/office/powerpoint/2010/main" val="25868070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259.xml><?xml version="1.0" encoding="utf-8"?>
<p:sldLayout xmlns:a="http://schemas.openxmlformats.org/drawingml/2006/main" xmlns:r="http://schemas.openxmlformats.org/officeDocument/2006/relationships" xmlns:p="http://schemas.openxmlformats.org/presentationml/2006/main" preserve="1" userDrawn="1">
  <p:cSld name="Developer code 2">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userDrawn="1"/>
        </p:nvSpPr>
        <p:spPr bwMode="auto">
          <a:xfrm>
            <a:off x="0" y="1436688"/>
            <a:ext cx="12192000" cy="542131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143668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88263" y="2099310"/>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Tree>
    <p:extLst>
      <p:ext uri="{BB962C8B-B14F-4D97-AF65-F5344CB8AC3E}">
        <p14:creationId xmlns:p14="http://schemas.microsoft.com/office/powerpoint/2010/main" val="11567833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260.xml><?xml version="1.0" encoding="utf-8"?>
<p:sldLayout xmlns:a="http://schemas.openxmlformats.org/drawingml/2006/main" xmlns:r="http://schemas.openxmlformats.org/officeDocument/2006/relationships" xmlns:p="http://schemas.openxmlformats.org/presentationml/2006/main" preserve="1" userDrawn="1">
  <p:cSld name="Developer code bottom">
    <p:bg>
      <p:bgRef idx="1001">
        <a:schemeClr val="bg2"/>
      </p:bgRef>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86390" y="1230681"/>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2827138"/>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282713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3491219"/>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27917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1776">
          <p15:clr>
            <a:srgbClr val="5ACBF0"/>
          </p15:clr>
        </p15:guide>
        <p15:guide id="5" orient="horz" pos="2197">
          <p15:clr>
            <a:srgbClr val="5ACBF0"/>
          </p15:clr>
        </p15:guide>
        <p15:guide id="6" orient="horz" pos="773">
          <p15:clr>
            <a:srgbClr val="5ACBF0"/>
          </p15:clr>
        </p15:guide>
      </p15:sldGuideLst>
    </p:ext>
  </p:extLst>
</p:sldLayout>
</file>

<file path=ppt/slideLayouts/slideLayout1261.xml><?xml version="1.0" encoding="utf-8"?>
<p:sldLayout xmlns:a="http://schemas.openxmlformats.org/drawingml/2006/main" xmlns:r="http://schemas.openxmlformats.org/officeDocument/2006/relationships" xmlns:p="http://schemas.openxmlformats.org/presentationml/2006/main" preserve="1" userDrawn="1">
  <p:cSld name="Developer code top">
    <p:bg>
      <p:bgRef idx="1001">
        <a:schemeClr val="bg2"/>
      </p:bgRef>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0"/>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a:xfrm>
            <a:off x="588263" y="4224580"/>
            <a:ext cx="11018520" cy="492443"/>
          </a:xfrm>
        </p:spPr>
        <p:txBody>
          <a:bodyPr/>
          <a:lstStyle>
            <a:lvl1pPr>
              <a:defRPr sz="3200">
                <a:solidFill>
                  <a:schemeClr val="tx1"/>
                </a:solidFill>
              </a:defRPr>
            </a:lvl1pPr>
          </a:lstStyle>
          <a:p>
            <a:r>
              <a:rPr lang="en-US"/>
              <a:t>Click to edit title style</a:t>
            </a: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660508"/>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91152" y="4996505"/>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309321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2661">
          <p15:clr>
            <a:srgbClr val="5ACBF0"/>
          </p15:clr>
        </p15:guide>
        <p15:guide id="5" orient="horz" pos="3147">
          <p15:clr>
            <a:srgbClr val="5ACBF0"/>
          </p15:clr>
        </p15:guide>
        <p15:guide id="6" orient="horz" pos="419">
          <p15:clr>
            <a:srgbClr val="5ACBF0"/>
          </p15:clr>
        </p15:guide>
      </p15:sldGuideLst>
    </p:ext>
  </p:extLst>
</p:sldLayout>
</file>

<file path=ppt/slideLayouts/slideLayout1262.xml><?xml version="1.0" encoding="utf-8"?>
<p:sldLayout xmlns:a="http://schemas.openxmlformats.org/drawingml/2006/main" xmlns:r="http://schemas.openxmlformats.org/officeDocument/2006/relationships" xmlns:p="http://schemas.openxmlformats.org/presentationml/2006/main" preserve="1" userDrawn="1">
  <p:cSld name="Developer code right">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82BB27-7DA5-4478-8C18-C1FFEE20AAC1}"/>
              </a:ext>
            </a:extLst>
          </p:cNvPr>
          <p:cNvSpPr>
            <a:spLocks noGrp="1"/>
          </p:cNvSpPr>
          <p:nvPr>
            <p:ph type="title" hasCustomPrompt="1"/>
          </p:nvPr>
        </p:nvSpPr>
        <p:spPr>
          <a:xfrm>
            <a:off x="588263" y="457200"/>
            <a:ext cx="4040887" cy="492443"/>
          </a:xfrm>
        </p:spPr>
        <p:txBody>
          <a:bodyPr/>
          <a:lstStyle>
            <a:lvl1pPr>
              <a:defRPr sz="3200">
                <a:solidFill>
                  <a:schemeClr val="tx1"/>
                </a:solidFill>
              </a:defRPr>
            </a:lvl1pPr>
          </a:lstStyle>
          <a:p>
            <a:r>
              <a:rPr lang="en-US"/>
              <a:t>Click to edit title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588965" y="1338139"/>
            <a:ext cx="4040185"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5211763"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00725" y="709187"/>
            <a:ext cx="5801961" cy="307777"/>
          </a:xfrm>
        </p:spPr>
        <p:txBody>
          <a:bodyPr/>
          <a:lstStyle>
            <a:lvl1pPr marL="0" indent="0">
              <a:buNone/>
              <a:tabLst/>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68270880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263.xml><?xml version="1.0" encoding="utf-8"?>
<p:sldLayout xmlns:a="http://schemas.openxmlformats.org/drawingml/2006/main" xmlns:r="http://schemas.openxmlformats.org/officeDocument/2006/relationships" xmlns:p="http://schemas.openxmlformats.org/presentationml/2006/main" preserve="1" userDrawn="1">
  <p:cSld name="Developer code left">
    <p:bg>
      <p:bgRef idx="1001">
        <a:schemeClr val="bg2"/>
      </p:bgRef>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2"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6BB14A7D-C409-4A7C-9D82-A2E5DBB8AB72}"/>
              </a:ext>
            </a:extLst>
          </p:cNvPr>
          <p:cNvSpPr>
            <a:spLocks noGrp="1"/>
          </p:cNvSpPr>
          <p:nvPr>
            <p:ph type="title" hasCustomPrompt="1"/>
          </p:nvPr>
        </p:nvSpPr>
        <p:spPr>
          <a:xfrm>
            <a:off x="7575549" y="457200"/>
            <a:ext cx="4031233" cy="492443"/>
          </a:xfrm>
        </p:spPr>
        <p:txBody>
          <a:bodyPr/>
          <a:lstStyle>
            <a:lvl1pPr>
              <a:defRPr sz="3200">
                <a:solidFill>
                  <a:schemeClr val="tx1"/>
                </a:solidFill>
              </a:defRPr>
            </a:lvl1pPr>
          </a:lstStyle>
          <a:p>
            <a:r>
              <a:rPr lang="en-US"/>
              <a:t>Click to edit title</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7575550" y="1336675"/>
            <a:ext cx="4033838"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9302251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264.xml><?xml version="1.0" encoding="utf-8"?>
<p:sldLayout xmlns:a="http://schemas.openxmlformats.org/drawingml/2006/main" xmlns:r="http://schemas.openxmlformats.org/officeDocument/2006/relationships" xmlns:p="http://schemas.openxmlformats.org/presentationml/2006/main" preserve="1" userDrawn="1">
  <p:cSld name="Developer code left, image right">
    <p:bg>
      <p:bgPr>
        <a:solidFill>
          <a:srgbClr val="F4F3F5"/>
        </a:solidFill>
        <a:effectLst/>
      </p:bgPr>
    </p:bg>
    <p:spTree>
      <p:nvGrpSpPr>
        <p:cNvPr id="1" name=""/>
        <p:cNvGrpSpPr/>
        <p:nvPr/>
      </p:nvGrpSpPr>
      <p:grpSpPr>
        <a:xfrm>
          <a:off x="0" y="0"/>
          <a:ext cx="0" cy="0"/>
          <a:chOff x="0" y="0"/>
          <a:chExt cx="0" cy="0"/>
        </a:xfrm>
      </p:grpSpPr>
      <p:sp>
        <p:nvSpPr>
          <p:cNvPr id="9" name="Picture Placeholder 7" descr="This photo is a 'placeholder' only. Drag or drop your photo here, or click and tap the center to insert a photo.">
            <a:extLst>
              <a:ext uri="{FF2B5EF4-FFF2-40B4-BE49-F238E27FC236}">
                <a16:creationId xmlns:a16="http://schemas.microsoft.com/office/drawing/2014/main" id="{8456ECE7-2FD2-0E8A-D0BD-61173814D9B7}"/>
              </a:ext>
            </a:extLst>
          </p:cNvPr>
          <p:cNvSpPr>
            <a:spLocks noGrp="1"/>
          </p:cNvSpPr>
          <p:nvPr>
            <p:ph type="pic" sz="quarter" idx="10" hasCustomPrompt="1"/>
          </p:nvPr>
        </p:nvSpPr>
        <p:spPr bwMode="ltGray">
          <a:xfrm>
            <a:off x="8490856" y="707231"/>
            <a:ext cx="3116945" cy="5561808"/>
          </a:xfrm>
          <a:prstGeom prst="roundRect">
            <a:avLst>
              <a:gd name="adj" fmla="val 4445"/>
            </a:avLst>
          </a:prstGeom>
          <a:blipFill>
            <a:blip r:embed="rId2"/>
            <a:stretch>
              <a:fillRect l="-107368" r="-109854"/>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410421373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265.xml><?xml version="1.0" encoding="utf-8"?>
<p:sldLayout xmlns:a="http://schemas.openxmlformats.org/drawingml/2006/main" xmlns:r="http://schemas.openxmlformats.org/officeDocument/2006/relationships" xmlns:p="http://schemas.openxmlformats.org/presentationml/2006/main" preserve="1" userDrawn="1">
  <p:cSld name="Device 1">
    <p:bg>
      <p:bgPr>
        <a:solidFill>
          <a:srgbClr val="F4F3F5"/>
        </a:soli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C4B95F29-56C3-4C85-A12B-0B0BE769E70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2" name="Title 1"/>
          <p:cNvSpPr>
            <a:spLocks noGrp="1"/>
          </p:cNvSpPr>
          <p:nvPr>
            <p:ph type="title" hasCustomPrompt="1"/>
          </p:nvPr>
        </p:nvSpPr>
        <p:spPr>
          <a:xfrm>
            <a:off x="584200" y="464817"/>
            <a:ext cx="11023600"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1: one column</a:t>
            </a:r>
          </a:p>
        </p:txBody>
      </p:sp>
      <p:sp>
        <p:nvSpPr>
          <p:cNvPr id="4" name="Text Placeholder 3"/>
          <p:cNvSpPr>
            <a:spLocks noGrp="1"/>
          </p:cNvSpPr>
          <p:nvPr>
            <p:ph type="body" sz="quarter" idx="10" hasCustomPrompt="1"/>
          </p:nvPr>
        </p:nvSpPr>
        <p:spPr>
          <a:xfrm>
            <a:off x="584200" y="1922802"/>
            <a:ext cx="4630006" cy="615553"/>
          </a:xfrm>
          <a:prstGeom prst="rect">
            <a:avLst/>
          </a:prstGeom>
        </p:spPr>
        <p:txBody>
          <a:bodyPr wrap="square" lIns="0" tIns="0" rIns="0" bIns="0">
            <a:spAutoFit/>
          </a:bodyPr>
          <a:lstStyle>
            <a:lvl1pPr marL="0" indent="0">
              <a:lnSpc>
                <a:spcPts val="2400"/>
              </a:lnSpc>
              <a:buNone/>
              <a:defRPr sz="2000" b="0" i="0">
                <a:solidFill>
                  <a:srgbClr val="000000"/>
                </a:solidFill>
                <a:latin typeface="+mn-lt"/>
              </a:defRPr>
            </a:lvl1pPr>
            <a:lvl2pPr marL="224097" indent="0">
              <a:buNone/>
              <a:defRPr/>
            </a:lvl2pPr>
            <a:lvl3pPr marL="448193" indent="0">
              <a:buNone/>
              <a:defRPr/>
            </a:lvl3pPr>
            <a:lvl4pPr marL="672290" indent="0">
              <a:buNone/>
              <a:defRPr/>
            </a:lvl4pPr>
            <a:lvl5pPr marL="896386" indent="0">
              <a:buNone/>
              <a:defRPr/>
            </a:lvl5pPr>
          </a:lstStyle>
          <a:p>
            <a:pPr lvl="0"/>
            <a:r>
              <a:rPr lang="pt-BR"/>
              <a:t>Large subhead Segoe UI Regular 20/24. </a:t>
            </a:r>
            <a:r>
              <a:rPr lang="da-DK"/>
              <a:t>Lorem ipsum dolor sit amet</a:t>
            </a:r>
            <a:r>
              <a:rPr lang="pt-BR"/>
              <a:t>.</a:t>
            </a:r>
            <a:endParaRPr lang="en-US"/>
          </a:p>
        </p:txBody>
      </p:sp>
      <p:sp>
        <p:nvSpPr>
          <p:cNvPr id="5" name="Text Placeholder 4"/>
          <p:cNvSpPr>
            <a:spLocks noGrp="1"/>
          </p:cNvSpPr>
          <p:nvPr>
            <p:ph type="body" sz="quarter" idx="11" hasCustomPrompt="1"/>
          </p:nvPr>
        </p:nvSpPr>
        <p:spPr>
          <a:xfrm>
            <a:off x="584199" y="2707597"/>
            <a:ext cx="4630005" cy="2521331"/>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2" name="Picture Placeholder 11">
            <a:extLst>
              <a:ext uri="{FF2B5EF4-FFF2-40B4-BE49-F238E27FC236}">
                <a16:creationId xmlns:a16="http://schemas.microsoft.com/office/drawing/2014/main" id="{934476FE-7091-4DE7-A55E-3EF5A6569A7D}"/>
              </a:ext>
            </a:extLst>
          </p:cNvPr>
          <p:cNvSpPr>
            <a:spLocks noGrp="1"/>
          </p:cNvSpPr>
          <p:nvPr>
            <p:ph type="pic" sz="quarter" idx="12"/>
          </p:nvPr>
        </p:nvSpPr>
        <p:spPr>
          <a:xfrm>
            <a:off x="6358812" y="1519688"/>
            <a:ext cx="5833188" cy="4343375"/>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690846582"/>
      </p:ext>
    </p:extLst>
  </p:cSld>
  <p:clrMapOvr>
    <a:masterClrMapping/>
  </p:clrMapOvr>
  <p:transition>
    <p:fade/>
  </p:transition>
</p:sldLayout>
</file>

<file path=ppt/slideLayouts/slideLayout1266.xml><?xml version="1.0" encoding="utf-8"?>
<p:sldLayout xmlns:a="http://schemas.openxmlformats.org/drawingml/2006/main" xmlns:r="http://schemas.openxmlformats.org/officeDocument/2006/relationships" xmlns:p="http://schemas.openxmlformats.org/presentationml/2006/main" preserve="1" userDrawn="1">
  <p:cSld name="Device 2">
    <p:bg>
      <p:bgPr>
        <a:solidFill>
          <a:srgbClr val="F4F3F5"/>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C99DE98C-91A8-4163-A280-8BB561692C8E}"/>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9" name="Picture Placeholder 11">
            <a:extLst>
              <a:ext uri="{FF2B5EF4-FFF2-40B4-BE49-F238E27FC236}">
                <a16:creationId xmlns:a16="http://schemas.microsoft.com/office/drawing/2014/main" id="{784CA30E-A92E-4E40-944A-73B1CF9EEE0A}"/>
              </a:ext>
            </a:extLst>
          </p:cNvPr>
          <p:cNvSpPr>
            <a:spLocks noGrp="1"/>
          </p:cNvSpPr>
          <p:nvPr>
            <p:ph type="pic" sz="quarter" idx="12"/>
          </p:nvPr>
        </p:nvSpPr>
        <p:spPr>
          <a:xfrm>
            <a:off x="6357959" y="1535104"/>
            <a:ext cx="5834041" cy="4315059"/>
          </a:xfrm>
          <a:prstGeom prst="rect">
            <a:avLst/>
          </a:prstGeom>
        </p:spPr>
        <p:txBody>
          <a:bodyPr anchor="ctr" anchorCtr="0">
            <a:noAutofit/>
          </a:bodyPr>
          <a:lstStyle>
            <a:lvl1pPr algn="ctr">
              <a:defRPr>
                <a:solidFill>
                  <a:srgbClr val="000000"/>
                </a:solidFill>
              </a:defRPr>
            </a:lvl1pPr>
          </a:lstStyle>
          <a:p>
            <a:r>
              <a:rPr lang="en-US"/>
              <a:t>Click icon to add picture</a:t>
            </a:r>
          </a:p>
        </p:txBody>
      </p:sp>
      <p:sp>
        <p:nvSpPr>
          <p:cNvPr id="13" name="Text Placeholder 4">
            <a:extLst>
              <a:ext uri="{FF2B5EF4-FFF2-40B4-BE49-F238E27FC236}">
                <a16:creationId xmlns:a16="http://schemas.microsoft.com/office/drawing/2014/main" id="{8D17D4B4-B6B9-4273-ACCB-7A5ED46F35A8}"/>
              </a:ext>
            </a:extLst>
          </p:cNvPr>
          <p:cNvSpPr>
            <a:spLocks noGrp="1"/>
          </p:cNvSpPr>
          <p:nvPr>
            <p:ph type="body" sz="quarter" idx="11" hasCustomPrompt="1"/>
          </p:nvPr>
        </p:nvSpPr>
        <p:spPr>
          <a:xfrm>
            <a:off x="593750"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4" name="Text Placeholder 4">
            <a:extLst>
              <a:ext uri="{FF2B5EF4-FFF2-40B4-BE49-F238E27FC236}">
                <a16:creationId xmlns:a16="http://schemas.microsoft.com/office/drawing/2014/main" id="{FB204BE2-B985-4315-8D5B-9C54B1074DD6}"/>
              </a:ext>
            </a:extLst>
          </p:cNvPr>
          <p:cNvSpPr>
            <a:spLocks noGrp="1"/>
          </p:cNvSpPr>
          <p:nvPr>
            <p:ph type="body" sz="quarter" idx="13" hasCustomPrompt="1"/>
          </p:nvPr>
        </p:nvSpPr>
        <p:spPr>
          <a:xfrm>
            <a:off x="2521876"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8" name="Text Placeholder 4">
            <a:extLst>
              <a:ext uri="{FF2B5EF4-FFF2-40B4-BE49-F238E27FC236}">
                <a16:creationId xmlns:a16="http://schemas.microsoft.com/office/drawing/2014/main" id="{02963930-27DC-A146-BED0-307A0CE5F43A}"/>
              </a:ext>
            </a:extLst>
          </p:cNvPr>
          <p:cNvSpPr>
            <a:spLocks noGrp="1"/>
          </p:cNvSpPr>
          <p:nvPr>
            <p:ph type="body" sz="quarter" idx="42" hasCustomPrompt="1"/>
          </p:nvPr>
        </p:nvSpPr>
        <p:spPr>
          <a:xfrm>
            <a:off x="59024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9" name="Text Placeholder 4">
            <a:extLst>
              <a:ext uri="{FF2B5EF4-FFF2-40B4-BE49-F238E27FC236}">
                <a16:creationId xmlns:a16="http://schemas.microsoft.com/office/drawing/2014/main" id="{8EE99189-A4FF-8C44-809C-285F33AF913B}"/>
              </a:ext>
            </a:extLst>
          </p:cNvPr>
          <p:cNvSpPr>
            <a:spLocks noGrp="1"/>
          </p:cNvSpPr>
          <p:nvPr>
            <p:ph type="body" sz="quarter" idx="43" hasCustomPrompt="1"/>
          </p:nvPr>
        </p:nvSpPr>
        <p:spPr>
          <a:xfrm>
            <a:off x="252160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Title 1">
            <a:extLst>
              <a:ext uri="{FF2B5EF4-FFF2-40B4-BE49-F238E27FC236}">
                <a16:creationId xmlns:a16="http://schemas.microsoft.com/office/drawing/2014/main" id="{41C62C6E-6C8D-E263-ED20-65125864F2C8}"/>
              </a:ext>
            </a:extLst>
          </p:cNvPr>
          <p:cNvSpPr>
            <a:spLocks noGrp="1"/>
          </p:cNvSpPr>
          <p:nvPr>
            <p:ph type="title" hasCustomPrompt="1"/>
          </p:nvPr>
        </p:nvSpPr>
        <p:spPr>
          <a:xfrm>
            <a:off x="582612" y="462415"/>
            <a:ext cx="11026776"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2: two columns</a:t>
            </a:r>
          </a:p>
        </p:txBody>
      </p:sp>
    </p:spTree>
    <p:extLst>
      <p:ext uri="{BB962C8B-B14F-4D97-AF65-F5344CB8AC3E}">
        <p14:creationId xmlns:p14="http://schemas.microsoft.com/office/powerpoint/2010/main" val="993326050"/>
      </p:ext>
    </p:extLst>
  </p:cSld>
  <p:clrMapOvr>
    <a:masterClrMapping/>
  </p:clrMapOvr>
  <p:transition>
    <p:fade/>
  </p:transition>
</p:sldLayout>
</file>

<file path=ppt/slideLayouts/slideLayout1267.xml><?xml version="1.0" encoding="utf-8"?>
<p:sldLayout xmlns:a="http://schemas.openxmlformats.org/drawingml/2006/main" xmlns:r="http://schemas.openxmlformats.org/officeDocument/2006/relationships" xmlns:p="http://schemas.openxmlformats.org/presentationml/2006/main" preserve="1" userDrawn="1">
  <p:cSld name="Device 3">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3</a:t>
            </a:r>
          </a:p>
        </p:txBody>
      </p:sp>
      <p:pic>
        <p:nvPicPr>
          <p:cNvPr id="10" name="Picture 9">
            <a:extLst>
              <a:ext uri="{FF2B5EF4-FFF2-40B4-BE49-F238E27FC236}">
                <a16:creationId xmlns:a16="http://schemas.microsoft.com/office/drawing/2014/main" id="{73CDB1EA-72FB-46B3-89D4-DEE1F2EF724A}"/>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384249" y="486947"/>
            <a:ext cx="10869930" cy="6371053"/>
          </a:xfrm>
          <a:prstGeom prst="rect">
            <a:avLst/>
          </a:prstGeom>
        </p:spPr>
      </p:pic>
      <p:sp>
        <p:nvSpPr>
          <p:cNvPr id="8" name="Picture Placeholder 11">
            <a:extLst>
              <a:ext uri="{FF2B5EF4-FFF2-40B4-BE49-F238E27FC236}">
                <a16:creationId xmlns:a16="http://schemas.microsoft.com/office/drawing/2014/main" id="{0473E679-3B6D-497A-A0F6-454C968B7607}"/>
              </a:ext>
            </a:extLst>
          </p:cNvPr>
          <p:cNvSpPr>
            <a:spLocks noGrp="1"/>
          </p:cNvSpPr>
          <p:nvPr>
            <p:ph type="pic" sz="quarter" idx="12"/>
          </p:nvPr>
        </p:nvSpPr>
        <p:spPr>
          <a:xfrm>
            <a:off x="2293976" y="1599603"/>
            <a:ext cx="7678751" cy="4327960"/>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1165843007"/>
      </p:ext>
    </p:extLst>
  </p:cSld>
  <p:clrMapOvr>
    <a:masterClrMapping/>
  </p:clrMapOvr>
  <p:transition>
    <p:fade/>
  </p:transition>
</p:sldLayout>
</file>

<file path=ppt/slideLayouts/slideLayout1268.xml><?xml version="1.0" encoding="utf-8"?>
<p:sldLayout xmlns:a="http://schemas.openxmlformats.org/drawingml/2006/main" xmlns:r="http://schemas.openxmlformats.org/officeDocument/2006/relationships" xmlns:p="http://schemas.openxmlformats.org/presentationml/2006/main" preserve="1" userDrawn="1">
  <p:cSld name="Chart with caption">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Chart layout examples</a:t>
            </a:r>
          </a:p>
        </p:txBody>
      </p:sp>
      <p:sp>
        <p:nvSpPr>
          <p:cNvPr id="5" name="Chart Placeholder 6">
            <a:extLst>
              <a:ext uri="{FF2B5EF4-FFF2-40B4-BE49-F238E27FC236}">
                <a16:creationId xmlns:a16="http://schemas.microsoft.com/office/drawing/2014/main" id="{D9638BF3-12D1-2694-0190-0AB19FCB5432}"/>
              </a:ext>
            </a:extLst>
          </p:cNvPr>
          <p:cNvSpPr>
            <a:spLocks noGrp="1"/>
          </p:cNvSpPr>
          <p:nvPr>
            <p:ph type="chart" sz="quarter" idx="21"/>
          </p:nvPr>
        </p:nvSpPr>
        <p:spPr>
          <a:xfrm>
            <a:off x="584200"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6" name="Text Placeholder 4">
            <a:extLst>
              <a:ext uri="{FF2B5EF4-FFF2-40B4-BE49-F238E27FC236}">
                <a16:creationId xmlns:a16="http://schemas.microsoft.com/office/drawing/2014/main" id="{9FDA6635-EE72-35BC-5065-7C47B07E2AF7}"/>
              </a:ext>
            </a:extLst>
          </p:cNvPr>
          <p:cNvSpPr>
            <a:spLocks noGrp="1"/>
          </p:cNvSpPr>
          <p:nvPr>
            <p:ph type="body" sz="quarter" idx="12" hasCustomPrompt="1"/>
          </p:nvPr>
        </p:nvSpPr>
        <p:spPr>
          <a:xfrm>
            <a:off x="584201" y="5973763"/>
            <a:ext cx="3474720" cy="307777"/>
          </a:xfrm>
          <a:prstGeom prst="rect">
            <a:avLst/>
          </a:prstGeom>
        </p:spPr>
        <p:txBody>
          <a:bodyPr lIns="0" tIns="0" rIns="0" bIns="0"/>
          <a:lstStyle>
            <a:lvl1pPr marL="0" indent="0">
              <a:lnSpc>
                <a:spcPts val="1200"/>
              </a:lnSpc>
              <a:spcBef>
                <a:spcPts val="900"/>
              </a:spcBef>
              <a:buFont typeface="Arial" panose="020B0604020202020204" pitchFamily="34" charset="0"/>
              <a:buNone/>
              <a:defRPr sz="1000" b="0" i="0" spc="0">
                <a:solidFill>
                  <a:srgbClr val="000000"/>
                </a:solidFill>
                <a:latin typeface="+mn-lt"/>
              </a:defRPr>
            </a:lvl1pPr>
            <a:lvl2pPr marL="0" marR="0" indent="0" algn="l" defTabSz="932742" rtl="0" eaLnBrk="1" fontAlgn="auto" latinLnBrk="0" hangingPunct="1">
              <a:lnSpc>
                <a:spcPts val="1200"/>
              </a:lnSpc>
              <a:spcBef>
                <a:spcPts val="450"/>
              </a:spcBef>
              <a:spcAft>
                <a:spcPts val="0"/>
              </a:spcAft>
              <a:buClrTx/>
              <a:buSzPct val="90000"/>
              <a:buFont typeface="Arial" panose="020B0604020202020204" pitchFamily="34" charset="0"/>
              <a:buNone/>
              <a:tabLst/>
              <a:defRPr sz="1000">
                <a:solidFill>
                  <a:schemeClr val="tx1"/>
                </a:solidFill>
              </a:defRPr>
            </a:lvl2pPr>
            <a:lvl3pPr marL="457200" indent="0">
              <a:buNone/>
              <a:defRPr/>
            </a:lvl3pPr>
            <a:lvl4pPr marL="685800" indent="0">
              <a:buNone/>
              <a:defRPr/>
            </a:lvl4pPr>
            <a:lvl5pPr marL="914400" indent="0">
              <a:buNone/>
              <a:defRPr/>
            </a:lvl5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7" name="Text Placeholder 4">
            <a:extLst>
              <a:ext uri="{FF2B5EF4-FFF2-40B4-BE49-F238E27FC236}">
                <a16:creationId xmlns:a16="http://schemas.microsoft.com/office/drawing/2014/main" id="{426EF772-758C-C1A7-A309-173E2AB9C395}"/>
              </a:ext>
            </a:extLst>
          </p:cNvPr>
          <p:cNvSpPr>
            <a:spLocks noGrp="1"/>
          </p:cNvSpPr>
          <p:nvPr>
            <p:ph type="body" sz="quarter" idx="18" hasCustomPrompt="1"/>
          </p:nvPr>
        </p:nvSpPr>
        <p:spPr>
          <a:xfrm>
            <a:off x="4358640"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9" name="Chart Placeholder 6">
            <a:extLst>
              <a:ext uri="{FF2B5EF4-FFF2-40B4-BE49-F238E27FC236}">
                <a16:creationId xmlns:a16="http://schemas.microsoft.com/office/drawing/2014/main" id="{C01D8C54-5478-2BF6-769F-9F0FC6FB57EA}"/>
              </a:ext>
            </a:extLst>
          </p:cNvPr>
          <p:cNvSpPr>
            <a:spLocks noGrp="1"/>
          </p:cNvSpPr>
          <p:nvPr>
            <p:ph type="chart" sz="quarter" idx="22"/>
          </p:nvPr>
        </p:nvSpPr>
        <p:spPr>
          <a:xfrm>
            <a:off x="4358641"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1" name="Chart Placeholder 6">
            <a:extLst>
              <a:ext uri="{FF2B5EF4-FFF2-40B4-BE49-F238E27FC236}">
                <a16:creationId xmlns:a16="http://schemas.microsoft.com/office/drawing/2014/main" id="{657835EA-5000-4043-FCC9-D8A17E147B1F}"/>
              </a:ext>
            </a:extLst>
          </p:cNvPr>
          <p:cNvSpPr>
            <a:spLocks noGrp="1"/>
          </p:cNvSpPr>
          <p:nvPr>
            <p:ph type="chart" sz="quarter" idx="23"/>
          </p:nvPr>
        </p:nvSpPr>
        <p:spPr>
          <a:xfrm>
            <a:off x="8132064"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2" name="Text Placeholder 3">
            <a:extLst>
              <a:ext uri="{FF2B5EF4-FFF2-40B4-BE49-F238E27FC236}">
                <a16:creationId xmlns:a16="http://schemas.microsoft.com/office/drawing/2014/main" id="{D11E6A22-8ABF-B71A-3401-3376773ED9AC}"/>
              </a:ext>
            </a:extLst>
          </p:cNvPr>
          <p:cNvSpPr>
            <a:spLocks noGrp="1"/>
          </p:cNvSpPr>
          <p:nvPr>
            <p:ph type="body" sz="quarter" idx="24" hasCustomPrompt="1"/>
          </p:nvPr>
        </p:nvSpPr>
        <p:spPr>
          <a:xfrm>
            <a:off x="584200"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3" name="Text Placeholder 3">
            <a:extLst>
              <a:ext uri="{FF2B5EF4-FFF2-40B4-BE49-F238E27FC236}">
                <a16:creationId xmlns:a16="http://schemas.microsoft.com/office/drawing/2014/main" id="{608861AB-092C-6472-7C72-ED6E47461F7C}"/>
              </a:ext>
            </a:extLst>
          </p:cNvPr>
          <p:cNvSpPr>
            <a:spLocks noGrp="1"/>
          </p:cNvSpPr>
          <p:nvPr>
            <p:ph type="body" sz="quarter" idx="25" hasCustomPrompt="1"/>
          </p:nvPr>
        </p:nvSpPr>
        <p:spPr>
          <a:xfrm>
            <a:off x="4369751"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4" name="Text Placeholder 3">
            <a:extLst>
              <a:ext uri="{FF2B5EF4-FFF2-40B4-BE49-F238E27FC236}">
                <a16:creationId xmlns:a16="http://schemas.microsoft.com/office/drawing/2014/main" id="{000561FE-DBFA-4AC4-AFCD-6B19B0C28254}"/>
              </a:ext>
            </a:extLst>
          </p:cNvPr>
          <p:cNvSpPr>
            <a:spLocks noGrp="1"/>
          </p:cNvSpPr>
          <p:nvPr>
            <p:ph type="body" sz="quarter" idx="26" hasCustomPrompt="1"/>
          </p:nvPr>
        </p:nvSpPr>
        <p:spPr>
          <a:xfrm>
            <a:off x="8132063"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5" name="Text Placeholder 4">
            <a:extLst>
              <a:ext uri="{FF2B5EF4-FFF2-40B4-BE49-F238E27FC236}">
                <a16:creationId xmlns:a16="http://schemas.microsoft.com/office/drawing/2014/main" id="{ABB165B4-FDFD-ADBC-4A1C-58CA8748A55C}"/>
              </a:ext>
            </a:extLst>
          </p:cNvPr>
          <p:cNvSpPr>
            <a:spLocks noGrp="1"/>
          </p:cNvSpPr>
          <p:nvPr>
            <p:ph type="body" sz="quarter" idx="27" hasCustomPrompt="1"/>
          </p:nvPr>
        </p:nvSpPr>
        <p:spPr>
          <a:xfrm>
            <a:off x="8132063"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Tree>
    <p:extLst>
      <p:ext uri="{BB962C8B-B14F-4D97-AF65-F5344CB8AC3E}">
        <p14:creationId xmlns:p14="http://schemas.microsoft.com/office/powerpoint/2010/main" val="1982342779"/>
      </p:ext>
    </p:extLst>
  </p:cSld>
  <p:clrMapOvr>
    <a:masterClrMapping/>
  </p:clrMapOvr>
  <p:transition>
    <p:fade/>
  </p:transition>
</p:sldLayout>
</file>

<file path=ppt/slideLayouts/slideLayout1269.xml><?xml version="1.0" encoding="utf-8"?>
<p:sldLayout xmlns:a="http://schemas.openxmlformats.org/drawingml/2006/main" xmlns:r="http://schemas.openxmlformats.org/officeDocument/2006/relationships" xmlns:p="http://schemas.openxmlformats.org/presentationml/2006/main" preserve="1" userDrawn="1">
  <p:cSld name="Table ">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9F1098-5BDB-3A14-0BC4-F3DC4A76BABB}"/>
              </a:ext>
            </a:extLst>
          </p:cNvPr>
          <p:cNvSpPr>
            <a:spLocks noGrp="1"/>
          </p:cNvSpPr>
          <p:nvPr>
            <p:ph type="title" hasCustomPrompt="1"/>
          </p:nvPr>
        </p:nvSpPr>
        <p:spPr/>
        <p:txBody>
          <a:bodyPr/>
          <a:lstStyle>
            <a:lvl1pPr>
              <a:defRPr/>
            </a:lvl1pPr>
          </a:lstStyle>
          <a:p>
            <a:r>
              <a:rPr lang="en-US"/>
              <a:t>Table layout</a:t>
            </a:r>
          </a:p>
        </p:txBody>
      </p:sp>
      <p:sp>
        <p:nvSpPr>
          <p:cNvPr id="4" name="Table Placeholder 3">
            <a:extLst>
              <a:ext uri="{FF2B5EF4-FFF2-40B4-BE49-F238E27FC236}">
                <a16:creationId xmlns:a16="http://schemas.microsoft.com/office/drawing/2014/main" id="{6DAF7D07-1867-0A94-96A1-88DE5F76DCC0}"/>
              </a:ext>
            </a:extLst>
          </p:cNvPr>
          <p:cNvSpPr>
            <a:spLocks noGrp="1"/>
          </p:cNvSpPr>
          <p:nvPr>
            <p:ph type="tbl" sz="quarter" idx="10"/>
          </p:nvPr>
        </p:nvSpPr>
        <p:spPr>
          <a:xfrm>
            <a:off x="584201" y="2201863"/>
            <a:ext cx="11025188" cy="4067176"/>
          </a:xfrm>
          <a:prstGeom prst="rect">
            <a:avLst/>
          </a:prstGeom>
        </p:spPr>
        <p:txBody>
          <a:bodyPr anchor="ctr" anchorCtr="0"/>
          <a:lstStyle>
            <a:lvl1pPr algn="ctr">
              <a:defRPr/>
            </a:lvl1pPr>
          </a:lstStyle>
          <a:p>
            <a:r>
              <a:rPr lang="en-US"/>
              <a:t>Click icon to add table</a:t>
            </a:r>
          </a:p>
        </p:txBody>
      </p:sp>
    </p:spTree>
    <p:extLst>
      <p:ext uri="{BB962C8B-B14F-4D97-AF65-F5344CB8AC3E}">
        <p14:creationId xmlns:p14="http://schemas.microsoft.com/office/powerpoint/2010/main" val="687834266"/>
      </p:ext>
    </p:extLst>
  </p:cSld>
  <p:clrMapOvr>
    <a:masterClrMapping/>
  </p:clrMapOvr>
  <p:transition>
    <p:fade/>
  </p:transition>
</p:sldLayout>
</file>

<file path=ppt/slideLayouts/slideLayout1270.xml><?xml version="1.0" encoding="utf-8"?>
<p:sldLayout xmlns:a="http://schemas.openxmlformats.org/drawingml/2006/main" xmlns:r="http://schemas.openxmlformats.org/officeDocument/2006/relationships" xmlns:p="http://schemas.openxmlformats.org/presentationml/2006/main" preserve="1" userDrawn="1">
  <p:cSld name="Quote slide">
    <p:bg>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68FF295-4867-A99B-E458-6E9396360BC0}"/>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1163637"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1163637"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1163637" y="850900"/>
            <a:ext cx="7256463" cy="3238500"/>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spTree>
    <p:extLst>
      <p:ext uri="{BB962C8B-B14F-4D97-AF65-F5344CB8AC3E}">
        <p14:creationId xmlns:p14="http://schemas.microsoft.com/office/powerpoint/2010/main" val="27085728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271.xml><?xml version="1.0" encoding="utf-8"?>
<p:sldLayout xmlns:a="http://schemas.openxmlformats.org/drawingml/2006/main" xmlns:r="http://schemas.openxmlformats.org/officeDocument/2006/relationships" xmlns:p="http://schemas.openxmlformats.org/presentationml/2006/main" preserve="1" userDrawn="1">
  <p:cSld name="1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A95A0AA-74F0-F906-FF6C-5C3C4846A891}"/>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8" name="Picture 7" descr="Quotation marks">
            <a:extLst>
              <a:ext uri="{FF2B5EF4-FFF2-40B4-BE49-F238E27FC236}">
                <a16:creationId xmlns:a16="http://schemas.microsoft.com/office/drawing/2014/main" id="{04EC2229-8FBE-426A-CDA3-79B76E4E64E9}"/>
              </a:ext>
            </a:extLst>
          </p:cNvPr>
          <p:cNvPicPr>
            <a:picLocks noChangeAspect="1"/>
          </p:cNvPicPr>
          <p:nvPr userDrawn="1"/>
        </p:nvPicPr>
        <p:blipFill>
          <a:blip r:embed="rId3"/>
          <a:stretch>
            <a:fillRect/>
          </a:stretch>
        </p:blipFill>
        <p:spPr bwMode="black">
          <a:xfrm>
            <a:off x="549201" y="1033463"/>
            <a:ext cx="1555824" cy="1392940"/>
          </a:xfrm>
          <a:prstGeom prst="rect">
            <a:avLst/>
          </a:prstGeom>
        </p:spPr>
      </p:pic>
    </p:spTree>
    <p:extLst>
      <p:ext uri="{BB962C8B-B14F-4D97-AF65-F5344CB8AC3E}">
        <p14:creationId xmlns:p14="http://schemas.microsoft.com/office/powerpoint/2010/main" val="245950691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272.xml><?xml version="1.0" encoding="utf-8"?>
<p:sldLayout xmlns:a="http://schemas.openxmlformats.org/drawingml/2006/main" xmlns:r="http://schemas.openxmlformats.org/officeDocument/2006/relationships" xmlns:p="http://schemas.openxmlformats.org/presentationml/2006/main" preserve="1" userDrawn="1">
  <p:cSld name="2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EE79450-F76B-B7C6-BF65-EFBA04ADB473}"/>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11" name="Picture 10" descr="Quotation marks">
            <a:extLst>
              <a:ext uri="{FF2B5EF4-FFF2-40B4-BE49-F238E27FC236}">
                <a16:creationId xmlns:a16="http://schemas.microsoft.com/office/drawing/2014/main" id="{3425CD53-2A7D-2007-E862-FDADC36307A1}"/>
              </a:ext>
            </a:extLst>
          </p:cNvPr>
          <p:cNvPicPr>
            <a:picLocks noChangeAspect="1"/>
          </p:cNvPicPr>
          <p:nvPr userDrawn="1"/>
        </p:nvPicPr>
        <p:blipFill>
          <a:blip r:embed="rId3"/>
          <a:srcRect/>
          <a:stretch/>
        </p:blipFill>
        <p:spPr bwMode="black">
          <a:xfrm>
            <a:off x="564441" y="1042185"/>
            <a:ext cx="1271081" cy="1132055"/>
          </a:xfrm>
          <a:prstGeom prst="rect">
            <a:avLst/>
          </a:prstGeom>
        </p:spPr>
      </p:pic>
    </p:spTree>
    <p:extLst>
      <p:ext uri="{BB962C8B-B14F-4D97-AF65-F5344CB8AC3E}">
        <p14:creationId xmlns:p14="http://schemas.microsoft.com/office/powerpoint/2010/main" val="422430217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273.xml><?xml version="1.0" encoding="utf-8"?>
<p:sldLayout xmlns:a="http://schemas.openxmlformats.org/drawingml/2006/main" xmlns:r="http://schemas.openxmlformats.org/officeDocument/2006/relationships" xmlns:p="http://schemas.openxmlformats.org/presentationml/2006/main" preserve="1" userDrawn="1">
  <p:cSld name="Section Titl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8C42C5-9D1B-8547-8199-B0D8C17707CB}"/>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5" y="3091208"/>
            <a:ext cx="4773168"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86576453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1274.xml><?xml version="1.0" encoding="utf-8"?>
<p:sldLayout xmlns:a="http://schemas.openxmlformats.org/drawingml/2006/main" xmlns:r="http://schemas.openxmlformats.org/officeDocument/2006/relationships" xmlns:p="http://schemas.openxmlformats.org/presentationml/2006/main" preserve="1" userDrawn="1">
  <p:cSld name="Demo slid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2A6AA0B9-027D-8539-FF20-AFB01D1F7528}"/>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137566451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275.xml><?xml version="1.0" encoding="utf-8"?>
<p:sldLayout xmlns:a="http://schemas.openxmlformats.org/drawingml/2006/main" xmlns:r="http://schemas.openxmlformats.org/officeDocument/2006/relationships" xmlns:p="http://schemas.openxmlformats.org/presentationml/2006/main" preserve="1" userDrawn="1">
  <p:cSld name="Section Title 2">
    <p:bg>
      <p:bgPr>
        <a:solidFill>
          <a:schemeClr val="tx2"/>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2D5FC56-4517-D1AD-EA54-49ECDFA7612A}"/>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244793605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1276.xml><?xml version="1.0" encoding="utf-8"?>
<p:sldLayout xmlns:a="http://schemas.openxmlformats.org/drawingml/2006/main" xmlns:r="http://schemas.openxmlformats.org/officeDocument/2006/relationships" xmlns:p="http://schemas.openxmlformats.org/presentationml/2006/main" preserve="1" userDrawn="1">
  <p:cSld name="Demo slide 2">
    <p:bg>
      <p:bgPr>
        <a:solidFill>
          <a:schemeClr val="bg2"/>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9A79DAA2-FFF6-E1D5-7BF6-E98C822B2F5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226360842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277.xml><?xml version="1.0" encoding="utf-8"?>
<p:sldLayout xmlns:a="http://schemas.openxmlformats.org/drawingml/2006/main" xmlns:r="http://schemas.openxmlformats.org/officeDocument/2006/relationships" xmlns:p="http://schemas.openxmlformats.org/presentationml/2006/main" preserve="1" userDrawn="1">
  <p:cSld name="Section Title 3">
    <p:bg bwMode="gray">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756D10-0030-D9D3-52FE-13D839CE63BE}"/>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8542742"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36836294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1278.xml><?xml version="1.0" encoding="utf-8"?>
<p:sldLayout xmlns:a="http://schemas.openxmlformats.org/drawingml/2006/main" xmlns:r="http://schemas.openxmlformats.org/officeDocument/2006/relationships" xmlns:p="http://schemas.openxmlformats.org/presentationml/2006/main" preserve="1" userDrawn="1">
  <p:cSld name="Demo slide 3">
    <p:bg bwMode="gray">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84A2250-4B7E-6E63-E698-996FB39D2C14}"/>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07777"/>
          </a:xfrm>
          <a:noFill/>
        </p:spPr>
        <p:txBody>
          <a:bodyPr lIns="0" tIns="0" rIns="0" bIns="0">
            <a:spAutoFit/>
          </a:bodyPr>
          <a:lstStyle>
            <a:lvl1pPr marL="0" indent="0">
              <a:spcBef>
                <a:spcPts val="0"/>
              </a:spcBef>
              <a:spcAft>
                <a:spcPts val="0"/>
              </a:spcAft>
              <a:buFont typeface="Arial" panose="020B0604020202020204" pitchFamily="34" charset="0"/>
              <a:buNone/>
              <a:defRPr sz="2000" spc="0" baseline="0">
                <a:solidFill>
                  <a:schemeClr val="bg1"/>
                </a:solidFill>
                <a:latin typeface="+mn-lt"/>
              </a:defRPr>
            </a:lvl1pPr>
          </a:lstStyle>
          <a:p>
            <a:pPr lvl="0"/>
            <a:r>
              <a:rPr lang="en-US"/>
              <a:t>Speaker name</a:t>
            </a:r>
          </a:p>
        </p:txBody>
      </p:sp>
    </p:spTree>
    <p:extLst>
      <p:ext uri="{BB962C8B-B14F-4D97-AF65-F5344CB8AC3E}">
        <p14:creationId xmlns:p14="http://schemas.microsoft.com/office/powerpoint/2010/main" val="43931212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279.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443789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280.xml><?xml version="1.0" encoding="utf-8"?>
<p:sldLayout xmlns:a="http://schemas.openxmlformats.org/drawingml/2006/main" xmlns:r="http://schemas.openxmlformats.org/officeDocument/2006/relationships" xmlns:p="http://schemas.openxmlformats.org/presentationml/2006/main" preserve="1" userDrawn="1">
  <p:cSld name="Blank 2">
    <p:bg>
      <p:bgPr>
        <a:solidFill>
          <a:schemeClr val="tx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096543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281.xml><?xml version="1.0" encoding="utf-8"?>
<p:sldLayout xmlns:a="http://schemas.openxmlformats.org/drawingml/2006/main" xmlns:r="http://schemas.openxmlformats.org/officeDocument/2006/relationships" xmlns:p="http://schemas.openxmlformats.org/presentationml/2006/main" preserve="1" userDrawn="1">
  <p:cSld name="Closing logo slide">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6" name="Title 1">
            <a:extLst>
              <a:ext uri="{FF2B5EF4-FFF2-40B4-BE49-F238E27FC236}">
                <a16:creationId xmlns:a16="http://schemas.microsoft.com/office/drawing/2014/main" id="{08079CCE-8626-53E5-1C9C-E9081D2B67CD}"/>
              </a:ext>
            </a:extLst>
          </p:cNvPr>
          <p:cNvSpPr>
            <a:spLocks noGrp="1"/>
          </p:cNvSpPr>
          <p:nvPr>
            <p:ph type="title"/>
          </p:nvPr>
        </p:nvSpPr>
        <p:spPr>
          <a:xfrm>
            <a:off x="4255769" y="1769814"/>
            <a:ext cx="550468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
        <p:nvSpPr>
          <p:cNvPr id="7" name="Text Placeholder 4">
            <a:extLst>
              <a:ext uri="{FF2B5EF4-FFF2-40B4-BE49-F238E27FC236}">
                <a16:creationId xmlns:a16="http://schemas.microsoft.com/office/drawing/2014/main" id="{8845B3A2-DAC2-0B7B-1866-377A5A244AC2}"/>
              </a:ext>
            </a:extLst>
          </p:cNvPr>
          <p:cNvSpPr>
            <a:spLocks noGrp="1"/>
          </p:cNvSpPr>
          <p:nvPr>
            <p:ph type="body" sz="quarter" idx="12" hasCustomPrompt="1"/>
          </p:nvPr>
        </p:nvSpPr>
        <p:spPr>
          <a:xfrm>
            <a:off x="585216" y="1572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Tree>
    <p:extLst>
      <p:ext uri="{BB962C8B-B14F-4D97-AF65-F5344CB8AC3E}">
        <p14:creationId xmlns:p14="http://schemas.microsoft.com/office/powerpoint/2010/main" val="89739085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1272">
          <p15:clr>
            <a:srgbClr val="FBAE40"/>
          </p15:clr>
        </p15:guide>
        <p15:guide id="3" orient="horz" pos="912">
          <p15:clr>
            <a:srgbClr val="FBAE40"/>
          </p15:clr>
        </p15:guide>
      </p15:sldGuideLst>
    </p:ext>
  </p:extLst>
</p:sldLayout>
</file>

<file path=ppt/slideLayouts/slideLayout1282.xml><?xml version="1.0" encoding="utf-8"?>
<p:sldLayout xmlns:a="http://schemas.openxmlformats.org/drawingml/2006/main" xmlns:r="http://schemas.openxmlformats.org/officeDocument/2006/relationships" xmlns:p="http://schemas.openxmlformats.org/presentationml/2006/main" preserve="1" userDrawn="1">
  <p:cSld name="Closing logo slide 2">
    <p:bg>
      <p:bgPr>
        <a:solidFill>
          <a:schemeClr val="tx2"/>
        </a:solidFill>
        <a:effectLst/>
      </p:bgPr>
    </p:bg>
    <p:spTree>
      <p:nvGrpSpPr>
        <p:cNvPr id="1" name=""/>
        <p:cNvGrpSpPr/>
        <p:nvPr/>
      </p:nvGrpSpPr>
      <p:grpSpPr>
        <a:xfrm>
          <a:off x="0" y="0"/>
          <a:ext cx="0" cy="0"/>
          <a:chOff x="0" y="0"/>
          <a:chExt cx="0" cy="0"/>
        </a:xfrm>
      </p:grpSpPr>
      <p:sp>
        <p:nvSpPr>
          <p:cNvPr id="10" name="Text Placeholder 4">
            <a:extLst>
              <a:ext uri="{FF2B5EF4-FFF2-40B4-BE49-F238E27FC236}">
                <a16:creationId xmlns:a16="http://schemas.microsoft.com/office/drawing/2014/main" id="{4F0F127D-8512-846C-2C30-5A85666BF445}"/>
              </a:ext>
            </a:extLst>
          </p:cNvPr>
          <p:cNvSpPr>
            <a:spLocks noGrp="1"/>
          </p:cNvSpPr>
          <p:nvPr>
            <p:ph type="body" sz="quarter" idx="12" hasCustomPrompt="1"/>
          </p:nvPr>
        </p:nvSpPr>
        <p:spPr>
          <a:xfrm>
            <a:off x="6090921" y="4612614"/>
            <a:ext cx="5524500" cy="553998"/>
          </a:xfrm>
          <a:noFill/>
        </p:spPr>
        <p:txBody>
          <a:bodyPr wrap="square" lIns="0" tIns="0" rIns="0" bIns="0">
            <a:spAutoFit/>
          </a:bodyPr>
          <a:lstStyle>
            <a:lvl1pPr marL="0" indent="0" algn="r"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7A38A2C9-D8C3-D252-BC8C-25222F314054}"/>
              </a:ext>
            </a:extLst>
          </p:cNvPr>
          <p:cNvSpPr>
            <a:spLocks noGrp="1"/>
          </p:cNvSpPr>
          <p:nvPr>
            <p:ph type="title"/>
          </p:nvPr>
        </p:nvSpPr>
        <p:spPr>
          <a:xfrm>
            <a:off x="588263" y="1766555"/>
            <a:ext cx="550265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542775558"/>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912">
          <p15:clr>
            <a:srgbClr val="FBAE40"/>
          </p15:clr>
        </p15:guide>
        <p15:guide id="3" orient="horz" pos="1272">
          <p15:clr>
            <a:srgbClr val="FBAE40"/>
          </p15:clr>
        </p15:guide>
      </p15:sldGuideLst>
    </p:ext>
  </p:extLst>
</p:sldLayout>
</file>

<file path=ppt/slideLayouts/slideLayout1283.xml><?xml version="1.0" encoding="utf-8"?>
<p:sldLayout xmlns:a="http://schemas.openxmlformats.org/drawingml/2006/main" xmlns:r="http://schemas.openxmlformats.org/officeDocument/2006/relationships" xmlns:p="http://schemas.openxmlformats.org/presentationml/2006/main" preserve="1" userDrawn="1">
  <p:cSld name="Closing logo slide 3">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4F8C85E6-DBED-FCF3-8B7D-1F82C6DBBCB7}"/>
              </a:ext>
            </a:extLst>
          </p:cNvPr>
          <p:cNvSpPr>
            <a:spLocks noGrp="1"/>
          </p:cNvSpPr>
          <p:nvPr>
            <p:ph type="title"/>
          </p:nvPr>
        </p:nvSpPr>
        <p:spPr>
          <a:xfrm>
            <a:off x="588263" y="1845276"/>
            <a:ext cx="11018520" cy="553998"/>
          </a:xfrm>
        </p:spPr>
        <p:txBody>
          <a:bodyPr/>
          <a:lstStyle>
            <a:lvl1pPr marL="0" algn="l" defTabSz="457200" rtl="0" eaLnBrk="1" latinLnBrk="0" hangingPunct="1">
              <a:defRPr lang="en-US" sz="3600" b="1" kern="1200" dirty="0">
                <a:gradFill>
                  <a:gsLst>
                    <a:gs pos="0">
                      <a:srgbClr val="FF5C39"/>
                    </a:gs>
                    <a:gs pos="100000">
                      <a:srgbClr val="C73ECC"/>
                    </a:gs>
                  </a:gsLst>
                  <a:lin ang="3900000" scaled="0"/>
                </a:gradFill>
                <a:latin typeface="Segoe UI" panose="020B0502040204020203" pitchFamily="34" charset="0"/>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1814380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1284.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gray">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solidFill>
                  <a:schemeClr val="tx1"/>
                </a:soli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1286506"/>
          </a:xfrm>
        </p:spPr>
        <p:txBody>
          <a:bodyPr>
            <a:spAutoFit/>
          </a:bodyPr>
          <a:lstStyle>
            <a:lvl1pPr>
              <a:defRPr sz="2000">
                <a:latin typeface="+mn-lt"/>
              </a:defRPr>
            </a:lvl1pPr>
            <a:lvl2pPr>
              <a:defRPr sz="1600">
                <a:latin typeface="+mn-lt"/>
              </a:defRPr>
            </a:lvl2pPr>
            <a:lvl3pPr>
              <a:defRPr sz="1400">
                <a:latin typeface="+mn-lt"/>
              </a:defRPr>
            </a:lvl3pPr>
            <a:lvl4pPr>
              <a:defRPr sz="1200">
                <a:latin typeface="+mn-lt"/>
              </a:defRPr>
            </a:lvl4pPr>
            <a:lvl5pPr>
              <a:defRPr sz="11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solidFill>
                  <a:srgbClr val="000000"/>
                </a:soli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3907401261"/>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Layouts/slideLayout1285.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13474148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1286.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8833812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287.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190285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userDrawn="1">
          <p15:clr>
            <a:srgbClr val="FBAE40"/>
          </p15:clr>
        </p15:guide>
        <p15:guide id="2" orient="horz" pos="2647" userDrawn="1">
          <p15:clr>
            <a:srgbClr val="FBAE40"/>
          </p15:clr>
        </p15:guide>
      </p15:sldGuideLst>
    </p:ext>
  </p:extLst>
</p:sldLayout>
</file>

<file path=ppt/slideLayouts/slideLayout1288.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9841306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guide id="40" pos="3840" userDrawn="1">
          <p15:clr>
            <a:srgbClr val="FBAE40"/>
          </p15:clr>
        </p15:guide>
      </p15:sldGuideLst>
    </p:ext>
  </p:extLst>
</p:sldLayout>
</file>

<file path=ppt/slideLayouts/slideLayout1289.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06971266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sldGuideLst>
    </p:ext>
  </p:extLst>
</p:sldLayout>
</file>

<file path=ppt/slideLayouts/slideLayout1290.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9696606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291.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9405676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userDrawn="1">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userDrawn="1">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292.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7356945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293.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707281"/>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2647809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294.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18332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295.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2734392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userDrawn="1">
          <p15:clr>
            <a:srgbClr val="954F72"/>
          </p15:clr>
        </p15:guide>
        <p15:guide id="9" pos="2150">
          <p15:clr>
            <a:srgbClr val="954F72"/>
          </p15:clr>
        </p15:guide>
        <p15:guide id="10" pos="2544"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userDrawn="1">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296.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160398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297.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3512493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298.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2348114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299.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4444391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2988" userDrawn="1">
          <p15:clr>
            <a:srgbClr val="FBAE40"/>
          </p15:clr>
        </p15:guide>
        <p15:guide id="42" pos="5352" userDrawn="1">
          <p15:clr>
            <a:srgbClr val="FBAE40"/>
          </p15:clr>
        </p15:guide>
        <p15:guide id="43" orient="horz" pos="1085" userDrawn="1">
          <p15:clr>
            <a:srgbClr val="FBAE40"/>
          </p15:clr>
        </p15:guide>
      </p15:sldGuideLst>
    </p:ext>
  </p:extLst>
</p:sldLayout>
</file>

<file path=ppt/slideLayouts/slideLayout1300.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5392417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301.xml><?xml version="1.0" encoding="utf-8"?>
<p:sldLayout xmlns:a="http://schemas.openxmlformats.org/drawingml/2006/main" xmlns:r="http://schemas.openxmlformats.org/officeDocument/2006/relationships" xmlns:p="http://schemas.openxmlformats.org/presentationml/2006/main" preserve="1" userDrawn="1">
  <p:cSld name="4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75032791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302.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80857129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303.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358688"/>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304.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4442374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305.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97981605"/>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306.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3261136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307.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398820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userDrawn="1">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userDrawn="1">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08.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439070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09.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4350463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10.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9668924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11.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0662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12.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76425179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13.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6401984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14.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84243487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1315.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9935578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16.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9689885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17.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22205983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18.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73589038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19.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2084087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userDrawn="1">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20.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226551399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21.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185120091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22.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6784805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323.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6905234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324.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7741485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25.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1258852"/>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326.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359519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userDrawn="1">
          <p15:clr>
            <a:srgbClr val="FBAE40"/>
          </p15:clr>
        </p15:guide>
      </p15:sldGuideLst>
    </p:ext>
  </p:extLst>
</p:sldLayout>
</file>

<file path=ppt/slideLayouts/slideLayout1327.xml><?xml version="1.0" encoding="utf-8"?>
<p:sldLayout xmlns:a="http://schemas.openxmlformats.org/drawingml/2006/main" xmlns:r="http://schemas.openxmlformats.org/officeDocument/2006/relationships" xmlns:p="http://schemas.openxmlformats.org/presentationml/2006/main"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22435780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328.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14592919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329.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163449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330.xml><?xml version="1.0" encoding="utf-8"?>
<p:sldLayout xmlns:a="http://schemas.openxmlformats.org/drawingml/2006/main" xmlns:r="http://schemas.openxmlformats.org/officeDocument/2006/relationships" xmlns:p="http://schemas.openxmlformats.org/presentationml/2006/main" userDrawn="1">
  <p:cSld name="LearningPath2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4" name="Graphic 3">
            <a:extLst>
              <a:ext uri="{FF2B5EF4-FFF2-40B4-BE49-F238E27FC236}">
                <a16:creationId xmlns:a16="http://schemas.microsoft.com/office/drawing/2014/main" id="{7DE894E4-791C-907F-1385-BF33ADCFFE2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555918877"/>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7064">
          <p15:clr>
            <a:srgbClr val="FBAE40"/>
          </p15:clr>
        </p15:guide>
        <p15:guide id="41" orient="horz" pos="3638">
          <p15:clr>
            <a:srgbClr val="FBAE40"/>
          </p15:clr>
        </p15:guide>
      </p15:sldGuideLst>
    </p:ext>
  </p:extLst>
</p:sldLayout>
</file>

<file path=ppt/slideLayouts/slideLayout1331.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7271408"/>
      </p:ext>
    </p:extLst>
  </p:cSld>
  <p:clrMapOvr>
    <a:masterClrMapping/>
  </p:clrMapOvr>
  <p:transition>
    <p:fade/>
  </p:transition>
</p:sldLayout>
</file>

<file path=ppt/slideLayouts/slideLayout1332.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945696836"/>
      </p:ext>
    </p:extLst>
  </p:cSld>
  <p:clrMapOvr>
    <a:masterClrMapping/>
  </p:clrMapOvr>
  <p:transition>
    <p:fade/>
  </p:transition>
</p:sldLayout>
</file>

<file path=ppt/slideLayouts/slideLayout1333.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084305509"/>
      </p:ext>
    </p:extLst>
  </p:cSld>
  <p:clrMapOvr>
    <a:masterClrMapping/>
  </p:clrMapOvr>
  <p:transition>
    <p:fade/>
  </p:transition>
</p:sldLayout>
</file>

<file path=ppt/slideLayouts/slideLayout1334.xml><?xml version="1.0" encoding="utf-8"?>
<p:sldLayout xmlns:a="http://schemas.openxmlformats.org/drawingml/2006/main" xmlns:r="http://schemas.openxmlformats.org/officeDocument/2006/relationships" xmlns:p="http://schemas.openxmlformats.org/presentationml/2006/main"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04843045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35.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56032623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1336.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45057173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337.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4828290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338.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74816696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guide id="40" pos="3840">
          <p15:clr>
            <a:srgbClr val="FBAE40"/>
          </p15:clr>
        </p15:guide>
      </p15:sldGuideLst>
    </p:ext>
  </p:extLst>
</p:sldLayout>
</file>

<file path=ppt/slideLayouts/slideLayout1339.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20223732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sldGuideLst>
    </p:ext>
  </p:extLst>
</p:sldLayout>
</file>

<file path=ppt/slideLayouts/slideLayout1340.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76543902"/>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41.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965201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42.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72326342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43.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95224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44.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25886540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45.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564391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46.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6508173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47.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15104689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48.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471652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49.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0355855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2988">
          <p15:clr>
            <a:srgbClr val="FBAE40"/>
          </p15:clr>
        </p15:guide>
        <p15:guide id="42" pos="5352">
          <p15:clr>
            <a:srgbClr val="FBAE40"/>
          </p15:clr>
        </p15:guide>
        <p15:guide id="43" orient="horz" pos="1085">
          <p15:clr>
            <a:srgbClr val="FBAE40"/>
          </p15:clr>
        </p15:guide>
      </p15:sldGuideLst>
    </p:ext>
  </p:extLst>
</p:sldLayout>
</file>

<file path=ppt/slideLayouts/slideLayout1350.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6867567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1351.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3589130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1352.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27744721"/>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353.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43621746"/>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354.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77534660"/>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355.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77606402"/>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356.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44938"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17149108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57.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99425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58.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860518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59.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3422298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60.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3187353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61.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3442097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62.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218785744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63.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75333801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64.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3313597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1365.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8911283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66.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15380387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67.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8572234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68.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4018437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69.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4888954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70.xml><?xml version="1.0" encoding="utf-8"?>
<p:sldLayout xmlns:a="http://schemas.openxmlformats.org/drawingml/2006/main" xmlns:r="http://schemas.openxmlformats.org/officeDocument/2006/relationships" xmlns:p="http://schemas.openxmlformats.org/presentationml/2006/main" preserve="1"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18722413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71.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67078604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72.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45562202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73.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9675666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374.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13860271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375.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839624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376.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87226471"/>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377.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4840281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p15:clr>
            <a:srgbClr val="FBAE40"/>
          </p15:clr>
        </p15:guide>
      </p15:sldGuideLst>
    </p:ext>
  </p:extLst>
</p:sldLayout>
</file>

<file path=ppt/slideLayouts/slideLayout1378.xml><?xml version="1.0" encoding="utf-8"?>
<p:sldLayout xmlns:a="http://schemas.openxmlformats.org/drawingml/2006/main" xmlns:r="http://schemas.openxmlformats.org/officeDocument/2006/relationships" xmlns:p="http://schemas.openxmlformats.org/presentationml/2006/main" preserve="1"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1124420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379.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0440552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380.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577163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381.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3542492"/>
      </p:ext>
    </p:extLst>
  </p:cSld>
  <p:clrMapOvr>
    <a:masterClrMapping/>
  </p:clrMapOvr>
  <p:transition>
    <p:fade/>
  </p:transition>
</p:sldLayout>
</file>

<file path=ppt/slideLayouts/slideLayout1382.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671429784"/>
      </p:ext>
    </p:extLst>
  </p:cSld>
  <p:clrMapOvr>
    <a:masterClrMapping/>
  </p:clrMapOvr>
  <p:transition>
    <p:fade/>
  </p:transition>
</p:sldLayout>
</file>

<file path=ppt/slideLayouts/slideLayout1383.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2735761152"/>
      </p:ext>
    </p:extLst>
  </p:cSld>
  <p:clrMapOvr>
    <a:masterClrMapping/>
  </p:clrMapOvr>
  <p:transition>
    <p:fade/>
  </p:transition>
</p:sldLayout>
</file>

<file path=ppt/slideLayouts/slideLayout1384.xml><?xml version="1.0" encoding="utf-8"?>
<p:sldLayout xmlns:a="http://schemas.openxmlformats.org/drawingml/2006/main" xmlns:r="http://schemas.openxmlformats.org/officeDocument/2006/relationships" xmlns:p="http://schemas.openxmlformats.org/presentationml/2006/main" preserve="1" userDrawn="1">
  <p:cSld name="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4" name="Picture 3" descr="Microsoft Learn&#10;Spark possibility">
            <a:extLst>
              <a:ext uri="{FF2B5EF4-FFF2-40B4-BE49-F238E27FC236}">
                <a16:creationId xmlns:a16="http://schemas.microsoft.com/office/drawing/2014/main" id="{5DD74BAF-F737-DF24-4119-69612D6CEE2E}"/>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7"/>
          </a:xfrm>
          <a:prstGeom prst="rect">
            <a:avLst/>
          </a:prstGeom>
        </p:spPr>
      </p:pic>
    </p:spTree>
    <p:extLst>
      <p:ext uri="{BB962C8B-B14F-4D97-AF65-F5344CB8AC3E}">
        <p14:creationId xmlns:p14="http://schemas.microsoft.com/office/powerpoint/2010/main" val="19961896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385.xml><?xml version="1.0" encoding="utf-8"?>
<p:sldLayout xmlns:a="http://schemas.openxmlformats.org/drawingml/2006/main" xmlns:r="http://schemas.openxmlformats.org/officeDocument/2006/relationships" xmlns:p="http://schemas.openxmlformats.org/presentationml/2006/main" preserve="1" userDrawn="1">
  <p:cSld name="1_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12" name="Title 1">
            <a:extLst>
              <a:ext uri="{FF2B5EF4-FFF2-40B4-BE49-F238E27FC236}">
                <a16:creationId xmlns:a16="http://schemas.microsoft.com/office/drawing/2014/main" id="{C419B008-216D-CA1F-2D39-75B36E6A6972}"/>
              </a:ext>
            </a:extLst>
          </p:cNvPr>
          <p:cNvSpPr>
            <a:spLocks noGrp="1"/>
          </p:cNvSpPr>
          <p:nvPr>
            <p:ph type="title" hasCustomPrompt="1"/>
          </p:nvPr>
        </p:nvSpPr>
        <p:spPr>
          <a:xfrm>
            <a:off x="588263" y="2573338"/>
            <a:ext cx="11021125" cy="1676929"/>
          </a:xfrm>
        </p:spPr>
        <p:txBody>
          <a:bodyPr wrap="square" anchor="b" anchorCtr="0">
            <a:noAutofit/>
          </a:bodyPr>
          <a:lstStyle>
            <a:lvl1pPr>
              <a:lnSpc>
                <a:spcPct val="90000"/>
              </a:lnSpc>
              <a:defRPr sz="4800">
                <a:solidFill>
                  <a:schemeClr val="tx1"/>
                </a:solidFill>
              </a:defRPr>
            </a:lvl1pPr>
          </a:lstStyle>
          <a:p>
            <a:r>
              <a:rPr lang="en-US"/>
              <a:t>Microsoft Learn</a:t>
            </a:r>
            <a:br>
              <a:rPr lang="en-US"/>
            </a:br>
            <a:r>
              <a:rPr lang="en-US"/>
              <a:t>presentation title or event name</a:t>
            </a:r>
          </a:p>
        </p:txBody>
      </p:sp>
      <p:sp>
        <p:nvSpPr>
          <p:cNvPr id="13" name="Text Placeholder 4">
            <a:extLst>
              <a:ext uri="{FF2B5EF4-FFF2-40B4-BE49-F238E27FC236}">
                <a16:creationId xmlns:a16="http://schemas.microsoft.com/office/drawing/2014/main" id="{AA0EBFEA-E746-E760-148D-6B55E33CE98B}"/>
              </a:ext>
            </a:extLst>
          </p:cNvPr>
          <p:cNvSpPr>
            <a:spLocks noGrp="1"/>
          </p:cNvSpPr>
          <p:nvPr>
            <p:ph type="body" sz="quarter" idx="12" hasCustomPrompt="1"/>
          </p:nvPr>
        </p:nvSpPr>
        <p:spPr>
          <a:xfrm>
            <a:off x="582043" y="4445908"/>
            <a:ext cx="11021124"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86589986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386.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nSpc>
                <a:spcPct val="100000"/>
              </a:lnSpc>
              <a:defRPr sz="3600">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9900723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387.xml><?xml version="1.0" encoding="utf-8"?>
<p:sldLayout xmlns:a="http://schemas.openxmlformats.org/drawingml/2006/main" xmlns:r="http://schemas.openxmlformats.org/officeDocument/2006/relationships" xmlns:p="http://schemas.openxmlformats.org/presentationml/2006/main" preserve="1" userDrawn="1">
  <p:cSld name="Title Slide 2">
    <p:bg>
      <p:bgRef idx="1001">
        <a:schemeClr val="bg1"/>
      </p:bgRef>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16C68DE-B737-469C-0510-1CE6FB0FCD97}"/>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106072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388.xml><?xml version="1.0" encoding="utf-8"?>
<p:sldLayout xmlns:a="http://schemas.openxmlformats.org/drawingml/2006/main" xmlns:r="http://schemas.openxmlformats.org/officeDocument/2006/relationships" xmlns:p="http://schemas.openxmlformats.org/presentationml/2006/main" preserve="1" userDrawn="1">
  <p:cSld name="Title Slide 3">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F6A99E2-B1B8-F05E-79FB-6E5F6BA2198F}"/>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979539"/>
            <a:ext cx="8680865" cy="553998"/>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8673983"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6536316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389.xml><?xml version="1.0" encoding="utf-8"?>
<p:sldLayout xmlns:a="http://schemas.openxmlformats.org/drawingml/2006/main" xmlns:r="http://schemas.openxmlformats.org/officeDocument/2006/relationships" xmlns:p="http://schemas.openxmlformats.org/presentationml/2006/main" preserve="1" userDrawn="1">
  <p:cSld name="Title Slide 4">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A518B55A-6C79-359D-87CF-515B5B5F6EF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cxnSp>
        <p:nvCxnSpPr>
          <p:cNvPr id="12" name="Straight Connector 11">
            <a:extLst>
              <a:ext uri="{FF2B5EF4-FFF2-40B4-BE49-F238E27FC236}">
                <a16:creationId xmlns:a16="http://schemas.microsoft.com/office/drawing/2014/main" id="{731143F6-2E66-B7DD-83D0-10E3BEE182CA}"/>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5D47B2CB-325C-5073-D8C2-698C29B7BD94}"/>
              </a:ext>
            </a:extLst>
          </p:cNvPr>
          <p:cNvSpPr>
            <a:spLocks noGrp="1"/>
          </p:cNvSpPr>
          <p:nvPr>
            <p:ph type="body" sz="quarter" idx="13" hasCustomPrompt="1"/>
          </p:nvPr>
        </p:nvSpPr>
        <p:spPr>
          <a:xfrm>
            <a:off x="582043" y="426212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12071492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390.xml><?xml version="1.0" encoding="utf-8"?>
<p:sldLayout xmlns:a="http://schemas.openxmlformats.org/drawingml/2006/main" xmlns:r="http://schemas.openxmlformats.org/officeDocument/2006/relationships" xmlns:p="http://schemas.openxmlformats.org/presentationml/2006/main" preserve="1" userDrawn="1">
  <p:cSld name="Title Slide 5">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5CC7D666-BCD6-C322-9710-8EA204E6238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1" y="0"/>
            <a:ext cx="12191996" cy="6857998"/>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8547960" y="2099733"/>
            <a:ext cx="2863181" cy="2863181"/>
          </a:xfrm>
          <a:prstGeom prst="roundRect">
            <a:avLst>
              <a:gd name="adj" fmla="val 21738"/>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8328418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391.xml><?xml version="1.0" encoding="utf-8"?>
<p:sldLayout xmlns:a="http://schemas.openxmlformats.org/drawingml/2006/main" xmlns:r="http://schemas.openxmlformats.org/officeDocument/2006/relationships" xmlns:p="http://schemas.openxmlformats.org/presentationml/2006/main" preserve="1" userDrawn="1">
  <p:cSld name="2_Title Slide 5">
    <p:bg>
      <p:bgPr>
        <a:solidFill>
          <a:schemeClr val="bg2"/>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3A552F5-A279-E01D-8684-06A66C8E3A3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4" y="2425541"/>
            <a:ext cx="4419602"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4" y="3962400"/>
            <a:ext cx="441960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6066182" y="1209017"/>
            <a:ext cx="4419601" cy="4419601"/>
          </a:xfrm>
          <a:prstGeom prst="roundRect">
            <a:avLst>
              <a:gd name="adj" fmla="val 21738"/>
            </a:avLst>
          </a:prstGeom>
          <a:blipFill>
            <a:blip r:embed="rId4" cstate="email">
              <a:extLst>
                <a:ext uri="{28A0092B-C50C-407E-A947-70E740481C1C}">
                  <a14:useLocalDpi xmlns:a14="http://schemas.microsoft.com/office/drawing/2010/main"/>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75889412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392.xml><?xml version="1.0" encoding="utf-8"?>
<p:sldLayout xmlns:a="http://schemas.openxmlformats.org/drawingml/2006/main" xmlns:r="http://schemas.openxmlformats.org/officeDocument/2006/relationships" xmlns:p="http://schemas.openxmlformats.org/presentationml/2006/main" preserve="1" userDrawn="1">
  <p:cSld name="Title Slide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3393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4260778"/>
            <a:ext cx="4335897"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9" name="Picture Placeholder" descr="This photo is a 'placeholder' only. Drag or drop your photo here, or click and tap the center to insert a photo.">
            <a:extLst>
              <a:ext uri="{FF2B5EF4-FFF2-40B4-BE49-F238E27FC236}">
                <a16:creationId xmlns:a16="http://schemas.microsoft.com/office/drawing/2014/main" id="{E9C6438B-8AA6-6FF8-579B-E6859D9CFF89}"/>
              </a:ext>
            </a:extLst>
          </p:cNvPr>
          <p:cNvSpPr>
            <a:spLocks noGrp="1"/>
          </p:cNvSpPr>
          <p:nvPr>
            <p:ph type="pic" sz="quarter" idx="11" hasCustomPrompt="1"/>
          </p:nvPr>
        </p:nvSpPr>
        <p:spPr bwMode="ltGray">
          <a:xfrm>
            <a:off x="5334000" y="0"/>
            <a:ext cx="6858000" cy="6858000"/>
          </a:xfrm>
          <a:blipFill>
            <a:blip r:embed="rId3"/>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cxnSp>
        <p:nvCxnSpPr>
          <p:cNvPr id="8" name="Straight Connector 7">
            <a:extLst>
              <a:ext uri="{FF2B5EF4-FFF2-40B4-BE49-F238E27FC236}">
                <a16:creationId xmlns:a16="http://schemas.microsoft.com/office/drawing/2014/main" id="{D9E5E791-B100-3AA7-21F7-E48EDD0B5D63}"/>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652114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393.xml><?xml version="1.0" encoding="utf-8"?>
<p:sldLayout xmlns:a="http://schemas.openxmlformats.org/drawingml/2006/main" xmlns:r="http://schemas.openxmlformats.org/officeDocument/2006/relationships" xmlns:p="http://schemas.openxmlformats.org/presentationml/2006/main" preserve="1" userDrawn="1">
  <p:cSld name="Title and Content_Microso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a:xfrm>
            <a:off x="588263" y="457200"/>
            <a:ext cx="11018520" cy="553998"/>
          </a:xfrm>
        </p:spPr>
        <p:txBody>
          <a:bodyPr/>
          <a:lstStyle>
            <a:lvl1pPr>
              <a:lnSpc>
                <a:spcPct val="100000"/>
              </a:lnSpc>
              <a:defRPr sz="3600">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sz="2800">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60132376"/>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394.xml><?xml version="1.0" encoding="utf-8"?>
<p:sldLayout xmlns:a="http://schemas.openxmlformats.org/drawingml/2006/main" xmlns:r="http://schemas.openxmlformats.org/officeDocument/2006/relationships" xmlns:p="http://schemas.openxmlformats.org/presentationml/2006/main" preserve="1" userDrawn="1">
  <p:cSld name="Title and Content Al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pic>
        <p:nvPicPr>
          <p:cNvPr id="1026" name="Picture 2" descr="A black triangle on a white background&#10;&#10;Description automatically generated">
            <a:extLst>
              <a:ext uri="{FF2B5EF4-FFF2-40B4-BE49-F238E27FC236}">
                <a16:creationId xmlns:a16="http://schemas.microsoft.com/office/drawing/2014/main" id="{D34FB095-B792-8E28-D887-870C3ECB52A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1711892" y="6232204"/>
            <a:ext cx="287452" cy="45731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3253083"/>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395.xml><?xml version="1.0" encoding="utf-8"?>
<p:sldLayout xmlns:a="http://schemas.openxmlformats.org/drawingml/2006/main" xmlns:r="http://schemas.openxmlformats.org/officeDocument/2006/relationships" xmlns:p="http://schemas.openxmlformats.org/presentationml/2006/main" preserve="1" userDrawn="1">
  <p:cSld name="Title and Content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7" name="Text Placeholder 3">
            <a:extLst>
              <a:ext uri="{FF2B5EF4-FFF2-40B4-BE49-F238E27FC236}">
                <a16:creationId xmlns:a16="http://schemas.microsoft.com/office/drawing/2014/main" id="{86F2E5AA-B8E1-2D99-BFF6-55964406C169}"/>
              </a:ext>
            </a:extLst>
          </p:cNvPr>
          <p:cNvSpPr>
            <a:spLocks noGrp="1"/>
          </p:cNvSpPr>
          <p:nvPr>
            <p:ph type="body" sz="quarter" idx="10" hasCustomPrompt="1"/>
          </p:nvPr>
        </p:nvSpPr>
        <p:spPr>
          <a:xfrm>
            <a:off x="584200" y="1961079"/>
            <a:ext cx="11018521" cy="307777"/>
          </a:xfrm>
          <a:prstGeom prst="rect">
            <a:avLst/>
          </a:prstGeom>
        </p:spPr>
        <p:txBody>
          <a:bodyPr wrap="square" lIns="0" tIns="0" rIns="0" bIns="0">
            <a:spAutoFit/>
          </a:bodyPr>
          <a:lstStyle>
            <a:lvl1pPr marL="0" indent="0">
              <a:lnSpc>
                <a:spcPts val="2400"/>
              </a:lnSpc>
              <a:buNone/>
              <a:defRPr sz="2000" b="0" i="0" spc="0">
                <a:solidFill>
                  <a:srgbClr val="000000"/>
                </a:solidFill>
                <a:latin typeface="+mj-lt"/>
              </a:defRPr>
            </a:lvl1pPr>
            <a:lvl2pPr marL="0" indent="0">
              <a:lnSpc>
                <a:spcPts val="2400"/>
              </a:lnSpc>
              <a:buNone/>
              <a:defRPr spc="0">
                <a:solidFill>
                  <a:srgbClr val="000000"/>
                </a:solidFill>
                <a:latin typeface="+mn-lt"/>
              </a:defRPr>
            </a:lvl2pPr>
            <a:lvl3pPr marL="457200" indent="0">
              <a:buNone/>
              <a:defRPr/>
            </a:lvl3pPr>
            <a:lvl4pPr marL="685800" indent="0">
              <a:buNone/>
              <a:defRPr/>
            </a:lvl4pPr>
            <a:lvl5pPr marL="914400" indent="0">
              <a:buNone/>
              <a:defRPr/>
            </a:lvl5pPr>
          </a:lstStyle>
          <a:p>
            <a:pPr lvl="1"/>
            <a:r>
              <a:rPr lang="en-US"/>
              <a:t>Large: subhead Segoe UI Regular 20/24</a:t>
            </a:r>
          </a:p>
        </p:txBody>
      </p:sp>
      <p:sp>
        <p:nvSpPr>
          <p:cNvPr id="8" name="Text Placeholder 4">
            <a:extLst>
              <a:ext uri="{FF2B5EF4-FFF2-40B4-BE49-F238E27FC236}">
                <a16:creationId xmlns:a16="http://schemas.microsoft.com/office/drawing/2014/main" id="{24F7BF36-6F86-1AAC-B730-8494CAF9A2B5}"/>
              </a:ext>
            </a:extLst>
          </p:cNvPr>
          <p:cNvSpPr>
            <a:spLocks noGrp="1"/>
          </p:cNvSpPr>
          <p:nvPr>
            <p:ph type="body" sz="quarter" idx="11" hasCustomPrompt="1"/>
          </p:nvPr>
        </p:nvSpPr>
        <p:spPr>
          <a:xfrm>
            <a:off x="584200" y="3075739"/>
            <a:ext cx="11018521" cy="220510"/>
          </a:xfrm>
          <a:prstGeom prst="rect">
            <a:avLst/>
          </a:prstGeom>
        </p:spPr>
        <p:txBody>
          <a:bodyPr lIns="0" tIns="0" rIns="0" bIns="0"/>
          <a:lstStyle>
            <a:lvl1pPr marL="0" indent="0">
              <a:lnSpc>
                <a:spcPts val="1800"/>
              </a:lnSpc>
              <a:spcBef>
                <a:spcPts val="0"/>
              </a:spcBef>
              <a:buNone/>
              <a:defRPr sz="1400" b="0" spc="0">
                <a:solidFill>
                  <a:schemeClr val="accent1"/>
                </a:solidFill>
                <a:latin typeface="+mj-lt"/>
              </a:defRPr>
            </a:lvl1pPr>
            <a:lvl2pPr marL="0" indent="0">
              <a:lnSpc>
                <a:spcPts val="1800"/>
              </a:lnSpc>
              <a:spcBef>
                <a:spcPts val="0"/>
              </a:spcBef>
              <a:buNone/>
              <a:defRPr sz="1400" spc="0">
                <a:solidFill>
                  <a:srgbClr val="000000"/>
                </a:solidFill>
              </a:defRPr>
            </a:lvl2pPr>
            <a:lvl3pPr marL="457200" indent="0">
              <a:buNone/>
              <a:defRPr/>
            </a:lvl3pPr>
            <a:lvl4pPr marL="685800" indent="0">
              <a:buNone/>
              <a:defRPr/>
            </a:lvl4pPr>
            <a:lvl5pPr marL="914400" indent="0">
              <a:buNone/>
              <a:defRPr/>
            </a:lvl5pPr>
          </a:lstStyle>
          <a:p>
            <a:pPr lvl="0"/>
            <a:r>
              <a:rPr lang="en-US"/>
              <a:t>Medium: paragraph heading Segoe UI </a:t>
            </a:r>
            <a:r>
              <a:rPr lang="en-US" err="1"/>
              <a:t>Semibold</a:t>
            </a:r>
            <a:r>
              <a:rPr lang="en-US"/>
              <a:t> 14/18</a:t>
            </a:r>
          </a:p>
        </p:txBody>
      </p:sp>
      <p:sp>
        <p:nvSpPr>
          <p:cNvPr id="9" name="Text Placeholder 6">
            <a:extLst>
              <a:ext uri="{FF2B5EF4-FFF2-40B4-BE49-F238E27FC236}">
                <a16:creationId xmlns:a16="http://schemas.microsoft.com/office/drawing/2014/main" id="{345546AD-A5A5-3F3C-BA37-4B19AEF2A5DB}"/>
              </a:ext>
            </a:extLst>
          </p:cNvPr>
          <p:cNvSpPr>
            <a:spLocks noGrp="1"/>
          </p:cNvSpPr>
          <p:nvPr>
            <p:ph type="body" sz="quarter" idx="14" hasCustomPrompt="1"/>
          </p:nvPr>
        </p:nvSpPr>
        <p:spPr>
          <a:xfrm>
            <a:off x="584200" y="4593491"/>
            <a:ext cx="11018521" cy="153888"/>
          </a:xfrm>
          <a:prstGeom prst="rect">
            <a:avLst/>
          </a:prstGeom>
        </p:spPr>
        <p:txBody>
          <a:bodyPr lIns="0" tIns="0" rIns="0" bIns="0"/>
          <a:lstStyle>
            <a:lvl1pPr marL="0" indent="0">
              <a:lnSpc>
                <a:spcPts val="1200"/>
              </a:lnSpc>
              <a:spcBef>
                <a:spcPts val="0"/>
              </a:spcBef>
              <a:buNone/>
              <a:defRPr sz="1000" spc="0">
                <a:solidFill>
                  <a:schemeClr val="tx1"/>
                </a:solidFill>
              </a:defRPr>
            </a:lvl1pPr>
            <a:lvl2pPr marL="0" indent="0">
              <a:lnSpc>
                <a:spcPct val="100000"/>
              </a:lnSpc>
              <a:spcBef>
                <a:spcPts val="0"/>
              </a:spcBef>
              <a:buNone/>
              <a:defRPr sz="1000" spc="0">
                <a:solidFill>
                  <a:srgbClr val="000000"/>
                </a:solidFill>
              </a:defRPr>
            </a:lvl2pPr>
            <a:lvl3pPr marL="457200" indent="0">
              <a:buNone/>
              <a:defRPr/>
            </a:lvl3pPr>
            <a:lvl4pPr marL="685800" indent="0">
              <a:buNone/>
              <a:defRPr/>
            </a:lvl4pPr>
            <a:lvl5pPr marL="0" indent="0">
              <a:lnSpc>
                <a:spcPct val="100000"/>
              </a:lnSpc>
              <a:buNone/>
              <a:defRPr>
                <a:solidFill>
                  <a:srgbClr val="000000"/>
                </a:solidFill>
              </a:defRPr>
            </a:lvl5pPr>
          </a:lstStyle>
          <a:p>
            <a:pPr lvl="1"/>
            <a:r>
              <a:rPr lang="en-US"/>
              <a:t>Small: caption body copy Segoe Regular 10/12</a:t>
            </a:r>
          </a:p>
        </p:txBody>
      </p:sp>
      <p:sp>
        <p:nvSpPr>
          <p:cNvPr id="10" name="Text Placeholder 3">
            <a:extLst>
              <a:ext uri="{FF2B5EF4-FFF2-40B4-BE49-F238E27FC236}">
                <a16:creationId xmlns:a16="http://schemas.microsoft.com/office/drawing/2014/main" id="{90ACF05F-2419-331C-73AA-1456DD524AFE}"/>
              </a:ext>
            </a:extLst>
          </p:cNvPr>
          <p:cNvSpPr>
            <a:spLocks noGrp="1"/>
          </p:cNvSpPr>
          <p:nvPr>
            <p:ph type="body" sz="quarter" idx="24" hasCustomPrompt="1"/>
          </p:nvPr>
        </p:nvSpPr>
        <p:spPr>
          <a:xfrm>
            <a:off x="582338" y="4385524"/>
            <a:ext cx="11018521"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Small: caption title Segoe UI Bold 10/12. </a:t>
            </a:r>
          </a:p>
        </p:txBody>
      </p:sp>
      <p:sp>
        <p:nvSpPr>
          <p:cNvPr id="11" name="Text Placeholder 4">
            <a:extLst>
              <a:ext uri="{FF2B5EF4-FFF2-40B4-BE49-F238E27FC236}">
                <a16:creationId xmlns:a16="http://schemas.microsoft.com/office/drawing/2014/main" id="{F10E3B9C-87B7-FCD5-21F0-3C1505450B59}"/>
              </a:ext>
            </a:extLst>
          </p:cNvPr>
          <p:cNvSpPr>
            <a:spLocks noGrp="1"/>
          </p:cNvSpPr>
          <p:nvPr>
            <p:ph type="body" sz="quarter" idx="18" hasCustomPrompt="1"/>
          </p:nvPr>
        </p:nvSpPr>
        <p:spPr>
          <a:xfrm>
            <a:off x="582338" y="3385527"/>
            <a:ext cx="11018521" cy="220445"/>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Medium: body copy Segoe UI Regular 14/18</a:t>
            </a:r>
          </a:p>
        </p:txBody>
      </p:sp>
    </p:spTree>
    <p:extLst>
      <p:ext uri="{BB962C8B-B14F-4D97-AF65-F5344CB8AC3E}">
        <p14:creationId xmlns:p14="http://schemas.microsoft.com/office/powerpoint/2010/main" val="3877922930"/>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396.xml><?xml version="1.0" encoding="utf-8"?>
<p:sldLayout xmlns:a="http://schemas.openxmlformats.org/drawingml/2006/main" xmlns:r="http://schemas.openxmlformats.org/officeDocument/2006/relationships" xmlns:p="http://schemas.openxmlformats.org/presentationml/2006/main" preserve="1" userDrawn="1">
  <p:cSld name="Title &amp; Non-bulleted text">
    <p:bg>
      <p:bgPr>
        <a:solidFill>
          <a:srgbClr val="F4F3F5"/>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86389" y="2030760"/>
            <a:ext cx="9570435" cy="307777"/>
          </a:xfrm>
        </p:spPr>
        <p:txBody>
          <a:bodyPr wrap="square">
            <a:spAutoFit/>
          </a:bodyPr>
          <a:lstStyle>
            <a:lvl1pPr marL="0" indent="0">
              <a:buNone/>
              <a:defRPr lang="en-US" sz="2000" kern="1200" spc="0" baseline="0" dirty="0" smtClean="0">
                <a:solidFill>
                  <a:schemeClr val="tx1"/>
                </a:solidFill>
                <a:latin typeface="+mn-lt"/>
                <a:ea typeface="+mn-ea"/>
                <a:cs typeface="Segoe UI" panose="020B0502040204020203" pitchFamily="34" charset="0"/>
              </a:defRPr>
            </a:lvl1pPr>
            <a:lvl2pPr marL="228600" indent="0">
              <a:buNone/>
              <a:defRPr/>
            </a:lvl2pPr>
            <a:lvl3pPr marL="457200" indent="0">
              <a:buNone/>
              <a:defRPr/>
            </a:lvl3pPr>
            <a:lvl4pPr marL="685800" indent="0">
              <a:buNone/>
              <a:defRPr/>
            </a:lvl4pPr>
            <a:lvl5pPr marL="914400" indent="0">
              <a:buNone/>
              <a:defRPr/>
            </a:lvl5pPr>
          </a:lstStyle>
          <a:p>
            <a:pPr marL="342900" marR="0" lvl="0" indent="-342900" algn="l" defTabSz="932742" rtl="0" eaLnBrk="1" fontAlgn="auto" latinLnBrk="0" hangingPunct="1">
              <a:lnSpc>
                <a:spcPts val="2400"/>
              </a:lnSpc>
              <a:spcBef>
                <a:spcPts val="0"/>
              </a:spcBef>
              <a:spcAft>
                <a:spcPts val="0"/>
              </a:spcAft>
              <a:buClrTx/>
              <a:buSzPct val="90000"/>
              <a:buFont typeface="Arial" panose="020B0604020202020204" pitchFamily="34" charset="0"/>
              <a:buChar char="•"/>
              <a:tabLst/>
              <a:defRPr/>
            </a:pPr>
            <a:r>
              <a:rPr lang="en-US"/>
              <a:t>Click to edit Master text styles</a:t>
            </a:r>
          </a:p>
        </p:txBody>
      </p:sp>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0989989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1397.xml><?xml version="1.0" encoding="utf-8"?>
<p:sldLayout xmlns:a="http://schemas.openxmlformats.org/drawingml/2006/main" xmlns:r="http://schemas.openxmlformats.org/officeDocument/2006/relationships" xmlns:p="http://schemas.openxmlformats.org/presentationml/2006/main"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hasCustomPrompt="1"/>
          </p:nvPr>
        </p:nvSpPr>
        <p:spPr/>
        <p:txBody>
          <a:bodyPr/>
          <a:lstStyle/>
          <a:p>
            <a:r>
              <a:rPr lang="en-US"/>
              <a:t>Click to edit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hasCustomPrompt="1"/>
          </p:nvPr>
        </p:nvSpPr>
        <p:spPr>
          <a:xfrm>
            <a:off x="584200" y="1435100"/>
            <a:ext cx="5211763"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hasCustomPrompt="1"/>
          </p:nvPr>
        </p:nvSpPr>
        <p:spPr>
          <a:xfrm>
            <a:off x="6389688" y="1435100"/>
            <a:ext cx="5219700"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5449844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1398.xml><?xml version="1.0" encoding="utf-8"?>
<p:sldLayout xmlns:a="http://schemas.openxmlformats.org/drawingml/2006/main" xmlns:r="http://schemas.openxmlformats.org/officeDocument/2006/relationships" xmlns:p="http://schemas.openxmlformats.org/presentationml/2006/main"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p:cNvSpPr>
            <a:spLocks noGrp="1"/>
          </p:cNvSpPr>
          <p:nvPr>
            <p:ph type="body" sz="quarter" idx="10" hasCustomPrompt="1"/>
          </p:nvPr>
        </p:nvSpPr>
        <p:spPr>
          <a:xfrm>
            <a:off x="584200"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hasCustomPrompt="1"/>
          </p:nvPr>
        </p:nvSpPr>
        <p:spPr>
          <a:xfrm>
            <a:off x="6397171"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179388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1399.xml><?xml version="1.0" encoding="utf-8"?>
<p:sldLayout xmlns:a="http://schemas.openxmlformats.org/drawingml/2006/main" xmlns:r="http://schemas.openxmlformats.org/officeDocument/2006/relationships" xmlns:p="http://schemas.openxmlformats.org/presentationml/2006/main" preserve="1" userDrawn="1">
  <p:cSld name="Two Column Bulle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hasCustomPrompt="1"/>
          </p:nvPr>
        </p:nvSpPr>
        <p:spPr>
          <a:xfrm>
            <a:off x="584200"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66750" indent="-152400">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hasCustomPrompt="1"/>
          </p:nvPr>
        </p:nvSpPr>
        <p:spPr>
          <a:xfrm>
            <a:off x="6397625"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85800" indent="-136525">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818605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400.xml><?xml version="1.0" encoding="utf-8"?>
<p:sldLayout xmlns:a="http://schemas.openxmlformats.org/drawingml/2006/main" xmlns:r="http://schemas.openxmlformats.org/officeDocument/2006/relationships" xmlns:p="http://schemas.openxmlformats.org/presentationml/2006/main" preserve="1" userDrawn="1">
  <p:cSld name="Two Column Conten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hasCustomPrompt="1"/>
          </p:nvPr>
        </p:nvSpPr>
        <p:spPr>
          <a:xfrm>
            <a:off x="588963"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hasCustomPrompt="1"/>
          </p:nvPr>
        </p:nvSpPr>
        <p:spPr>
          <a:xfrm>
            <a:off x="6394451"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208667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401.xml><?xml version="1.0" encoding="utf-8"?>
<p:sldLayout xmlns:a="http://schemas.openxmlformats.org/drawingml/2006/main" xmlns:r="http://schemas.openxmlformats.org/officeDocument/2006/relationships" xmlns:p="http://schemas.openxmlformats.org/presentationml/2006/main" userDrawn="1">
  <p:cSld name="Two Column Content with Subheads 2">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1"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514562"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199"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514562"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2147297665"/>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402.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hasCustomPrompt="1"/>
          </p:nvPr>
        </p:nvSpPr>
        <p:spPr>
          <a:xfrm>
            <a:off x="585217"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181862"/>
          </a:xfrm>
        </p:spPr>
        <p:txBody>
          <a:bodyPr wrap="square">
            <a:spAutoFit/>
          </a:bodyPr>
          <a:lstStyle>
            <a:lvl1pPr marL="176213" indent="-176213">
              <a:defRPr lang="en-US" sz="1800" dirty="0"/>
            </a:lvl1pPr>
            <a:lvl2pPr marL="322263" indent="-150813">
              <a:defRPr lang="en-US" sz="1600" dirty="0"/>
            </a:lvl2pPr>
            <a:lvl3pPr marL="466725" indent="-138113">
              <a:defRPr lang="en-US" sz="1100" dirty="0"/>
            </a:lvl3pPr>
            <a:lvl4pPr marL="595313" indent="-128588">
              <a:defRPr lang="en-US" sz="1050" dirty="0"/>
            </a:lvl4pPr>
            <a:lvl5pPr marL="731838" indent="-122238">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hasCustomPrompt="1"/>
          </p:nvPr>
        </p:nvSpPr>
        <p:spPr>
          <a:xfrm>
            <a:off x="4463796"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hasCustomPrompt="1"/>
          </p:nvPr>
        </p:nvSpPr>
        <p:spPr>
          <a:xfrm>
            <a:off x="8342375"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87917678"/>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24">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1403.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20" name="Text Placeholder 4">
            <a:extLst>
              <a:ext uri="{FF2B5EF4-FFF2-40B4-BE49-F238E27FC236}">
                <a16:creationId xmlns:a16="http://schemas.microsoft.com/office/drawing/2014/main" id="{8AB7BB6A-65B6-AEC7-836B-8D35242275AF}"/>
              </a:ext>
            </a:extLst>
          </p:cNvPr>
          <p:cNvSpPr>
            <a:spLocks noGrp="1"/>
          </p:cNvSpPr>
          <p:nvPr>
            <p:ph type="body" sz="quarter" idx="17" hasCustomPrompt="1"/>
          </p:nvPr>
        </p:nvSpPr>
        <p:spPr>
          <a:xfrm>
            <a:off x="582877"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sz="1400" b="0" i="0" spc="0">
                <a:solidFill>
                  <a:schemeClr val="tx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FB0535AF-BE85-1E67-DD92-E38C21AF7E8C}"/>
              </a:ext>
            </a:extLst>
          </p:cNvPr>
          <p:cNvSpPr>
            <a:spLocks noGrp="1"/>
          </p:cNvSpPr>
          <p:nvPr>
            <p:ph type="body" sz="quarter" idx="18" hasCustomPrompt="1"/>
          </p:nvPr>
        </p:nvSpPr>
        <p:spPr>
          <a:xfrm>
            <a:off x="437134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8E1F9237-EE15-C9FE-E0CA-3A37C93F9063}"/>
              </a:ext>
            </a:extLst>
          </p:cNvPr>
          <p:cNvSpPr>
            <a:spLocks noGrp="1"/>
          </p:cNvSpPr>
          <p:nvPr>
            <p:ph type="body" sz="quarter" idx="19" hasCustomPrompt="1"/>
          </p:nvPr>
        </p:nvSpPr>
        <p:spPr>
          <a:xfrm>
            <a:off x="813655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6" name="Text Placeholder 4">
            <a:extLst>
              <a:ext uri="{FF2B5EF4-FFF2-40B4-BE49-F238E27FC236}">
                <a16:creationId xmlns:a16="http://schemas.microsoft.com/office/drawing/2014/main" id="{775241E4-9061-8DB7-2B87-BA0CCA011ACE}"/>
              </a:ext>
            </a:extLst>
          </p:cNvPr>
          <p:cNvSpPr>
            <a:spLocks noGrp="1"/>
          </p:cNvSpPr>
          <p:nvPr>
            <p:ph type="body" sz="quarter" idx="11" hasCustomPrompt="1"/>
          </p:nvPr>
        </p:nvSpPr>
        <p:spPr>
          <a:xfrm>
            <a:off x="582877"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7" name="Text Placeholder 4">
            <a:extLst>
              <a:ext uri="{FF2B5EF4-FFF2-40B4-BE49-F238E27FC236}">
                <a16:creationId xmlns:a16="http://schemas.microsoft.com/office/drawing/2014/main" id="{82D1AEC7-7020-CBA4-58E1-0D75BA2EF496}"/>
              </a:ext>
            </a:extLst>
          </p:cNvPr>
          <p:cNvSpPr>
            <a:spLocks noGrp="1"/>
          </p:cNvSpPr>
          <p:nvPr>
            <p:ph type="body" sz="quarter" idx="12" hasCustomPrompt="1"/>
          </p:nvPr>
        </p:nvSpPr>
        <p:spPr>
          <a:xfrm>
            <a:off x="437134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8" name="Text Placeholder 4">
            <a:extLst>
              <a:ext uri="{FF2B5EF4-FFF2-40B4-BE49-F238E27FC236}">
                <a16:creationId xmlns:a16="http://schemas.microsoft.com/office/drawing/2014/main" id="{6416719B-F50B-D496-C069-4C1F30AFEC70}"/>
              </a:ext>
            </a:extLst>
          </p:cNvPr>
          <p:cNvSpPr>
            <a:spLocks noGrp="1"/>
          </p:cNvSpPr>
          <p:nvPr>
            <p:ph type="body" sz="quarter" idx="13" hasCustomPrompt="1"/>
          </p:nvPr>
        </p:nvSpPr>
        <p:spPr>
          <a:xfrm>
            <a:off x="813655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Tree>
    <p:extLst>
      <p:ext uri="{BB962C8B-B14F-4D97-AF65-F5344CB8AC3E}">
        <p14:creationId xmlns:p14="http://schemas.microsoft.com/office/powerpoint/2010/main" val="234679232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404.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3">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6" name="Text Placeholder 3">
            <a:extLst>
              <a:ext uri="{FF2B5EF4-FFF2-40B4-BE49-F238E27FC236}">
                <a16:creationId xmlns:a16="http://schemas.microsoft.com/office/drawing/2014/main" id="{46628952-3608-D408-E97B-C5509801C79B}"/>
              </a:ext>
            </a:extLst>
          </p:cNvPr>
          <p:cNvSpPr>
            <a:spLocks noGrp="1"/>
          </p:cNvSpPr>
          <p:nvPr>
            <p:ph type="body" sz="quarter" idx="10" hasCustomPrompt="1"/>
          </p:nvPr>
        </p:nvSpPr>
        <p:spPr>
          <a:xfrm>
            <a:off x="588263" y="1971020"/>
            <a:ext cx="9449500" cy="615553"/>
          </a:xfrm>
          <a:prstGeom prst="rect">
            <a:avLst/>
          </a:prstGeom>
        </p:spPr>
        <p:txBody>
          <a:bodyPr wrap="square" lIns="0" tIns="0" rIns="0" bIns="0">
            <a:spAutoFit/>
          </a:bodyPr>
          <a:lstStyle>
            <a:lvl1pPr marL="0" indent="0">
              <a:lnSpc>
                <a:spcPts val="2400"/>
              </a:lnSpc>
              <a:buNone/>
              <a:defRPr lang="en-US" sz="2000" kern="1200" spc="0" baseline="0" dirty="0">
                <a:solidFill>
                  <a:srgbClr val="000000"/>
                </a:solidFill>
                <a:latin typeface="+mn-lt"/>
                <a:ea typeface="+mn-ea"/>
                <a:cs typeface="+mn-cs"/>
              </a:defRPr>
            </a:lvl1pPr>
            <a:lvl2pPr marL="228600" indent="0">
              <a:buNone/>
              <a:defRPr/>
            </a:lvl2pPr>
            <a:lvl3pPr marL="457200" indent="0">
              <a:buNone/>
              <a:defRPr/>
            </a:lvl3pPr>
            <a:lvl4pPr marL="685800" indent="0">
              <a:buNone/>
              <a:defRPr/>
            </a:lvl4pPr>
            <a:lvl5pPr marL="914400" indent="0">
              <a:buNone/>
              <a:defRPr/>
            </a:lvl5pPr>
          </a:lstStyle>
          <a:p>
            <a:pPr lvl="0"/>
            <a:r>
              <a:rPr lang="en-US"/>
              <a:t>Subhead Segoe UI Regular 20/24.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2"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356101"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9" name="Text Placeholder 4">
            <a:extLst>
              <a:ext uri="{FF2B5EF4-FFF2-40B4-BE49-F238E27FC236}">
                <a16:creationId xmlns:a16="http://schemas.microsoft.com/office/drawing/2014/main" id="{A65E358F-5CAF-2294-2C8A-0C65BE0A268F}"/>
              </a:ext>
            </a:extLst>
          </p:cNvPr>
          <p:cNvSpPr>
            <a:spLocks noGrp="1"/>
          </p:cNvSpPr>
          <p:nvPr>
            <p:ph type="body" sz="quarter" idx="13" hasCustomPrompt="1"/>
          </p:nvPr>
        </p:nvSpPr>
        <p:spPr>
          <a:xfrm>
            <a:off x="8128000" y="3214124"/>
            <a:ext cx="3474445"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200"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356101"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602E34F2-8AEC-5D82-A459-7615DC29B15F}"/>
              </a:ext>
            </a:extLst>
          </p:cNvPr>
          <p:cNvSpPr>
            <a:spLocks noGrp="1"/>
          </p:cNvSpPr>
          <p:nvPr>
            <p:ph type="body" sz="quarter" idx="19" hasCustomPrompt="1"/>
          </p:nvPr>
        </p:nvSpPr>
        <p:spPr>
          <a:xfrm>
            <a:off x="8134943" y="3521898"/>
            <a:ext cx="3474445"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33156714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405.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Oval 10">
            <a:extLst>
              <a:ext uri="{FF2B5EF4-FFF2-40B4-BE49-F238E27FC236}">
                <a16:creationId xmlns:a16="http://schemas.microsoft.com/office/drawing/2014/main" id="{F3C14C4D-447D-641B-9EE1-BB7D37876DFD}"/>
              </a:ext>
            </a:extLst>
          </p:cNvPr>
          <p:cNvSpPr/>
          <p:nvPr userDrawn="1"/>
        </p:nvSpPr>
        <p:spPr>
          <a:xfrm>
            <a:off x="8769505" y="1609347"/>
            <a:ext cx="2196790" cy="2196790"/>
          </a:xfrm>
          <a:prstGeom prst="ellipse">
            <a:avLst/>
          </a:prstGeom>
          <a:solidFill>
            <a:srgbClr val="8DC8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1A257B80-0E22-6118-D58C-8D479BE856CC}"/>
              </a:ext>
            </a:extLst>
          </p:cNvPr>
          <p:cNvSpPr/>
          <p:nvPr userDrawn="1"/>
        </p:nvSpPr>
        <p:spPr>
          <a:xfrm>
            <a:off x="1216757" y="1609347"/>
            <a:ext cx="2196790" cy="219679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F3C5F4DB-FE2F-3894-3C54-F1395F059BC1}"/>
              </a:ext>
            </a:extLst>
          </p:cNvPr>
          <p:cNvSpPr/>
          <p:nvPr userDrawn="1"/>
        </p:nvSpPr>
        <p:spPr>
          <a:xfrm>
            <a:off x="4997605" y="1609347"/>
            <a:ext cx="2196790" cy="2196790"/>
          </a:xfrm>
          <a:prstGeom prst="ellipse">
            <a:avLst/>
          </a:prstGeom>
          <a:solidFill>
            <a:srgbClr val="CD9B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9037727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406.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2"/>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1"/>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chemeClr val="accent3"/>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838240332"/>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407.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6"/>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5"/>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rgbClr val="8DC8E8"/>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392951494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408.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3413125"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3413125"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6244208"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6244208"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9073133"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9073133"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86028884"/>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1409.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2">
    <p:bg>
      <p:bgPr>
        <a:solidFill>
          <a:srgbClr val="F4F3F5"/>
        </a:solidFill>
        <a:effectLst/>
      </p:bgPr>
    </p:bg>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AE4763AA-7A64-C315-54ED-405AA5F28928}"/>
              </a:ext>
            </a:extLst>
          </p:cNvPr>
          <p:cNvSpPr/>
          <p:nvPr userDrawn="1"/>
        </p:nvSpPr>
        <p:spPr bwMode="auto">
          <a:xfrm>
            <a:off x="0" y="0"/>
            <a:ext cx="12192000" cy="1208988"/>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chemeClr val="accent2"/>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7" name="Text Placeholder 11">
            <a:extLst>
              <a:ext uri="{FF2B5EF4-FFF2-40B4-BE49-F238E27FC236}">
                <a16:creationId xmlns:a16="http://schemas.microsoft.com/office/drawing/2014/main" id="{0EA42F63-B2F3-3A38-57BC-24F6164484E0}"/>
              </a:ext>
            </a:extLst>
          </p:cNvPr>
          <p:cNvSpPr>
            <a:spLocks noGrp="1"/>
          </p:cNvSpPr>
          <p:nvPr>
            <p:ph type="body" sz="quarter" idx="16"/>
          </p:nvPr>
        </p:nvSpPr>
        <p:spPr>
          <a:xfrm>
            <a:off x="584200"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9" name="Text Placeholder 7">
            <a:extLst>
              <a:ext uri="{FF2B5EF4-FFF2-40B4-BE49-F238E27FC236}">
                <a16:creationId xmlns:a16="http://schemas.microsoft.com/office/drawing/2014/main" id="{1F284777-927E-F267-62FB-0ADA3AB8ABEF}"/>
              </a:ext>
            </a:extLst>
          </p:cNvPr>
          <p:cNvSpPr>
            <a:spLocks noGrp="1"/>
          </p:cNvSpPr>
          <p:nvPr>
            <p:ph type="body" sz="quarter" idx="14"/>
          </p:nvPr>
        </p:nvSpPr>
        <p:spPr>
          <a:xfrm>
            <a:off x="584200"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11">
            <a:extLst>
              <a:ext uri="{FF2B5EF4-FFF2-40B4-BE49-F238E27FC236}">
                <a16:creationId xmlns:a16="http://schemas.microsoft.com/office/drawing/2014/main" id="{B6D7214D-CF27-5C85-22BE-C501CC3F79F6}"/>
              </a:ext>
            </a:extLst>
          </p:cNvPr>
          <p:cNvSpPr>
            <a:spLocks noGrp="1"/>
          </p:cNvSpPr>
          <p:nvPr>
            <p:ph type="body" sz="quarter" idx="17"/>
          </p:nvPr>
        </p:nvSpPr>
        <p:spPr>
          <a:xfrm>
            <a:off x="3413125"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1" name="Text Placeholder 9">
            <a:extLst>
              <a:ext uri="{FF2B5EF4-FFF2-40B4-BE49-F238E27FC236}">
                <a16:creationId xmlns:a16="http://schemas.microsoft.com/office/drawing/2014/main" id="{D0E08958-F760-A396-6DDC-ADDF12562EFC}"/>
              </a:ext>
            </a:extLst>
          </p:cNvPr>
          <p:cNvSpPr>
            <a:spLocks noGrp="1"/>
          </p:cNvSpPr>
          <p:nvPr>
            <p:ph type="body" sz="quarter" idx="15"/>
          </p:nvPr>
        </p:nvSpPr>
        <p:spPr>
          <a:xfrm>
            <a:off x="3413125"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11">
            <a:extLst>
              <a:ext uri="{FF2B5EF4-FFF2-40B4-BE49-F238E27FC236}">
                <a16:creationId xmlns:a16="http://schemas.microsoft.com/office/drawing/2014/main" id="{2E8EB955-55F0-24FF-CDCC-B5A5FFFC6B4A}"/>
              </a:ext>
            </a:extLst>
          </p:cNvPr>
          <p:cNvSpPr>
            <a:spLocks noGrp="1"/>
          </p:cNvSpPr>
          <p:nvPr>
            <p:ph type="body" sz="quarter" idx="18"/>
          </p:nvPr>
        </p:nvSpPr>
        <p:spPr>
          <a:xfrm>
            <a:off x="6244208"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3" name="Text Placeholder 7">
            <a:extLst>
              <a:ext uri="{FF2B5EF4-FFF2-40B4-BE49-F238E27FC236}">
                <a16:creationId xmlns:a16="http://schemas.microsoft.com/office/drawing/2014/main" id="{36792F0E-DEBA-6C31-5613-59E8E3706BAE}"/>
              </a:ext>
            </a:extLst>
          </p:cNvPr>
          <p:cNvSpPr>
            <a:spLocks noGrp="1"/>
          </p:cNvSpPr>
          <p:nvPr>
            <p:ph type="body" sz="quarter" idx="19"/>
          </p:nvPr>
        </p:nvSpPr>
        <p:spPr>
          <a:xfrm>
            <a:off x="6244208"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11">
            <a:extLst>
              <a:ext uri="{FF2B5EF4-FFF2-40B4-BE49-F238E27FC236}">
                <a16:creationId xmlns:a16="http://schemas.microsoft.com/office/drawing/2014/main" id="{2A858486-2BAB-90FA-E642-5FFCB8955993}"/>
              </a:ext>
            </a:extLst>
          </p:cNvPr>
          <p:cNvSpPr>
            <a:spLocks noGrp="1"/>
          </p:cNvSpPr>
          <p:nvPr>
            <p:ph type="body" sz="quarter" idx="20"/>
          </p:nvPr>
        </p:nvSpPr>
        <p:spPr>
          <a:xfrm>
            <a:off x="9073133"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5" name="Text Placeholder 9">
            <a:extLst>
              <a:ext uri="{FF2B5EF4-FFF2-40B4-BE49-F238E27FC236}">
                <a16:creationId xmlns:a16="http://schemas.microsoft.com/office/drawing/2014/main" id="{6614B332-A4F9-7C7C-FA27-45DE478DA645}"/>
              </a:ext>
            </a:extLst>
          </p:cNvPr>
          <p:cNvSpPr>
            <a:spLocks noGrp="1"/>
          </p:cNvSpPr>
          <p:nvPr>
            <p:ph type="body" sz="quarter" idx="21"/>
          </p:nvPr>
        </p:nvSpPr>
        <p:spPr>
          <a:xfrm>
            <a:off x="9073133"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6914528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410.xml><?xml version="1.0" encoding="utf-8"?>
<p:sldLayout xmlns:a="http://schemas.openxmlformats.org/drawingml/2006/main" xmlns:r="http://schemas.openxmlformats.org/officeDocument/2006/relationships" xmlns:p="http://schemas.openxmlformats.org/presentationml/2006/main" preserve="1" userDrawn="1">
  <p:cSld name="Five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2849007"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5113814"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7378621"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hasCustomPrompt="1"/>
          </p:nvPr>
        </p:nvSpPr>
        <p:spPr>
          <a:xfrm>
            <a:off x="9643428"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25195852"/>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1411.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p:txBody>
          <a:bodyPr/>
          <a:lstStyle/>
          <a:p>
            <a:r>
              <a:rPr lang="en-US"/>
              <a:t>Click to edit title style</a:t>
            </a:r>
          </a:p>
        </p:txBody>
      </p:sp>
    </p:spTree>
    <p:extLst>
      <p:ext uri="{BB962C8B-B14F-4D97-AF65-F5344CB8AC3E}">
        <p14:creationId xmlns:p14="http://schemas.microsoft.com/office/powerpoint/2010/main" val="320474966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6">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0">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412.xml><?xml version="1.0" encoding="utf-8"?>
<p:sldLayout xmlns:a="http://schemas.openxmlformats.org/drawingml/2006/main" xmlns:r="http://schemas.openxmlformats.org/officeDocument/2006/relationships" xmlns:p="http://schemas.openxmlformats.org/presentationml/2006/main" preserve="1" userDrawn="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4" y="2875002"/>
            <a:ext cx="4127692" cy="1107996"/>
          </a:xfrm>
        </p:spPr>
        <p:txBody>
          <a:bodyPr wrap="square" anchor="ctr">
            <a:spAutoFit/>
          </a:bodyPr>
          <a:lstStyle/>
          <a:p>
            <a:r>
              <a:rPr lang="en-US"/>
              <a:t>Click to edit title style</a:t>
            </a:r>
          </a:p>
        </p:txBody>
      </p:sp>
    </p:spTree>
    <p:extLst>
      <p:ext uri="{BB962C8B-B14F-4D97-AF65-F5344CB8AC3E}">
        <p14:creationId xmlns:p14="http://schemas.microsoft.com/office/powerpoint/2010/main" val="3078607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1413.xml><?xml version="1.0" encoding="utf-8"?>
<p:sldLayout xmlns:a="http://schemas.openxmlformats.org/drawingml/2006/main" xmlns:r="http://schemas.openxmlformats.org/officeDocument/2006/relationships" xmlns:p="http://schemas.openxmlformats.org/presentationml/2006/main"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Tree>
    <p:extLst>
      <p:ext uri="{BB962C8B-B14F-4D97-AF65-F5344CB8AC3E}">
        <p14:creationId xmlns:p14="http://schemas.microsoft.com/office/powerpoint/2010/main" val="250768035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414.xml><?xml version="1.0" encoding="utf-8"?>
<p:sldLayout xmlns:a="http://schemas.openxmlformats.org/drawingml/2006/main" xmlns:r="http://schemas.openxmlformats.org/officeDocument/2006/relationships" xmlns:p="http://schemas.openxmlformats.org/presentationml/2006/main" preserve="1" userDrawn="1">
  <p:cSld name="Title - spli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2" y="457200"/>
            <a:ext cx="5687568" cy="553998"/>
          </a:xfrm>
        </p:spPr>
        <p:txBody>
          <a:bodyPr/>
          <a:lstStyle/>
          <a:p>
            <a:r>
              <a:rPr lang="en-US"/>
              <a:t>Click to edit title style</a:t>
            </a:r>
          </a:p>
        </p:txBody>
      </p:sp>
      <p:sp>
        <p:nvSpPr>
          <p:cNvPr id="4" name="Rectangle 3">
            <a:extLst>
              <a:ext uri="{FF2B5EF4-FFF2-40B4-BE49-F238E27FC236}">
                <a16:creationId xmlns:a16="http://schemas.microsoft.com/office/drawing/2014/main" id="{66ED9561-2D36-C7A9-8121-647D44F28482}"/>
              </a:ext>
              <a:ext uri="{C183D7F6-B498-43B3-948B-1728B52AA6E4}">
                <adec:decorative xmlns:adec="http://schemas.microsoft.com/office/drawing/2017/decorative" val="1"/>
              </a:ext>
            </a:extLst>
          </p:cNvPr>
          <p:cNvSpPr/>
          <p:nvPr userDrawn="1"/>
        </p:nvSpPr>
        <p:spPr bwMode="auto">
          <a:xfrm>
            <a:off x="6858000" y="0"/>
            <a:ext cx="5333999" cy="6858000"/>
          </a:xfrm>
          <a:prstGeom prst="rect">
            <a:avLst/>
          </a:prstGeom>
          <a:solidFill>
            <a:schemeClr val="bg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err="1">
              <a:ln>
                <a:noFill/>
              </a:ln>
              <a:solidFill>
                <a:srgbClr val="FFFFFF"/>
              </a:soli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69599528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415.xml><?xml version="1.0" encoding="utf-8"?>
<p:sldLayout xmlns:a="http://schemas.openxmlformats.org/drawingml/2006/main" xmlns:r="http://schemas.openxmlformats.org/officeDocument/2006/relationships" xmlns:p="http://schemas.openxmlformats.org/presentationml/2006/main" preserve="1" userDrawn="1">
  <p:cSld name="Title - 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453303"/>
            <a:ext cx="4158362" cy="430887"/>
          </a:xfrm>
        </p:spPr>
        <p:txBody>
          <a:bodyPr anchor="b"/>
          <a:lstStyle>
            <a:lvl1pPr>
              <a:defRPr sz="2800"/>
            </a:lvl1pPr>
          </a:lstStyle>
          <a:p>
            <a:r>
              <a:rPr lang="en-US"/>
              <a:t>Click to edit title style</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1971020"/>
            <a:ext cx="4162425" cy="307777"/>
          </a:xfrm>
        </p:spPr>
        <p:txBody>
          <a:bodyPr/>
          <a:lstStyle>
            <a:lvl1pPr marL="0" indent="0">
              <a:lnSpc>
                <a:spcPts val="2400"/>
              </a:lnSpc>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8" name="Text Placeholder 4">
            <a:extLst>
              <a:ext uri="{FF2B5EF4-FFF2-40B4-BE49-F238E27FC236}">
                <a16:creationId xmlns:a16="http://schemas.microsoft.com/office/drawing/2014/main" id="{AA4A25BE-EEC4-2D45-6B51-A6D5FDC0CD9E}"/>
              </a:ext>
            </a:extLst>
          </p:cNvPr>
          <p:cNvSpPr>
            <a:spLocks noGrp="1"/>
          </p:cNvSpPr>
          <p:nvPr>
            <p:ph type="body" sz="quarter" idx="13" hasCustomPrompt="1"/>
          </p:nvPr>
        </p:nvSpPr>
        <p:spPr>
          <a:xfrm>
            <a:off x="586062" y="3084755"/>
            <a:ext cx="4167188"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9" name="Text Placeholder 4">
            <a:extLst>
              <a:ext uri="{FF2B5EF4-FFF2-40B4-BE49-F238E27FC236}">
                <a16:creationId xmlns:a16="http://schemas.microsoft.com/office/drawing/2014/main" id="{B898ECC2-F025-9F52-FDDA-2757DC69BA28}"/>
              </a:ext>
            </a:extLst>
          </p:cNvPr>
          <p:cNvSpPr>
            <a:spLocks noGrp="1"/>
          </p:cNvSpPr>
          <p:nvPr>
            <p:ph type="body" sz="quarter" idx="17" hasCustomPrompt="1"/>
          </p:nvPr>
        </p:nvSpPr>
        <p:spPr>
          <a:xfrm>
            <a:off x="584200" y="3392529"/>
            <a:ext cx="4167188" cy="1598771"/>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AB1F49BE-32CF-300B-48DC-B74CA09F2E96}"/>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2432088536"/>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28">
          <p15:clr>
            <a:srgbClr val="A4A3A4"/>
          </p15:clr>
        </p15:guide>
      </p15:sldGuideLst>
    </p:ext>
  </p:extLst>
</p:sldLayout>
</file>

<file path=ppt/slideLayouts/slideLayout1416.xml><?xml version="1.0" encoding="utf-8"?>
<p:sldLayout xmlns:a="http://schemas.openxmlformats.org/drawingml/2006/main" xmlns:r="http://schemas.openxmlformats.org/officeDocument/2006/relationships" xmlns:p="http://schemas.openxmlformats.org/presentationml/2006/main" preserve="1" userDrawn="1">
  <p:cSld name="Title - Square Photo 2">
    <p:bg>
      <p:bgPr>
        <a:solidFill>
          <a:schemeClr val="bg2"/>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3535540"/>
            <a:ext cx="4162425" cy="307777"/>
          </a:xfrm>
        </p:spPr>
        <p:txBody>
          <a:bodyPr/>
          <a:lstStyle>
            <a:lvl1pPr marL="0" indent="0">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327750147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1417.xml><?xml version="1.0" encoding="utf-8"?>
<p:sldLayout xmlns:a="http://schemas.openxmlformats.org/drawingml/2006/main" xmlns:r="http://schemas.openxmlformats.org/officeDocument/2006/relationships" xmlns:p="http://schemas.openxmlformats.org/presentationml/2006/main" preserve="1" userDrawn="1">
  <p:cSld name="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hasCustomPrompt="1"/>
          </p:nvPr>
        </p:nvSpPr>
        <p:spPr>
          <a:xfrm>
            <a:off x="588263" y="2873414"/>
            <a:ext cx="4159950" cy="1107996"/>
          </a:xfrm>
        </p:spPr>
        <p:txBody>
          <a:bodyPr anchor="ct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59072879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1418.xml><?xml version="1.0" encoding="utf-8"?>
<p:sldLayout xmlns:a="http://schemas.openxmlformats.org/drawingml/2006/main" xmlns:r="http://schemas.openxmlformats.org/officeDocument/2006/relationships" xmlns:p="http://schemas.openxmlformats.org/presentationml/2006/main" preserve="1" userDrawn="1">
  <p:cSld name="Square Photo 2">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738664"/>
          </a:xfrm>
        </p:spPr>
        <p:txBody>
          <a:bodyPr anchor="t"/>
          <a:lstStyle>
            <a:lvl1pPr>
              <a:defRPr sz="24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552095664"/>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1419.xml><?xml version="1.0" encoding="utf-8"?>
<p:sldLayout xmlns:a="http://schemas.openxmlformats.org/drawingml/2006/main" xmlns:r="http://schemas.openxmlformats.org/officeDocument/2006/relationships" xmlns:p="http://schemas.openxmlformats.org/presentationml/2006/main" preserve="1" userDrawn="1">
  <p:cSld name="Photo full bleed">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5159207"/>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420.xml><?xml version="1.0" encoding="utf-8"?>
<p:sldLayout xmlns:a="http://schemas.openxmlformats.org/drawingml/2006/main" xmlns:r="http://schemas.openxmlformats.org/officeDocument/2006/relationships" xmlns:p="http://schemas.openxmlformats.org/presentationml/2006/main" preserve="1" userDrawn="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200" spc="0">
                <a:solidFill>
                  <a:srgbClr val="FFFFFF"/>
                </a:solidFill>
              </a:defRPr>
            </a:lvl1pPr>
          </a:lstStyle>
          <a:p>
            <a:r>
              <a:rPr lang="en-US"/>
              <a:t>Click to edit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9917259"/>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421.xml><?xml version="1.0" encoding="utf-8"?>
<p:sldLayout xmlns:a="http://schemas.openxmlformats.org/drawingml/2006/main" xmlns:r="http://schemas.openxmlformats.org/officeDocument/2006/relationships" xmlns:p="http://schemas.openxmlformats.org/presentationml/2006/main" preserve="1" userDrawn="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627371179"/>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1422.xml><?xml version="1.0" encoding="utf-8"?>
<p:sldLayout xmlns:a="http://schemas.openxmlformats.org/drawingml/2006/main" xmlns:r="http://schemas.openxmlformats.org/officeDocument/2006/relationships" xmlns:p="http://schemas.openxmlformats.org/presentationml/2006/main" preserve="1" userDrawn="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617601740"/>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1423.xml><?xml version="1.0" encoding="utf-8"?>
<p:sldLayout xmlns:a="http://schemas.openxmlformats.org/drawingml/2006/main" xmlns:r="http://schemas.openxmlformats.org/officeDocument/2006/relationships" xmlns:p="http://schemas.openxmlformats.org/presentationml/2006/main" preserve="1" userDrawn="1">
  <p:cSld name="Top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hasCustomPrompt="1"/>
          </p:nvPr>
        </p:nvSpPr>
        <p:spPr>
          <a:xfrm>
            <a:off x="588263" y="5436128"/>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66885463"/>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424.xml><?xml version="1.0" encoding="utf-8"?>
<p:sldLayout xmlns:a="http://schemas.openxmlformats.org/drawingml/2006/main" xmlns:r="http://schemas.openxmlformats.org/officeDocument/2006/relationships" xmlns:p="http://schemas.openxmlformats.org/presentationml/2006/main" preserve="1" userDrawn="1">
  <p:cSld name="Bottom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hasCustomPrompt="1"/>
          </p:nvPr>
        </p:nvSpPr>
        <p:spPr>
          <a:xfrm>
            <a:off x="588263" y="866287"/>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14112850"/>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1425.xml><?xml version="1.0" encoding="utf-8"?>
<p:sldLayout xmlns:a="http://schemas.openxmlformats.org/drawingml/2006/main" xmlns:r="http://schemas.openxmlformats.org/officeDocument/2006/relationships" xmlns:p="http://schemas.openxmlformats.org/presentationml/2006/main" preserve="1" userDrawn="1">
  <p:cSld name="Two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4199"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prstGeom prst="roundRect">
            <a:avLst>
              <a:gd name="adj" fmla="val 8178"/>
            </a:avLst>
          </a:prstGeom>
          <a:blipFill>
            <a:blip r:embed="rId2"/>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1860"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prstGeom prst="roundRect">
            <a:avLst>
              <a:gd name="adj" fmla="val 7612"/>
            </a:avLst>
          </a:prstGeom>
          <a:blipFill>
            <a:blip r:embed="rId3"/>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807229046"/>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1426.xml><?xml version="1.0" encoding="utf-8"?>
<p:sldLayout xmlns:a="http://schemas.openxmlformats.org/drawingml/2006/main" xmlns:r="http://schemas.openxmlformats.org/officeDocument/2006/relationships" xmlns:p="http://schemas.openxmlformats.org/presentationml/2006/main" preserve="1" userDrawn="1">
  <p:cSld name="Three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89540135"/>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427.xml><?xml version="1.0" encoding="utf-8"?>
<p:sldLayout xmlns:a="http://schemas.openxmlformats.org/drawingml/2006/main" xmlns:r="http://schemas.openxmlformats.org/officeDocument/2006/relationships" xmlns:p="http://schemas.openxmlformats.org/presentationml/2006/main" preserve="1" userDrawn="1">
  <p:cSld name="Three picture with subtitl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1332631"/>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1332631"/>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1332631"/>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4">
            <a:extLst>
              <a:ext uri="{FF2B5EF4-FFF2-40B4-BE49-F238E27FC236}">
                <a16:creationId xmlns:a16="http://schemas.microsoft.com/office/drawing/2014/main" id="{2BFE283E-20EE-6783-BD84-82B4E8AD3588}"/>
              </a:ext>
            </a:extLst>
          </p:cNvPr>
          <p:cNvSpPr>
            <a:spLocks noGrp="1"/>
          </p:cNvSpPr>
          <p:nvPr>
            <p:ph type="body" sz="quarter" idx="19" hasCustomPrompt="1"/>
          </p:nvPr>
        </p:nvSpPr>
        <p:spPr>
          <a:xfrm>
            <a:off x="584200"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4F92DA75-7E4D-567F-ECD8-2CA3158E6DF4}"/>
              </a:ext>
            </a:extLst>
          </p:cNvPr>
          <p:cNvSpPr>
            <a:spLocks noGrp="1"/>
          </p:cNvSpPr>
          <p:nvPr>
            <p:ph type="body" sz="quarter" idx="20" hasCustomPrompt="1"/>
          </p:nvPr>
        </p:nvSpPr>
        <p:spPr>
          <a:xfrm>
            <a:off x="4356101"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8" name="Text Placeholder 4">
            <a:extLst>
              <a:ext uri="{FF2B5EF4-FFF2-40B4-BE49-F238E27FC236}">
                <a16:creationId xmlns:a16="http://schemas.microsoft.com/office/drawing/2014/main" id="{1341BE00-329F-B62F-D11D-64896AE5DD0E}"/>
              </a:ext>
            </a:extLst>
          </p:cNvPr>
          <p:cNvSpPr>
            <a:spLocks noGrp="1"/>
          </p:cNvSpPr>
          <p:nvPr>
            <p:ph type="body" sz="quarter" idx="21" hasCustomPrompt="1"/>
          </p:nvPr>
        </p:nvSpPr>
        <p:spPr>
          <a:xfrm>
            <a:off x="8134943" y="5354468"/>
            <a:ext cx="3474445"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721669192"/>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428.xml><?xml version="1.0" encoding="utf-8"?>
<p:sldLayout xmlns:a="http://schemas.openxmlformats.org/drawingml/2006/main" xmlns:r="http://schemas.openxmlformats.org/officeDocument/2006/relationships" xmlns:p="http://schemas.openxmlformats.org/presentationml/2006/main" preserve="1" userDrawn="1">
  <p:cSld name="Four picture content">
    <p:bg>
      <p:bgPr>
        <a:solidFill>
          <a:srgbClr val="F4F3F5"/>
        </a:solidFill>
        <a:effectLst/>
      </p:bgPr>
    </p:bg>
    <p:spTree>
      <p:nvGrpSpPr>
        <p:cNvPr id="1" name=""/>
        <p:cNvGrpSpPr/>
        <p:nvPr/>
      </p:nvGrpSpPr>
      <p:grpSpPr>
        <a:xfrm>
          <a:off x="0" y="0"/>
          <a:ext cx="0" cy="0"/>
          <a:chOff x="0" y="0"/>
          <a:chExt cx="0" cy="0"/>
        </a:xfrm>
      </p:grpSpPr>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prstGeom prst="roundRect">
            <a:avLst>
              <a:gd name="adj" fmla="val 9291"/>
            </a:avLst>
          </a:prstGeo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prstGeom prst="roundRect">
            <a:avLst>
              <a:gd name="adj" fmla="val 9680"/>
            </a:avLst>
          </a:prstGeo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prstGeom prst="roundRect">
            <a:avLst>
              <a:gd name="adj" fmla="val 9679"/>
            </a:avLst>
          </a:prstGeo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prstGeom prst="roundRect">
            <a:avLst>
              <a:gd name="adj" fmla="val 9680"/>
            </a:avLst>
          </a:prstGeo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3413908"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5204"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hasCustomPrompt="1"/>
          </p:nvPr>
        </p:nvSpPr>
        <p:spPr>
          <a:xfrm>
            <a:off x="9076500"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Tree>
    <p:extLst>
      <p:ext uri="{BB962C8B-B14F-4D97-AF65-F5344CB8AC3E}">
        <p14:creationId xmlns:p14="http://schemas.microsoft.com/office/powerpoint/2010/main" val="3906914797"/>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1429.xml><?xml version="1.0" encoding="utf-8"?>
<p:sldLayout xmlns:a="http://schemas.openxmlformats.org/drawingml/2006/main" xmlns:r="http://schemas.openxmlformats.org/officeDocument/2006/relationships" xmlns:p="http://schemas.openxmlformats.org/presentationml/2006/main" preserve="1" userDrawn="1">
  <p:cSld name="Two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6714744"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8CE10F07-B8D9-4B69-A567-8BEDE6973D9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87595012"/>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1430.xml><?xml version="1.0" encoding="utf-8"?>
<p:sldLayout xmlns:a="http://schemas.openxmlformats.org/drawingml/2006/main" xmlns:r="http://schemas.openxmlformats.org/officeDocument/2006/relationships" xmlns:p="http://schemas.openxmlformats.org/presentationml/2006/main" preserve="1" userDrawn="1">
  <p:cSld name="Thre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2"/>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4669536" y="4799409"/>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8753856" y="479941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025569780"/>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1431.xml><?xml version="1.0" encoding="utf-8"?>
<p:sldLayout xmlns:a="http://schemas.openxmlformats.org/drawingml/2006/main" xmlns:r="http://schemas.openxmlformats.org/officeDocument/2006/relationships" xmlns:p="http://schemas.openxmlformats.org/presentationml/2006/main" preserve="1" userDrawn="1">
  <p:cSld name="Four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3649472"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6713728" y="479941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9777984"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803520036"/>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1432.xml><?xml version="1.0" encoding="utf-8"?>
<p:sldLayout xmlns:a="http://schemas.openxmlformats.org/drawingml/2006/main" xmlns:r="http://schemas.openxmlformats.org/officeDocument/2006/relationships" xmlns:p="http://schemas.openxmlformats.org/presentationml/2006/main" preserve="1" userDrawn="1">
  <p:cSld name="Fiv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292608" y="4800600"/>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2743962" y="4799409"/>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5195316" y="4799410"/>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7646670"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hasCustomPrompt="1"/>
          </p:nvPr>
        </p:nvSpPr>
        <p:spPr>
          <a:xfrm>
            <a:off x="10098024"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20176245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1433.xml><?xml version="1.0" encoding="utf-8"?>
<p:sldLayout xmlns:a="http://schemas.openxmlformats.org/drawingml/2006/main" xmlns:r="http://schemas.openxmlformats.org/officeDocument/2006/relationships" xmlns:p="http://schemas.openxmlformats.org/presentationml/2006/main" preserve="1" userDrawn="1">
  <p:cSld name="Thre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9747"/>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2037906"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4939284"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7840663"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57734870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1434.xml><?xml version="1.0" encoding="utf-8"?>
<p:sldLayout xmlns:a="http://schemas.openxmlformats.org/drawingml/2006/main" xmlns:r="http://schemas.openxmlformats.org/officeDocument/2006/relationships" xmlns:p="http://schemas.openxmlformats.org/presentationml/2006/main" preserve="1" userDrawn="1">
  <p:cSld name="Four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348725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63903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9293351"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7342212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1435.xml><?xml version="1.0" encoding="utf-8"?>
<p:sldLayout xmlns:a="http://schemas.openxmlformats.org/drawingml/2006/main" xmlns:r="http://schemas.openxmlformats.org/officeDocument/2006/relationships" xmlns:p="http://schemas.openxmlformats.org/presentationml/2006/main" preserve="1" userDrawn="1">
  <p:cSld name="Fiv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2905506"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5227320" y="4235451"/>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7548118"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hasCustomPrompt="1"/>
          </p:nvPr>
        </p:nvSpPr>
        <p:spPr>
          <a:xfrm>
            <a:off x="9869423"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44772515"/>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1436.xml><?xml version="1.0" encoding="utf-8"?>
<p:sldLayout xmlns:a="http://schemas.openxmlformats.org/drawingml/2006/main" xmlns:r="http://schemas.openxmlformats.org/officeDocument/2006/relationships" xmlns:p="http://schemas.openxmlformats.org/presentationml/2006/main" preserve="1" userDrawn="1">
  <p:cSld name="Title and text side by sid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hasCustomPrompt="1"/>
          </p:nvPr>
        </p:nvSpPr>
        <p:spPr>
          <a:xfrm>
            <a:off x="4356100" y="2309812"/>
            <a:ext cx="7253288" cy="3959225"/>
          </a:xfrm>
        </p:spPr>
        <p:txBody>
          <a:bodyPr anchor="t"/>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948370C-2FF9-EB05-1275-F0B9E34E40E3}"/>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2573620"/>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437.xml><?xml version="1.0" encoding="utf-8"?>
<p:sldLayout xmlns:a="http://schemas.openxmlformats.org/drawingml/2006/main" xmlns:r="http://schemas.openxmlformats.org/officeDocument/2006/relationships" xmlns:p="http://schemas.openxmlformats.org/presentationml/2006/main" preserve="1" userDrawn="1">
  <p:cSld name="Title and text side by side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FD366496-0526-A79B-C195-310BDEC5329D}"/>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8B9282B-2098-430D-B57F-67ED8C920ADA}"/>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F917A19-5353-F019-737D-CB017D70B4F9}"/>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9" name="Text Placeholder 2">
            <a:extLst>
              <a:ext uri="{FF2B5EF4-FFF2-40B4-BE49-F238E27FC236}">
                <a16:creationId xmlns:a16="http://schemas.microsoft.com/office/drawing/2014/main" id="{E9EDB421-EDBF-FF28-16C9-56834DF21C4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20" name="Text Placeholder 2">
            <a:extLst>
              <a:ext uri="{FF2B5EF4-FFF2-40B4-BE49-F238E27FC236}">
                <a16:creationId xmlns:a16="http://schemas.microsoft.com/office/drawing/2014/main" id="{8C86039A-AC59-0AA2-3B10-E7EE56A2CD57}"/>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84126602"/>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438.xml><?xml version="1.0" encoding="utf-8"?>
<p:sldLayout xmlns:a="http://schemas.openxmlformats.org/drawingml/2006/main" xmlns:r="http://schemas.openxmlformats.org/officeDocument/2006/relationships" xmlns:p="http://schemas.openxmlformats.org/presentationml/2006/main" preserve="1" userDrawn="1">
  <p:cSld name="Title and text side by side 3">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hasCustomPrompt="1"/>
          </p:nvPr>
        </p:nvSpPr>
        <p:spPr>
          <a:xfrm>
            <a:off x="4941888" y="585789"/>
            <a:ext cx="6667500" cy="5683248"/>
          </a:xfrm>
        </p:spPr>
        <p:txBody>
          <a:bodyPr anchor="ctr"/>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082075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439.xml><?xml version="1.0" encoding="utf-8"?>
<p:sldLayout xmlns:a="http://schemas.openxmlformats.org/drawingml/2006/main" xmlns:r="http://schemas.openxmlformats.org/officeDocument/2006/relationships" xmlns:p="http://schemas.openxmlformats.org/presentationml/2006/main" preserve="1" userDrawn="1">
  <p:cSld name="Title and text side by side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EFC8378B-6E45-F469-0519-68B9FC5BEEA8}"/>
              </a:ext>
            </a:extLst>
          </p:cNvPr>
          <p:cNvSpPr>
            <a:spLocks noGrp="1"/>
          </p:cNvSpPr>
          <p:nvPr>
            <p:ph type="body" sz="quarter" idx="11" hasCustomPrompt="1"/>
          </p:nvPr>
        </p:nvSpPr>
        <p:spPr>
          <a:xfrm>
            <a:off x="5654082" y="1857800"/>
            <a:ext cx="5966418"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6" name="Text Placeholder 2">
            <a:extLst>
              <a:ext uri="{FF2B5EF4-FFF2-40B4-BE49-F238E27FC236}">
                <a16:creationId xmlns:a16="http://schemas.microsoft.com/office/drawing/2014/main" id="{6763BA2C-322D-A7E8-7431-EF84FFCD9B12}"/>
              </a:ext>
            </a:extLst>
          </p:cNvPr>
          <p:cNvSpPr>
            <a:spLocks noGrp="1"/>
          </p:cNvSpPr>
          <p:nvPr>
            <p:ph type="body" sz="quarter" idx="25" hasCustomPrompt="1"/>
          </p:nvPr>
        </p:nvSpPr>
        <p:spPr>
          <a:xfrm>
            <a:off x="5095668" y="1857800"/>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233279391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440.xml><?xml version="1.0" encoding="utf-8"?>
<p:sldLayout xmlns:a="http://schemas.openxmlformats.org/drawingml/2006/main" xmlns:r="http://schemas.openxmlformats.org/officeDocument/2006/relationships" xmlns:p="http://schemas.openxmlformats.org/presentationml/2006/main" preserve="1" userDrawn="1">
  <p:cSld name="Title and text side by side 5">
    <p:bg>
      <p:bgPr>
        <a:solidFill>
          <a:srgbClr val="F4F3F5"/>
        </a:solidFill>
        <a:effectLst/>
      </p:bgPr>
    </p:bg>
    <p:spTree>
      <p:nvGrpSpPr>
        <p:cNvPr id="1" name=""/>
        <p:cNvGrpSpPr/>
        <p:nvPr/>
      </p:nvGrpSpPr>
      <p:grpSpPr>
        <a:xfrm>
          <a:off x="0" y="0"/>
          <a:ext cx="0" cy="0"/>
          <a:chOff x="0" y="0"/>
          <a:chExt cx="0" cy="0"/>
        </a:xfrm>
      </p:grpSpPr>
      <p:cxnSp>
        <p:nvCxnSpPr>
          <p:cNvPr id="36" name="Straight Connector 35">
            <a:extLst>
              <a:ext uri="{FF2B5EF4-FFF2-40B4-BE49-F238E27FC236}">
                <a16:creationId xmlns:a16="http://schemas.microsoft.com/office/drawing/2014/main" id="{50BFCD8B-853E-92A8-FD5C-C5659CCB744A}"/>
              </a:ext>
              <a:ext uri="{C183D7F6-B498-43B3-948B-1728B52AA6E4}">
                <adec:decorative xmlns:adec="http://schemas.microsoft.com/office/drawing/2017/decorative" val="1"/>
              </a:ext>
            </a:extLst>
          </p:cNvPr>
          <p:cNvCxnSpPr>
            <a:cxnSpLocks/>
          </p:cNvCxnSpPr>
          <p:nvPr userDrawn="1"/>
        </p:nvCxnSpPr>
        <p:spPr>
          <a:xfrm>
            <a:off x="584200" y="2019300"/>
            <a:ext cx="3182112" cy="0"/>
          </a:xfrm>
          <a:prstGeom prst="line">
            <a:avLst/>
          </a:prstGeom>
          <a:ln w="76200" cap="rnd">
            <a:gradFill>
              <a:gsLst>
                <a:gs pos="0">
                  <a:schemeClr val="accent1"/>
                </a:gs>
                <a:gs pos="100000">
                  <a:schemeClr val="accent2"/>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1698F6FE-FA89-D09B-0F56-2F89F05F6E1E}"/>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8" name="Text Placeholder 2">
            <a:extLst>
              <a:ext uri="{FF2B5EF4-FFF2-40B4-BE49-F238E27FC236}">
                <a16:creationId xmlns:a16="http://schemas.microsoft.com/office/drawing/2014/main" id="{1DBC7FD1-5168-7C9E-36DD-EFCBEFE2FAC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9" name="Text Placeholder 2">
            <a:extLst>
              <a:ext uri="{FF2B5EF4-FFF2-40B4-BE49-F238E27FC236}">
                <a16:creationId xmlns:a16="http://schemas.microsoft.com/office/drawing/2014/main" id="{AC81A518-CF66-2BAF-FE9A-48CB9F7E9C5C}"/>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3363125809"/>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441.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F4F3F5"/>
        </a:solidFill>
        <a:effectLst/>
      </p:bgPr>
    </p:bg>
    <p:spTree>
      <p:nvGrpSpPr>
        <p:cNvPr id="1" name=""/>
        <p:cNvGrpSpPr/>
        <p:nvPr/>
      </p:nvGrpSpPr>
      <p:grpSpPr>
        <a:xfrm>
          <a:off x="0" y="0"/>
          <a:ext cx="0" cy="0"/>
          <a:chOff x="0" y="0"/>
          <a:chExt cx="0" cy="0"/>
        </a:xfrm>
      </p:grpSpPr>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91438" y="710247"/>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Tree>
    <p:extLst>
      <p:ext uri="{BB962C8B-B14F-4D97-AF65-F5344CB8AC3E}">
        <p14:creationId xmlns:p14="http://schemas.microsoft.com/office/powerpoint/2010/main" val="25868070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442.xml><?xml version="1.0" encoding="utf-8"?>
<p:sldLayout xmlns:a="http://schemas.openxmlformats.org/drawingml/2006/main" xmlns:r="http://schemas.openxmlformats.org/officeDocument/2006/relationships" xmlns:p="http://schemas.openxmlformats.org/presentationml/2006/main" preserve="1" userDrawn="1">
  <p:cSld name="Developer code 2">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userDrawn="1"/>
        </p:nvSpPr>
        <p:spPr bwMode="auto">
          <a:xfrm>
            <a:off x="0" y="1436688"/>
            <a:ext cx="12192000" cy="542131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143668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88263" y="2099310"/>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Tree>
    <p:extLst>
      <p:ext uri="{BB962C8B-B14F-4D97-AF65-F5344CB8AC3E}">
        <p14:creationId xmlns:p14="http://schemas.microsoft.com/office/powerpoint/2010/main" val="11567833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443.xml><?xml version="1.0" encoding="utf-8"?>
<p:sldLayout xmlns:a="http://schemas.openxmlformats.org/drawingml/2006/main" xmlns:r="http://schemas.openxmlformats.org/officeDocument/2006/relationships" xmlns:p="http://schemas.openxmlformats.org/presentationml/2006/main" preserve="1" userDrawn="1">
  <p:cSld name="Developer code bottom">
    <p:bg>
      <p:bgRef idx="1001">
        <a:schemeClr val="bg2"/>
      </p:bgRef>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86390" y="1230681"/>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2827138"/>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282713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3491219"/>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27917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1776">
          <p15:clr>
            <a:srgbClr val="5ACBF0"/>
          </p15:clr>
        </p15:guide>
        <p15:guide id="5" orient="horz" pos="2197">
          <p15:clr>
            <a:srgbClr val="5ACBF0"/>
          </p15:clr>
        </p15:guide>
        <p15:guide id="6" orient="horz" pos="773">
          <p15:clr>
            <a:srgbClr val="5ACBF0"/>
          </p15:clr>
        </p15:guide>
      </p15:sldGuideLst>
    </p:ext>
  </p:extLst>
</p:sldLayout>
</file>

<file path=ppt/slideLayouts/slideLayout1444.xml><?xml version="1.0" encoding="utf-8"?>
<p:sldLayout xmlns:a="http://schemas.openxmlformats.org/drawingml/2006/main" xmlns:r="http://schemas.openxmlformats.org/officeDocument/2006/relationships" xmlns:p="http://schemas.openxmlformats.org/presentationml/2006/main" preserve="1" userDrawn="1">
  <p:cSld name="Developer code top">
    <p:bg>
      <p:bgRef idx="1001">
        <a:schemeClr val="bg2"/>
      </p:bgRef>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0"/>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a:xfrm>
            <a:off x="588263" y="4224580"/>
            <a:ext cx="11018520" cy="492443"/>
          </a:xfrm>
        </p:spPr>
        <p:txBody>
          <a:bodyPr/>
          <a:lstStyle>
            <a:lvl1pPr>
              <a:defRPr sz="3200">
                <a:solidFill>
                  <a:schemeClr val="tx1"/>
                </a:solidFill>
              </a:defRPr>
            </a:lvl1pPr>
          </a:lstStyle>
          <a:p>
            <a:r>
              <a:rPr lang="en-US"/>
              <a:t>Click to edit title style</a:t>
            </a: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660508"/>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91152" y="4996505"/>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309321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2661">
          <p15:clr>
            <a:srgbClr val="5ACBF0"/>
          </p15:clr>
        </p15:guide>
        <p15:guide id="5" orient="horz" pos="3147">
          <p15:clr>
            <a:srgbClr val="5ACBF0"/>
          </p15:clr>
        </p15:guide>
        <p15:guide id="6" orient="horz" pos="419">
          <p15:clr>
            <a:srgbClr val="5ACBF0"/>
          </p15:clr>
        </p15:guide>
      </p15:sldGuideLst>
    </p:ext>
  </p:extLst>
</p:sldLayout>
</file>

<file path=ppt/slideLayouts/slideLayout1445.xml><?xml version="1.0" encoding="utf-8"?>
<p:sldLayout xmlns:a="http://schemas.openxmlformats.org/drawingml/2006/main" xmlns:r="http://schemas.openxmlformats.org/officeDocument/2006/relationships" xmlns:p="http://schemas.openxmlformats.org/presentationml/2006/main" preserve="1" userDrawn="1">
  <p:cSld name="Developer code right">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82BB27-7DA5-4478-8C18-C1FFEE20AAC1}"/>
              </a:ext>
            </a:extLst>
          </p:cNvPr>
          <p:cNvSpPr>
            <a:spLocks noGrp="1"/>
          </p:cNvSpPr>
          <p:nvPr>
            <p:ph type="title" hasCustomPrompt="1"/>
          </p:nvPr>
        </p:nvSpPr>
        <p:spPr>
          <a:xfrm>
            <a:off x="588263" y="457200"/>
            <a:ext cx="4040887" cy="492443"/>
          </a:xfrm>
        </p:spPr>
        <p:txBody>
          <a:bodyPr/>
          <a:lstStyle>
            <a:lvl1pPr>
              <a:defRPr sz="3200">
                <a:solidFill>
                  <a:schemeClr val="tx1"/>
                </a:solidFill>
              </a:defRPr>
            </a:lvl1pPr>
          </a:lstStyle>
          <a:p>
            <a:r>
              <a:rPr lang="en-US"/>
              <a:t>Click to edit title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588965" y="1338139"/>
            <a:ext cx="4040185"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5211763"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00725" y="709187"/>
            <a:ext cx="5801961" cy="307777"/>
          </a:xfrm>
        </p:spPr>
        <p:txBody>
          <a:bodyPr/>
          <a:lstStyle>
            <a:lvl1pPr marL="0" indent="0">
              <a:buNone/>
              <a:tabLst/>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68270880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446.xml><?xml version="1.0" encoding="utf-8"?>
<p:sldLayout xmlns:a="http://schemas.openxmlformats.org/drawingml/2006/main" xmlns:r="http://schemas.openxmlformats.org/officeDocument/2006/relationships" xmlns:p="http://schemas.openxmlformats.org/presentationml/2006/main" preserve="1" userDrawn="1">
  <p:cSld name="Developer code left">
    <p:bg>
      <p:bgRef idx="1001">
        <a:schemeClr val="bg2"/>
      </p:bgRef>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2"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6BB14A7D-C409-4A7C-9D82-A2E5DBB8AB72}"/>
              </a:ext>
            </a:extLst>
          </p:cNvPr>
          <p:cNvSpPr>
            <a:spLocks noGrp="1"/>
          </p:cNvSpPr>
          <p:nvPr>
            <p:ph type="title" hasCustomPrompt="1"/>
          </p:nvPr>
        </p:nvSpPr>
        <p:spPr>
          <a:xfrm>
            <a:off x="7575549" y="457200"/>
            <a:ext cx="4031233" cy="492443"/>
          </a:xfrm>
        </p:spPr>
        <p:txBody>
          <a:bodyPr/>
          <a:lstStyle>
            <a:lvl1pPr>
              <a:defRPr sz="3200">
                <a:solidFill>
                  <a:schemeClr val="tx1"/>
                </a:solidFill>
              </a:defRPr>
            </a:lvl1pPr>
          </a:lstStyle>
          <a:p>
            <a:r>
              <a:rPr lang="en-US"/>
              <a:t>Click to edit title</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7575550" y="1336675"/>
            <a:ext cx="4033838"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9302251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447.xml><?xml version="1.0" encoding="utf-8"?>
<p:sldLayout xmlns:a="http://schemas.openxmlformats.org/drawingml/2006/main" xmlns:r="http://schemas.openxmlformats.org/officeDocument/2006/relationships" xmlns:p="http://schemas.openxmlformats.org/presentationml/2006/main" preserve="1" userDrawn="1">
  <p:cSld name="Developer code left, image right">
    <p:bg>
      <p:bgPr>
        <a:solidFill>
          <a:srgbClr val="F4F3F5"/>
        </a:solidFill>
        <a:effectLst/>
      </p:bgPr>
    </p:bg>
    <p:spTree>
      <p:nvGrpSpPr>
        <p:cNvPr id="1" name=""/>
        <p:cNvGrpSpPr/>
        <p:nvPr/>
      </p:nvGrpSpPr>
      <p:grpSpPr>
        <a:xfrm>
          <a:off x="0" y="0"/>
          <a:ext cx="0" cy="0"/>
          <a:chOff x="0" y="0"/>
          <a:chExt cx="0" cy="0"/>
        </a:xfrm>
      </p:grpSpPr>
      <p:sp>
        <p:nvSpPr>
          <p:cNvPr id="9" name="Picture Placeholder 7" descr="This photo is a 'placeholder' only. Drag or drop your photo here, or click and tap the center to insert a photo.">
            <a:extLst>
              <a:ext uri="{FF2B5EF4-FFF2-40B4-BE49-F238E27FC236}">
                <a16:creationId xmlns:a16="http://schemas.microsoft.com/office/drawing/2014/main" id="{8456ECE7-2FD2-0E8A-D0BD-61173814D9B7}"/>
              </a:ext>
            </a:extLst>
          </p:cNvPr>
          <p:cNvSpPr>
            <a:spLocks noGrp="1"/>
          </p:cNvSpPr>
          <p:nvPr>
            <p:ph type="pic" sz="quarter" idx="10" hasCustomPrompt="1"/>
          </p:nvPr>
        </p:nvSpPr>
        <p:spPr bwMode="ltGray">
          <a:xfrm>
            <a:off x="8490856" y="707231"/>
            <a:ext cx="3116945" cy="5561808"/>
          </a:xfrm>
          <a:prstGeom prst="roundRect">
            <a:avLst>
              <a:gd name="adj" fmla="val 4445"/>
            </a:avLst>
          </a:prstGeom>
          <a:blipFill>
            <a:blip r:embed="rId2"/>
            <a:stretch>
              <a:fillRect l="-107368" r="-109854"/>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410421373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448.xml><?xml version="1.0" encoding="utf-8"?>
<p:sldLayout xmlns:a="http://schemas.openxmlformats.org/drawingml/2006/main" xmlns:r="http://schemas.openxmlformats.org/officeDocument/2006/relationships" xmlns:p="http://schemas.openxmlformats.org/presentationml/2006/main" preserve="1" userDrawn="1">
  <p:cSld name="Device 1">
    <p:bg>
      <p:bgPr>
        <a:solidFill>
          <a:srgbClr val="F4F3F5"/>
        </a:soli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C4B95F29-56C3-4C85-A12B-0B0BE769E70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2" name="Title 1"/>
          <p:cNvSpPr>
            <a:spLocks noGrp="1"/>
          </p:cNvSpPr>
          <p:nvPr>
            <p:ph type="title" hasCustomPrompt="1"/>
          </p:nvPr>
        </p:nvSpPr>
        <p:spPr>
          <a:xfrm>
            <a:off x="584200" y="464817"/>
            <a:ext cx="11023600"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1: one column</a:t>
            </a:r>
          </a:p>
        </p:txBody>
      </p:sp>
      <p:sp>
        <p:nvSpPr>
          <p:cNvPr id="4" name="Text Placeholder 3"/>
          <p:cNvSpPr>
            <a:spLocks noGrp="1"/>
          </p:cNvSpPr>
          <p:nvPr>
            <p:ph type="body" sz="quarter" idx="10" hasCustomPrompt="1"/>
          </p:nvPr>
        </p:nvSpPr>
        <p:spPr>
          <a:xfrm>
            <a:off x="584200" y="1922802"/>
            <a:ext cx="4630006" cy="615553"/>
          </a:xfrm>
          <a:prstGeom prst="rect">
            <a:avLst/>
          </a:prstGeom>
        </p:spPr>
        <p:txBody>
          <a:bodyPr wrap="square" lIns="0" tIns="0" rIns="0" bIns="0">
            <a:spAutoFit/>
          </a:bodyPr>
          <a:lstStyle>
            <a:lvl1pPr marL="0" indent="0">
              <a:lnSpc>
                <a:spcPts val="2400"/>
              </a:lnSpc>
              <a:buNone/>
              <a:defRPr sz="2000" b="0" i="0">
                <a:solidFill>
                  <a:srgbClr val="000000"/>
                </a:solidFill>
                <a:latin typeface="+mn-lt"/>
              </a:defRPr>
            </a:lvl1pPr>
            <a:lvl2pPr marL="224097" indent="0">
              <a:buNone/>
              <a:defRPr/>
            </a:lvl2pPr>
            <a:lvl3pPr marL="448193" indent="0">
              <a:buNone/>
              <a:defRPr/>
            </a:lvl3pPr>
            <a:lvl4pPr marL="672290" indent="0">
              <a:buNone/>
              <a:defRPr/>
            </a:lvl4pPr>
            <a:lvl5pPr marL="896386" indent="0">
              <a:buNone/>
              <a:defRPr/>
            </a:lvl5pPr>
          </a:lstStyle>
          <a:p>
            <a:pPr lvl="0"/>
            <a:r>
              <a:rPr lang="pt-BR"/>
              <a:t>Large subhead Segoe UI Regular 20/24. </a:t>
            </a:r>
            <a:r>
              <a:rPr lang="da-DK"/>
              <a:t>Lorem ipsum dolor sit amet</a:t>
            </a:r>
            <a:r>
              <a:rPr lang="pt-BR"/>
              <a:t>.</a:t>
            </a:r>
            <a:endParaRPr lang="en-US"/>
          </a:p>
        </p:txBody>
      </p:sp>
      <p:sp>
        <p:nvSpPr>
          <p:cNvPr id="5" name="Text Placeholder 4"/>
          <p:cNvSpPr>
            <a:spLocks noGrp="1"/>
          </p:cNvSpPr>
          <p:nvPr>
            <p:ph type="body" sz="quarter" idx="11" hasCustomPrompt="1"/>
          </p:nvPr>
        </p:nvSpPr>
        <p:spPr>
          <a:xfrm>
            <a:off x="584199" y="2707597"/>
            <a:ext cx="4630005" cy="2521331"/>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2" name="Picture Placeholder 11">
            <a:extLst>
              <a:ext uri="{FF2B5EF4-FFF2-40B4-BE49-F238E27FC236}">
                <a16:creationId xmlns:a16="http://schemas.microsoft.com/office/drawing/2014/main" id="{934476FE-7091-4DE7-A55E-3EF5A6569A7D}"/>
              </a:ext>
            </a:extLst>
          </p:cNvPr>
          <p:cNvSpPr>
            <a:spLocks noGrp="1"/>
          </p:cNvSpPr>
          <p:nvPr>
            <p:ph type="pic" sz="quarter" idx="12"/>
          </p:nvPr>
        </p:nvSpPr>
        <p:spPr>
          <a:xfrm>
            <a:off x="6358812" y="1519688"/>
            <a:ext cx="5833188" cy="4343375"/>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690846582"/>
      </p:ext>
    </p:extLst>
  </p:cSld>
  <p:clrMapOvr>
    <a:masterClrMapping/>
  </p:clrMapOvr>
  <p:transition>
    <p:fade/>
  </p:transition>
</p:sldLayout>
</file>

<file path=ppt/slideLayouts/slideLayout1449.xml><?xml version="1.0" encoding="utf-8"?>
<p:sldLayout xmlns:a="http://schemas.openxmlformats.org/drawingml/2006/main" xmlns:r="http://schemas.openxmlformats.org/officeDocument/2006/relationships" xmlns:p="http://schemas.openxmlformats.org/presentationml/2006/main" preserve="1" userDrawn="1">
  <p:cSld name="Device 2">
    <p:bg>
      <p:bgPr>
        <a:solidFill>
          <a:srgbClr val="F4F3F5"/>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C99DE98C-91A8-4163-A280-8BB561692C8E}"/>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9" name="Picture Placeholder 11">
            <a:extLst>
              <a:ext uri="{FF2B5EF4-FFF2-40B4-BE49-F238E27FC236}">
                <a16:creationId xmlns:a16="http://schemas.microsoft.com/office/drawing/2014/main" id="{784CA30E-A92E-4E40-944A-73B1CF9EEE0A}"/>
              </a:ext>
            </a:extLst>
          </p:cNvPr>
          <p:cNvSpPr>
            <a:spLocks noGrp="1"/>
          </p:cNvSpPr>
          <p:nvPr>
            <p:ph type="pic" sz="quarter" idx="12"/>
          </p:nvPr>
        </p:nvSpPr>
        <p:spPr>
          <a:xfrm>
            <a:off x="6357959" y="1535104"/>
            <a:ext cx="5834041" cy="4315059"/>
          </a:xfrm>
          <a:prstGeom prst="rect">
            <a:avLst/>
          </a:prstGeom>
        </p:spPr>
        <p:txBody>
          <a:bodyPr anchor="ctr" anchorCtr="0">
            <a:noAutofit/>
          </a:bodyPr>
          <a:lstStyle>
            <a:lvl1pPr algn="ctr">
              <a:defRPr>
                <a:solidFill>
                  <a:srgbClr val="000000"/>
                </a:solidFill>
              </a:defRPr>
            </a:lvl1pPr>
          </a:lstStyle>
          <a:p>
            <a:r>
              <a:rPr lang="en-US"/>
              <a:t>Click icon to add picture</a:t>
            </a:r>
          </a:p>
        </p:txBody>
      </p:sp>
      <p:sp>
        <p:nvSpPr>
          <p:cNvPr id="13" name="Text Placeholder 4">
            <a:extLst>
              <a:ext uri="{FF2B5EF4-FFF2-40B4-BE49-F238E27FC236}">
                <a16:creationId xmlns:a16="http://schemas.microsoft.com/office/drawing/2014/main" id="{8D17D4B4-B6B9-4273-ACCB-7A5ED46F35A8}"/>
              </a:ext>
            </a:extLst>
          </p:cNvPr>
          <p:cNvSpPr>
            <a:spLocks noGrp="1"/>
          </p:cNvSpPr>
          <p:nvPr>
            <p:ph type="body" sz="quarter" idx="11" hasCustomPrompt="1"/>
          </p:nvPr>
        </p:nvSpPr>
        <p:spPr>
          <a:xfrm>
            <a:off x="593750"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4" name="Text Placeholder 4">
            <a:extLst>
              <a:ext uri="{FF2B5EF4-FFF2-40B4-BE49-F238E27FC236}">
                <a16:creationId xmlns:a16="http://schemas.microsoft.com/office/drawing/2014/main" id="{FB204BE2-B985-4315-8D5B-9C54B1074DD6}"/>
              </a:ext>
            </a:extLst>
          </p:cNvPr>
          <p:cNvSpPr>
            <a:spLocks noGrp="1"/>
          </p:cNvSpPr>
          <p:nvPr>
            <p:ph type="body" sz="quarter" idx="13" hasCustomPrompt="1"/>
          </p:nvPr>
        </p:nvSpPr>
        <p:spPr>
          <a:xfrm>
            <a:off x="2521876"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8" name="Text Placeholder 4">
            <a:extLst>
              <a:ext uri="{FF2B5EF4-FFF2-40B4-BE49-F238E27FC236}">
                <a16:creationId xmlns:a16="http://schemas.microsoft.com/office/drawing/2014/main" id="{02963930-27DC-A146-BED0-307A0CE5F43A}"/>
              </a:ext>
            </a:extLst>
          </p:cNvPr>
          <p:cNvSpPr>
            <a:spLocks noGrp="1"/>
          </p:cNvSpPr>
          <p:nvPr>
            <p:ph type="body" sz="quarter" idx="42" hasCustomPrompt="1"/>
          </p:nvPr>
        </p:nvSpPr>
        <p:spPr>
          <a:xfrm>
            <a:off x="59024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9" name="Text Placeholder 4">
            <a:extLst>
              <a:ext uri="{FF2B5EF4-FFF2-40B4-BE49-F238E27FC236}">
                <a16:creationId xmlns:a16="http://schemas.microsoft.com/office/drawing/2014/main" id="{8EE99189-A4FF-8C44-809C-285F33AF913B}"/>
              </a:ext>
            </a:extLst>
          </p:cNvPr>
          <p:cNvSpPr>
            <a:spLocks noGrp="1"/>
          </p:cNvSpPr>
          <p:nvPr>
            <p:ph type="body" sz="quarter" idx="43" hasCustomPrompt="1"/>
          </p:nvPr>
        </p:nvSpPr>
        <p:spPr>
          <a:xfrm>
            <a:off x="252160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Title 1">
            <a:extLst>
              <a:ext uri="{FF2B5EF4-FFF2-40B4-BE49-F238E27FC236}">
                <a16:creationId xmlns:a16="http://schemas.microsoft.com/office/drawing/2014/main" id="{41C62C6E-6C8D-E263-ED20-65125864F2C8}"/>
              </a:ext>
            </a:extLst>
          </p:cNvPr>
          <p:cNvSpPr>
            <a:spLocks noGrp="1"/>
          </p:cNvSpPr>
          <p:nvPr>
            <p:ph type="title" hasCustomPrompt="1"/>
          </p:nvPr>
        </p:nvSpPr>
        <p:spPr>
          <a:xfrm>
            <a:off x="582612" y="462415"/>
            <a:ext cx="11026776"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2: two columns</a:t>
            </a:r>
          </a:p>
        </p:txBody>
      </p:sp>
    </p:spTree>
    <p:extLst>
      <p:ext uri="{BB962C8B-B14F-4D97-AF65-F5344CB8AC3E}">
        <p14:creationId xmlns:p14="http://schemas.microsoft.com/office/powerpoint/2010/main" val="993326050"/>
      </p:ext>
    </p:extLst>
  </p:cSld>
  <p:clrMapOvr>
    <a:masterClrMapping/>
  </p:clrMapOvr>
  <p:transition>
    <p:fade/>
  </p:transition>
</p:sldLayout>
</file>

<file path=ppt/slideLayouts/slideLayout1450.xml><?xml version="1.0" encoding="utf-8"?>
<p:sldLayout xmlns:a="http://schemas.openxmlformats.org/drawingml/2006/main" xmlns:r="http://schemas.openxmlformats.org/officeDocument/2006/relationships" xmlns:p="http://schemas.openxmlformats.org/presentationml/2006/main" preserve="1" userDrawn="1">
  <p:cSld name="Device 3">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3</a:t>
            </a:r>
          </a:p>
        </p:txBody>
      </p:sp>
      <p:pic>
        <p:nvPicPr>
          <p:cNvPr id="10" name="Picture 9">
            <a:extLst>
              <a:ext uri="{FF2B5EF4-FFF2-40B4-BE49-F238E27FC236}">
                <a16:creationId xmlns:a16="http://schemas.microsoft.com/office/drawing/2014/main" id="{73CDB1EA-72FB-46B3-89D4-DEE1F2EF724A}"/>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384249" y="486947"/>
            <a:ext cx="10869930" cy="6371053"/>
          </a:xfrm>
          <a:prstGeom prst="rect">
            <a:avLst/>
          </a:prstGeom>
        </p:spPr>
      </p:pic>
      <p:sp>
        <p:nvSpPr>
          <p:cNvPr id="8" name="Picture Placeholder 11">
            <a:extLst>
              <a:ext uri="{FF2B5EF4-FFF2-40B4-BE49-F238E27FC236}">
                <a16:creationId xmlns:a16="http://schemas.microsoft.com/office/drawing/2014/main" id="{0473E679-3B6D-497A-A0F6-454C968B7607}"/>
              </a:ext>
            </a:extLst>
          </p:cNvPr>
          <p:cNvSpPr>
            <a:spLocks noGrp="1"/>
          </p:cNvSpPr>
          <p:nvPr>
            <p:ph type="pic" sz="quarter" idx="12"/>
          </p:nvPr>
        </p:nvSpPr>
        <p:spPr>
          <a:xfrm>
            <a:off x="2293976" y="1599603"/>
            <a:ext cx="7678751" cy="4327960"/>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1165843007"/>
      </p:ext>
    </p:extLst>
  </p:cSld>
  <p:clrMapOvr>
    <a:masterClrMapping/>
  </p:clrMapOvr>
  <p:transition>
    <p:fade/>
  </p:transition>
</p:sldLayout>
</file>

<file path=ppt/slideLayouts/slideLayout1451.xml><?xml version="1.0" encoding="utf-8"?>
<p:sldLayout xmlns:a="http://schemas.openxmlformats.org/drawingml/2006/main" xmlns:r="http://schemas.openxmlformats.org/officeDocument/2006/relationships" xmlns:p="http://schemas.openxmlformats.org/presentationml/2006/main" preserve="1" userDrawn="1">
  <p:cSld name="Chart with caption">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Chart layout examples</a:t>
            </a:r>
          </a:p>
        </p:txBody>
      </p:sp>
      <p:sp>
        <p:nvSpPr>
          <p:cNvPr id="5" name="Chart Placeholder 6">
            <a:extLst>
              <a:ext uri="{FF2B5EF4-FFF2-40B4-BE49-F238E27FC236}">
                <a16:creationId xmlns:a16="http://schemas.microsoft.com/office/drawing/2014/main" id="{D9638BF3-12D1-2694-0190-0AB19FCB5432}"/>
              </a:ext>
            </a:extLst>
          </p:cNvPr>
          <p:cNvSpPr>
            <a:spLocks noGrp="1"/>
          </p:cNvSpPr>
          <p:nvPr>
            <p:ph type="chart" sz="quarter" idx="21"/>
          </p:nvPr>
        </p:nvSpPr>
        <p:spPr>
          <a:xfrm>
            <a:off x="584200"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6" name="Text Placeholder 4">
            <a:extLst>
              <a:ext uri="{FF2B5EF4-FFF2-40B4-BE49-F238E27FC236}">
                <a16:creationId xmlns:a16="http://schemas.microsoft.com/office/drawing/2014/main" id="{9FDA6635-EE72-35BC-5065-7C47B07E2AF7}"/>
              </a:ext>
            </a:extLst>
          </p:cNvPr>
          <p:cNvSpPr>
            <a:spLocks noGrp="1"/>
          </p:cNvSpPr>
          <p:nvPr>
            <p:ph type="body" sz="quarter" idx="12" hasCustomPrompt="1"/>
          </p:nvPr>
        </p:nvSpPr>
        <p:spPr>
          <a:xfrm>
            <a:off x="584201" y="5973763"/>
            <a:ext cx="3474720" cy="307777"/>
          </a:xfrm>
          <a:prstGeom prst="rect">
            <a:avLst/>
          </a:prstGeom>
        </p:spPr>
        <p:txBody>
          <a:bodyPr lIns="0" tIns="0" rIns="0" bIns="0"/>
          <a:lstStyle>
            <a:lvl1pPr marL="0" indent="0">
              <a:lnSpc>
                <a:spcPts val="1200"/>
              </a:lnSpc>
              <a:spcBef>
                <a:spcPts val="900"/>
              </a:spcBef>
              <a:buFont typeface="Arial" panose="020B0604020202020204" pitchFamily="34" charset="0"/>
              <a:buNone/>
              <a:defRPr sz="1000" b="0" i="0" spc="0">
                <a:solidFill>
                  <a:srgbClr val="000000"/>
                </a:solidFill>
                <a:latin typeface="+mn-lt"/>
              </a:defRPr>
            </a:lvl1pPr>
            <a:lvl2pPr marL="0" marR="0" indent="0" algn="l" defTabSz="932742" rtl="0" eaLnBrk="1" fontAlgn="auto" latinLnBrk="0" hangingPunct="1">
              <a:lnSpc>
                <a:spcPts val="1200"/>
              </a:lnSpc>
              <a:spcBef>
                <a:spcPts val="450"/>
              </a:spcBef>
              <a:spcAft>
                <a:spcPts val="0"/>
              </a:spcAft>
              <a:buClrTx/>
              <a:buSzPct val="90000"/>
              <a:buFont typeface="Arial" panose="020B0604020202020204" pitchFamily="34" charset="0"/>
              <a:buNone/>
              <a:tabLst/>
              <a:defRPr sz="1000">
                <a:solidFill>
                  <a:schemeClr val="tx1"/>
                </a:solidFill>
              </a:defRPr>
            </a:lvl2pPr>
            <a:lvl3pPr marL="457200" indent="0">
              <a:buNone/>
              <a:defRPr/>
            </a:lvl3pPr>
            <a:lvl4pPr marL="685800" indent="0">
              <a:buNone/>
              <a:defRPr/>
            </a:lvl4pPr>
            <a:lvl5pPr marL="914400" indent="0">
              <a:buNone/>
              <a:defRPr/>
            </a:lvl5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7" name="Text Placeholder 4">
            <a:extLst>
              <a:ext uri="{FF2B5EF4-FFF2-40B4-BE49-F238E27FC236}">
                <a16:creationId xmlns:a16="http://schemas.microsoft.com/office/drawing/2014/main" id="{426EF772-758C-C1A7-A309-173E2AB9C395}"/>
              </a:ext>
            </a:extLst>
          </p:cNvPr>
          <p:cNvSpPr>
            <a:spLocks noGrp="1"/>
          </p:cNvSpPr>
          <p:nvPr>
            <p:ph type="body" sz="quarter" idx="18" hasCustomPrompt="1"/>
          </p:nvPr>
        </p:nvSpPr>
        <p:spPr>
          <a:xfrm>
            <a:off x="4358640"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9" name="Chart Placeholder 6">
            <a:extLst>
              <a:ext uri="{FF2B5EF4-FFF2-40B4-BE49-F238E27FC236}">
                <a16:creationId xmlns:a16="http://schemas.microsoft.com/office/drawing/2014/main" id="{C01D8C54-5478-2BF6-769F-9F0FC6FB57EA}"/>
              </a:ext>
            </a:extLst>
          </p:cNvPr>
          <p:cNvSpPr>
            <a:spLocks noGrp="1"/>
          </p:cNvSpPr>
          <p:nvPr>
            <p:ph type="chart" sz="quarter" idx="22"/>
          </p:nvPr>
        </p:nvSpPr>
        <p:spPr>
          <a:xfrm>
            <a:off x="4358641"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1" name="Chart Placeholder 6">
            <a:extLst>
              <a:ext uri="{FF2B5EF4-FFF2-40B4-BE49-F238E27FC236}">
                <a16:creationId xmlns:a16="http://schemas.microsoft.com/office/drawing/2014/main" id="{657835EA-5000-4043-FCC9-D8A17E147B1F}"/>
              </a:ext>
            </a:extLst>
          </p:cNvPr>
          <p:cNvSpPr>
            <a:spLocks noGrp="1"/>
          </p:cNvSpPr>
          <p:nvPr>
            <p:ph type="chart" sz="quarter" idx="23"/>
          </p:nvPr>
        </p:nvSpPr>
        <p:spPr>
          <a:xfrm>
            <a:off x="8132064"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2" name="Text Placeholder 3">
            <a:extLst>
              <a:ext uri="{FF2B5EF4-FFF2-40B4-BE49-F238E27FC236}">
                <a16:creationId xmlns:a16="http://schemas.microsoft.com/office/drawing/2014/main" id="{D11E6A22-8ABF-B71A-3401-3376773ED9AC}"/>
              </a:ext>
            </a:extLst>
          </p:cNvPr>
          <p:cNvSpPr>
            <a:spLocks noGrp="1"/>
          </p:cNvSpPr>
          <p:nvPr>
            <p:ph type="body" sz="quarter" idx="24" hasCustomPrompt="1"/>
          </p:nvPr>
        </p:nvSpPr>
        <p:spPr>
          <a:xfrm>
            <a:off x="584200"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3" name="Text Placeholder 3">
            <a:extLst>
              <a:ext uri="{FF2B5EF4-FFF2-40B4-BE49-F238E27FC236}">
                <a16:creationId xmlns:a16="http://schemas.microsoft.com/office/drawing/2014/main" id="{608861AB-092C-6472-7C72-ED6E47461F7C}"/>
              </a:ext>
            </a:extLst>
          </p:cNvPr>
          <p:cNvSpPr>
            <a:spLocks noGrp="1"/>
          </p:cNvSpPr>
          <p:nvPr>
            <p:ph type="body" sz="quarter" idx="25" hasCustomPrompt="1"/>
          </p:nvPr>
        </p:nvSpPr>
        <p:spPr>
          <a:xfrm>
            <a:off x="4369751"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4" name="Text Placeholder 3">
            <a:extLst>
              <a:ext uri="{FF2B5EF4-FFF2-40B4-BE49-F238E27FC236}">
                <a16:creationId xmlns:a16="http://schemas.microsoft.com/office/drawing/2014/main" id="{000561FE-DBFA-4AC4-AFCD-6B19B0C28254}"/>
              </a:ext>
            </a:extLst>
          </p:cNvPr>
          <p:cNvSpPr>
            <a:spLocks noGrp="1"/>
          </p:cNvSpPr>
          <p:nvPr>
            <p:ph type="body" sz="quarter" idx="26" hasCustomPrompt="1"/>
          </p:nvPr>
        </p:nvSpPr>
        <p:spPr>
          <a:xfrm>
            <a:off x="8132063"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5" name="Text Placeholder 4">
            <a:extLst>
              <a:ext uri="{FF2B5EF4-FFF2-40B4-BE49-F238E27FC236}">
                <a16:creationId xmlns:a16="http://schemas.microsoft.com/office/drawing/2014/main" id="{ABB165B4-FDFD-ADBC-4A1C-58CA8748A55C}"/>
              </a:ext>
            </a:extLst>
          </p:cNvPr>
          <p:cNvSpPr>
            <a:spLocks noGrp="1"/>
          </p:cNvSpPr>
          <p:nvPr>
            <p:ph type="body" sz="quarter" idx="27" hasCustomPrompt="1"/>
          </p:nvPr>
        </p:nvSpPr>
        <p:spPr>
          <a:xfrm>
            <a:off x="8132063"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Tree>
    <p:extLst>
      <p:ext uri="{BB962C8B-B14F-4D97-AF65-F5344CB8AC3E}">
        <p14:creationId xmlns:p14="http://schemas.microsoft.com/office/powerpoint/2010/main" val="1982342779"/>
      </p:ext>
    </p:extLst>
  </p:cSld>
  <p:clrMapOvr>
    <a:masterClrMapping/>
  </p:clrMapOvr>
  <p:transition>
    <p:fade/>
  </p:transition>
</p:sldLayout>
</file>

<file path=ppt/slideLayouts/slideLayout1452.xml><?xml version="1.0" encoding="utf-8"?>
<p:sldLayout xmlns:a="http://schemas.openxmlformats.org/drawingml/2006/main" xmlns:r="http://schemas.openxmlformats.org/officeDocument/2006/relationships" xmlns:p="http://schemas.openxmlformats.org/presentationml/2006/main" preserve="1" userDrawn="1">
  <p:cSld name="Table ">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9F1098-5BDB-3A14-0BC4-F3DC4A76BABB}"/>
              </a:ext>
            </a:extLst>
          </p:cNvPr>
          <p:cNvSpPr>
            <a:spLocks noGrp="1"/>
          </p:cNvSpPr>
          <p:nvPr>
            <p:ph type="title" hasCustomPrompt="1"/>
          </p:nvPr>
        </p:nvSpPr>
        <p:spPr/>
        <p:txBody>
          <a:bodyPr/>
          <a:lstStyle>
            <a:lvl1pPr>
              <a:defRPr/>
            </a:lvl1pPr>
          </a:lstStyle>
          <a:p>
            <a:r>
              <a:rPr lang="en-US"/>
              <a:t>Table layout</a:t>
            </a:r>
          </a:p>
        </p:txBody>
      </p:sp>
      <p:sp>
        <p:nvSpPr>
          <p:cNvPr id="4" name="Table Placeholder 3">
            <a:extLst>
              <a:ext uri="{FF2B5EF4-FFF2-40B4-BE49-F238E27FC236}">
                <a16:creationId xmlns:a16="http://schemas.microsoft.com/office/drawing/2014/main" id="{6DAF7D07-1867-0A94-96A1-88DE5F76DCC0}"/>
              </a:ext>
            </a:extLst>
          </p:cNvPr>
          <p:cNvSpPr>
            <a:spLocks noGrp="1"/>
          </p:cNvSpPr>
          <p:nvPr>
            <p:ph type="tbl" sz="quarter" idx="10"/>
          </p:nvPr>
        </p:nvSpPr>
        <p:spPr>
          <a:xfrm>
            <a:off x="584201" y="2201863"/>
            <a:ext cx="11025188" cy="4067176"/>
          </a:xfrm>
          <a:prstGeom prst="rect">
            <a:avLst/>
          </a:prstGeom>
        </p:spPr>
        <p:txBody>
          <a:bodyPr anchor="ctr" anchorCtr="0"/>
          <a:lstStyle>
            <a:lvl1pPr algn="ctr">
              <a:defRPr/>
            </a:lvl1pPr>
          </a:lstStyle>
          <a:p>
            <a:r>
              <a:rPr lang="en-US"/>
              <a:t>Click icon to add table</a:t>
            </a:r>
          </a:p>
        </p:txBody>
      </p:sp>
    </p:spTree>
    <p:extLst>
      <p:ext uri="{BB962C8B-B14F-4D97-AF65-F5344CB8AC3E}">
        <p14:creationId xmlns:p14="http://schemas.microsoft.com/office/powerpoint/2010/main" val="687834266"/>
      </p:ext>
    </p:extLst>
  </p:cSld>
  <p:clrMapOvr>
    <a:masterClrMapping/>
  </p:clrMapOvr>
  <p:transition>
    <p:fade/>
  </p:transition>
</p:sldLayout>
</file>

<file path=ppt/slideLayouts/slideLayout1453.xml><?xml version="1.0" encoding="utf-8"?>
<p:sldLayout xmlns:a="http://schemas.openxmlformats.org/drawingml/2006/main" xmlns:r="http://schemas.openxmlformats.org/officeDocument/2006/relationships" xmlns:p="http://schemas.openxmlformats.org/presentationml/2006/main" preserve="1" userDrawn="1">
  <p:cSld name="Quote slide">
    <p:bg>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68FF295-4867-A99B-E458-6E9396360BC0}"/>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1163637"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1163637"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1163637" y="850900"/>
            <a:ext cx="7256463" cy="3238500"/>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spTree>
    <p:extLst>
      <p:ext uri="{BB962C8B-B14F-4D97-AF65-F5344CB8AC3E}">
        <p14:creationId xmlns:p14="http://schemas.microsoft.com/office/powerpoint/2010/main" val="27085728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454.xml><?xml version="1.0" encoding="utf-8"?>
<p:sldLayout xmlns:a="http://schemas.openxmlformats.org/drawingml/2006/main" xmlns:r="http://schemas.openxmlformats.org/officeDocument/2006/relationships" xmlns:p="http://schemas.openxmlformats.org/presentationml/2006/main" preserve="1" userDrawn="1">
  <p:cSld name="1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A95A0AA-74F0-F906-FF6C-5C3C4846A891}"/>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8" name="Picture 7" descr="Quotation marks">
            <a:extLst>
              <a:ext uri="{FF2B5EF4-FFF2-40B4-BE49-F238E27FC236}">
                <a16:creationId xmlns:a16="http://schemas.microsoft.com/office/drawing/2014/main" id="{04EC2229-8FBE-426A-CDA3-79B76E4E64E9}"/>
              </a:ext>
            </a:extLst>
          </p:cNvPr>
          <p:cNvPicPr>
            <a:picLocks noChangeAspect="1"/>
          </p:cNvPicPr>
          <p:nvPr userDrawn="1"/>
        </p:nvPicPr>
        <p:blipFill>
          <a:blip r:embed="rId3"/>
          <a:stretch>
            <a:fillRect/>
          </a:stretch>
        </p:blipFill>
        <p:spPr bwMode="black">
          <a:xfrm>
            <a:off x="549201" y="1033463"/>
            <a:ext cx="1555824" cy="1392940"/>
          </a:xfrm>
          <a:prstGeom prst="rect">
            <a:avLst/>
          </a:prstGeom>
        </p:spPr>
      </p:pic>
    </p:spTree>
    <p:extLst>
      <p:ext uri="{BB962C8B-B14F-4D97-AF65-F5344CB8AC3E}">
        <p14:creationId xmlns:p14="http://schemas.microsoft.com/office/powerpoint/2010/main" val="245950691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455.xml><?xml version="1.0" encoding="utf-8"?>
<p:sldLayout xmlns:a="http://schemas.openxmlformats.org/drawingml/2006/main" xmlns:r="http://schemas.openxmlformats.org/officeDocument/2006/relationships" xmlns:p="http://schemas.openxmlformats.org/presentationml/2006/main" preserve="1" userDrawn="1">
  <p:cSld name="2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EE79450-F76B-B7C6-BF65-EFBA04ADB473}"/>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11" name="Picture 10" descr="Quotation marks">
            <a:extLst>
              <a:ext uri="{FF2B5EF4-FFF2-40B4-BE49-F238E27FC236}">
                <a16:creationId xmlns:a16="http://schemas.microsoft.com/office/drawing/2014/main" id="{3425CD53-2A7D-2007-E862-FDADC36307A1}"/>
              </a:ext>
            </a:extLst>
          </p:cNvPr>
          <p:cNvPicPr>
            <a:picLocks noChangeAspect="1"/>
          </p:cNvPicPr>
          <p:nvPr userDrawn="1"/>
        </p:nvPicPr>
        <p:blipFill>
          <a:blip r:embed="rId3"/>
          <a:srcRect/>
          <a:stretch/>
        </p:blipFill>
        <p:spPr bwMode="black">
          <a:xfrm>
            <a:off x="564441" y="1042185"/>
            <a:ext cx="1271081" cy="1132055"/>
          </a:xfrm>
          <a:prstGeom prst="rect">
            <a:avLst/>
          </a:prstGeom>
        </p:spPr>
      </p:pic>
    </p:spTree>
    <p:extLst>
      <p:ext uri="{BB962C8B-B14F-4D97-AF65-F5344CB8AC3E}">
        <p14:creationId xmlns:p14="http://schemas.microsoft.com/office/powerpoint/2010/main" val="422430217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456.xml><?xml version="1.0" encoding="utf-8"?>
<p:sldLayout xmlns:a="http://schemas.openxmlformats.org/drawingml/2006/main" xmlns:r="http://schemas.openxmlformats.org/officeDocument/2006/relationships" xmlns:p="http://schemas.openxmlformats.org/presentationml/2006/main" preserve="1" userDrawn="1">
  <p:cSld name="Section Titl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8C42C5-9D1B-8547-8199-B0D8C17707CB}"/>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5" y="3091208"/>
            <a:ext cx="4773168"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86576453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1457.xml><?xml version="1.0" encoding="utf-8"?>
<p:sldLayout xmlns:a="http://schemas.openxmlformats.org/drawingml/2006/main" xmlns:r="http://schemas.openxmlformats.org/officeDocument/2006/relationships" xmlns:p="http://schemas.openxmlformats.org/presentationml/2006/main" preserve="1" userDrawn="1">
  <p:cSld name="Demo slid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2A6AA0B9-027D-8539-FF20-AFB01D1F7528}"/>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137566451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458.xml><?xml version="1.0" encoding="utf-8"?>
<p:sldLayout xmlns:a="http://schemas.openxmlformats.org/drawingml/2006/main" xmlns:r="http://schemas.openxmlformats.org/officeDocument/2006/relationships" xmlns:p="http://schemas.openxmlformats.org/presentationml/2006/main" preserve="1" userDrawn="1">
  <p:cSld name="Section Title 2">
    <p:bg>
      <p:bgPr>
        <a:solidFill>
          <a:schemeClr val="tx2"/>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2D5FC56-4517-D1AD-EA54-49ECDFA7612A}"/>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244793605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1459.xml><?xml version="1.0" encoding="utf-8"?>
<p:sldLayout xmlns:a="http://schemas.openxmlformats.org/drawingml/2006/main" xmlns:r="http://schemas.openxmlformats.org/officeDocument/2006/relationships" xmlns:p="http://schemas.openxmlformats.org/presentationml/2006/main" preserve="1" userDrawn="1">
  <p:cSld name="Demo slide 2">
    <p:bg>
      <p:bgPr>
        <a:solidFill>
          <a:schemeClr val="bg2"/>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9A79DAA2-FFF6-E1D5-7BF6-E98C822B2F5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226360842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460.xml><?xml version="1.0" encoding="utf-8"?>
<p:sldLayout xmlns:a="http://schemas.openxmlformats.org/drawingml/2006/main" xmlns:r="http://schemas.openxmlformats.org/officeDocument/2006/relationships" xmlns:p="http://schemas.openxmlformats.org/presentationml/2006/main" preserve="1" userDrawn="1">
  <p:cSld name="Section Title 3">
    <p:bg bwMode="gray">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756D10-0030-D9D3-52FE-13D839CE63BE}"/>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8542742"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36836294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1461.xml><?xml version="1.0" encoding="utf-8"?>
<p:sldLayout xmlns:a="http://schemas.openxmlformats.org/drawingml/2006/main" xmlns:r="http://schemas.openxmlformats.org/officeDocument/2006/relationships" xmlns:p="http://schemas.openxmlformats.org/presentationml/2006/main" preserve="1" userDrawn="1">
  <p:cSld name="Demo slide 3">
    <p:bg bwMode="gray">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84A2250-4B7E-6E63-E698-996FB39D2C14}"/>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07777"/>
          </a:xfrm>
          <a:noFill/>
        </p:spPr>
        <p:txBody>
          <a:bodyPr lIns="0" tIns="0" rIns="0" bIns="0">
            <a:spAutoFit/>
          </a:bodyPr>
          <a:lstStyle>
            <a:lvl1pPr marL="0" indent="0">
              <a:spcBef>
                <a:spcPts val="0"/>
              </a:spcBef>
              <a:spcAft>
                <a:spcPts val="0"/>
              </a:spcAft>
              <a:buFont typeface="Arial" panose="020B0604020202020204" pitchFamily="34" charset="0"/>
              <a:buNone/>
              <a:defRPr sz="2000" spc="0" baseline="0">
                <a:solidFill>
                  <a:schemeClr val="bg1"/>
                </a:solidFill>
                <a:latin typeface="+mn-lt"/>
              </a:defRPr>
            </a:lvl1pPr>
          </a:lstStyle>
          <a:p>
            <a:pPr lvl="0"/>
            <a:r>
              <a:rPr lang="en-US"/>
              <a:t>Speaker name</a:t>
            </a:r>
          </a:p>
        </p:txBody>
      </p:sp>
    </p:spTree>
    <p:extLst>
      <p:ext uri="{BB962C8B-B14F-4D97-AF65-F5344CB8AC3E}">
        <p14:creationId xmlns:p14="http://schemas.microsoft.com/office/powerpoint/2010/main" val="43931212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462.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443789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463.xml><?xml version="1.0" encoding="utf-8"?>
<p:sldLayout xmlns:a="http://schemas.openxmlformats.org/drawingml/2006/main" xmlns:r="http://schemas.openxmlformats.org/officeDocument/2006/relationships" xmlns:p="http://schemas.openxmlformats.org/presentationml/2006/main" preserve="1" userDrawn="1">
  <p:cSld name="Blank 2">
    <p:bg>
      <p:bgPr>
        <a:solidFill>
          <a:schemeClr val="tx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096543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464.xml><?xml version="1.0" encoding="utf-8"?>
<p:sldLayout xmlns:a="http://schemas.openxmlformats.org/drawingml/2006/main" xmlns:r="http://schemas.openxmlformats.org/officeDocument/2006/relationships" xmlns:p="http://schemas.openxmlformats.org/presentationml/2006/main" preserve="1" userDrawn="1">
  <p:cSld name="Closing logo slide">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6" name="Title 1">
            <a:extLst>
              <a:ext uri="{FF2B5EF4-FFF2-40B4-BE49-F238E27FC236}">
                <a16:creationId xmlns:a16="http://schemas.microsoft.com/office/drawing/2014/main" id="{08079CCE-8626-53E5-1C9C-E9081D2B67CD}"/>
              </a:ext>
            </a:extLst>
          </p:cNvPr>
          <p:cNvSpPr>
            <a:spLocks noGrp="1"/>
          </p:cNvSpPr>
          <p:nvPr>
            <p:ph type="title"/>
          </p:nvPr>
        </p:nvSpPr>
        <p:spPr>
          <a:xfrm>
            <a:off x="4255769" y="1769814"/>
            <a:ext cx="550468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
        <p:nvSpPr>
          <p:cNvPr id="7" name="Text Placeholder 4">
            <a:extLst>
              <a:ext uri="{FF2B5EF4-FFF2-40B4-BE49-F238E27FC236}">
                <a16:creationId xmlns:a16="http://schemas.microsoft.com/office/drawing/2014/main" id="{8845B3A2-DAC2-0B7B-1866-377A5A244AC2}"/>
              </a:ext>
            </a:extLst>
          </p:cNvPr>
          <p:cNvSpPr>
            <a:spLocks noGrp="1"/>
          </p:cNvSpPr>
          <p:nvPr>
            <p:ph type="body" sz="quarter" idx="12" hasCustomPrompt="1"/>
          </p:nvPr>
        </p:nvSpPr>
        <p:spPr>
          <a:xfrm>
            <a:off x="585216" y="1572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Tree>
    <p:extLst>
      <p:ext uri="{BB962C8B-B14F-4D97-AF65-F5344CB8AC3E}">
        <p14:creationId xmlns:p14="http://schemas.microsoft.com/office/powerpoint/2010/main" val="89739085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1272">
          <p15:clr>
            <a:srgbClr val="FBAE40"/>
          </p15:clr>
        </p15:guide>
        <p15:guide id="3" orient="horz" pos="912">
          <p15:clr>
            <a:srgbClr val="FBAE40"/>
          </p15:clr>
        </p15:guide>
      </p15:sldGuideLst>
    </p:ext>
  </p:extLst>
</p:sldLayout>
</file>

<file path=ppt/slideLayouts/slideLayout1465.xml><?xml version="1.0" encoding="utf-8"?>
<p:sldLayout xmlns:a="http://schemas.openxmlformats.org/drawingml/2006/main" xmlns:r="http://schemas.openxmlformats.org/officeDocument/2006/relationships" xmlns:p="http://schemas.openxmlformats.org/presentationml/2006/main" preserve="1" userDrawn="1">
  <p:cSld name="Closing logo slide 2">
    <p:bg>
      <p:bgPr>
        <a:solidFill>
          <a:schemeClr val="tx2"/>
        </a:solidFill>
        <a:effectLst/>
      </p:bgPr>
    </p:bg>
    <p:spTree>
      <p:nvGrpSpPr>
        <p:cNvPr id="1" name=""/>
        <p:cNvGrpSpPr/>
        <p:nvPr/>
      </p:nvGrpSpPr>
      <p:grpSpPr>
        <a:xfrm>
          <a:off x="0" y="0"/>
          <a:ext cx="0" cy="0"/>
          <a:chOff x="0" y="0"/>
          <a:chExt cx="0" cy="0"/>
        </a:xfrm>
      </p:grpSpPr>
      <p:sp>
        <p:nvSpPr>
          <p:cNvPr id="10" name="Text Placeholder 4">
            <a:extLst>
              <a:ext uri="{FF2B5EF4-FFF2-40B4-BE49-F238E27FC236}">
                <a16:creationId xmlns:a16="http://schemas.microsoft.com/office/drawing/2014/main" id="{4F0F127D-8512-846C-2C30-5A85666BF445}"/>
              </a:ext>
            </a:extLst>
          </p:cNvPr>
          <p:cNvSpPr>
            <a:spLocks noGrp="1"/>
          </p:cNvSpPr>
          <p:nvPr>
            <p:ph type="body" sz="quarter" idx="12" hasCustomPrompt="1"/>
          </p:nvPr>
        </p:nvSpPr>
        <p:spPr>
          <a:xfrm>
            <a:off x="6090921" y="4612614"/>
            <a:ext cx="5524500" cy="553998"/>
          </a:xfrm>
          <a:noFill/>
        </p:spPr>
        <p:txBody>
          <a:bodyPr wrap="square" lIns="0" tIns="0" rIns="0" bIns="0">
            <a:spAutoFit/>
          </a:bodyPr>
          <a:lstStyle>
            <a:lvl1pPr marL="0" indent="0" algn="r"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7A38A2C9-D8C3-D252-BC8C-25222F314054}"/>
              </a:ext>
            </a:extLst>
          </p:cNvPr>
          <p:cNvSpPr>
            <a:spLocks noGrp="1"/>
          </p:cNvSpPr>
          <p:nvPr>
            <p:ph type="title"/>
          </p:nvPr>
        </p:nvSpPr>
        <p:spPr>
          <a:xfrm>
            <a:off x="588263" y="1766555"/>
            <a:ext cx="550265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542775558"/>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912">
          <p15:clr>
            <a:srgbClr val="FBAE40"/>
          </p15:clr>
        </p15:guide>
        <p15:guide id="3" orient="horz" pos="1272">
          <p15:clr>
            <a:srgbClr val="FBAE40"/>
          </p15:clr>
        </p15:guide>
      </p15:sldGuideLst>
    </p:ext>
  </p:extLst>
</p:sldLayout>
</file>

<file path=ppt/slideLayouts/slideLayout1466.xml><?xml version="1.0" encoding="utf-8"?>
<p:sldLayout xmlns:a="http://schemas.openxmlformats.org/drawingml/2006/main" xmlns:r="http://schemas.openxmlformats.org/officeDocument/2006/relationships" xmlns:p="http://schemas.openxmlformats.org/presentationml/2006/main" preserve="1" userDrawn="1">
  <p:cSld name="Closing logo slide 3">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4F8C85E6-DBED-FCF3-8B7D-1F82C6DBBCB7}"/>
              </a:ext>
            </a:extLst>
          </p:cNvPr>
          <p:cNvSpPr>
            <a:spLocks noGrp="1"/>
          </p:cNvSpPr>
          <p:nvPr>
            <p:ph type="title"/>
          </p:nvPr>
        </p:nvSpPr>
        <p:spPr>
          <a:xfrm>
            <a:off x="588263" y="1845276"/>
            <a:ext cx="11018520" cy="553998"/>
          </a:xfrm>
        </p:spPr>
        <p:txBody>
          <a:bodyPr/>
          <a:lstStyle>
            <a:lvl1pPr marL="0" algn="l" defTabSz="457200" rtl="0" eaLnBrk="1" latinLnBrk="0" hangingPunct="1">
              <a:defRPr lang="en-US" sz="3600" b="1" kern="1200" dirty="0">
                <a:gradFill>
                  <a:gsLst>
                    <a:gs pos="0">
                      <a:srgbClr val="FF5C39"/>
                    </a:gs>
                    <a:gs pos="100000">
                      <a:srgbClr val="C73ECC"/>
                    </a:gs>
                  </a:gsLst>
                  <a:lin ang="3900000" scaled="0"/>
                </a:gradFill>
                <a:latin typeface="Segoe UI" panose="020B0502040204020203" pitchFamily="34" charset="0"/>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1814380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1467.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gray">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solidFill>
                  <a:schemeClr val="tx1"/>
                </a:soli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1286506"/>
          </a:xfrm>
        </p:spPr>
        <p:txBody>
          <a:bodyPr>
            <a:spAutoFit/>
          </a:bodyPr>
          <a:lstStyle>
            <a:lvl1pPr>
              <a:defRPr sz="2000">
                <a:latin typeface="+mn-lt"/>
              </a:defRPr>
            </a:lvl1pPr>
            <a:lvl2pPr>
              <a:defRPr sz="1600">
                <a:latin typeface="+mn-lt"/>
              </a:defRPr>
            </a:lvl2pPr>
            <a:lvl3pPr>
              <a:defRPr sz="1400">
                <a:latin typeface="+mn-lt"/>
              </a:defRPr>
            </a:lvl3pPr>
            <a:lvl4pPr>
              <a:defRPr sz="1200">
                <a:latin typeface="+mn-lt"/>
              </a:defRPr>
            </a:lvl4pPr>
            <a:lvl5pPr>
              <a:defRPr sz="11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solidFill>
                  <a:srgbClr val="000000"/>
                </a:soli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3907401261"/>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Layouts/slideLayout1468.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13474148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1469.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8833812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470.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190285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userDrawn="1">
          <p15:clr>
            <a:srgbClr val="FBAE40"/>
          </p15:clr>
        </p15:guide>
        <p15:guide id="2" orient="horz" pos="2647" userDrawn="1">
          <p15:clr>
            <a:srgbClr val="FBAE40"/>
          </p15:clr>
        </p15:guide>
      </p15:sldGuideLst>
    </p:ext>
  </p:extLst>
</p:sldLayout>
</file>

<file path=ppt/slideLayouts/slideLayout1471.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9841306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guide id="40" pos="3840" userDrawn="1">
          <p15:clr>
            <a:srgbClr val="FBAE40"/>
          </p15:clr>
        </p15:guide>
      </p15:sldGuideLst>
    </p:ext>
  </p:extLst>
</p:sldLayout>
</file>

<file path=ppt/slideLayouts/slideLayout1472.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06971266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sldGuideLst>
    </p:ext>
  </p:extLst>
</p:sldLayout>
</file>

<file path=ppt/slideLayouts/slideLayout1473.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9696606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74.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9405676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userDrawn="1">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userDrawn="1">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75.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7356945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76.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707281"/>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2647809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77.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18332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78.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2734392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userDrawn="1">
          <p15:clr>
            <a:srgbClr val="954F72"/>
          </p15:clr>
        </p15:guide>
        <p15:guide id="9" pos="2150">
          <p15:clr>
            <a:srgbClr val="954F72"/>
          </p15:clr>
        </p15:guide>
        <p15:guide id="10" pos="2544"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userDrawn="1">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79.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160398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80.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3512493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81.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2348114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82.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4444391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2988" userDrawn="1">
          <p15:clr>
            <a:srgbClr val="FBAE40"/>
          </p15:clr>
        </p15:guide>
        <p15:guide id="42" pos="5352" userDrawn="1">
          <p15:clr>
            <a:srgbClr val="FBAE40"/>
          </p15:clr>
        </p15:guide>
        <p15:guide id="43" orient="horz" pos="1085" userDrawn="1">
          <p15:clr>
            <a:srgbClr val="FBAE40"/>
          </p15:clr>
        </p15:guide>
      </p15:sldGuideLst>
    </p:ext>
  </p:extLst>
</p:sldLayout>
</file>

<file path=ppt/slideLayouts/slideLayout1483.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5392417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484.xml><?xml version="1.0" encoding="utf-8"?>
<p:sldLayout xmlns:a="http://schemas.openxmlformats.org/drawingml/2006/main" xmlns:r="http://schemas.openxmlformats.org/officeDocument/2006/relationships" xmlns:p="http://schemas.openxmlformats.org/presentationml/2006/main" preserve="1" userDrawn="1">
  <p:cSld name="4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75032791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485.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80857129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486.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358688"/>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487.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4442374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488.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97981605"/>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489.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3261136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490.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398820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userDrawn="1">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userDrawn="1">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91.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439070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92.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4350463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93.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9668924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94.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0662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95.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76425179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96.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6401984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97.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84243487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1498.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9935578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499.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9689885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00.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22205983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01.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73589038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02.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2084087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userDrawn="1">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03.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226551399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04.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185120091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05.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6784805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506.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6905234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507.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7741485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08.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1258852"/>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509.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359519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userDrawn="1">
          <p15:clr>
            <a:srgbClr val="FBAE40"/>
          </p15:clr>
        </p15:guide>
      </p15:sldGuideLst>
    </p:ext>
  </p:extLst>
</p:sldLayout>
</file>

<file path=ppt/slideLayouts/slideLayout1510.xml><?xml version="1.0" encoding="utf-8"?>
<p:sldLayout xmlns:a="http://schemas.openxmlformats.org/drawingml/2006/main" xmlns:r="http://schemas.openxmlformats.org/officeDocument/2006/relationships" xmlns:p="http://schemas.openxmlformats.org/presentationml/2006/main"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22435780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511.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14592919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512.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163449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513.xml><?xml version="1.0" encoding="utf-8"?>
<p:sldLayout xmlns:a="http://schemas.openxmlformats.org/drawingml/2006/main" xmlns:r="http://schemas.openxmlformats.org/officeDocument/2006/relationships" xmlns:p="http://schemas.openxmlformats.org/presentationml/2006/main" userDrawn="1">
  <p:cSld name="LearningPath2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4" name="Graphic 3">
            <a:extLst>
              <a:ext uri="{FF2B5EF4-FFF2-40B4-BE49-F238E27FC236}">
                <a16:creationId xmlns:a16="http://schemas.microsoft.com/office/drawing/2014/main" id="{7DE894E4-791C-907F-1385-BF33ADCFFE2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555918877"/>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7064">
          <p15:clr>
            <a:srgbClr val="FBAE40"/>
          </p15:clr>
        </p15:guide>
        <p15:guide id="41" orient="horz" pos="3638">
          <p15:clr>
            <a:srgbClr val="FBAE40"/>
          </p15:clr>
        </p15:guide>
      </p15:sldGuideLst>
    </p:ext>
  </p:extLst>
</p:sldLayout>
</file>

<file path=ppt/slideLayouts/slideLayout1514.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7271408"/>
      </p:ext>
    </p:extLst>
  </p:cSld>
  <p:clrMapOvr>
    <a:masterClrMapping/>
  </p:clrMapOvr>
  <p:transition>
    <p:fade/>
  </p:transition>
</p:sldLayout>
</file>

<file path=ppt/slideLayouts/slideLayout1515.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945696836"/>
      </p:ext>
    </p:extLst>
  </p:cSld>
  <p:clrMapOvr>
    <a:masterClrMapping/>
  </p:clrMapOvr>
  <p:transition>
    <p:fade/>
  </p:transition>
</p:sldLayout>
</file>

<file path=ppt/slideLayouts/slideLayout1516.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084305509"/>
      </p:ext>
    </p:extLst>
  </p:cSld>
  <p:clrMapOvr>
    <a:masterClrMapping/>
  </p:clrMapOvr>
  <p:transition>
    <p:fade/>
  </p:transition>
</p:sldLayout>
</file>

<file path=ppt/slideLayouts/slideLayout1517.xml><?xml version="1.0" encoding="utf-8"?>
<p:sldLayout xmlns:a="http://schemas.openxmlformats.org/drawingml/2006/main" xmlns:r="http://schemas.openxmlformats.org/officeDocument/2006/relationships" xmlns:p="http://schemas.openxmlformats.org/presentationml/2006/main"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04843045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18.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56032623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1519.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45057173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520.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4828290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521.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74816696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guide id="40" pos="3840">
          <p15:clr>
            <a:srgbClr val="FBAE40"/>
          </p15:clr>
        </p15:guide>
      </p15:sldGuideLst>
    </p:ext>
  </p:extLst>
</p:sldLayout>
</file>

<file path=ppt/slideLayouts/slideLayout1522.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20223732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sldGuideLst>
    </p:ext>
  </p:extLst>
</p:sldLayout>
</file>

<file path=ppt/slideLayouts/slideLayout1523.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76543902"/>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24.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965201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25.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72326342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26.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95224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27.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25886540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28.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564391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29.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6508173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30.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15104689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31.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471652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32.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0355855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2988">
          <p15:clr>
            <a:srgbClr val="FBAE40"/>
          </p15:clr>
        </p15:guide>
        <p15:guide id="42" pos="5352">
          <p15:clr>
            <a:srgbClr val="FBAE40"/>
          </p15:clr>
        </p15:guide>
        <p15:guide id="43" orient="horz" pos="1085">
          <p15:clr>
            <a:srgbClr val="FBAE40"/>
          </p15:clr>
        </p15:guide>
      </p15:sldGuideLst>
    </p:ext>
  </p:extLst>
</p:sldLayout>
</file>

<file path=ppt/slideLayouts/slideLayout1533.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6867567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1534.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3589130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1535.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27744721"/>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536.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43621746"/>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537.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77534660"/>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538.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77606402"/>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539.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44938"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17149108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40.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99425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41.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860518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42.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3422298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43.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3187353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44.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3442097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45.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218785744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46.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75333801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47.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3313597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1548.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8911283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49.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15380387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50.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8572234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51.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4018437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52.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4888954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53.xml><?xml version="1.0" encoding="utf-8"?>
<p:sldLayout xmlns:a="http://schemas.openxmlformats.org/drawingml/2006/main" xmlns:r="http://schemas.openxmlformats.org/officeDocument/2006/relationships" xmlns:p="http://schemas.openxmlformats.org/presentationml/2006/main" preserve="1"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18722413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54.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67078604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55.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45562202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56.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9675666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557.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13860271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558.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839624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559.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87226471"/>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560.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4840281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p15:clr>
            <a:srgbClr val="FBAE40"/>
          </p15:clr>
        </p15:guide>
      </p15:sldGuideLst>
    </p:ext>
  </p:extLst>
</p:sldLayout>
</file>

<file path=ppt/slideLayouts/slideLayout1561.xml><?xml version="1.0" encoding="utf-8"?>
<p:sldLayout xmlns:a="http://schemas.openxmlformats.org/drawingml/2006/main" xmlns:r="http://schemas.openxmlformats.org/officeDocument/2006/relationships" xmlns:p="http://schemas.openxmlformats.org/presentationml/2006/main" preserve="1"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1124420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562.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0440552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563.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577163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564.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3542492"/>
      </p:ext>
    </p:extLst>
  </p:cSld>
  <p:clrMapOvr>
    <a:masterClrMapping/>
  </p:clrMapOvr>
  <p:transition>
    <p:fade/>
  </p:transition>
</p:sldLayout>
</file>

<file path=ppt/slideLayouts/slideLayout1565.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671429784"/>
      </p:ext>
    </p:extLst>
  </p:cSld>
  <p:clrMapOvr>
    <a:masterClrMapping/>
  </p:clrMapOvr>
  <p:transition>
    <p:fade/>
  </p:transition>
</p:sldLayout>
</file>

<file path=ppt/slideLayouts/slideLayout1566.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2735761152"/>
      </p:ext>
    </p:extLst>
  </p:cSld>
  <p:clrMapOvr>
    <a:masterClrMapping/>
  </p:clrMapOvr>
  <p:transition>
    <p:fade/>
  </p:transition>
</p:sldLayout>
</file>

<file path=ppt/slideLayouts/slideLayout1567.xml><?xml version="1.0" encoding="utf-8"?>
<p:sldLayout xmlns:a="http://schemas.openxmlformats.org/drawingml/2006/main" xmlns:r="http://schemas.openxmlformats.org/officeDocument/2006/relationships" xmlns:p="http://schemas.openxmlformats.org/presentationml/2006/main" preserve="1" userDrawn="1">
  <p:cSld name="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4" name="Picture 3" descr="Microsoft Learn&#10;Spark possibility">
            <a:extLst>
              <a:ext uri="{FF2B5EF4-FFF2-40B4-BE49-F238E27FC236}">
                <a16:creationId xmlns:a16="http://schemas.microsoft.com/office/drawing/2014/main" id="{5DD74BAF-F737-DF24-4119-69612D6CEE2E}"/>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7"/>
          </a:xfrm>
          <a:prstGeom prst="rect">
            <a:avLst/>
          </a:prstGeom>
        </p:spPr>
      </p:pic>
    </p:spTree>
    <p:extLst>
      <p:ext uri="{BB962C8B-B14F-4D97-AF65-F5344CB8AC3E}">
        <p14:creationId xmlns:p14="http://schemas.microsoft.com/office/powerpoint/2010/main" val="19961896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568.xml><?xml version="1.0" encoding="utf-8"?>
<p:sldLayout xmlns:a="http://schemas.openxmlformats.org/drawingml/2006/main" xmlns:r="http://schemas.openxmlformats.org/officeDocument/2006/relationships" xmlns:p="http://schemas.openxmlformats.org/presentationml/2006/main" preserve="1" userDrawn="1">
  <p:cSld name="1_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12" name="Title 1">
            <a:extLst>
              <a:ext uri="{FF2B5EF4-FFF2-40B4-BE49-F238E27FC236}">
                <a16:creationId xmlns:a16="http://schemas.microsoft.com/office/drawing/2014/main" id="{C419B008-216D-CA1F-2D39-75B36E6A6972}"/>
              </a:ext>
            </a:extLst>
          </p:cNvPr>
          <p:cNvSpPr>
            <a:spLocks noGrp="1"/>
          </p:cNvSpPr>
          <p:nvPr>
            <p:ph type="title" hasCustomPrompt="1"/>
          </p:nvPr>
        </p:nvSpPr>
        <p:spPr>
          <a:xfrm>
            <a:off x="588263" y="2573338"/>
            <a:ext cx="11021125" cy="1676929"/>
          </a:xfrm>
        </p:spPr>
        <p:txBody>
          <a:bodyPr wrap="square" anchor="b" anchorCtr="0">
            <a:noAutofit/>
          </a:bodyPr>
          <a:lstStyle>
            <a:lvl1pPr>
              <a:lnSpc>
                <a:spcPct val="90000"/>
              </a:lnSpc>
              <a:defRPr sz="4800">
                <a:solidFill>
                  <a:schemeClr val="tx1"/>
                </a:solidFill>
              </a:defRPr>
            </a:lvl1pPr>
          </a:lstStyle>
          <a:p>
            <a:r>
              <a:rPr lang="en-US"/>
              <a:t>Microsoft Learn</a:t>
            </a:r>
            <a:br>
              <a:rPr lang="en-US"/>
            </a:br>
            <a:r>
              <a:rPr lang="en-US"/>
              <a:t>presentation title or event name</a:t>
            </a:r>
          </a:p>
        </p:txBody>
      </p:sp>
      <p:sp>
        <p:nvSpPr>
          <p:cNvPr id="13" name="Text Placeholder 4">
            <a:extLst>
              <a:ext uri="{FF2B5EF4-FFF2-40B4-BE49-F238E27FC236}">
                <a16:creationId xmlns:a16="http://schemas.microsoft.com/office/drawing/2014/main" id="{AA0EBFEA-E746-E760-148D-6B55E33CE98B}"/>
              </a:ext>
            </a:extLst>
          </p:cNvPr>
          <p:cNvSpPr>
            <a:spLocks noGrp="1"/>
          </p:cNvSpPr>
          <p:nvPr>
            <p:ph type="body" sz="quarter" idx="12" hasCustomPrompt="1"/>
          </p:nvPr>
        </p:nvSpPr>
        <p:spPr>
          <a:xfrm>
            <a:off x="582043" y="4445908"/>
            <a:ext cx="11021124"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86589986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569.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nSpc>
                <a:spcPct val="100000"/>
              </a:lnSpc>
              <a:defRPr sz="3600">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9900723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570.xml><?xml version="1.0" encoding="utf-8"?>
<p:sldLayout xmlns:a="http://schemas.openxmlformats.org/drawingml/2006/main" xmlns:r="http://schemas.openxmlformats.org/officeDocument/2006/relationships" xmlns:p="http://schemas.openxmlformats.org/presentationml/2006/main" preserve="1" userDrawn="1">
  <p:cSld name="Title Slide 2">
    <p:bg>
      <p:bgRef idx="1001">
        <a:schemeClr val="bg1"/>
      </p:bgRef>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16C68DE-B737-469C-0510-1CE6FB0FCD97}"/>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106072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571.xml><?xml version="1.0" encoding="utf-8"?>
<p:sldLayout xmlns:a="http://schemas.openxmlformats.org/drawingml/2006/main" xmlns:r="http://schemas.openxmlformats.org/officeDocument/2006/relationships" xmlns:p="http://schemas.openxmlformats.org/presentationml/2006/main" preserve="1" userDrawn="1">
  <p:cSld name="Title Slide 3">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F6A99E2-B1B8-F05E-79FB-6E5F6BA2198F}"/>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979539"/>
            <a:ext cx="8680865" cy="553998"/>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8673983"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6536316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572.xml><?xml version="1.0" encoding="utf-8"?>
<p:sldLayout xmlns:a="http://schemas.openxmlformats.org/drawingml/2006/main" xmlns:r="http://schemas.openxmlformats.org/officeDocument/2006/relationships" xmlns:p="http://schemas.openxmlformats.org/presentationml/2006/main" preserve="1" userDrawn="1">
  <p:cSld name="Title Slide 4">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A518B55A-6C79-359D-87CF-515B5B5F6EF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cxnSp>
        <p:nvCxnSpPr>
          <p:cNvPr id="12" name="Straight Connector 11">
            <a:extLst>
              <a:ext uri="{FF2B5EF4-FFF2-40B4-BE49-F238E27FC236}">
                <a16:creationId xmlns:a16="http://schemas.microsoft.com/office/drawing/2014/main" id="{731143F6-2E66-B7DD-83D0-10E3BEE182CA}"/>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5D47B2CB-325C-5073-D8C2-698C29B7BD94}"/>
              </a:ext>
            </a:extLst>
          </p:cNvPr>
          <p:cNvSpPr>
            <a:spLocks noGrp="1"/>
          </p:cNvSpPr>
          <p:nvPr>
            <p:ph type="body" sz="quarter" idx="13" hasCustomPrompt="1"/>
          </p:nvPr>
        </p:nvSpPr>
        <p:spPr>
          <a:xfrm>
            <a:off x="582043" y="426212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12071492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573.xml><?xml version="1.0" encoding="utf-8"?>
<p:sldLayout xmlns:a="http://schemas.openxmlformats.org/drawingml/2006/main" xmlns:r="http://schemas.openxmlformats.org/officeDocument/2006/relationships" xmlns:p="http://schemas.openxmlformats.org/presentationml/2006/main" preserve="1" userDrawn="1">
  <p:cSld name="Title Slide 5">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5CC7D666-BCD6-C322-9710-8EA204E6238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1" y="0"/>
            <a:ext cx="12191996" cy="6857998"/>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8547960" y="2099733"/>
            <a:ext cx="2863181" cy="2863181"/>
          </a:xfrm>
          <a:prstGeom prst="roundRect">
            <a:avLst>
              <a:gd name="adj" fmla="val 21738"/>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8328418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574.xml><?xml version="1.0" encoding="utf-8"?>
<p:sldLayout xmlns:a="http://schemas.openxmlformats.org/drawingml/2006/main" xmlns:r="http://schemas.openxmlformats.org/officeDocument/2006/relationships" xmlns:p="http://schemas.openxmlformats.org/presentationml/2006/main" preserve="1" userDrawn="1">
  <p:cSld name="2_Title Slide 5">
    <p:bg>
      <p:bgPr>
        <a:solidFill>
          <a:schemeClr val="bg2"/>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3A552F5-A279-E01D-8684-06A66C8E3A3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4" y="2425541"/>
            <a:ext cx="4419602"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4" y="3962400"/>
            <a:ext cx="441960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6066182" y="1209017"/>
            <a:ext cx="4419601" cy="4419601"/>
          </a:xfrm>
          <a:prstGeom prst="roundRect">
            <a:avLst>
              <a:gd name="adj" fmla="val 21738"/>
            </a:avLst>
          </a:prstGeom>
          <a:blipFill>
            <a:blip r:embed="rId4" cstate="email">
              <a:extLst>
                <a:ext uri="{28A0092B-C50C-407E-A947-70E740481C1C}">
                  <a14:useLocalDpi xmlns:a14="http://schemas.microsoft.com/office/drawing/2010/main"/>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75889412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575.xml><?xml version="1.0" encoding="utf-8"?>
<p:sldLayout xmlns:a="http://schemas.openxmlformats.org/drawingml/2006/main" xmlns:r="http://schemas.openxmlformats.org/officeDocument/2006/relationships" xmlns:p="http://schemas.openxmlformats.org/presentationml/2006/main" preserve="1" userDrawn="1">
  <p:cSld name="Title Slide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3393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4260778"/>
            <a:ext cx="4335897"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9" name="Picture Placeholder" descr="This photo is a 'placeholder' only. Drag or drop your photo here, or click and tap the center to insert a photo.">
            <a:extLst>
              <a:ext uri="{FF2B5EF4-FFF2-40B4-BE49-F238E27FC236}">
                <a16:creationId xmlns:a16="http://schemas.microsoft.com/office/drawing/2014/main" id="{E9C6438B-8AA6-6FF8-579B-E6859D9CFF89}"/>
              </a:ext>
            </a:extLst>
          </p:cNvPr>
          <p:cNvSpPr>
            <a:spLocks noGrp="1"/>
          </p:cNvSpPr>
          <p:nvPr>
            <p:ph type="pic" sz="quarter" idx="11" hasCustomPrompt="1"/>
          </p:nvPr>
        </p:nvSpPr>
        <p:spPr bwMode="ltGray">
          <a:xfrm>
            <a:off x="5334000" y="0"/>
            <a:ext cx="6858000" cy="6858000"/>
          </a:xfrm>
          <a:blipFill>
            <a:blip r:embed="rId3"/>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cxnSp>
        <p:nvCxnSpPr>
          <p:cNvPr id="8" name="Straight Connector 7">
            <a:extLst>
              <a:ext uri="{FF2B5EF4-FFF2-40B4-BE49-F238E27FC236}">
                <a16:creationId xmlns:a16="http://schemas.microsoft.com/office/drawing/2014/main" id="{D9E5E791-B100-3AA7-21F7-E48EDD0B5D63}"/>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652114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576.xml><?xml version="1.0" encoding="utf-8"?>
<p:sldLayout xmlns:a="http://schemas.openxmlformats.org/drawingml/2006/main" xmlns:r="http://schemas.openxmlformats.org/officeDocument/2006/relationships" xmlns:p="http://schemas.openxmlformats.org/presentationml/2006/main" preserve="1" userDrawn="1">
  <p:cSld name="Title and Content_Microso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a:xfrm>
            <a:off x="588263" y="457200"/>
            <a:ext cx="11018520" cy="553998"/>
          </a:xfrm>
        </p:spPr>
        <p:txBody>
          <a:bodyPr/>
          <a:lstStyle>
            <a:lvl1pPr>
              <a:lnSpc>
                <a:spcPct val="100000"/>
              </a:lnSpc>
              <a:defRPr sz="3600">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sz="2800">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60132376"/>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577.xml><?xml version="1.0" encoding="utf-8"?>
<p:sldLayout xmlns:a="http://schemas.openxmlformats.org/drawingml/2006/main" xmlns:r="http://schemas.openxmlformats.org/officeDocument/2006/relationships" xmlns:p="http://schemas.openxmlformats.org/presentationml/2006/main" preserve="1" userDrawn="1">
  <p:cSld name="Title and Content Al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pic>
        <p:nvPicPr>
          <p:cNvPr id="1026" name="Picture 2" descr="A black triangle on a white background&#10;&#10;Description automatically generated">
            <a:extLst>
              <a:ext uri="{FF2B5EF4-FFF2-40B4-BE49-F238E27FC236}">
                <a16:creationId xmlns:a16="http://schemas.microsoft.com/office/drawing/2014/main" id="{D34FB095-B792-8E28-D887-870C3ECB52A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1711892" y="6232204"/>
            <a:ext cx="287452" cy="45731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3253083"/>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578.xml><?xml version="1.0" encoding="utf-8"?>
<p:sldLayout xmlns:a="http://schemas.openxmlformats.org/drawingml/2006/main" xmlns:r="http://schemas.openxmlformats.org/officeDocument/2006/relationships" xmlns:p="http://schemas.openxmlformats.org/presentationml/2006/main" preserve="1" userDrawn="1">
  <p:cSld name="Title and Content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7" name="Text Placeholder 3">
            <a:extLst>
              <a:ext uri="{FF2B5EF4-FFF2-40B4-BE49-F238E27FC236}">
                <a16:creationId xmlns:a16="http://schemas.microsoft.com/office/drawing/2014/main" id="{86F2E5AA-B8E1-2D99-BFF6-55964406C169}"/>
              </a:ext>
            </a:extLst>
          </p:cNvPr>
          <p:cNvSpPr>
            <a:spLocks noGrp="1"/>
          </p:cNvSpPr>
          <p:nvPr>
            <p:ph type="body" sz="quarter" idx="10" hasCustomPrompt="1"/>
          </p:nvPr>
        </p:nvSpPr>
        <p:spPr>
          <a:xfrm>
            <a:off x="584200" y="1961079"/>
            <a:ext cx="11018521" cy="307777"/>
          </a:xfrm>
          <a:prstGeom prst="rect">
            <a:avLst/>
          </a:prstGeom>
        </p:spPr>
        <p:txBody>
          <a:bodyPr wrap="square" lIns="0" tIns="0" rIns="0" bIns="0">
            <a:spAutoFit/>
          </a:bodyPr>
          <a:lstStyle>
            <a:lvl1pPr marL="0" indent="0">
              <a:lnSpc>
                <a:spcPts val="2400"/>
              </a:lnSpc>
              <a:buNone/>
              <a:defRPr sz="2000" b="0" i="0" spc="0">
                <a:solidFill>
                  <a:srgbClr val="000000"/>
                </a:solidFill>
                <a:latin typeface="+mj-lt"/>
              </a:defRPr>
            </a:lvl1pPr>
            <a:lvl2pPr marL="0" indent="0">
              <a:lnSpc>
                <a:spcPts val="2400"/>
              </a:lnSpc>
              <a:buNone/>
              <a:defRPr spc="0">
                <a:solidFill>
                  <a:srgbClr val="000000"/>
                </a:solidFill>
                <a:latin typeface="+mn-lt"/>
              </a:defRPr>
            </a:lvl2pPr>
            <a:lvl3pPr marL="457200" indent="0">
              <a:buNone/>
              <a:defRPr/>
            </a:lvl3pPr>
            <a:lvl4pPr marL="685800" indent="0">
              <a:buNone/>
              <a:defRPr/>
            </a:lvl4pPr>
            <a:lvl5pPr marL="914400" indent="0">
              <a:buNone/>
              <a:defRPr/>
            </a:lvl5pPr>
          </a:lstStyle>
          <a:p>
            <a:pPr lvl="1"/>
            <a:r>
              <a:rPr lang="en-US"/>
              <a:t>Large: subhead Segoe UI Regular 20/24</a:t>
            </a:r>
          </a:p>
        </p:txBody>
      </p:sp>
      <p:sp>
        <p:nvSpPr>
          <p:cNvPr id="8" name="Text Placeholder 4">
            <a:extLst>
              <a:ext uri="{FF2B5EF4-FFF2-40B4-BE49-F238E27FC236}">
                <a16:creationId xmlns:a16="http://schemas.microsoft.com/office/drawing/2014/main" id="{24F7BF36-6F86-1AAC-B730-8494CAF9A2B5}"/>
              </a:ext>
            </a:extLst>
          </p:cNvPr>
          <p:cNvSpPr>
            <a:spLocks noGrp="1"/>
          </p:cNvSpPr>
          <p:nvPr>
            <p:ph type="body" sz="quarter" idx="11" hasCustomPrompt="1"/>
          </p:nvPr>
        </p:nvSpPr>
        <p:spPr>
          <a:xfrm>
            <a:off x="584200" y="3075739"/>
            <a:ext cx="11018521" cy="220510"/>
          </a:xfrm>
          <a:prstGeom prst="rect">
            <a:avLst/>
          </a:prstGeom>
        </p:spPr>
        <p:txBody>
          <a:bodyPr lIns="0" tIns="0" rIns="0" bIns="0"/>
          <a:lstStyle>
            <a:lvl1pPr marL="0" indent="0">
              <a:lnSpc>
                <a:spcPts val="1800"/>
              </a:lnSpc>
              <a:spcBef>
                <a:spcPts val="0"/>
              </a:spcBef>
              <a:buNone/>
              <a:defRPr sz="1400" b="0" spc="0">
                <a:solidFill>
                  <a:schemeClr val="accent1"/>
                </a:solidFill>
                <a:latin typeface="+mj-lt"/>
              </a:defRPr>
            </a:lvl1pPr>
            <a:lvl2pPr marL="0" indent="0">
              <a:lnSpc>
                <a:spcPts val="1800"/>
              </a:lnSpc>
              <a:spcBef>
                <a:spcPts val="0"/>
              </a:spcBef>
              <a:buNone/>
              <a:defRPr sz="1400" spc="0">
                <a:solidFill>
                  <a:srgbClr val="000000"/>
                </a:solidFill>
              </a:defRPr>
            </a:lvl2pPr>
            <a:lvl3pPr marL="457200" indent="0">
              <a:buNone/>
              <a:defRPr/>
            </a:lvl3pPr>
            <a:lvl4pPr marL="685800" indent="0">
              <a:buNone/>
              <a:defRPr/>
            </a:lvl4pPr>
            <a:lvl5pPr marL="914400" indent="0">
              <a:buNone/>
              <a:defRPr/>
            </a:lvl5pPr>
          </a:lstStyle>
          <a:p>
            <a:pPr lvl="0"/>
            <a:r>
              <a:rPr lang="en-US"/>
              <a:t>Medium: paragraph heading Segoe UI </a:t>
            </a:r>
            <a:r>
              <a:rPr lang="en-US" err="1"/>
              <a:t>Semibold</a:t>
            </a:r>
            <a:r>
              <a:rPr lang="en-US"/>
              <a:t> 14/18</a:t>
            </a:r>
          </a:p>
        </p:txBody>
      </p:sp>
      <p:sp>
        <p:nvSpPr>
          <p:cNvPr id="9" name="Text Placeholder 6">
            <a:extLst>
              <a:ext uri="{FF2B5EF4-FFF2-40B4-BE49-F238E27FC236}">
                <a16:creationId xmlns:a16="http://schemas.microsoft.com/office/drawing/2014/main" id="{345546AD-A5A5-3F3C-BA37-4B19AEF2A5DB}"/>
              </a:ext>
            </a:extLst>
          </p:cNvPr>
          <p:cNvSpPr>
            <a:spLocks noGrp="1"/>
          </p:cNvSpPr>
          <p:nvPr>
            <p:ph type="body" sz="quarter" idx="14" hasCustomPrompt="1"/>
          </p:nvPr>
        </p:nvSpPr>
        <p:spPr>
          <a:xfrm>
            <a:off x="584200" y="4593491"/>
            <a:ext cx="11018521" cy="153888"/>
          </a:xfrm>
          <a:prstGeom prst="rect">
            <a:avLst/>
          </a:prstGeom>
        </p:spPr>
        <p:txBody>
          <a:bodyPr lIns="0" tIns="0" rIns="0" bIns="0"/>
          <a:lstStyle>
            <a:lvl1pPr marL="0" indent="0">
              <a:lnSpc>
                <a:spcPts val="1200"/>
              </a:lnSpc>
              <a:spcBef>
                <a:spcPts val="0"/>
              </a:spcBef>
              <a:buNone/>
              <a:defRPr sz="1000" spc="0">
                <a:solidFill>
                  <a:schemeClr val="tx1"/>
                </a:solidFill>
              </a:defRPr>
            </a:lvl1pPr>
            <a:lvl2pPr marL="0" indent="0">
              <a:lnSpc>
                <a:spcPct val="100000"/>
              </a:lnSpc>
              <a:spcBef>
                <a:spcPts val="0"/>
              </a:spcBef>
              <a:buNone/>
              <a:defRPr sz="1000" spc="0">
                <a:solidFill>
                  <a:srgbClr val="000000"/>
                </a:solidFill>
              </a:defRPr>
            </a:lvl2pPr>
            <a:lvl3pPr marL="457200" indent="0">
              <a:buNone/>
              <a:defRPr/>
            </a:lvl3pPr>
            <a:lvl4pPr marL="685800" indent="0">
              <a:buNone/>
              <a:defRPr/>
            </a:lvl4pPr>
            <a:lvl5pPr marL="0" indent="0">
              <a:lnSpc>
                <a:spcPct val="100000"/>
              </a:lnSpc>
              <a:buNone/>
              <a:defRPr>
                <a:solidFill>
                  <a:srgbClr val="000000"/>
                </a:solidFill>
              </a:defRPr>
            </a:lvl5pPr>
          </a:lstStyle>
          <a:p>
            <a:pPr lvl="1"/>
            <a:r>
              <a:rPr lang="en-US"/>
              <a:t>Small: caption body copy Segoe Regular 10/12</a:t>
            </a:r>
          </a:p>
        </p:txBody>
      </p:sp>
      <p:sp>
        <p:nvSpPr>
          <p:cNvPr id="10" name="Text Placeholder 3">
            <a:extLst>
              <a:ext uri="{FF2B5EF4-FFF2-40B4-BE49-F238E27FC236}">
                <a16:creationId xmlns:a16="http://schemas.microsoft.com/office/drawing/2014/main" id="{90ACF05F-2419-331C-73AA-1456DD524AFE}"/>
              </a:ext>
            </a:extLst>
          </p:cNvPr>
          <p:cNvSpPr>
            <a:spLocks noGrp="1"/>
          </p:cNvSpPr>
          <p:nvPr>
            <p:ph type="body" sz="quarter" idx="24" hasCustomPrompt="1"/>
          </p:nvPr>
        </p:nvSpPr>
        <p:spPr>
          <a:xfrm>
            <a:off x="582338" y="4385524"/>
            <a:ext cx="11018521"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Small: caption title Segoe UI Bold 10/12. </a:t>
            </a:r>
          </a:p>
        </p:txBody>
      </p:sp>
      <p:sp>
        <p:nvSpPr>
          <p:cNvPr id="11" name="Text Placeholder 4">
            <a:extLst>
              <a:ext uri="{FF2B5EF4-FFF2-40B4-BE49-F238E27FC236}">
                <a16:creationId xmlns:a16="http://schemas.microsoft.com/office/drawing/2014/main" id="{F10E3B9C-87B7-FCD5-21F0-3C1505450B59}"/>
              </a:ext>
            </a:extLst>
          </p:cNvPr>
          <p:cNvSpPr>
            <a:spLocks noGrp="1"/>
          </p:cNvSpPr>
          <p:nvPr>
            <p:ph type="body" sz="quarter" idx="18" hasCustomPrompt="1"/>
          </p:nvPr>
        </p:nvSpPr>
        <p:spPr>
          <a:xfrm>
            <a:off x="582338" y="3385527"/>
            <a:ext cx="11018521" cy="220445"/>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Medium: body copy Segoe UI Regular 14/18</a:t>
            </a:r>
          </a:p>
        </p:txBody>
      </p:sp>
    </p:spTree>
    <p:extLst>
      <p:ext uri="{BB962C8B-B14F-4D97-AF65-F5344CB8AC3E}">
        <p14:creationId xmlns:p14="http://schemas.microsoft.com/office/powerpoint/2010/main" val="3877922930"/>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579.xml><?xml version="1.0" encoding="utf-8"?>
<p:sldLayout xmlns:a="http://schemas.openxmlformats.org/drawingml/2006/main" xmlns:r="http://schemas.openxmlformats.org/officeDocument/2006/relationships" xmlns:p="http://schemas.openxmlformats.org/presentationml/2006/main" preserve="1" userDrawn="1">
  <p:cSld name="Title &amp; Non-bulleted text">
    <p:bg>
      <p:bgPr>
        <a:solidFill>
          <a:srgbClr val="F4F3F5"/>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86389" y="2030760"/>
            <a:ext cx="9570435" cy="307777"/>
          </a:xfrm>
        </p:spPr>
        <p:txBody>
          <a:bodyPr wrap="square">
            <a:spAutoFit/>
          </a:bodyPr>
          <a:lstStyle>
            <a:lvl1pPr marL="0" indent="0">
              <a:buNone/>
              <a:defRPr lang="en-US" sz="2000" kern="1200" spc="0" baseline="0" dirty="0" smtClean="0">
                <a:solidFill>
                  <a:schemeClr val="tx1"/>
                </a:solidFill>
                <a:latin typeface="+mn-lt"/>
                <a:ea typeface="+mn-ea"/>
                <a:cs typeface="Segoe UI" panose="020B0502040204020203" pitchFamily="34" charset="0"/>
              </a:defRPr>
            </a:lvl1pPr>
            <a:lvl2pPr marL="228600" indent="0">
              <a:buNone/>
              <a:defRPr/>
            </a:lvl2pPr>
            <a:lvl3pPr marL="457200" indent="0">
              <a:buNone/>
              <a:defRPr/>
            </a:lvl3pPr>
            <a:lvl4pPr marL="685800" indent="0">
              <a:buNone/>
              <a:defRPr/>
            </a:lvl4pPr>
            <a:lvl5pPr marL="914400" indent="0">
              <a:buNone/>
              <a:defRPr/>
            </a:lvl5pPr>
          </a:lstStyle>
          <a:p>
            <a:pPr marL="342900" marR="0" lvl="0" indent="-342900" algn="l" defTabSz="932742" rtl="0" eaLnBrk="1" fontAlgn="auto" latinLnBrk="0" hangingPunct="1">
              <a:lnSpc>
                <a:spcPts val="2400"/>
              </a:lnSpc>
              <a:spcBef>
                <a:spcPts val="0"/>
              </a:spcBef>
              <a:spcAft>
                <a:spcPts val="0"/>
              </a:spcAft>
              <a:buClrTx/>
              <a:buSzPct val="90000"/>
              <a:buFont typeface="Arial" panose="020B0604020202020204" pitchFamily="34" charset="0"/>
              <a:buChar char="•"/>
              <a:tabLst/>
              <a:defRPr/>
            </a:pPr>
            <a:r>
              <a:rPr lang="en-US"/>
              <a:t>Click to edit Master text styles</a:t>
            </a:r>
          </a:p>
        </p:txBody>
      </p:sp>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0989989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1580.xml><?xml version="1.0" encoding="utf-8"?>
<p:sldLayout xmlns:a="http://schemas.openxmlformats.org/drawingml/2006/main" xmlns:r="http://schemas.openxmlformats.org/officeDocument/2006/relationships" xmlns:p="http://schemas.openxmlformats.org/presentationml/2006/main"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hasCustomPrompt="1"/>
          </p:nvPr>
        </p:nvSpPr>
        <p:spPr/>
        <p:txBody>
          <a:bodyPr/>
          <a:lstStyle/>
          <a:p>
            <a:r>
              <a:rPr lang="en-US"/>
              <a:t>Click to edit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hasCustomPrompt="1"/>
          </p:nvPr>
        </p:nvSpPr>
        <p:spPr>
          <a:xfrm>
            <a:off x="584200" y="1435100"/>
            <a:ext cx="5211763"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hasCustomPrompt="1"/>
          </p:nvPr>
        </p:nvSpPr>
        <p:spPr>
          <a:xfrm>
            <a:off x="6389688" y="1435100"/>
            <a:ext cx="5219700"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5449844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1581.xml><?xml version="1.0" encoding="utf-8"?>
<p:sldLayout xmlns:a="http://schemas.openxmlformats.org/drawingml/2006/main" xmlns:r="http://schemas.openxmlformats.org/officeDocument/2006/relationships" xmlns:p="http://schemas.openxmlformats.org/presentationml/2006/main"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p:cNvSpPr>
            <a:spLocks noGrp="1"/>
          </p:cNvSpPr>
          <p:nvPr>
            <p:ph type="body" sz="quarter" idx="10" hasCustomPrompt="1"/>
          </p:nvPr>
        </p:nvSpPr>
        <p:spPr>
          <a:xfrm>
            <a:off x="584200"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hasCustomPrompt="1"/>
          </p:nvPr>
        </p:nvSpPr>
        <p:spPr>
          <a:xfrm>
            <a:off x="6397171"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179388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1582.xml><?xml version="1.0" encoding="utf-8"?>
<p:sldLayout xmlns:a="http://schemas.openxmlformats.org/drawingml/2006/main" xmlns:r="http://schemas.openxmlformats.org/officeDocument/2006/relationships" xmlns:p="http://schemas.openxmlformats.org/presentationml/2006/main" preserve="1" userDrawn="1">
  <p:cSld name="Two Column Bulle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hasCustomPrompt="1"/>
          </p:nvPr>
        </p:nvSpPr>
        <p:spPr>
          <a:xfrm>
            <a:off x="584200"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66750" indent="-152400">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hasCustomPrompt="1"/>
          </p:nvPr>
        </p:nvSpPr>
        <p:spPr>
          <a:xfrm>
            <a:off x="6397625"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85800" indent="-136525">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818605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583.xml><?xml version="1.0" encoding="utf-8"?>
<p:sldLayout xmlns:a="http://schemas.openxmlformats.org/drawingml/2006/main" xmlns:r="http://schemas.openxmlformats.org/officeDocument/2006/relationships" xmlns:p="http://schemas.openxmlformats.org/presentationml/2006/main" preserve="1" userDrawn="1">
  <p:cSld name="Two Column Conten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hasCustomPrompt="1"/>
          </p:nvPr>
        </p:nvSpPr>
        <p:spPr>
          <a:xfrm>
            <a:off x="588963"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hasCustomPrompt="1"/>
          </p:nvPr>
        </p:nvSpPr>
        <p:spPr>
          <a:xfrm>
            <a:off x="6394451"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208667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584.xml><?xml version="1.0" encoding="utf-8"?>
<p:sldLayout xmlns:a="http://schemas.openxmlformats.org/drawingml/2006/main" xmlns:r="http://schemas.openxmlformats.org/officeDocument/2006/relationships" xmlns:p="http://schemas.openxmlformats.org/presentationml/2006/main" userDrawn="1">
  <p:cSld name="Two Column Content with Subheads 2">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1"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514562"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199"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514562"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2147297665"/>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585.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hasCustomPrompt="1"/>
          </p:nvPr>
        </p:nvSpPr>
        <p:spPr>
          <a:xfrm>
            <a:off x="585217"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181862"/>
          </a:xfrm>
        </p:spPr>
        <p:txBody>
          <a:bodyPr wrap="square">
            <a:spAutoFit/>
          </a:bodyPr>
          <a:lstStyle>
            <a:lvl1pPr marL="176213" indent="-176213">
              <a:defRPr lang="en-US" sz="1800" dirty="0"/>
            </a:lvl1pPr>
            <a:lvl2pPr marL="322263" indent="-150813">
              <a:defRPr lang="en-US" sz="1600" dirty="0"/>
            </a:lvl2pPr>
            <a:lvl3pPr marL="466725" indent="-138113">
              <a:defRPr lang="en-US" sz="1100" dirty="0"/>
            </a:lvl3pPr>
            <a:lvl4pPr marL="595313" indent="-128588">
              <a:defRPr lang="en-US" sz="1050" dirty="0"/>
            </a:lvl4pPr>
            <a:lvl5pPr marL="731838" indent="-122238">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hasCustomPrompt="1"/>
          </p:nvPr>
        </p:nvSpPr>
        <p:spPr>
          <a:xfrm>
            <a:off x="4463796"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hasCustomPrompt="1"/>
          </p:nvPr>
        </p:nvSpPr>
        <p:spPr>
          <a:xfrm>
            <a:off x="8342375"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87917678"/>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24">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1586.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20" name="Text Placeholder 4">
            <a:extLst>
              <a:ext uri="{FF2B5EF4-FFF2-40B4-BE49-F238E27FC236}">
                <a16:creationId xmlns:a16="http://schemas.microsoft.com/office/drawing/2014/main" id="{8AB7BB6A-65B6-AEC7-836B-8D35242275AF}"/>
              </a:ext>
            </a:extLst>
          </p:cNvPr>
          <p:cNvSpPr>
            <a:spLocks noGrp="1"/>
          </p:cNvSpPr>
          <p:nvPr>
            <p:ph type="body" sz="quarter" idx="17" hasCustomPrompt="1"/>
          </p:nvPr>
        </p:nvSpPr>
        <p:spPr>
          <a:xfrm>
            <a:off x="582877"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sz="1400" b="0" i="0" spc="0">
                <a:solidFill>
                  <a:schemeClr val="tx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FB0535AF-BE85-1E67-DD92-E38C21AF7E8C}"/>
              </a:ext>
            </a:extLst>
          </p:cNvPr>
          <p:cNvSpPr>
            <a:spLocks noGrp="1"/>
          </p:cNvSpPr>
          <p:nvPr>
            <p:ph type="body" sz="quarter" idx="18" hasCustomPrompt="1"/>
          </p:nvPr>
        </p:nvSpPr>
        <p:spPr>
          <a:xfrm>
            <a:off x="437134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8E1F9237-EE15-C9FE-E0CA-3A37C93F9063}"/>
              </a:ext>
            </a:extLst>
          </p:cNvPr>
          <p:cNvSpPr>
            <a:spLocks noGrp="1"/>
          </p:cNvSpPr>
          <p:nvPr>
            <p:ph type="body" sz="quarter" idx="19" hasCustomPrompt="1"/>
          </p:nvPr>
        </p:nvSpPr>
        <p:spPr>
          <a:xfrm>
            <a:off x="813655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6" name="Text Placeholder 4">
            <a:extLst>
              <a:ext uri="{FF2B5EF4-FFF2-40B4-BE49-F238E27FC236}">
                <a16:creationId xmlns:a16="http://schemas.microsoft.com/office/drawing/2014/main" id="{775241E4-9061-8DB7-2B87-BA0CCA011ACE}"/>
              </a:ext>
            </a:extLst>
          </p:cNvPr>
          <p:cNvSpPr>
            <a:spLocks noGrp="1"/>
          </p:cNvSpPr>
          <p:nvPr>
            <p:ph type="body" sz="quarter" idx="11" hasCustomPrompt="1"/>
          </p:nvPr>
        </p:nvSpPr>
        <p:spPr>
          <a:xfrm>
            <a:off x="582877"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7" name="Text Placeholder 4">
            <a:extLst>
              <a:ext uri="{FF2B5EF4-FFF2-40B4-BE49-F238E27FC236}">
                <a16:creationId xmlns:a16="http://schemas.microsoft.com/office/drawing/2014/main" id="{82D1AEC7-7020-CBA4-58E1-0D75BA2EF496}"/>
              </a:ext>
            </a:extLst>
          </p:cNvPr>
          <p:cNvSpPr>
            <a:spLocks noGrp="1"/>
          </p:cNvSpPr>
          <p:nvPr>
            <p:ph type="body" sz="quarter" idx="12" hasCustomPrompt="1"/>
          </p:nvPr>
        </p:nvSpPr>
        <p:spPr>
          <a:xfrm>
            <a:off x="437134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8" name="Text Placeholder 4">
            <a:extLst>
              <a:ext uri="{FF2B5EF4-FFF2-40B4-BE49-F238E27FC236}">
                <a16:creationId xmlns:a16="http://schemas.microsoft.com/office/drawing/2014/main" id="{6416719B-F50B-D496-C069-4C1F30AFEC70}"/>
              </a:ext>
            </a:extLst>
          </p:cNvPr>
          <p:cNvSpPr>
            <a:spLocks noGrp="1"/>
          </p:cNvSpPr>
          <p:nvPr>
            <p:ph type="body" sz="quarter" idx="13" hasCustomPrompt="1"/>
          </p:nvPr>
        </p:nvSpPr>
        <p:spPr>
          <a:xfrm>
            <a:off x="813655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Tree>
    <p:extLst>
      <p:ext uri="{BB962C8B-B14F-4D97-AF65-F5344CB8AC3E}">
        <p14:creationId xmlns:p14="http://schemas.microsoft.com/office/powerpoint/2010/main" val="234679232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587.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3">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6" name="Text Placeholder 3">
            <a:extLst>
              <a:ext uri="{FF2B5EF4-FFF2-40B4-BE49-F238E27FC236}">
                <a16:creationId xmlns:a16="http://schemas.microsoft.com/office/drawing/2014/main" id="{46628952-3608-D408-E97B-C5509801C79B}"/>
              </a:ext>
            </a:extLst>
          </p:cNvPr>
          <p:cNvSpPr>
            <a:spLocks noGrp="1"/>
          </p:cNvSpPr>
          <p:nvPr>
            <p:ph type="body" sz="quarter" idx="10" hasCustomPrompt="1"/>
          </p:nvPr>
        </p:nvSpPr>
        <p:spPr>
          <a:xfrm>
            <a:off x="588263" y="1971020"/>
            <a:ext cx="9449500" cy="615553"/>
          </a:xfrm>
          <a:prstGeom prst="rect">
            <a:avLst/>
          </a:prstGeom>
        </p:spPr>
        <p:txBody>
          <a:bodyPr wrap="square" lIns="0" tIns="0" rIns="0" bIns="0">
            <a:spAutoFit/>
          </a:bodyPr>
          <a:lstStyle>
            <a:lvl1pPr marL="0" indent="0">
              <a:lnSpc>
                <a:spcPts val="2400"/>
              </a:lnSpc>
              <a:buNone/>
              <a:defRPr lang="en-US" sz="2000" kern="1200" spc="0" baseline="0" dirty="0">
                <a:solidFill>
                  <a:srgbClr val="000000"/>
                </a:solidFill>
                <a:latin typeface="+mn-lt"/>
                <a:ea typeface="+mn-ea"/>
                <a:cs typeface="+mn-cs"/>
              </a:defRPr>
            </a:lvl1pPr>
            <a:lvl2pPr marL="228600" indent="0">
              <a:buNone/>
              <a:defRPr/>
            </a:lvl2pPr>
            <a:lvl3pPr marL="457200" indent="0">
              <a:buNone/>
              <a:defRPr/>
            </a:lvl3pPr>
            <a:lvl4pPr marL="685800" indent="0">
              <a:buNone/>
              <a:defRPr/>
            </a:lvl4pPr>
            <a:lvl5pPr marL="914400" indent="0">
              <a:buNone/>
              <a:defRPr/>
            </a:lvl5pPr>
          </a:lstStyle>
          <a:p>
            <a:pPr lvl="0"/>
            <a:r>
              <a:rPr lang="en-US"/>
              <a:t>Subhead Segoe UI Regular 20/24.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2"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356101"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9" name="Text Placeholder 4">
            <a:extLst>
              <a:ext uri="{FF2B5EF4-FFF2-40B4-BE49-F238E27FC236}">
                <a16:creationId xmlns:a16="http://schemas.microsoft.com/office/drawing/2014/main" id="{A65E358F-5CAF-2294-2C8A-0C65BE0A268F}"/>
              </a:ext>
            </a:extLst>
          </p:cNvPr>
          <p:cNvSpPr>
            <a:spLocks noGrp="1"/>
          </p:cNvSpPr>
          <p:nvPr>
            <p:ph type="body" sz="quarter" idx="13" hasCustomPrompt="1"/>
          </p:nvPr>
        </p:nvSpPr>
        <p:spPr>
          <a:xfrm>
            <a:off x="8128000" y="3214124"/>
            <a:ext cx="3474445"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200"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356101"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602E34F2-8AEC-5D82-A459-7615DC29B15F}"/>
              </a:ext>
            </a:extLst>
          </p:cNvPr>
          <p:cNvSpPr>
            <a:spLocks noGrp="1"/>
          </p:cNvSpPr>
          <p:nvPr>
            <p:ph type="body" sz="quarter" idx="19" hasCustomPrompt="1"/>
          </p:nvPr>
        </p:nvSpPr>
        <p:spPr>
          <a:xfrm>
            <a:off x="8134943" y="3521898"/>
            <a:ext cx="3474445"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33156714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588.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Oval 10">
            <a:extLst>
              <a:ext uri="{FF2B5EF4-FFF2-40B4-BE49-F238E27FC236}">
                <a16:creationId xmlns:a16="http://schemas.microsoft.com/office/drawing/2014/main" id="{F3C14C4D-447D-641B-9EE1-BB7D37876DFD}"/>
              </a:ext>
            </a:extLst>
          </p:cNvPr>
          <p:cNvSpPr/>
          <p:nvPr userDrawn="1"/>
        </p:nvSpPr>
        <p:spPr>
          <a:xfrm>
            <a:off x="8769505" y="1609347"/>
            <a:ext cx="2196790" cy="2196790"/>
          </a:xfrm>
          <a:prstGeom prst="ellipse">
            <a:avLst/>
          </a:prstGeom>
          <a:solidFill>
            <a:srgbClr val="8DC8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1A257B80-0E22-6118-D58C-8D479BE856CC}"/>
              </a:ext>
            </a:extLst>
          </p:cNvPr>
          <p:cNvSpPr/>
          <p:nvPr userDrawn="1"/>
        </p:nvSpPr>
        <p:spPr>
          <a:xfrm>
            <a:off x="1216757" y="1609347"/>
            <a:ext cx="2196790" cy="219679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F3C5F4DB-FE2F-3894-3C54-F1395F059BC1}"/>
              </a:ext>
            </a:extLst>
          </p:cNvPr>
          <p:cNvSpPr/>
          <p:nvPr userDrawn="1"/>
        </p:nvSpPr>
        <p:spPr>
          <a:xfrm>
            <a:off x="4997605" y="1609347"/>
            <a:ext cx="2196790" cy="2196790"/>
          </a:xfrm>
          <a:prstGeom prst="ellipse">
            <a:avLst/>
          </a:prstGeom>
          <a:solidFill>
            <a:srgbClr val="CD9B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9037727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589.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2"/>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1"/>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chemeClr val="accent3"/>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838240332"/>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590.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6"/>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5"/>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rgbClr val="8DC8E8"/>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392951494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591.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3413125"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3413125"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6244208"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6244208"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9073133"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9073133"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86028884"/>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1592.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2">
    <p:bg>
      <p:bgPr>
        <a:solidFill>
          <a:srgbClr val="F4F3F5"/>
        </a:solidFill>
        <a:effectLst/>
      </p:bgPr>
    </p:bg>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AE4763AA-7A64-C315-54ED-405AA5F28928}"/>
              </a:ext>
            </a:extLst>
          </p:cNvPr>
          <p:cNvSpPr/>
          <p:nvPr userDrawn="1"/>
        </p:nvSpPr>
        <p:spPr bwMode="auto">
          <a:xfrm>
            <a:off x="0" y="0"/>
            <a:ext cx="12192000" cy="1208988"/>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chemeClr val="accent2"/>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7" name="Text Placeholder 11">
            <a:extLst>
              <a:ext uri="{FF2B5EF4-FFF2-40B4-BE49-F238E27FC236}">
                <a16:creationId xmlns:a16="http://schemas.microsoft.com/office/drawing/2014/main" id="{0EA42F63-B2F3-3A38-57BC-24F6164484E0}"/>
              </a:ext>
            </a:extLst>
          </p:cNvPr>
          <p:cNvSpPr>
            <a:spLocks noGrp="1"/>
          </p:cNvSpPr>
          <p:nvPr>
            <p:ph type="body" sz="quarter" idx="16"/>
          </p:nvPr>
        </p:nvSpPr>
        <p:spPr>
          <a:xfrm>
            <a:off x="584200"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9" name="Text Placeholder 7">
            <a:extLst>
              <a:ext uri="{FF2B5EF4-FFF2-40B4-BE49-F238E27FC236}">
                <a16:creationId xmlns:a16="http://schemas.microsoft.com/office/drawing/2014/main" id="{1F284777-927E-F267-62FB-0ADA3AB8ABEF}"/>
              </a:ext>
            </a:extLst>
          </p:cNvPr>
          <p:cNvSpPr>
            <a:spLocks noGrp="1"/>
          </p:cNvSpPr>
          <p:nvPr>
            <p:ph type="body" sz="quarter" idx="14"/>
          </p:nvPr>
        </p:nvSpPr>
        <p:spPr>
          <a:xfrm>
            <a:off x="584200"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11">
            <a:extLst>
              <a:ext uri="{FF2B5EF4-FFF2-40B4-BE49-F238E27FC236}">
                <a16:creationId xmlns:a16="http://schemas.microsoft.com/office/drawing/2014/main" id="{B6D7214D-CF27-5C85-22BE-C501CC3F79F6}"/>
              </a:ext>
            </a:extLst>
          </p:cNvPr>
          <p:cNvSpPr>
            <a:spLocks noGrp="1"/>
          </p:cNvSpPr>
          <p:nvPr>
            <p:ph type="body" sz="quarter" idx="17"/>
          </p:nvPr>
        </p:nvSpPr>
        <p:spPr>
          <a:xfrm>
            <a:off x="3413125"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1" name="Text Placeholder 9">
            <a:extLst>
              <a:ext uri="{FF2B5EF4-FFF2-40B4-BE49-F238E27FC236}">
                <a16:creationId xmlns:a16="http://schemas.microsoft.com/office/drawing/2014/main" id="{D0E08958-F760-A396-6DDC-ADDF12562EFC}"/>
              </a:ext>
            </a:extLst>
          </p:cNvPr>
          <p:cNvSpPr>
            <a:spLocks noGrp="1"/>
          </p:cNvSpPr>
          <p:nvPr>
            <p:ph type="body" sz="quarter" idx="15"/>
          </p:nvPr>
        </p:nvSpPr>
        <p:spPr>
          <a:xfrm>
            <a:off x="3413125"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11">
            <a:extLst>
              <a:ext uri="{FF2B5EF4-FFF2-40B4-BE49-F238E27FC236}">
                <a16:creationId xmlns:a16="http://schemas.microsoft.com/office/drawing/2014/main" id="{2E8EB955-55F0-24FF-CDCC-B5A5FFFC6B4A}"/>
              </a:ext>
            </a:extLst>
          </p:cNvPr>
          <p:cNvSpPr>
            <a:spLocks noGrp="1"/>
          </p:cNvSpPr>
          <p:nvPr>
            <p:ph type="body" sz="quarter" idx="18"/>
          </p:nvPr>
        </p:nvSpPr>
        <p:spPr>
          <a:xfrm>
            <a:off x="6244208"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3" name="Text Placeholder 7">
            <a:extLst>
              <a:ext uri="{FF2B5EF4-FFF2-40B4-BE49-F238E27FC236}">
                <a16:creationId xmlns:a16="http://schemas.microsoft.com/office/drawing/2014/main" id="{36792F0E-DEBA-6C31-5613-59E8E3706BAE}"/>
              </a:ext>
            </a:extLst>
          </p:cNvPr>
          <p:cNvSpPr>
            <a:spLocks noGrp="1"/>
          </p:cNvSpPr>
          <p:nvPr>
            <p:ph type="body" sz="quarter" idx="19"/>
          </p:nvPr>
        </p:nvSpPr>
        <p:spPr>
          <a:xfrm>
            <a:off x="6244208"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11">
            <a:extLst>
              <a:ext uri="{FF2B5EF4-FFF2-40B4-BE49-F238E27FC236}">
                <a16:creationId xmlns:a16="http://schemas.microsoft.com/office/drawing/2014/main" id="{2A858486-2BAB-90FA-E642-5FFCB8955993}"/>
              </a:ext>
            </a:extLst>
          </p:cNvPr>
          <p:cNvSpPr>
            <a:spLocks noGrp="1"/>
          </p:cNvSpPr>
          <p:nvPr>
            <p:ph type="body" sz="quarter" idx="20"/>
          </p:nvPr>
        </p:nvSpPr>
        <p:spPr>
          <a:xfrm>
            <a:off x="9073133"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5" name="Text Placeholder 9">
            <a:extLst>
              <a:ext uri="{FF2B5EF4-FFF2-40B4-BE49-F238E27FC236}">
                <a16:creationId xmlns:a16="http://schemas.microsoft.com/office/drawing/2014/main" id="{6614B332-A4F9-7C7C-FA27-45DE478DA645}"/>
              </a:ext>
            </a:extLst>
          </p:cNvPr>
          <p:cNvSpPr>
            <a:spLocks noGrp="1"/>
          </p:cNvSpPr>
          <p:nvPr>
            <p:ph type="body" sz="quarter" idx="21"/>
          </p:nvPr>
        </p:nvSpPr>
        <p:spPr>
          <a:xfrm>
            <a:off x="9073133"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6914528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593.xml><?xml version="1.0" encoding="utf-8"?>
<p:sldLayout xmlns:a="http://schemas.openxmlformats.org/drawingml/2006/main" xmlns:r="http://schemas.openxmlformats.org/officeDocument/2006/relationships" xmlns:p="http://schemas.openxmlformats.org/presentationml/2006/main" preserve="1" userDrawn="1">
  <p:cSld name="Five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2849007"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5113814"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7378621"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hasCustomPrompt="1"/>
          </p:nvPr>
        </p:nvSpPr>
        <p:spPr>
          <a:xfrm>
            <a:off x="9643428"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25195852"/>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1594.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p:txBody>
          <a:bodyPr/>
          <a:lstStyle/>
          <a:p>
            <a:r>
              <a:rPr lang="en-US"/>
              <a:t>Click to edit title style</a:t>
            </a:r>
          </a:p>
        </p:txBody>
      </p:sp>
    </p:spTree>
    <p:extLst>
      <p:ext uri="{BB962C8B-B14F-4D97-AF65-F5344CB8AC3E}">
        <p14:creationId xmlns:p14="http://schemas.microsoft.com/office/powerpoint/2010/main" val="320474966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6">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0">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595.xml><?xml version="1.0" encoding="utf-8"?>
<p:sldLayout xmlns:a="http://schemas.openxmlformats.org/drawingml/2006/main" xmlns:r="http://schemas.openxmlformats.org/officeDocument/2006/relationships" xmlns:p="http://schemas.openxmlformats.org/presentationml/2006/main" preserve="1" userDrawn="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4" y="2875002"/>
            <a:ext cx="4127692" cy="1107996"/>
          </a:xfrm>
        </p:spPr>
        <p:txBody>
          <a:bodyPr wrap="square" anchor="ctr">
            <a:spAutoFit/>
          </a:bodyPr>
          <a:lstStyle/>
          <a:p>
            <a:r>
              <a:rPr lang="en-US"/>
              <a:t>Click to edit title style</a:t>
            </a:r>
          </a:p>
        </p:txBody>
      </p:sp>
    </p:spTree>
    <p:extLst>
      <p:ext uri="{BB962C8B-B14F-4D97-AF65-F5344CB8AC3E}">
        <p14:creationId xmlns:p14="http://schemas.microsoft.com/office/powerpoint/2010/main" val="3078607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1596.xml><?xml version="1.0" encoding="utf-8"?>
<p:sldLayout xmlns:a="http://schemas.openxmlformats.org/drawingml/2006/main" xmlns:r="http://schemas.openxmlformats.org/officeDocument/2006/relationships" xmlns:p="http://schemas.openxmlformats.org/presentationml/2006/main"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Tree>
    <p:extLst>
      <p:ext uri="{BB962C8B-B14F-4D97-AF65-F5344CB8AC3E}">
        <p14:creationId xmlns:p14="http://schemas.microsoft.com/office/powerpoint/2010/main" val="250768035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597.xml><?xml version="1.0" encoding="utf-8"?>
<p:sldLayout xmlns:a="http://schemas.openxmlformats.org/drawingml/2006/main" xmlns:r="http://schemas.openxmlformats.org/officeDocument/2006/relationships" xmlns:p="http://schemas.openxmlformats.org/presentationml/2006/main" preserve="1" userDrawn="1">
  <p:cSld name="Title - spli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2" y="457200"/>
            <a:ext cx="5687568" cy="553998"/>
          </a:xfrm>
        </p:spPr>
        <p:txBody>
          <a:bodyPr/>
          <a:lstStyle/>
          <a:p>
            <a:r>
              <a:rPr lang="en-US"/>
              <a:t>Click to edit title style</a:t>
            </a:r>
          </a:p>
        </p:txBody>
      </p:sp>
      <p:sp>
        <p:nvSpPr>
          <p:cNvPr id="4" name="Rectangle 3">
            <a:extLst>
              <a:ext uri="{FF2B5EF4-FFF2-40B4-BE49-F238E27FC236}">
                <a16:creationId xmlns:a16="http://schemas.microsoft.com/office/drawing/2014/main" id="{66ED9561-2D36-C7A9-8121-647D44F28482}"/>
              </a:ext>
              <a:ext uri="{C183D7F6-B498-43B3-948B-1728B52AA6E4}">
                <adec:decorative xmlns:adec="http://schemas.microsoft.com/office/drawing/2017/decorative" val="1"/>
              </a:ext>
            </a:extLst>
          </p:cNvPr>
          <p:cNvSpPr/>
          <p:nvPr userDrawn="1"/>
        </p:nvSpPr>
        <p:spPr bwMode="auto">
          <a:xfrm>
            <a:off x="6858000" y="0"/>
            <a:ext cx="5333999" cy="6858000"/>
          </a:xfrm>
          <a:prstGeom prst="rect">
            <a:avLst/>
          </a:prstGeom>
          <a:solidFill>
            <a:schemeClr val="bg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err="1">
              <a:ln>
                <a:noFill/>
              </a:ln>
              <a:solidFill>
                <a:srgbClr val="FFFFFF"/>
              </a:soli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69599528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598.xml><?xml version="1.0" encoding="utf-8"?>
<p:sldLayout xmlns:a="http://schemas.openxmlformats.org/drawingml/2006/main" xmlns:r="http://schemas.openxmlformats.org/officeDocument/2006/relationships" xmlns:p="http://schemas.openxmlformats.org/presentationml/2006/main" preserve="1" userDrawn="1">
  <p:cSld name="Title - 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453303"/>
            <a:ext cx="4158362" cy="430887"/>
          </a:xfrm>
        </p:spPr>
        <p:txBody>
          <a:bodyPr anchor="b"/>
          <a:lstStyle>
            <a:lvl1pPr>
              <a:defRPr sz="2800"/>
            </a:lvl1pPr>
          </a:lstStyle>
          <a:p>
            <a:r>
              <a:rPr lang="en-US"/>
              <a:t>Click to edit title style</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1971020"/>
            <a:ext cx="4162425" cy="307777"/>
          </a:xfrm>
        </p:spPr>
        <p:txBody>
          <a:bodyPr/>
          <a:lstStyle>
            <a:lvl1pPr marL="0" indent="0">
              <a:lnSpc>
                <a:spcPts val="2400"/>
              </a:lnSpc>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8" name="Text Placeholder 4">
            <a:extLst>
              <a:ext uri="{FF2B5EF4-FFF2-40B4-BE49-F238E27FC236}">
                <a16:creationId xmlns:a16="http://schemas.microsoft.com/office/drawing/2014/main" id="{AA4A25BE-EEC4-2D45-6B51-A6D5FDC0CD9E}"/>
              </a:ext>
            </a:extLst>
          </p:cNvPr>
          <p:cNvSpPr>
            <a:spLocks noGrp="1"/>
          </p:cNvSpPr>
          <p:nvPr>
            <p:ph type="body" sz="quarter" idx="13" hasCustomPrompt="1"/>
          </p:nvPr>
        </p:nvSpPr>
        <p:spPr>
          <a:xfrm>
            <a:off x="586062" y="3084755"/>
            <a:ext cx="4167188"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9" name="Text Placeholder 4">
            <a:extLst>
              <a:ext uri="{FF2B5EF4-FFF2-40B4-BE49-F238E27FC236}">
                <a16:creationId xmlns:a16="http://schemas.microsoft.com/office/drawing/2014/main" id="{B898ECC2-F025-9F52-FDDA-2757DC69BA28}"/>
              </a:ext>
            </a:extLst>
          </p:cNvPr>
          <p:cNvSpPr>
            <a:spLocks noGrp="1"/>
          </p:cNvSpPr>
          <p:nvPr>
            <p:ph type="body" sz="quarter" idx="17" hasCustomPrompt="1"/>
          </p:nvPr>
        </p:nvSpPr>
        <p:spPr>
          <a:xfrm>
            <a:off x="584200" y="3392529"/>
            <a:ext cx="4167188" cy="1598771"/>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AB1F49BE-32CF-300B-48DC-B74CA09F2E96}"/>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2432088536"/>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28">
          <p15:clr>
            <a:srgbClr val="A4A3A4"/>
          </p15:clr>
        </p15:guide>
      </p15:sldGuideLst>
    </p:ext>
  </p:extLst>
</p:sldLayout>
</file>

<file path=ppt/slideLayouts/slideLayout1599.xml><?xml version="1.0" encoding="utf-8"?>
<p:sldLayout xmlns:a="http://schemas.openxmlformats.org/drawingml/2006/main" xmlns:r="http://schemas.openxmlformats.org/officeDocument/2006/relationships" xmlns:p="http://schemas.openxmlformats.org/presentationml/2006/main" preserve="1" userDrawn="1">
  <p:cSld name="Title - Square Photo 2">
    <p:bg>
      <p:bgPr>
        <a:solidFill>
          <a:schemeClr val="bg2"/>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3535540"/>
            <a:ext cx="4162425" cy="307777"/>
          </a:xfrm>
        </p:spPr>
        <p:txBody>
          <a:bodyPr/>
          <a:lstStyle>
            <a:lvl1pPr marL="0" indent="0">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327750147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1600.xml><?xml version="1.0" encoding="utf-8"?>
<p:sldLayout xmlns:a="http://schemas.openxmlformats.org/drawingml/2006/main" xmlns:r="http://schemas.openxmlformats.org/officeDocument/2006/relationships" xmlns:p="http://schemas.openxmlformats.org/presentationml/2006/main" preserve="1" userDrawn="1">
  <p:cSld name="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hasCustomPrompt="1"/>
          </p:nvPr>
        </p:nvSpPr>
        <p:spPr>
          <a:xfrm>
            <a:off x="588263" y="2873414"/>
            <a:ext cx="4159950" cy="1107996"/>
          </a:xfrm>
        </p:spPr>
        <p:txBody>
          <a:bodyPr anchor="ct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59072879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1601.xml><?xml version="1.0" encoding="utf-8"?>
<p:sldLayout xmlns:a="http://schemas.openxmlformats.org/drawingml/2006/main" xmlns:r="http://schemas.openxmlformats.org/officeDocument/2006/relationships" xmlns:p="http://schemas.openxmlformats.org/presentationml/2006/main" preserve="1" userDrawn="1">
  <p:cSld name="Square Photo 2">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738664"/>
          </a:xfrm>
        </p:spPr>
        <p:txBody>
          <a:bodyPr anchor="t"/>
          <a:lstStyle>
            <a:lvl1pPr>
              <a:defRPr sz="24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552095664"/>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1602.xml><?xml version="1.0" encoding="utf-8"?>
<p:sldLayout xmlns:a="http://schemas.openxmlformats.org/drawingml/2006/main" xmlns:r="http://schemas.openxmlformats.org/officeDocument/2006/relationships" xmlns:p="http://schemas.openxmlformats.org/presentationml/2006/main" preserve="1" userDrawn="1">
  <p:cSld name="Photo full bleed">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5159207"/>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603.xml><?xml version="1.0" encoding="utf-8"?>
<p:sldLayout xmlns:a="http://schemas.openxmlformats.org/drawingml/2006/main" xmlns:r="http://schemas.openxmlformats.org/officeDocument/2006/relationships" xmlns:p="http://schemas.openxmlformats.org/presentationml/2006/main" preserve="1" userDrawn="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200" spc="0">
                <a:solidFill>
                  <a:srgbClr val="FFFFFF"/>
                </a:solidFill>
              </a:defRPr>
            </a:lvl1pPr>
          </a:lstStyle>
          <a:p>
            <a:r>
              <a:rPr lang="en-US"/>
              <a:t>Click to edit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9917259"/>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604.xml><?xml version="1.0" encoding="utf-8"?>
<p:sldLayout xmlns:a="http://schemas.openxmlformats.org/drawingml/2006/main" xmlns:r="http://schemas.openxmlformats.org/officeDocument/2006/relationships" xmlns:p="http://schemas.openxmlformats.org/presentationml/2006/main" preserve="1" userDrawn="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627371179"/>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1605.xml><?xml version="1.0" encoding="utf-8"?>
<p:sldLayout xmlns:a="http://schemas.openxmlformats.org/drawingml/2006/main" xmlns:r="http://schemas.openxmlformats.org/officeDocument/2006/relationships" xmlns:p="http://schemas.openxmlformats.org/presentationml/2006/main" preserve="1" userDrawn="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617601740"/>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1606.xml><?xml version="1.0" encoding="utf-8"?>
<p:sldLayout xmlns:a="http://schemas.openxmlformats.org/drawingml/2006/main" xmlns:r="http://schemas.openxmlformats.org/officeDocument/2006/relationships" xmlns:p="http://schemas.openxmlformats.org/presentationml/2006/main" preserve="1" userDrawn="1">
  <p:cSld name="Top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hasCustomPrompt="1"/>
          </p:nvPr>
        </p:nvSpPr>
        <p:spPr>
          <a:xfrm>
            <a:off x="588263" y="5436128"/>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66885463"/>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607.xml><?xml version="1.0" encoding="utf-8"?>
<p:sldLayout xmlns:a="http://schemas.openxmlformats.org/drawingml/2006/main" xmlns:r="http://schemas.openxmlformats.org/officeDocument/2006/relationships" xmlns:p="http://schemas.openxmlformats.org/presentationml/2006/main" preserve="1" userDrawn="1">
  <p:cSld name="Bottom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hasCustomPrompt="1"/>
          </p:nvPr>
        </p:nvSpPr>
        <p:spPr>
          <a:xfrm>
            <a:off x="588263" y="866287"/>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14112850"/>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1608.xml><?xml version="1.0" encoding="utf-8"?>
<p:sldLayout xmlns:a="http://schemas.openxmlformats.org/drawingml/2006/main" xmlns:r="http://schemas.openxmlformats.org/officeDocument/2006/relationships" xmlns:p="http://schemas.openxmlformats.org/presentationml/2006/main" preserve="1" userDrawn="1">
  <p:cSld name="Two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4199"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prstGeom prst="roundRect">
            <a:avLst>
              <a:gd name="adj" fmla="val 8178"/>
            </a:avLst>
          </a:prstGeom>
          <a:blipFill>
            <a:blip r:embed="rId2"/>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1860"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prstGeom prst="roundRect">
            <a:avLst>
              <a:gd name="adj" fmla="val 7612"/>
            </a:avLst>
          </a:prstGeom>
          <a:blipFill>
            <a:blip r:embed="rId3"/>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807229046"/>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1609.xml><?xml version="1.0" encoding="utf-8"?>
<p:sldLayout xmlns:a="http://schemas.openxmlformats.org/drawingml/2006/main" xmlns:r="http://schemas.openxmlformats.org/officeDocument/2006/relationships" xmlns:p="http://schemas.openxmlformats.org/presentationml/2006/main" preserve="1" userDrawn="1">
  <p:cSld name="Three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89540135"/>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610.xml><?xml version="1.0" encoding="utf-8"?>
<p:sldLayout xmlns:a="http://schemas.openxmlformats.org/drawingml/2006/main" xmlns:r="http://schemas.openxmlformats.org/officeDocument/2006/relationships" xmlns:p="http://schemas.openxmlformats.org/presentationml/2006/main" preserve="1" userDrawn="1">
  <p:cSld name="Three picture with subtitl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1332631"/>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1332631"/>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1332631"/>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4">
            <a:extLst>
              <a:ext uri="{FF2B5EF4-FFF2-40B4-BE49-F238E27FC236}">
                <a16:creationId xmlns:a16="http://schemas.microsoft.com/office/drawing/2014/main" id="{2BFE283E-20EE-6783-BD84-82B4E8AD3588}"/>
              </a:ext>
            </a:extLst>
          </p:cNvPr>
          <p:cNvSpPr>
            <a:spLocks noGrp="1"/>
          </p:cNvSpPr>
          <p:nvPr>
            <p:ph type="body" sz="quarter" idx="19" hasCustomPrompt="1"/>
          </p:nvPr>
        </p:nvSpPr>
        <p:spPr>
          <a:xfrm>
            <a:off x="584200"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4F92DA75-7E4D-567F-ECD8-2CA3158E6DF4}"/>
              </a:ext>
            </a:extLst>
          </p:cNvPr>
          <p:cNvSpPr>
            <a:spLocks noGrp="1"/>
          </p:cNvSpPr>
          <p:nvPr>
            <p:ph type="body" sz="quarter" idx="20" hasCustomPrompt="1"/>
          </p:nvPr>
        </p:nvSpPr>
        <p:spPr>
          <a:xfrm>
            <a:off x="4356101"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8" name="Text Placeholder 4">
            <a:extLst>
              <a:ext uri="{FF2B5EF4-FFF2-40B4-BE49-F238E27FC236}">
                <a16:creationId xmlns:a16="http://schemas.microsoft.com/office/drawing/2014/main" id="{1341BE00-329F-B62F-D11D-64896AE5DD0E}"/>
              </a:ext>
            </a:extLst>
          </p:cNvPr>
          <p:cNvSpPr>
            <a:spLocks noGrp="1"/>
          </p:cNvSpPr>
          <p:nvPr>
            <p:ph type="body" sz="quarter" idx="21" hasCustomPrompt="1"/>
          </p:nvPr>
        </p:nvSpPr>
        <p:spPr>
          <a:xfrm>
            <a:off x="8134943" y="5354468"/>
            <a:ext cx="3474445"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721669192"/>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611.xml><?xml version="1.0" encoding="utf-8"?>
<p:sldLayout xmlns:a="http://schemas.openxmlformats.org/drawingml/2006/main" xmlns:r="http://schemas.openxmlformats.org/officeDocument/2006/relationships" xmlns:p="http://schemas.openxmlformats.org/presentationml/2006/main" preserve="1" userDrawn="1">
  <p:cSld name="Four picture content">
    <p:bg>
      <p:bgPr>
        <a:solidFill>
          <a:srgbClr val="F4F3F5"/>
        </a:solidFill>
        <a:effectLst/>
      </p:bgPr>
    </p:bg>
    <p:spTree>
      <p:nvGrpSpPr>
        <p:cNvPr id="1" name=""/>
        <p:cNvGrpSpPr/>
        <p:nvPr/>
      </p:nvGrpSpPr>
      <p:grpSpPr>
        <a:xfrm>
          <a:off x="0" y="0"/>
          <a:ext cx="0" cy="0"/>
          <a:chOff x="0" y="0"/>
          <a:chExt cx="0" cy="0"/>
        </a:xfrm>
      </p:grpSpPr>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prstGeom prst="roundRect">
            <a:avLst>
              <a:gd name="adj" fmla="val 9291"/>
            </a:avLst>
          </a:prstGeo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prstGeom prst="roundRect">
            <a:avLst>
              <a:gd name="adj" fmla="val 9680"/>
            </a:avLst>
          </a:prstGeo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prstGeom prst="roundRect">
            <a:avLst>
              <a:gd name="adj" fmla="val 9679"/>
            </a:avLst>
          </a:prstGeo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prstGeom prst="roundRect">
            <a:avLst>
              <a:gd name="adj" fmla="val 9680"/>
            </a:avLst>
          </a:prstGeo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3413908"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5204"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hasCustomPrompt="1"/>
          </p:nvPr>
        </p:nvSpPr>
        <p:spPr>
          <a:xfrm>
            <a:off x="9076500"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Tree>
    <p:extLst>
      <p:ext uri="{BB962C8B-B14F-4D97-AF65-F5344CB8AC3E}">
        <p14:creationId xmlns:p14="http://schemas.microsoft.com/office/powerpoint/2010/main" val="3906914797"/>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1612.xml><?xml version="1.0" encoding="utf-8"?>
<p:sldLayout xmlns:a="http://schemas.openxmlformats.org/drawingml/2006/main" xmlns:r="http://schemas.openxmlformats.org/officeDocument/2006/relationships" xmlns:p="http://schemas.openxmlformats.org/presentationml/2006/main" preserve="1" userDrawn="1">
  <p:cSld name="Two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6714744"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8CE10F07-B8D9-4B69-A567-8BEDE6973D9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87595012"/>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1613.xml><?xml version="1.0" encoding="utf-8"?>
<p:sldLayout xmlns:a="http://schemas.openxmlformats.org/drawingml/2006/main" xmlns:r="http://schemas.openxmlformats.org/officeDocument/2006/relationships" xmlns:p="http://schemas.openxmlformats.org/presentationml/2006/main" preserve="1" userDrawn="1">
  <p:cSld name="Thre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2"/>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4669536" y="4799409"/>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8753856" y="479941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025569780"/>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1614.xml><?xml version="1.0" encoding="utf-8"?>
<p:sldLayout xmlns:a="http://schemas.openxmlformats.org/drawingml/2006/main" xmlns:r="http://schemas.openxmlformats.org/officeDocument/2006/relationships" xmlns:p="http://schemas.openxmlformats.org/presentationml/2006/main" preserve="1" userDrawn="1">
  <p:cSld name="Four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3649472"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6713728" y="479941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9777984"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803520036"/>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1615.xml><?xml version="1.0" encoding="utf-8"?>
<p:sldLayout xmlns:a="http://schemas.openxmlformats.org/drawingml/2006/main" xmlns:r="http://schemas.openxmlformats.org/officeDocument/2006/relationships" xmlns:p="http://schemas.openxmlformats.org/presentationml/2006/main" preserve="1" userDrawn="1">
  <p:cSld name="Fiv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292608" y="4800600"/>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2743962" y="4799409"/>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5195316" y="4799410"/>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7646670"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hasCustomPrompt="1"/>
          </p:nvPr>
        </p:nvSpPr>
        <p:spPr>
          <a:xfrm>
            <a:off x="10098024"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20176245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1616.xml><?xml version="1.0" encoding="utf-8"?>
<p:sldLayout xmlns:a="http://schemas.openxmlformats.org/drawingml/2006/main" xmlns:r="http://schemas.openxmlformats.org/officeDocument/2006/relationships" xmlns:p="http://schemas.openxmlformats.org/presentationml/2006/main" preserve="1" userDrawn="1">
  <p:cSld name="Thre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9747"/>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2037906"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4939284"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7840663"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57734870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1617.xml><?xml version="1.0" encoding="utf-8"?>
<p:sldLayout xmlns:a="http://schemas.openxmlformats.org/drawingml/2006/main" xmlns:r="http://schemas.openxmlformats.org/officeDocument/2006/relationships" xmlns:p="http://schemas.openxmlformats.org/presentationml/2006/main" preserve="1" userDrawn="1">
  <p:cSld name="Four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348725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63903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9293351"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7342212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1618.xml><?xml version="1.0" encoding="utf-8"?>
<p:sldLayout xmlns:a="http://schemas.openxmlformats.org/drawingml/2006/main" xmlns:r="http://schemas.openxmlformats.org/officeDocument/2006/relationships" xmlns:p="http://schemas.openxmlformats.org/presentationml/2006/main" preserve="1" userDrawn="1">
  <p:cSld name="Fiv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2905506"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5227320" y="4235451"/>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7548118"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hasCustomPrompt="1"/>
          </p:nvPr>
        </p:nvSpPr>
        <p:spPr>
          <a:xfrm>
            <a:off x="9869423"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44772515"/>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1619.xml><?xml version="1.0" encoding="utf-8"?>
<p:sldLayout xmlns:a="http://schemas.openxmlformats.org/drawingml/2006/main" xmlns:r="http://schemas.openxmlformats.org/officeDocument/2006/relationships" xmlns:p="http://schemas.openxmlformats.org/presentationml/2006/main" preserve="1" userDrawn="1">
  <p:cSld name="Title and text side by sid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hasCustomPrompt="1"/>
          </p:nvPr>
        </p:nvSpPr>
        <p:spPr>
          <a:xfrm>
            <a:off x="4356100" y="2309812"/>
            <a:ext cx="7253288" cy="3959225"/>
          </a:xfrm>
        </p:spPr>
        <p:txBody>
          <a:bodyPr anchor="t"/>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948370C-2FF9-EB05-1275-F0B9E34E40E3}"/>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2573620"/>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620.xml><?xml version="1.0" encoding="utf-8"?>
<p:sldLayout xmlns:a="http://schemas.openxmlformats.org/drawingml/2006/main" xmlns:r="http://schemas.openxmlformats.org/officeDocument/2006/relationships" xmlns:p="http://schemas.openxmlformats.org/presentationml/2006/main" preserve="1" userDrawn="1">
  <p:cSld name="Title and text side by side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FD366496-0526-A79B-C195-310BDEC5329D}"/>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8B9282B-2098-430D-B57F-67ED8C920ADA}"/>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F917A19-5353-F019-737D-CB017D70B4F9}"/>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9" name="Text Placeholder 2">
            <a:extLst>
              <a:ext uri="{FF2B5EF4-FFF2-40B4-BE49-F238E27FC236}">
                <a16:creationId xmlns:a16="http://schemas.microsoft.com/office/drawing/2014/main" id="{E9EDB421-EDBF-FF28-16C9-56834DF21C4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20" name="Text Placeholder 2">
            <a:extLst>
              <a:ext uri="{FF2B5EF4-FFF2-40B4-BE49-F238E27FC236}">
                <a16:creationId xmlns:a16="http://schemas.microsoft.com/office/drawing/2014/main" id="{8C86039A-AC59-0AA2-3B10-E7EE56A2CD57}"/>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84126602"/>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621.xml><?xml version="1.0" encoding="utf-8"?>
<p:sldLayout xmlns:a="http://schemas.openxmlformats.org/drawingml/2006/main" xmlns:r="http://schemas.openxmlformats.org/officeDocument/2006/relationships" xmlns:p="http://schemas.openxmlformats.org/presentationml/2006/main" preserve="1" userDrawn="1">
  <p:cSld name="Title and text side by side 3">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hasCustomPrompt="1"/>
          </p:nvPr>
        </p:nvSpPr>
        <p:spPr>
          <a:xfrm>
            <a:off x="4941888" y="585789"/>
            <a:ext cx="6667500" cy="5683248"/>
          </a:xfrm>
        </p:spPr>
        <p:txBody>
          <a:bodyPr anchor="ctr"/>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082075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622.xml><?xml version="1.0" encoding="utf-8"?>
<p:sldLayout xmlns:a="http://schemas.openxmlformats.org/drawingml/2006/main" xmlns:r="http://schemas.openxmlformats.org/officeDocument/2006/relationships" xmlns:p="http://schemas.openxmlformats.org/presentationml/2006/main" preserve="1" userDrawn="1">
  <p:cSld name="Title and text side by side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EFC8378B-6E45-F469-0519-68B9FC5BEEA8}"/>
              </a:ext>
            </a:extLst>
          </p:cNvPr>
          <p:cNvSpPr>
            <a:spLocks noGrp="1"/>
          </p:cNvSpPr>
          <p:nvPr>
            <p:ph type="body" sz="quarter" idx="11" hasCustomPrompt="1"/>
          </p:nvPr>
        </p:nvSpPr>
        <p:spPr>
          <a:xfrm>
            <a:off x="5654082" y="1857800"/>
            <a:ext cx="5966418"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6" name="Text Placeholder 2">
            <a:extLst>
              <a:ext uri="{FF2B5EF4-FFF2-40B4-BE49-F238E27FC236}">
                <a16:creationId xmlns:a16="http://schemas.microsoft.com/office/drawing/2014/main" id="{6763BA2C-322D-A7E8-7431-EF84FFCD9B12}"/>
              </a:ext>
            </a:extLst>
          </p:cNvPr>
          <p:cNvSpPr>
            <a:spLocks noGrp="1"/>
          </p:cNvSpPr>
          <p:nvPr>
            <p:ph type="body" sz="quarter" idx="25" hasCustomPrompt="1"/>
          </p:nvPr>
        </p:nvSpPr>
        <p:spPr>
          <a:xfrm>
            <a:off x="5095668" y="1857800"/>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233279391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623.xml><?xml version="1.0" encoding="utf-8"?>
<p:sldLayout xmlns:a="http://schemas.openxmlformats.org/drawingml/2006/main" xmlns:r="http://schemas.openxmlformats.org/officeDocument/2006/relationships" xmlns:p="http://schemas.openxmlformats.org/presentationml/2006/main" preserve="1" userDrawn="1">
  <p:cSld name="Title and text side by side 5">
    <p:bg>
      <p:bgPr>
        <a:solidFill>
          <a:srgbClr val="F4F3F5"/>
        </a:solidFill>
        <a:effectLst/>
      </p:bgPr>
    </p:bg>
    <p:spTree>
      <p:nvGrpSpPr>
        <p:cNvPr id="1" name=""/>
        <p:cNvGrpSpPr/>
        <p:nvPr/>
      </p:nvGrpSpPr>
      <p:grpSpPr>
        <a:xfrm>
          <a:off x="0" y="0"/>
          <a:ext cx="0" cy="0"/>
          <a:chOff x="0" y="0"/>
          <a:chExt cx="0" cy="0"/>
        </a:xfrm>
      </p:grpSpPr>
      <p:cxnSp>
        <p:nvCxnSpPr>
          <p:cNvPr id="36" name="Straight Connector 35">
            <a:extLst>
              <a:ext uri="{FF2B5EF4-FFF2-40B4-BE49-F238E27FC236}">
                <a16:creationId xmlns:a16="http://schemas.microsoft.com/office/drawing/2014/main" id="{50BFCD8B-853E-92A8-FD5C-C5659CCB744A}"/>
              </a:ext>
              <a:ext uri="{C183D7F6-B498-43B3-948B-1728B52AA6E4}">
                <adec:decorative xmlns:adec="http://schemas.microsoft.com/office/drawing/2017/decorative" val="1"/>
              </a:ext>
            </a:extLst>
          </p:cNvPr>
          <p:cNvCxnSpPr>
            <a:cxnSpLocks/>
          </p:cNvCxnSpPr>
          <p:nvPr userDrawn="1"/>
        </p:nvCxnSpPr>
        <p:spPr>
          <a:xfrm>
            <a:off x="584200" y="2019300"/>
            <a:ext cx="3182112" cy="0"/>
          </a:xfrm>
          <a:prstGeom prst="line">
            <a:avLst/>
          </a:prstGeom>
          <a:ln w="76200" cap="rnd">
            <a:gradFill>
              <a:gsLst>
                <a:gs pos="0">
                  <a:schemeClr val="accent1"/>
                </a:gs>
                <a:gs pos="100000">
                  <a:schemeClr val="accent2"/>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1698F6FE-FA89-D09B-0F56-2F89F05F6E1E}"/>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8" name="Text Placeholder 2">
            <a:extLst>
              <a:ext uri="{FF2B5EF4-FFF2-40B4-BE49-F238E27FC236}">
                <a16:creationId xmlns:a16="http://schemas.microsoft.com/office/drawing/2014/main" id="{1DBC7FD1-5168-7C9E-36DD-EFCBEFE2FAC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9" name="Text Placeholder 2">
            <a:extLst>
              <a:ext uri="{FF2B5EF4-FFF2-40B4-BE49-F238E27FC236}">
                <a16:creationId xmlns:a16="http://schemas.microsoft.com/office/drawing/2014/main" id="{AC81A518-CF66-2BAF-FE9A-48CB9F7E9C5C}"/>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3363125809"/>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624.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F4F3F5"/>
        </a:solidFill>
        <a:effectLst/>
      </p:bgPr>
    </p:bg>
    <p:spTree>
      <p:nvGrpSpPr>
        <p:cNvPr id="1" name=""/>
        <p:cNvGrpSpPr/>
        <p:nvPr/>
      </p:nvGrpSpPr>
      <p:grpSpPr>
        <a:xfrm>
          <a:off x="0" y="0"/>
          <a:ext cx="0" cy="0"/>
          <a:chOff x="0" y="0"/>
          <a:chExt cx="0" cy="0"/>
        </a:xfrm>
      </p:grpSpPr>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91438" y="710247"/>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Tree>
    <p:extLst>
      <p:ext uri="{BB962C8B-B14F-4D97-AF65-F5344CB8AC3E}">
        <p14:creationId xmlns:p14="http://schemas.microsoft.com/office/powerpoint/2010/main" val="25868070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625.xml><?xml version="1.0" encoding="utf-8"?>
<p:sldLayout xmlns:a="http://schemas.openxmlformats.org/drawingml/2006/main" xmlns:r="http://schemas.openxmlformats.org/officeDocument/2006/relationships" xmlns:p="http://schemas.openxmlformats.org/presentationml/2006/main" preserve="1" userDrawn="1">
  <p:cSld name="Developer code 2">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userDrawn="1"/>
        </p:nvSpPr>
        <p:spPr bwMode="auto">
          <a:xfrm>
            <a:off x="0" y="1436688"/>
            <a:ext cx="12192000" cy="542131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143668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88263" y="2099310"/>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Tree>
    <p:extLst>
      <p:ext uri="{BB962C8B-B14F-4D97-AF65-F5344CB8AC3E}">
        <p14:creationId xmlns:p14="http://schemas.microsoft.com/office/powerpoint/2010/main" val="11567833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626.xml><?xml version="1.0" encoding="utf-8"?>
<p:sldLayout xmlns:a="http://schemas.openxmlformats.org/drawingml/2006/main" xmlns:r="http://schemas.openxmlformats.org/officeDocument/2006/relationships" xmlns:p="http://schemas.openxmlformats.org/presentationml/2006/main" preserve="1" userDrawn="1">
  <p:cSld name="Developer code bottom">
    <p:bg>
      <p:bgRef idx="1001">
        <a:schemeClr val="bg2"/>
      </p:bgRef>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86390" y="1230681"/>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2827138"/>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282713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3491219"/>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27917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1776">
          <p15:clr>
            <a:srgbClr val="5ACBF0"/>
          </p15:clr>
        </p15:guide>
        <p15:guide id="5" orient="horz" pos="2197">
          <p15:clr>
            <a:srgbClr val="5ACBF0"/>
          </p15:clr>
        </p15:guide>
        <p15:guide id="6" orient="horz" pos="773">
          <p15:clr>
            <a:srgbClr val="5ACBF0"/>
          </p15:clr>
        </p15:guide>
      </p15:sldGuideLst>
    </p:ext>
  </p:extLst>
</p:sldLayout>
</file>

<file path=ppt/slideLayouts/slideLayout1627.xml><?xml version="1.0" encoding="utf-8"?>
<p:sldLayout xmlns:a="http://schemas.openxmlformats.org/drawingml/2006/main" xmlns:r="http://schemas.openxmlformats.org/officeDocument/2006/relationships" xmlns:p="http://schemas.openxmlformats.org/presentationml/2006/main" preserve="1" userDrawn="1">
  <p:cSld name="Developer code top">
    <p:bg>
      <p:bgRef idx="1001">
        <a:schemeClr val="bg2"/>
      </p:bgRef>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0"/>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a:xfrm>
            <a:off x="588263" y="4224580"/>
            <a:ext cx="11018520" cy="492443"/>
          </a:xfrm>
        </p:spPr>
        <p:txBody>
          <a:bodyPr/>
          <a:lstStyle>
            <a:lvl1pPr>
              <a:defRPr sz="3200">
                <a:solidFill>
                  <a:schemeClr val="tx1"/>
                </a:solidFill>
              </a:defRPr>
            </a:lvl1pPr>
          </a:lstStyle>
          <a:p>
            <a:r>
              <a:rPr lang="en-US"/>
              <a:t>Click to edit title style</a:t>
            </a: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660508"/>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91152" y="4996505"/>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309321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2661">
          <p15:clr>
            <a:srgbClr val="5ACBF0"/>
          </p15:clr>
        </p15:guide>
        <p15:guide id="5" orient="horz" pos="3147">
          <p15:clr>
            <a:srgbClr val="5ACBF0"/>
          </p15:clr>
        </p15:guide>
        <p15:guide id="6" orient="horz" pos="419">
          <p15:clr>
            <a:srgbClr val="5ACBF0"/>
          </p15:clr>
        </p15:guide>
      </p15:sldGuideLst>
    </p:ext>
  </p:extLst>
</p:sldLayout>
</file>

<file path=ppt/slideLayouts/slideLayout1628.xml><?xml version="1.0" encoding="utf-8"?>
<p:sldLayout xmlns:a="http://schemas.openxmlformats.org/drawingml/2006/main" xmlns:r="http://schemas.openxmlformats.org/officeDocument/2006/relationships" xmlns:p="http://schemas.openxmlformats.org/presentationml/2006/main" preserve="1" userDrawn="1">
  <p:cSld name="Developer code right">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82BB27-7DA5-4478-8C18-C1FFEE20AAC1}"/>
              </a:ext>
            </a:extLst>
          </p:cNvPr>
          <p:cNvSpPr>
            <a:spLocks noGrp="1"/>
          </p:cNvSpPr>
          <p:nvPr>
            <p:ph type="title" hasCustomPrompt="1"/>
          </p:nvPr>
        </p:nvSpPr>
        <p:spPr>
          <a:xfrm>
            <a:off x="588263" y="457200"/>
            <a:ext cx="4040887" cy="492443"/>
          </a:xfrm>
        </p:spPr>
        <p:txBody>
          <a:bodyPr/>
          <a:lstStyle>
            <a:lvl1pPr>
              <a:defRPr sz="3200">
                <a:solidFill>
                  <a:schemeClr val="tx1"/>
                </a:solidFill>
              </a:defRPr>
            </a:lvl1pPr>
          </a:lstStyle>
          <a:p>
            <a:r>
              <a:rPr lang="en-US"/>
              <a:t>Click to edit title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588965" y="1338139"/>
            <a:ext cx="4040185"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5211763"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00725" y="709187"/>
            <a:ext cx="5801961" cy="307777"/>
          </a:xfrm>
        </p:spPr>
        <p:txBody>
          <a:bodyPr/>
          <a:lstStyle>
            <a:lvl1pPr marL="0" indent="0">
              <a:buNone/>
              <a:tabLst/>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68270880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629.xml><?xml version="1.0" encoding="utf-8"?>
<p:sldLayout xmlns:a="http://schemas.openxmlformats.org/drawingml/2006/main" xmlns:r="http://schemas.openxmlformats.org/officeDocument/2006/relationships" xmlns:p="http://schemas.openxmlformats.org/presentationml/2006/main" preserve="1" userDrawn="1">
  <p:cSld name="Developer code left">
    <p:bg>
      <p:bgRef idx="1001">
        <a:schemeClr val="bg2"/>
      </p:bgRef>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2"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6BB14A7D-C409-4A7C-9D82-A2E5DBB8AB72}"/>
              </a:ext>
            </a:extLst>
          </p:cNvPr>
          <p:cNvSpPr>
            <a:spLocks noGrp="1"/>
          </p:cNvSpPr>
          <p:nvPr>
            <p:ph type="title" hasCustomPrompt="1"/>
          </p:nvPr>
        </p:nvSpPr>
        <p:spPr>
          <a:xfrm>
            <a:off x="7575549" y="457200"/>
            <a:ext cx="4031233" cy="492443"/>
          </a:xfrm>
        </p:spPr>
        <p:txBody>
          <a:bodyPr/>
          <a:lstStyle>
            <a:lvl1pPr>
              <a:defRPr sz="3200">
                <a:solidFill>
                  <a:schemeClr val="tx1"/>
                </a:solidFill>
              </a:defRPr>
            </a:lvl1pPr>
          </a:lstStyle>
          <a:p>
            <a:r>
              <a:rPr lang="en-US"/>
              <a:t>Click to edit title</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7575550" y="1336675"/>
            <a:ext cx="4033838"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9302251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630.xml><?xml version="1.0" encoding="utf-8"?>
<p:sldLayout xmlns:a="http://schemas.openxmlformats.org/drawingml/2006/main" xmlns:r="http://schemas.openxmlformats.org/officeDocument/2006/relationships" xmlns:p="http://schemas.openxmlformats.org/presentationml/2006/main" preserve="1" userDrawn="1">
  <p:cSld name="Developer code left, image right">
    <p:bg>
      <p:bgPr>
        <a:solidFill>
          <a:srgbClr val="F4F3F5"/>
        </a:solidFill>
        <a:effectLst/>
      </p:bgPr>
    </p:bg>
    <p:spTree>
      <p:nvGrpSpPr>
        <p:cNvPr id="1" name=""/>
        <p:cNvGrpSpPr/>
        <p:nvPr/>
      </p:nvGrpSpPr>
      <p:grpSpPr>
        <a:xfrm>
          <a:off x="0" y="0"/>
          <a:ext cx="0" cy="0"/>
          <a:chOff x="0" y="0"/>
          <a:chExt cx="0" cy="0"/>
        </a:xfrm>
      </p:grpSpPr>
      <p:sp>
        <p:nvSpPr>
          <p:cNvPr id="9" name="Picture Placeholder 7" descr="This photo is a 'placeholder' only. Drag or drop your photo here, or click and tap the center to insert a photo.">
            <a:extLst>
              <a:ext uri="{FF2B5EF4-FFF2-40B4-BE49-F238E27FC236}">
                <a16:creationId xmlns:a16="http://schemas.microsoft.com/office/drawing/2014/main" id="{8456ECE7-2FD2-0E8A-D0BD-61173814D9B7}"/>
              </a:ext>
            </a:extLst>
          </p:cNvPr>
          <p:cNvSpPr>
            <a:spLocks noGrp="1"/>
          </p:cNvSpPr>
          <p:nvPr>
            <p:ph type="pic" sz="quarter" idx="10" hasCustomPrompt="1"/>
          </p:nvPr>
        </p:nvSpPr>
        <p:spPr bwMode="ltGray">
          <a:xfrm>
            <a:off x="8490856" y="707231"/>
            <a:ext cx="3116945" cy="5561808"/>
          </a:xfrm>
          <a:prstGeom prst="roundRect">
            <a:avLst>
              <a:gd name="adj" fmla="val 4445"/>
            </a:avLst>
          </a:prstGeom>
          <a:blipFill>
            <a:blip r:embed="rId2"/>
            <a:stretch>
              <a:fillRect l="-107368" r="-109854"/>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410421373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631.xml><?xml version="1.0" encoding="utf-8"?>
<p:sldLayout xmlns:a="http://schemas.openxmlformats.org/drawingml/2006/main" xmlns:r="http://schemas.openxmlformats.org/officeDocument/2006/relationships" xmlns:p="http://schemas.openxmlformats.org/presentationml/2006/main" preserve="1" userDrawn="1">
  <p:cSld name="Device 1">
    <p:bg>
      <p:bgPr>
        <a:solidFill>
          <a:srgbClr val="F4F3F5"/>
        </a:soli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C4B95F29-56C3-4C85-A12B-0B0BE769E70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2" name="Title 1"/>
          <p:cNvSpPr>
            <a:spLocks noGrp="1"/>
          </p:cNvSpPr>
          <p:nvPr>
            <p:ph type="title" hasCustomPrompt="1"/>
          </p:nvPr>
        </p:nvSpPr>
        <p:spPr>
          <a:xfrm>
            <a:off x="584200" y="464817"/>
            <a:ext cx="11023600"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1: one column</a:t>
            </a:r>
          </a:p>
        </p:txBody>
      </p:sp>
      <p:sp>
        <p:nvSpPr>
          <p:cNvPr id="4" name="Text Placeholder 3"/>
          <p:cNvSpPr>
            <a:spLocks noGrp="1"/>
          </p:cNvSpPr>
          <p:nvPr>
            <p:ph type="body" sz="quarter" idx="10" hasCustomPrompt="1"/>
          </p:nvPr>
        </p:nvSpPr>
        <p:spPr>
          <a:xfrm>
            <a:off x="584200" y="1922802"/>
            <a:ext cx="4630006" cy="615553"/>
          </a:xfrm>
          <a:prstGeom prst="rect">
            <a:avLst/>
          </a:prstGeom>
        </p:spPr>
        <p:txBody>
          <a:bodyPr wrap="square" lIns="0" tIns="0" rIns="0" bIns="0">
            <a:spAutoFit/>
          </a:bodyPr>
          <a:lstStyle>
            <a:lvl1pPr marL="0" indent="0">
              <a:lnSpc>
                <a:spcPts val="2400"/>
              </a:lnSpc>
              <a:buNone/>
              <a:defRPr sz="2000" b="0" i="0">
                <a:solidFill>
                  <a:srgbClr val="000000"/>
                </a:solidFill>
                <a:latin typeface="+mn-lt"/>
              </a:defRPr>
            </a:lvl1pPr>
            <a:lvl2pPr marL="224097" indent="0">
              <a:buNone/>
              <a:defRPr/>
            </a:lvl2pPr>
            <a:lvl3pPr marL="448193" indent="0">
              <a:buNone/>
              <a:defRPr/>
            </a:lvl3pPr>
            <a:lvl4pPr marL="672290" indent="0">
              <a:buNone/>
              <a:defRPr/>
            </a:lvl4pPr>
            <a:lvl5pPr marL="896386" indent="0">
              <a:buNone/>
              <a:defRPr/>
            </a:lvl5pPr>
          </a:lstStyle>
          <a:p>
            <a:pPr lvl="0"/>
            <a:r>
              <a:rPr lang="pt-BR"/>
              <a:t>Large subhead Segoe UI Regular 20/24. </a:t>
            </a:r>
            <a:r>
              <a:rPr lang="da-DK"/>
              <a:t>Lorem ipsum dolor sit amet</a:t>
            </a:r>
            <a:r>
              <a:rPr lang="pt-BR"/>
              <a:t>.</a:t>
            </a:r>
            <a:endParaRPr lang="en-US"/>
          </a:p>
        </p:txBody>
      </p:sp>
      <p:sp>
        <p:nvSpPr>
          <p:cNvPr id="5" name="Text Placeholder 4"/>
          <p:cNvSpPr>
            <a:spLocks noGrp="1"/>
          </p:cNvSpPr>
          <p:nvPr>
            <p:ph type="body" sz="quarter" idx="11" hasCustomPrompt="1"/>
          </p:nvPr>
        </p:nvSpPr>
        <p:spPr>
          <a:xfrm>
            <a:off x="584199" y="2707597"/>
            <a:ext cx="4630005" cy="2521331"/>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2" name="Picture Placeholder 11">
            <a:extLst>
              <a:ext uri="{FF2B5EF4-FFF2-40B4-BE49-F238E27FC236}">
                <a16:creationId xmlns:a16="http://schemas.microsoft.com/office/drawing/2014/main" id="{934476FE-7091-4DE7-A55E-3EF5A6569A7D}"/>
              </a:ext>
            </a:extLst>
          </p:cNvPr>
          <p:cNvSpPr>
            <a:spLocks noGrp="1"/>
          </p:cNvSpPr>
          <p:nvPr>
            <p:ph type="pic" sz="quarter" idx="12"/>
          </p:nvPr>
        </p:nvSpPr>
        <p:spPr>
          <a:xfrm>
            <a:off x="6358812" y="1519688"/>
            <a:ext cx="5833188" cy="4343375"/>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690846582"/>
      </p:ext>
    </p:extLst>
  </p:cSld>
  <p:clrMapOvr>
    <a:masterClrMapping/>
  </p:clrMapOvr>
  <p:transition>
    <p:fade/>
  </p:transition>
</p:sldLayout>
</file>

<file path=ppt/slideLayouts/slideLayout1632.xml><?xml version="1.0" encoding="utf-8"?>
<p:sldLayout xmlns:a="http://schemas.openxmlformats.org/drawingml/2006/main" xmlns:r="http://schemas.openxmlformats.org/officeDocument/2006/relationships" xmlns:p="http://schemas.openxmlformats.org/presentationml/2006/main" preserve="1" userDrawn="1">
  <p:cSld name="Device 2">
    <p:bg>
      <p:bgPr>
        <a:solidFill>
          <a:srgbClr val="F4F3F5"/>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C99DE98C-91A8-4163-A280-8BB561692C8E}"/>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9" name="Picture Placeholder 11">
            <a:extLst>
              <a:ext uri="{FF2B5EF4-FFF2-40B4-BE49-F238E27FC236}">
                <a16:creationId xmlns:a16="http://schemas.microsoft.com/office/drawing/2014/main" id="{784CA30E-A92E-4E40-944A-73B1CF9EEE0A}"/>
              </a:ext>
            </a:extLst>
          </p:cNvPr>
          <p:cNvSpPr>
            <a:spLocks noGrp="1"/>
          </p:cNvSpPr>
          <p:nvPr>
            <p:ph type="pic" sz="quarter" idx="12"/>
          </p:nvPr>
        </p:nvSpPr>
        <p:spPr>
          <a:xfrm>
            <a:off x="6357959" y="1535104"/>
            <a:ext cx="5834041" cy="4315059"/>
          </a:xfrm>
          <a:prstGeom prst="rect">
            <a:avLst/>
          </a:prstGeom>
        </p:spPr>
        <p:txBody>
          <a:bodyPr anchor="ctr" anchorCtr="0">
            <a:noAutofit/>
          </a:bodyPr>
          <a:lstStyle>
            <a:lvl1pPr algn="ctr">
              <a:defRPr>
                <a:solidFill>
                  <a:srgbClr val="000000"/>
                </a:solidFill>
              </a:defRPr>
            </a:lvl1pPr>
          </a:lstStyle>
          <a:p>
            <a:r>
              <a:rPr lang="en-US"/>
              <a:t>Click icon to add picture</a:t>
            </a:r>
          </a:p>
        </p:txBody>
      </p:sp>
      <p:sp>
        <p:nvSpPr>
          <p:cNvPr id="13" name="Text Placeholder 4">
            <a:extLst>
              <a:ext uri="{FF2B5EF4-FFF2-40B4-BE49-F238E27FC236}">
                <a16:creationId xmlns:a16="http://schemas.microsoft.com/office/drawing/2014/main" id="{8D17D4B4-B6B9-4273-ACCB-7A5ED46F35A8}"/>
              </a:ext>
            </a:extLst>
          </p:cNvPr>
          <p:cNvSpPr>
            <a:spLocks noGrp="1"/>
          </p:cNvSpPr>
          <p:nvPr>
            <p:ph type="body" sz="quarter" idx="11" hasCustomPrompt="1"/>
          </p:nvPr>
        </p:nvSpPr>
        <p:spPr>
          <a:xfrm>
            <a:off x="593750"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4" name="Text Placeholder 4">
            <a:extLst>
              <a:ext uri="{FF2B5EF4-FFF2-40B4-BE49-F238E27FC236}">
                <a16:creationId xmlns:a16="http://schemas.microsoft.com/office/drawing/2014/main" id="{FB204BE2-B985-4315-8D5B-9C54B1074DD6}"/>
              </a:ext>
            </a:extLst>
          </p:cNvPr>
          <p:cNvSpPr>
            <a:spLocks noGrp="1"/>
          </p:cNvSpPr>
          <p:nvPr>
            <p:ph type="body" sz="quarter" idx="13" hasCustomPrompt="1"/>
          </p:nvPr>
        </p:nvSpPr>
        <p:spPr>
          <a:xfrm>
            <a:off x="2521876"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8" name="Text Placeholder 4">
            <a:extLst>
              <a:ext uri="{FF2B5EF4-FFF2-40B4-BE49-F238E27FC236}">
                <a16:creationId xmlns:a16="http://schemas.microsoft.com/office/drawing/2014/main" id="{02963930-27DC-A146-BED0-307A0CE5F43A}"/>
              </a:ext>
            </a:extLst>
          </p:cNvPr>
          <p:cNvSpPr>
            <a:spLocks noGrp="1"/>
          </p:cNvSpPr>
          <p:nvPr>
            <p:ph type="body" sz="quarter" idx="42" hasCustomPrompt="1"/>
          </p:nvPr>
        </p:nvSpPr>
        <p:spPr>
          <a:xfrm>
            <a:off x="59024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9" name="Text Placeholder 4">
            <a:extLst>
              <a:ext uri="{FF2B5EF4-FFF2-40B4-BE49-F238E27FC236}">
                <a16:creationId xmlns:a16="http://schemas.microsoft.com/office/drawing/2014/main" id="{8EE99189-A4FF-8C44-809C-285F33AF913B}"/>
              </a:ext>
            </a:extLst>
          </p:cNvPr>
          <p:cNvSpPr>
            <a:spLocks noGrp="1"/>
          </p:cNvSpPr>
          <p:nvPr>
            <p:ph type="body" sz="quarter" idx="43" hasCustomPrompt="1"/>
          </p:nvPr>
        </p:nvSpPr>
        <p:spPr>
          <a:xfrm>
            <a:off x="252160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Title 1">
            <a:extLst>
              <a:ext uri="{FF2B5EF4-FFF2-40B4-BE49-F238E27FC236}">
                <a16:creationId xmlns:a16="http://schemas.microsoft.com/office/drawing/2014/main" id="{41C62C6E-6C8D-E263-ED20-65125864F2C8}"/>
              </a:ext>
            </a:extLst>
          </p:cNvPr>
          <p:cNvSpPr>
            <a:spLocks noGrp="1"/>
          </p:cNvSpPr>
          <p:nvPr>
            <p:ph type="title" hasCustomPrompt="1"/>
          </p:nvPr>
        </p:nvSpPr>
        <p:spPr>
          <a:xfrm>
            <a:off x="582612" y="462415"/>
            <a:ext cx="11026776"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2: two columns</a:t>
            </a:r>
          </a:p>
        </p:txBody>
      </p:sp>
    </p:spTree>
    <p:extLst>
      <p:ext uri="{BB962C8B-B14F-4D97-AF65-F5344CB8AC3E}">
        <p14:creationId xmlns:p14="http://schemas.microsoft.com/office/powerpoint/2010/main" val="993326050"/>
      </p:ext>
    </p:extLst>
  </p:cSld>
  <p:clrMapOvr>
    <a:masterClrMapping/>
  </p:clrMapOvr>
  <p:transition>
    <p:fade/>
  </p:transition>
</p:sldLayout>
</file>

<file path=ppt/slideLayouts/slideLayout1633.xml><?xml version="1.0" encoding="utf-8"?>
<p:sldLayout xmlns:a="http://schemas.openxmlformats.org/drawingml/2006/main" xmlns:r="http://schemas.openxmlformats.org/officeDocument/2006/relationships" xmlns:p="http://schemas.openxmlformats.org/presentationml/2006/main" preserve="1" userDrawn="1">
  <p:cSld name="Device 3">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3</a:t>
            </a:r>
          </a:p>
        </p:txBody>
      </p:sp>
      <p:pic>
        <p:nvPicPr>
          <p:cNvPr id="10" name="Picture 9">
            <a:extLst>
              <a:ext uri="{FF2B5EF4-FFF2-40B4-BE49-F238E27FC236}">
                <a16:creationId xmlns:a16="http://schemas.microsoft.com/office/drawing/2014/main" id="{73CDB1EA-72FB-46B3-89D4-DEE1F2EF724A}"/>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384249" y="486947"/>
            <a:ext cx="10869930" cy="6371053"/>
          </a:xfrm>
          <a:prstGeom prst="rect">
            <a:avLst/>
          </a:prstGeom>
        </p:spPr>
      </p:pic>
      <p:sp>
        <p:nvSpPr>
          <p:cNvPr id="8" name="Picture Placeholder 11">
            <a:extLst>
              <a:ext uri="{FF2B5EF4-FFF2-40B4-BE49-F238E27FC236}">
                <a16:creationId xmlns:a16="http://schemas.microsoft.com/office/drawing/2014/main" id="{0473E679-3B6D-497A-A0F6-454C968B7607}"/>
              </a:ext>
            </a:extLst>
          </p:cNvPr>
          <p:cNvSpPr>
            <a:spLocks noGrp="1"/>
          </p:cNvSpPr>
          <p:nvPr>
            <p:ph type="pic" sz="quarter" idx="12"/>
          </p:nvPr>
        </p:nvSpPr>
        <p:spPr>
          <a:xfrm>
            <a:off x="2293976" y="1599603"/>
            <a:ext cx="7678751" cy="4327960"/>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1165843007"/>
      </p:ext>
    </p:extLst>
  </p:cSld>
  <p:clrMapOvr>
    <a:masterClrMapping/>
  </p:clrMapOvr>
  <p:transition>
    <p:fade/>
  </p:transition>
</p:sldLayout>
</file>

<file path=ppt/slideLayouts/slideLayout1634.xml><?xml version="1.0" encoding="utf-8"?>
<p:sldLayout xmlns:a="http://schemas.openxmlformats.org/drawingml/2006/main" xmlns:r="http://schemas.openxmlformats.org/officeDocument/2006/relationships" xmlns:p="http://schemas.openxmlformats.org/presentationml/2006/main" preserve="1" userDrawn="1">
  <p:cSld name="Chart with caption">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Chart layout examples</a:t>
            </a:r>
          </a:p>
        </p:txBody>
      </p:sp>
      <p:sp>
        <p:nvSpPr>
          <p:cNvPr id="5" name="Chart Placeholder 6">
            <a:extLst>
              <a:ext uri="{FF2B5EF4-FFF2-40B4-BE49-F238E27FC236}">
                <a16:creationId xmlns:a16="http://schemas.microsoft.com/office/drawing/2014/main" id="{D9638BF3-12D1-2694-0190-0AB19FCB5432}"/>
              </a:ext>
            </a:extLst>
          </p:cNvPr>
          <p:cNvSpPr>
            <a:spLocks noGrp="1"/>
          </p:cNvSpPr>
          <p:nvPr>
            <p:ph type="chart" sz="quarter" idx="21"/>
          </p:nvPr>
        </p:nvSpPr>
        <p:spPr>
          <a:xfrm>
            <a:off x="584200"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6" name="Text Placeholder 4">
            <a:extLst>
              <a:ext uri="{FF2B5EF4-FFF2-40B4-BE49-F238E27FC236}">
                <a16:creationId xmlns:a16="http://schemas.microsoft.com/office/drawing/2014/main" id="{9FDA6635-EE72-35BC-5065-7C47B07E2AF7}"/>
              </a:ext>
            </a:extLst>
          </p:cNvPr>
          <p:cNvSpPr>
            <a:spLocks noGrp="1"/>
          </p:cNvSpPr>
          <p:nvPr>
            <p:ph type="body" sz="quarter" idx="12" hasCustomPrompt="1"/>
          </p:nvPr>
        </p:nvSpPr>
        <p:spPr>
          <a:xfrm>
            <a:off x="584201" y="5973763"/>
            <a:ext cx="3474720" cy="307777"/>
          </a:xfrm>
          <a:prstGeom prst="rect">
            <a:avLst/>
          </a:prstGeom>
        </p:spPr>
        <p:txBody>
          <a:bodyPr lIns="0" tIns="0" rIns="0" bIns="0"/>
          <a:lstStyle>
            <a:lvl1pPr marL="0" indent="0">
              <a:lnSpc>
                <a:spcPts val="1200"/>
              </a:lnSpc>
              <a:spcBef>
                <a:spcPts val="900"/>
              </a:spcBef>
              <a:buFont typeface="Arial" panose="020B0604020202020204" pitchFamily="34" charset="0"/>
              <a:buNone/>
              <a:defRPr sz="1000" b="0" i="0" spc="0">
                <a:solidFill>
                  <a:srgbClr val="000000"/>
                </a:solidFill>
                <a:latin typeface="+mn-lt"/>
              </a:defRPr>
            </a:lvl1pPr>
            <a:lvl2pPr marL="0" marR="0" indent="0" algn="l" defTabSz="932742" rtl="0" eaLnBrk="1" fontAlgn="auto" latinLnBrk="0" hangingPunct="1">
              <a:lnSpc>
                <a:spcPts val="1200"/>
              </a:lnSpc>
              <a:spcBef>
                <a:spcPts val="450"/>
              </a:spcBef>
              <a:spcAft>
                <a:spcPts val="0"/>
              </a:spcAft>
              <a:buClrTx/>
              <a:buSzPct val="90000"/>
              <a:buFont typeface="Arial" panose="020B0604020202020204" pitchFamily="34" charset="0"/>
              <a:buNone/>
              <a:tabLst/>
              <a:defRPr sz="1000">
                <a:solidFill>
                  <a:schemeClr val="tx1"/>
                </a:solidFill>
              </a:defRPr>
            </a:lvl2pPr>
            <a:lvl3pPr marL="457200" indent="0">
              <a:buNone/>
              <a:defRPr/>
            </a:lvl3pPr>
            <a:lvl4pPr marL="685800" indent="0">
              <a:buNone/>
              <a:defRPr/>
            </a:lvl4pPr>
            <a:lvl5pPr marL="914400" indent="0">
              <a:buNone/>
              <a:defRPr/>
            </a:lvl5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7" name="Text Placeholder 4">
            <a:extLst>
              <a:ext uri="{FF2B5EF4-FFF2-40B4-BE49-F238E27FC236}">
                <a16:creationId xmlns:a16="http://schemas.microsoft.com/office/drawing/2014/main" id="{426EF772-758C-C1A7-A309-173E2AB9C395}"/>
              </a:ext>
            </a:extLst>
          </p:cNvPr>
          <p:cNvSpPr>
            <a:spLocks noGrp="1"/>
          </p:cNvSpPr>
          <p:nvPr>
            <p:ph type="body" sz="quarter" idx="18" hasCustomPrompt="1"/>
          </p:nvPr>
        </p:nvSpPr>
        <p:spPr>
          <a:xfrm>
            <a:off x="4358640"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9" name="Chart Placeholder 6">
            <a:extLst>
              <a:ext uri="{FF2B5EF4-FFF2-40B4-BE49-F238E27FC236}">
                <a16:creationId xmlns:a16="http://schemas.microsoft.com/office/drawing/2014/main" id="{C01D8C54-5478-2BF6-769F-9F0FC6FB57EA}"/>
              </a:ext>
            </a:extLst>
          </p:cNvPr>
          <p:cNvSpPr>
            <a:spLocks noGrp="1"/>
          </p:cNvSpPr>
          <p:nvPr>
            <p:ph type="chart" sz="quarter" idx="22"/>
          </p:nvPr>
        </p:nvSpPr>
        <p:spPr>
          <a:xfrm>
            <a:off x="4358641"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1" name="Chart Placeholder 6">
            <a:extLst>
              <a:ext uri="{FF2B5EF4-FFF2-40B4-BE49-F238E27FC236}">
                <a16:creationId xmlns:a16="http://schemas.microsoft.com/office/drawing/2014/main" id="{657835EA-5000-4043-FCC9-D8A17E147B1F}"/>
              </a:ext>
            </a:extLst>
          </p:cNvPr>
          <p:cNvSpPr>
            <a:spLocks noGrp="1"/>
          </p:cNvSpPr>
          <p:nvPr>
            <p:ph type="chart" sz="quarter" idx="23"/>
          </p:nvPr>
        </p:nvSpPr>
        <p:spPr>
          <a:xfrm>
            <a:off x="8132064"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2" name="Text Placeholder 3">
            <a:extLst>
              <a:ext uri="{FF2B5EF4-FFF2-40B4-BE49-F238E27FC236}">
                <a16:creationId xmlns:a16="http://schemas.microsoft.com/office/drawing/2014/main" id="{D11E6A22-8ABF-B71A-3401-3376773ED9AC}"/>
              </a:ext>
            </a:extLst>
          </p:cNvPr>
          <p:cNvSpPr>
            <a:spLocks noGrp="1"/>
          </p:cNvSpPr>
          <p:nvPr>
            <p:ph type="body" sz="quarter" idx="24" hasCustomPrompt="1"/>
          </p:nvPr>
        </p:nvSpPr>
        <p:spPr>
          <a:xfrm>
            <a:off x="584200"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3" name="Text Placeholder 3">
            <a:extLst>
              <a:ext uri="{FF2B5EF4-FFF2-40B4-BE49-F238E27FC236}">
                <a16:creationId xmlns:a16="http://schemas.microsoft.com/office/drawing/2014/main" id="{608861AB-092C-6472-7C72-ED6E47461F7C}"/>
              </a:ext>
            </a:extLst>
          </p:cNvPr>
          <p:cNvSpPr>
            <a:spLocks noGrp="1"/>
          </p:cNvSpPr>
          <p:nvPr>
            <p:ph type="body" sz="quarter" idx="25" hasCustomPrompt="1"/>
          </p:nvPr>
        </p:nvSpPr>
        <p:spPr>
          <a:xfrm>
            <a:off x="4369751"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4" name="Text Placeholder 3">
            <a:extLst>
              <a:ext uri="{FF2B5EF4-FFF2-40B4-BE49-F238E27FC236}">
                <a16:creationId xmlns:a16="http://schemas.microsoft.com/office/drawing/2014/main" id="{000561FE-DBFA-4AC4-AFCD-6B19B0C28254}"/>
              </a:ext>
            </a:extLst>
          </p:cNvPr>
          <p:cNvSpPr>
            <a:spLocks noGrp="1"/>
          </p:cNvSpPr>
          <p:nvPr>
            <p:ph type="body" sz="quarter" idx="26" hasCustomPrompt="1"/>
          </p:nvPr>
        </p:nvSpPr>
        <p:spPr>
          <a:xfrm>
            <a:off x="8132063"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5" name="Text Placeholder 4">
            <a:extLst>
              <a:ext uri="{FF2B5EF4-FFF2-40B4-BE49-F238E27FC236}">
                <a16:creationId xmlns:a16="http://schemas.microsoft.com/office/drawing/2014/main" id="{ABB165B4-FDFD-ADBC-4A1C-58CA8748A55C}"/>
              </a:ext>
            </a:extLst>
          </p:cNvPr>
          <p:cNvSpPr>
            <a:spLocks noGrp="1"/>
          </p:cNvSpPr>
          <p:nvPr>
            <p:ph type="body" sz="quarter" idx="27" hasCustomPrompt="1"/>
          </p:nvPr>
        </p:nvSpPr>
        <p:spPr>
          <a:xfrm>
            <a:off x="8132063"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Tree>
    <p:extLst>
      <p:ext uri="{BB962C8B-B14F-4D97-AF65-F5344CB8AC3E}">
        <p14:creationId xmlns:p14="http://schemas.microsoft.com/office/powerpoint/2010/main" val="1982342779"/>
      </p:ext>
    </p:extLst>
  </p:cSld>
  <p:clrMapOvr>
    <a:masterClrMapping/>
  </p:clrMapOvr>
  <p:transition>
    <p:fade/>
  </p:transition>
</p:sldLayout>
</file>

<file path=ppt/slideLayouts/slideLayout1635.xml><?xml version="1.0" encoding="utf-8"?>
<p:sldLayout xmlns:a="http://schemas.openxmlformats.org/drawingml/2006/main" xmlns:r="http://schemas.openxmlformats.org/officeDocument/2006/relationships" xmlns:p="http://schemas.openxmlformats.org/presentationml/2006/main" preserve="1" userDrawn="1">
  <p:cSld name="Table ">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9F1098-5BDB-3A14-0BC4-F3DC4A76BABB}"/>
              </a:ext>
            </a:extLst>
          </p:cNvPr>
          <p:cNvSpPr>
            <a:spLocks noGrp="1"/>
          </p:cNvSpPr>
          <p:nvPr>
            <p:ph type="title" hasCustomPrompt="1"/>
          </p:nvPr>
        </p:nvSpPr>
        <p:spPr/>
        <p:txBody>
          <a:bodyPr/>
          <a:lstStyle>
            <a:lvl1pPr>
              <a:defRPr/>
            </a:lvl1pPr>
          </a:lstStyle>
          <a:p>
            <a:r>
              <a:rPr lang="en-US"/>
              <a:t>Table layout</a:t>
            </a:r>
          </a:p>
        </p:txBody>
      </p:sp>
      <p:sp>
        <p:nvSpPr>
          <p:cNvPr id="4" name="Table Placeholder 3">
            <a:extLst>
              <a:ext uri="{FF2B5EF4-FFF2-40B4-BE49-F238E27FC236}">
                <a16:creationId xmlns:a16="http://schemas.microsoft.com/office/drawing/2014/main" id="{6DAF7D07-1867-0A94-96A1-88DE5F76DCC0}"/>
              </a:ext>
            </a:extLst>
          </p:cNvPr>
          <p:cNvSpPr>
            <a:spLocks noGrp="1"/>
          </p:cNvSpPr>
          <p:nvPr>
            <p:ph type="tbl" sz="quarter" idx="10"/>
          </p:nvPr>
        </p:nvSpPr>
        <p:spPr>
          <a:xfrm>
            <a:off x="584201" y="2201863"/>
            <a:ext cx="11025188" cy="4067176"/>
          </a:xfrm>
          <a:prstGeom prst="rect">
            <a:avLst/>
          </a:prstGeom>
        </p:spPr>
        <p:txBody>
          <a:bodyPr anchor="ctr" anchorCtr="0"/>
          <a:lstStyle>
            <a:lvl1pPr algn="ctr">
              <a:defRPr/>
            </a:lvl1pPr>
          </a:lstStyle>
          <a:p>
            <a:r>
              <a:rPr lang="en-US"/>
              <a:t>Click icon to add table</a:t>
            </a:r>
          </a:p>
        </p:txBody>
      </p:sp>
    </p:spTree>
    <p:extLst>
      <p:ext uri="{BB962C8B-B14F-4D97-AF65-F5344CB8AC3E}">
        <p14:creationId xmlns:p14="http://schemas.microsoft.com/office/powerpoint/2010/main" val="687834266"/>
      </p:ext>
    </p:extLst>
  </p:cSld>
  <p:clrMapOvr>
    <a:masterClrMapping/>
  </p:clrMapOvr>
  <p:transition>
    <p:fade/>
  </p:transition>
</p:sldLayout>
</file>

<file path=ppt/slideLayouts/slideLayout1636.xml><?xml version="1.0" encoding="utf-8"?>
<p:sldLayout xmlns:a="http://schemas.openxmlformats.org/drawingml/2006/main" xmlns:r="http://schemas.openxmlformats.org/officeDocument/2006/relationships" xmlns:p="http://schemas.openxmlformats.org/presentationml/2006/main" preserve="1" userDrawn="1">
  <p:cSld name="Quote slide">
    <p:bg>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68FF295-4867-A99B-E458-6E9396360BC0}"/>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1163637"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1163637"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1163637" y="850900"/>
            <a:ext cx="7256463" cy="3238500"/>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spTree>
    <p:extLst>
      <p:ext uri="{BB962C8B-B14F-4D97-AF65-F5344CB8AC3E}">
        <p14:creationId xmlns:p14="http://schemas.microsoft.com/office/powerpoint/2010/main" val="27085728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637.xml><?xml version="1.0" encoding="utf-8"?>
<p:sldLayout xmlns:a="http://schemas.openxmlformats.org/drawingml/2006/main" xmlns:r="http://schemas.openxmlformats.org/officeDocument/2006/relationships" xmlns:p="http://schemas.openxmlformats.org/presentationml/2006/main" preserve="1" userDrawn="1">
  <p:cSld name="1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A95A0AA-74F0-F906-FF6C-5C3C4846A891}"/>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8" name="Picture 7" descr="Quotation marks">
            <a:extLst>
              <a:ext uri="{FF2B5EF4-FFF2-40B4-BE49-F238E27FC236}">
                <a16:creationId xmlns:a16="http://schemas.microsoft.com/office/drawing/2014/main" id="{04EC2229-8FBE-426A-CDA3-79B76E4E64E9}"/>
              </a:ext>
            </a:extLst>
          </p:cNvPr>
          <p:cNvPicPr>
            <a:picLocks noChangeAspect="1"/>
          </p:cNvPicPr>
          <p:nvPr userDrawn="1"/>
        </p:nvPicPr>
        <p:blipFill>
          <a:blip r:embed="rId3"/>
          <a:stretch>
            <a:fillRect/>
          </a:stretch>
        </p:blipFill>
        <p:spPr bwMode="black">
          <a:xfrm>
            <a:off x="549201" y="1033463"/>
            <a:ext cx="1555824" cy="1392940"/>
          </a:xfrm>
          <a:prstGeom prst="rect">
            <a:avLst/>
          </a:prstGeom>
        </p:spPr>
      </p:pic>
    </p:spTree>
    <p:extLst>
      <p:ext uri="{BB962C8B-B14F-4D97-AF65-F5344CB8AC3E}">
        <p14:creationId xmlns:p14="http://schemas.microsoft.com/office/powerpoint/2010/main" val="245950691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638.xml><?xml version="1.0" encoding="utf-8"?>
<p:sldLayout xmlns:a="http://schemas.openxmlformats.org/drawingml/2006/main" xmlns:r="http://schemas.openxmlformats.org/officeDocument/2006/relationships" xmlns:p="http://schemas.openxmlformats.org/presentationml/2006/main" preserve="1" userDrawn="1">
  <p:cSld name="2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EE79450-F76B-B7C6-BF65-EFBA04ADB473}"/>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11" name="Picture 10" descr="Quotation marks">
            <a:extLst>
              <a:ext uri="{FF2B5EF4-FFF2-40B4-BE49-F238E27FC236}">
                <a16:creationId xmlns:a16="http://schemas.microsoft.com/office/drawing/2014/main" id="{3425CD53-2A7D-2007-E862-FDADC36307A1}"/>
              </a:ext>
            </a:extLst>
          </p:cNvPr>
          <p:cNvPicPr>
            <a:picLocks noChangeAspect="1"/>
          </p:cNvPicPr>
          <p:nvPr userDrawn="1"/>
        </p:nvPicPr>
        <p:blipFill>
          <a:blip r:embed="rId3"/>
          <a:srcRect/>
          <a:stretch/>
        </p:blipFill>
        <p:spPr bwMode="black">
          <a:xfrm>
            <a:off x="564441" y="1042185"/>
            <a:ext cx="1271081" cy="1132055"/>
          </a:xfrm>
          <a:prstGeom prst="rect">
            <a:avLst/>
          </a:prstGeom>
        </p:spPr>
      </p:pic>
    </p:spTree>
    <p:extLst>
      <p:ext uri="{BB962C8B-B14F-4D97-AF65-F5344CB8AC3E}">
        <p14:creationId xmlns:p14="http://schemas.microsoft.com/office/powerpoint/2010/main" val="422430217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639.xml><?xml version="1.0" encoding="utf-8"?>
<p:sldLayout xmlns:a="http://schemas.openxmlformats.org/drawingml/2006/main" xmlns:r="http://schemas.openxmlformats.org/officeDocument/2006/relationships" xmlns:p="http://schemas.openxmlformats.org/presentationml/2006/main" preserve="1" userDrawn="1">
  <p:cSld name="Section Titl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8C42C5-9D1B-8547-8199-B0D8C17707CB}"/>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5" y="3091208"/>
            <a:ext cx="4773168"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86576453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1640.xml><?xml version="1.0" encoding="utf-8"?>
<p:sldLayout xmlns:a="http://schemas.openxmlformats.org/drawingml/2006/main" xmlns:r="http://schemas.openxmlformats.org/officeDocument/2006/relationships" xmlns:p="http://schemas.openxmlformats.org/presentationml/2006/main" preserve="1" userDrawn="1">
  <p:cSld name="Demo slid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2A6AA0B9-027D-8539-FF20-AFB01D1F7528}"/>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137566451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641.xml><?xml version="1.0" encoding="utf-8"?>
<p:sldLayout xmlns:a="http://schemas.openxmlformats.org/drawingml/2006/main" xmlns:r="http://schemas.openxmlformats.org/officeDocument/2006/relationships" xmlns:p="http://schemas.openxmlformats.org/presentationml/2006/main" preserve="1" userDrawn="1">
  <p:cSld name="Section Title 2">
    <p:bg>
      <p:bgPr>
        <a:solidFill>
          <a:schemeClr val="tx2"/>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2D5FC56-4517-D1AD-EA54-49ECDFA7612A}"/>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244793605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1642.xml><?xml version="1.0" encoding="utf-8"?>
<p:sldLayout xmlns:a="http://schemas.openxmlformats.org/drawingml/2006/main" xmlns:r="http://schemas.openxmlformats.org/officeDocument/2006/relationships" xmlns:p="http://schemas.openxmlformats.org/presentationml/2006/main" preserve="1" userDrawn="1">
  <p:cSld name="Demo slide 2">
    <p:bg>
      <p:bgPr>
        <a:solidFill>
          <a:schemeClr val="bg2"/>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9A79DAA2-FFF6-E1D5-7BF6-E98C822B2F5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226360842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643.xml><?xml version="1.0" encoding="utf-8"?>
<p:sldLayout xmlns:a="http://schemas.openxmlformats.org/drawingml/2006/main" xmlns:r="http://schemas.openxmlformats.org/officeDocument/2006/relationships" xmlns:p="http://schemas.openxmlformats.org/presentationml/2006/main" preserve="1" userDrawn="1">
  <p:cSld name="Section Title 3">
    <p:bg bwMode="gray">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756D10-0030-D9D3-52FE-13D839CE63BE}"/>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8542742"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36836294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1644.xml><?xml version="1.0" encoding="utf-8"?>
<p:sldLayout xmlns:a="http://schemas.openxmlformats.org/drawingml/2006/main" xmlns:r="http://schemas.openxmlformats.org/officeDocument/2006/relationships" xmlns:p="http://schemas.openxmlformats.org/presentationml/2006/main" preserve="1" userDrawn="1">
  <p:cSld name="Demo slide 3">
    <p:bg bwMode="gray">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84A2250-4B7E-6E63-E698-996FB39D2C14}"/>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07777"/>
          </a:xfrm>
          <a:noFill/>
        </p:spPr>
        <p:txBody>
          <a:bodyPr lIns="0" tIns="0" rIns="0" bIns="0">
            <a:spAutoFit/>
          </a:bodyPr>
          <a:lstStyle>
            <a:lvl1pPr marL="0" indent="0">
              <a:spcBef>
                <a:spcPts val="0"/>
              </a:spcBef>
              <a:spcAft>
                <a:spcPts val="0"/>
              </a:spcAft>
              <a:buFont typeface="Arial" panose="020B0604020202020204" pitchFamily="34" charset="0"/>
              <a:buNone/>
              <a:defRPr sz="2000" spc="0" baseline="0">
                <a:solidFill>
                  <a:schemeClr val="bg1"/>
                </a:solidFill>
                <a:latin typeface="+mn-lt"/>
              </a:defRPr>
            </a:lvl1pPr>
          </a:lstStyle>
          <a:p>
            <a:pPr lvl="0"/>
            <a:r>
              <a:rPr lang="en-US"/>
              <a:t>Speaker name</a:t>
            </a:r>
          </a:p>
        </p:txBody>
      </p:sp>
    </p:spTree>
    <p:extLst>
      <p:ext uri="{BB962C8B-B14F-4D97-AF65-F5344CB8AC3E}">
        <p14:creationId xmlns:p14="http://schemas.microsoft.com/office/powerpoint/2010/main" val="43931212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645.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443789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646.xml><?xml version="1.0" encoding="utf-8"?>
<p:sldLayout xmlns:a="http://schemas.openxmlformats.org/drawingml/2006/main" xmlns:r="http://schemas.openxmlformats.org/officeDocument/2006/relationships" xmlns:p="http://schemas.openxmlformats.org/presentationml/2006/main" preserve="1" userDrawn="1">
  <p:cSld name="Blank 2">
    <p:bg>
      <p:bgPr>
        <a:solidFill>
          <a:schemeClr val="tx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096543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647.xml><?xml version="1.0" encoding="utf-8"?>
<p:sldLayout xmlns:a="http://schemas.openxmlformats.org/drawingml/2006/main" xmlns:r="http://schemas.openxmlformats.org/officeDocument/2006/relationships" xmlns:p="http://schemas.openxmlformats.org/presentationml/2006/main" preserve="1" userDrawn="1">
  <p:cSld name="Closing logo slide">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6" name="Title 1">
            <a:extLst>
              <a:ext uri="{FF2B5EF4-FFF2-40B4-BE49-F238E27FC236}">
                <a16:creationId xmlns:a16="http://schemas.microsoft.com/office/drawing/2014/main" id="{08079CCE-8626-53E5-1C9C-E9081D2B67CD}"/>
              </a:ext>
            </a:extLst>
          </p:cNvPr>
          <p:cNvSpPr>
            <a:spLocks noGrp="1"/>
          </p:cNvSpPr>
          <p:nvPr>
            <p:ph type="title"/>
          </p:nvPr>
        </p:nvSpPr>
        <p:spPr>
          <a:xfrm>
            <a:off x="4255769" y="1769814"/>
            <a:ext cx="550468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
        <p:nvSpPr>
          <p:cNvPr id="7" name="Text Placeholder 4">
            <a:extLst>
              <a:ext uri="{FF2B5EF4-FFF2-40B4-BE49-F238E27FC236}">
                <a16:creationId xmlns:a16="http://schemas.microsoft.com/office/drawing/2014/main" id="{8845B3A2-DAC2-0B7B-1866-377A5A244AC2}"/>
              </a:ext>
            </a:extLst>
          </p:cNvPr>
          <p:cNvSpPr>
            <a:spLocks noGrp="1"/>
          </p:cNvSpPr>
          <p:nvPr>
            <p:ph type="body" sz="quarter" idx="12" hasCustomPrompt="1"/>
          </p:nvPr>
        </p:nvSpPr>
        <p:spPr>
          <a:xfrm>
            <a:off x="585216" y="1572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Tree>
    <p:extLst>
      <p:ext uri="{BB962C8B-B14F-4D97-AF65-F5344CB8AC3E}">
        <p14:creationId xmlns:p14="http://schemas.microsoft.com/office/powerpoint/2010/main" val="89739085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1272">
          <p15:clr>
            <a:srgbClr val="FBAE40"/>
          </p15:clr>
        </p15:guide>
        <p15:guide id="3" orient="horz" pos="912">
          <p15:clr>
            <a:srgbClr val="FBAE40"/>
          </p15:clr>
        </p15:guide>
      </p15:sldGuideLst>
    </p:ext>
  </p:extLst>
</p:sldLayout>
</file>

<file path=ppt/slideLayouts/slideLayout1648.xml><?xml version="1.0" encoding="utf-8"?>
<p:sldLayout xmlns:a="http://schemas.openxmlformats.org/drawingml/2006/main" xmlns:r="http://schemas.openxmlformats.org/officeDocument/2006/relationships" xmlns:p="http://schemas.openxmlformats.org/presentationml/2006/main" preserve="1" userDrawn="1">
  <p:cSld name="Closing logo slide 2">
    <p:bg>
      <p:bgPr>
        <a:solidFill>
          <a:schemeClr val="tx2"/>
        </a:solidFill>
        <a:effectLst/>
      </p:bgPr>
    </p:bg>
    <p:spTree>
      <p:nvGrpSpPr>
        <p:cNvPr id="1" name=""/>
        <p:cNvGrpSpPr/>
        <p:nvPr/>
      </p:nvGrpSpPr>
      <p:grpSpPr>
        <a:xfrm>
          <a:off x="0" y="0"/>
          <a:ext cx="0" cy="0"/>
          <a:chOff x="0" y="0"/>
          <a:chExt cx="0" cy="0"/>
        </a:xfrm>
      </p:grpSpPr>
      <p:sp>
        <p:nvSpPr>
          <p:cNvPr id="10" name="Text Placeholder 4">
            <a:extLst>
              <a:ext uri="{FF2B5EF4-FFF2-40B4-BE49-F238E27FC236}">
                <a16:creationId xmlns:a16="http://schemas.microsoft.com/office/drawing/2014/main" id="{4F0F127D-8512-846C-2C30-5A85666BF445}"/>
              </a:ext>
            </a:extLst>
          </p:cNvPr>
          <p:cNvSpPr>
            <a:spLocks noGrp="1"/>
          </p:cNvSpPr>
          <p:nvPr>
            <p:ph type="body" sz="quarter" idx="12" hasCustomPrompt="1"/>
          </p:nvPr>
        </p:nvSpPr>
        <p:spPr>
          <a:xfrm>
            <a:off x="6090921" y="4612614"/>
            <a:ext cx="5524500" cy="553998"/>
          </a:xfrm>
          <a:noFill/>
        </p:spPr>
        <p:txBody>
          <a:bodyPr wrap="square" lIns="0" tIns="0" rIns="0" bIns="0">
            <a:spAutoFit/>
          </a:bodyPr>
          <a:lstStyle>
            <a:lvl1pPr marL="0" indent="0" algn="r"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7A38A2C9-D8C3-D252-BC8C-25222F314054}"/>
              </a:ext>
            </a:extLst>
          </p:cNvPr>
          <p:cNvSpPr>
            <a:spLocks noGrp="1"/>
          </p:cNvSpPr>
          <p:nvPr>
            <p:ph type="title"/>
          </p:nvPr>
        </p:nvSpPr>
        <p:spPr>
          <a:xfrm>
            <a:off x="588263" y="1766555"/>
            <a:ext cx="550265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542775558"/>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912">
          <p15:clr>
            <a:srgbClr val="FBAE40"/>
          </p15:clr>
        </p15:guide>
        <p15:guide id="3" orient="horz" pos="1272">
          <p15:clr>
            <a:srgbClr val="FBAE40"/>
          </p15:clr>
        </p15:guide>
      </p15:sldGuideLst>
    </p:ext>
  </p:extLst>
</p:sldLayout>
</file>

<file path=ppt/slideLayouts/slideLayout1649.xml><?xml version="1.0" encoding="utf-8"?>
<p:sldLayout xmlns:a="http://schemas.openxmlformats.org/drawingml/2006/main" xmlns:r="http://schemas.openxmlformats.org/officeDocument/2006/relationships" xmlns:p="http://schemas.openxmlformats.org/presentationml/2006/main" preserve="1" userDrawn="1">
  <p:cSld name="Closing logo slide 3">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4F8C85E6-DBED-FCF3-8B7D-1F82C6DBBCB7}"/>
              </a:ext>
            </a:extLst>
          </p:cNvPr>
          <p:cNvSpPr>
            <a:spLocks noGrp="1"/>
          </p:cNvSpPr>
          <p:nvPr>
            <p:ph type="title"/>
          </p:nvPr>
        </p:nvSpPr>
        <p:spPr>
          <a:xfrm>
            <a:off x="588263" y="1845276"/>
            <a:ext cx="11018520" cy="553998"/>
          </a:xfrm>
        </p:spPr>
        <p:txBody>
          <a:bodyPr/>
          <a:lstStyle>
            <a:lvl1pPr marL="0" algn="l" defTabSz="457200" rtl="0" eaLnBrk="1" latinLnBrk="0" hangingPunct="1">
              <a:defRPr lang="en-US" sz="3600" b="1" kern="1200" dirty="0">
                <a:gradFill>
                  <a:gsLst>
                    <a:gs pos="0">
                      <a:srgbClr val="FF5C39"/>
                    </a:gs>
                    <a:gs pos="100000">
                      <a:srgbClr val="C73ECC"/>
                    </a:gs>
                  </a:gsLst>
                  <a:lin ang="3900000" scaled="0"/>
                </a:gradFill>
                <a:latin typeface="Segoe UI" panose="020B0502040204020203" pitchFamily="34" charset="0"/>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1814380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1650.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gray">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solidFill>
                  <a:schemeClr val="tx1"/>
                </a:soli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1286506"/>
          </a:xfrm>
        </p:spPr>
        <p:txBody>
          <a:bodyPr>
            <a:spAutoFit/>
          </a:bodyPr>
          <a:lstStyle>
            <a:lvl1pPr>
              <a:defRPr sz="2000">
                <a:latin typeface="+mn-lt"/>
              </a:defRPr>
            </a:lvl1pPr>
            <a:lvl2pPr>
              <a:defRPr sz="1600">
                <a:latin typeface="+mn-lt"/>
              </a:defRPr>
            </a:lvl2pPr>
            <a:lvl3pPr>
              <a:defRPr sz="1400">
                <a:latin typeface="+mn-lt"/>
              </a:defRPr>
            </a:lvl3pPr>
            <a:lvl4pPr>
              <a:defRPr sz="1200">
                <a:latin typeface="+mn-lt"/>
              </a:defRPr>
            </a:lvl4pPr>
            <a:lvl5pPr>
              <a:defRPr sz="11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solidFill>
                  <a:srgbClr val="000000"/>
                </a:soli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3907401261"/>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Layouts/slideLayout1651.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13474148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1652.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8833812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653.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190285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userDrawn="1">
          <p15:clr>
            <a:srgbClr val="FBAE40"/>
          </p15:clr>
        </p15:guide>
        <p15:guide id="2" orient="horz" pos="2647" userDrawn="1">
          <p15:clr>
            <a:srgbClr val="FBAE40"/>
          </p15:clr>
        </p15:guide>
      </p15:sldGuideLst>
    </p:ext>
  </p:extLst>
</p:sldLayout>
</file>

<file path=ppt/slideLayouts/slideLayout1654.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9841306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guide id="40" pos="3840" userDrawn="1">
          <p15:clr>
            <a:srgbClr val="FBAE40"/>
          </p15:clr>
        </p15:guide>
      </p15:sldGuideLst>
    </p:ext>
  </p:extLst>
</p:sldLayout>
</file>

<file path=ppt/slideLayouts/slideLayout1655.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06971266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sldGuideLst>
    </p:ext>
  </p:extLst>
</p:sldLayout>
</file>

<file path=ppt/slideLayouts/slideLayout1656.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9696606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57.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9405676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userDrawn="1">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userDrawn="1">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58.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7356945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59.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707281"/>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2647809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60.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18332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61.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2734392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userDrawn="1">
          <p15:clr>
            <a:srgbClr val="954F72"/>
          </p15:clr>
        </p15:guide>
        <p15:guide id="9" pos="2150">
          <p15:clr>
            <a:srgbClr val="954F72"/>
          </p15:clr>
        </p15:guide>
        <p15:guide id="10" pos="2544"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userDrawn="1">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62.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160398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63.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3512493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64.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2348114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65.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4444391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2988" userDrawn="1">
          <p15:clr>
            <a:srgbClr val="FBAE40"/>
          </p15:clr>
        </p15:guide>
        <p15:guide id="42" pos="5352" userDrawn="1">
          <p15:clr>
            <a:srgbClr val="FBAE40"/>
          </p15:clr>
        </p15:guide>
        <p15:guide id="43" orient="horz" pos="1085" userDrawn="1">
          <p15:clr>
            <a:srgbClr val="FBAE40"/>
          </p15:clr>
        </p15:guide>
      </p15:sldGuideLst>
    </p:ext>
  </p:extLst>
</p:sldLayout>
</file>

<file path=ppt/slideLayouts/slideLayout1666.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5392417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667.xml><?xml version="1.0" encoding="utf-8"?>
<p:sldLayout xmlns:a="http://schemas.openxmlformats.org/drawingml/2006/main" xmlns:r="http://schemas.openxmlformats.org/officeDocument/2006/relationships" xmlns:p="http://schemas.openxmlformats.org/presentationml/2006/main" preserve="1" userDrawn="1">
  <p:cSld name="4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75032791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668.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80857129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669.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358688"/>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670.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4442374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671.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97981605"/>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672.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3261136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673.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398820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userDrawn="1">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userDrawn="1">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74.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439070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75.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4350463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76.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9668924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77.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0662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78.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76425179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79.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6401984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80.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84243487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1681.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9935578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82.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9689885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83.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22205983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84.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73589038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85.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2084087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userDrawn="1">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86.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226551399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87.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185120091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88.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6784805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689.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6905234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690.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7741485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691.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1258852"/>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692.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359519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userDrawn="1">
          <p15:clr>
            <a:srgbClr val="FBAE40"/>
          </p15:clr>
        </p15:guide>
      </p15:sldGuideLst>
    </p:ext>
  </p:extLst>
</p:sldLayout>
</file>

<file path=ppt/slideLayouts/slideLayout1693.xml><?xml version="1.0" encoding="utf-8"?>
<p:sldLayout xmlns:a="http://schemas.openxmlformats.org/drawingml/2006/main" xmlns:r="http://schemas.openxmlformats.org/officeDocument/2006/relationships" xmlns:p="http://schemas.openxmlformats.org/presentationml/2006/main"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22435780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694.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14592919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695.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163449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696.xml><?xml version="1.0" encoding="utf-8"?>
<p:sldLayout xmlns:a="http://schemas.openxmlformats.org/drawingml/2006/main" xmlns:r="http://schemas.openxmlformats.org/officeDocument/2006/relationships" xmlns:p="http://schemas.openxmlformats.org/presentationml/2006/main" userDrawn="1">
  <p:cSld name="LearningPath2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4" name="Graphic 3">
            <a:extLst>
              <a:ext uri="{FF2B5EF4-FFF2-40B4-BE49-F238E27FC236}">
                <a16:creationId xmlns:a16="http://schemas.microsoft.com/office/drawing/2014/main" id="{7DE894E4-791C-907F-1385-BF33ADCFFE2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555918877"/>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7064">
          <p15:clr>
            <a:srgbClr val="FBAE40"/>
          </p15:clr>
        </p15:guide>
        <p15:guide id="41" orient="horz" pos="3638">
          <p15:clr>
            <a:srgbClr val="FBAE40"/>
          </p15:clr>
        </p15:guide>
      </p15:sldGuideLst>
    </p:ext>
  </p:extLst>
</p:sldLayout>
</file>

<file path=ppt/slideLayouts/slideLayout1697.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7271408"/>
      </p:ext>
    </p:extLst>
  </p:cSld>
  <p:clrMapOvr>
    <a:masterClrMapping/>
  </p:clrMapOvr>
  <p:transition>
    <p:fade/>
  </p:transition>
</p:sldLayout>
</file>

<file path=ppt/slideLayouts/slideLayout1698.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945696836"/>
      </p:ext>
    </p:extLst>
  </p:cSld>
  <p:clrMapOvr>
    <a:masterClrMapping/>
  </p:clrMapOvr>
  <p:transition>
    <p:fade/>
  </p:transition>
</p:sldLayout>
</file>

<file path=ppt/slideLayouts/slideLayout1699.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084305509"/>
      </p:ext>
    </p:extLst>
  </p:cSld>
  <p:clrMapOvr>
    <a:masterClrMapping/>
  </p:clrMapOvr>
  <p:transition>
    <p:fade/>
  </p:transition>
</p:sldLayout>
</file>

<file path=ppt/slideLayouts/slideLayout1700.xml><?xml version="1.0" encoding="utf-8"?>
<p:sldLayout xmlns:a="http://schemas.openxmlformats.org/drawingml/2006/main" xmlns:r="http://schemas.openxmlformats.org/officeDocument/2006/relationships" xmlns:p="http://schemas.openxmlformats.org/presentationml/2006/main"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04843045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01.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56032623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1702.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45057173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703.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4828290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704.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74816696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guide id="40" pos="3840">
          <p15:clr>
            <a:srgbClr val="FBAE40"/>
          </p15:clr>
        </p15:guide>
      </p15:sldGuideLst>
    </p:ext>
  </p:extLst>
</p:sldLayout>
</file>

<file path=ppt/slideLayouts/slideLayout1705.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20223732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sldGuideLst>
    </p:ext>
  </p:extLst>
</p:sldLayout>
</file>

<file path=ppt/slideLayouts/slideLayout1706.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76543902"/>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07.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965201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08.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72326342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09.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95224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10.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25886540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11.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564391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12.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6508173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13.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15104689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14.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471652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15.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0355855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2988">
          <p15:clr>
            <a:srgbClr val="FBAE40"/>
          </p15:clr>
        </p15:guide>
        <p15:guide id="42" pos="5352">
          <p15:clr>
            <a:srgbClr val="FBAE40"/>
          </p15:clr>
        </p15:guide>
        <p15:guide id="43" orient="horz" pos="1085">
          <p15:clr>
            <a:srgbClr val="FBAE40"/>
          </p15:clr>
        </p15:guide>
      </p15:sldGuideLst>
    </p:ext>
  </p:extLst>
</p:sldLayout>
</file>

<file path=ppt/slideLayouts/slideLayout1716.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6867567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1717.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3589130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1718.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27744721"/>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719.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43621746"/>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720.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77534660"/>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721.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77606402"/>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722.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44938"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17149108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23.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99425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24.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860518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25.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3422298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26.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3187353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27.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3442097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28.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218785744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29.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75333801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30.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3313597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1731.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8911283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32.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15380387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33.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8572234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34.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4018437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35.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4888954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36.xml><?xml version="1.0" encoding="utf-8"?>
<p:sldLayout xmlns:a="http://schemas.openxmlformats.org/drawingml/2006/main" xmlns:r="http://schemas.openxmlformats.org/officeDocument/2006/relationships" xmlns:p="http://schemas.openxmlformats.org/presentationml/2006/main" preserve="1"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18722413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37.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67078604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38.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45562202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39.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9675666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740.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13860271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741.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839624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742.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87226471"/>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743.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4840281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p15:clr>
            <a:srgbClr val="FBAE40"/>
          </p15:clr>
        </p15:guide>
      </p15:sldGuideLst>
    </p:ext>
  </p:extLst>
</p:sldLayout>
</file>

<file path=ppt/slideLayouts/slideLayout1744.xml><?xml version="1.0" encoding="utf-8"?>
<p:sldLayout xmlns:a="http://schemas.openxmlformats.org/drawingml/2006/main" xmlns:r="http://schemas.openxmlformats.org/officeDocument/2006/relationships" xmlns:p="http://schemas.openxmlformats.org/presentationml/2006/main" preserve="1"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1124420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745.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0440552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746.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577163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747.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3542492"/>
      </p:ext>
    </p:extLst>
  </p:cSld>
  <p:clrMapOvr>
    <a:masterClrMapping/>
  </p:clrMapOvr>
  <p:transition>
    <p:fade/>
  </p:transition>
</p:sldLayout>
</file>

<file path=ppt/slideLayouts/slideLayout1748.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671429784"/>
      </p:ext>
    </p:extLst>
  </p:cSld>
  <p:clrMapOvr>
    <a:masterClrMapping/>
  </p:clrMapOvr>
  <p:transition>
    <p:fade/>
  </p:transition>
</p:sldLayout>
</file>

<file path=ppt/slideLayouts/slideLayout1749.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2735761152"/>
      </p:ext>
    </p:extLst>
  </p:cSld>
  <p:clrMapOvr>
    <a:masterClrMapping/>
  </p:clrMapOvr>
  <p:transition>
    <p:fade/>
  </p:transition>
</p:sldLayout>
</file>

<file path=ppt/slideLayouts/slideLayout1750.xml><?xml version="1.0" encoding="utf-8"?>
<p:sldLayout xmlns:a="http://schemas.openxmlformats.org/drawingml/2006/main" xmlns:r="http://schemas.openxmlformats.org/officeDocument/2006/relationships" xmlns:p="http://schemas.openxmlformats.org/presentationml/2006/main" preserve="1" userDrawn="1">
  <p:cSld name="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4" name="Picture 3" descr="Microsoft Learn&#10;Spark possibility">
            <a:extLst>
              <a:ext uri="{FF2B5EF4-FFF2-40B4-BE49-F238E27FC236}">
                <a16:creationId xmlns:a16="http://schemas.microsoft.com/office/drawing/2014/main" id="{5DD74BAF-F737-DF24-4119-69612D6CEE2E}"/>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7"/>
          </a:xfrm>
          <a:prstGeom prst="rect">
            <a:avLst/>
          </a:prstGeom>
        </p:spPr>
      </p:pic>
    </p:spTree>
    <p:extLst>
      <p:ext uri="{BB962C8B-B14F-4D97-AF65-F5344CB8AC3E}">
        <p14:creationId xmlns:p14="http://schemas.microsoft.com/office/powerpoint/2010/main" val="19961896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751.xml><?xml version="1.0" encoding="utf-8"?>
<p:sldLayout xmlns:a="http://schemas.openxmlformats.org/drawingml/2006/main" xmlns:r="http://schemas.openxmlformats.org/officeDocument/2006/relationships" xmlns:p="http://schemas.openxmlformats.org/presentationml/2006/main" preserve="1" userDrawn="1">
  <p:cSld name="1_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12" name="Title 1">
            <a:extLst>
              <a:ext uri="{FF2B5EF4-FFF2-40B4-BE49-F238E27FC236}">
                <a16:creationId xmlns:a16="http://schemas.microsoft.com/office/drawing/2014/main" id="{C419B008-216D-CA1F-2D39-75B36E6A6972}"/>
              </a:ext>
            </a:extLst>
          </p:cNvPr>
          <p:cNvSpPr>
            <a:spLocks noGrp="1"/>
          </p:cNvSpPr>
          <p:nvPr>
            <p:ph type="title" hasCustomPrompt="1"/>
          </p:nvPr>
        </p:nvSpPr>
        <p:spPr>
          <a:xfrm>
            <a:off x="588263" y="2573338"/>
            <a:ext cx="11021125" cy="1676929"/>
          </a:xfrm>
        </p:spPr>
        <p:txBody>
          <a:bodyPr wrap="square" anchor="b" anchorCtr="0">
            <a:noAutofit/>
          </a:bodyPr>
          <a:lstStyle>
            <a:lvl1pPr>
              <a:lnSpc>
                <a:spcPct val="90000"/>
              </a:lnSpc>
              <a:defRPr sz="4800">
                <a:solidFill>
                  <a:schemeClr val="tx1"/>
                </a:solidFill>
              </a:defRPr>
            </a:lvl1pPr>
          </a:lstStyle>
          <a:p>
            <a:r>
              <a:rPr lang="en-US"/>
              <a:t>Microsoft Learn</a:t>
            </a:r>
            <a:br>
              <a:rPr lang="en-US"/>
            </a:br>
            <a:r>
              <a:rPr lang="en-US"/>
              <a:t>presentation title or event name</a:t>
            </a:r>
          </a:p>
        </p:txBody>
      </p:sp>
      <p:sp>
        <p:nvSpPr>
          <p:cNvPr id="13" name="Text Placeholder 4">
            <a:extLst>
              <a:ext uri="{FF2B5EF4-FFF2-40B4-BE49-F238E27FC236}">
                <a16:creationId xmlns:a16="http://schemas.microsoft.com/office/drawing/2014/main" id="{AA0EBFEA-E746-E760-148D-6B55E33CE98B}"/>
              </a:ext>
            </a:extLst>
          </p:cNvPr>
          <p:cNvSpPr>
            <a:spLocks noGrp="1"/>
          </p:cNvSpPr>
          <p:nvPr>
            <p:ph type="body" sz="quarter" idx="12" hasCustomPrompt="1"/>
          </p:nvPr>
        </p:nvSpPr>
        <p:spPr>
          <a:xfrm>
            <a:off x="582043" y="4445908"/>
            <a:ext cx="11021124"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86589986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752.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nSpc>
                <a:spcPct val="100000"/>
              </a:lnSpc>
              <a:defRPr sz="3600">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9900723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753.xml><?xml version="1.0" encoding="utf-8"?>
<p:sldLayout xmlns:a="http://schemas.openxmlformats.org/drawingml/2006/main" xmlns:r="http://schemas.openxmlformats.org/officeDocument/2006/relationships" xmlns:p="http://schemas.openxmlformats.org/presentationml/2006/main" preserve="1" userDrawn="1">
  <p:cSld name="Title Slide 2">
    <p:bg>
      <p:bgRef idx="1001">
        <a:schemeClr val="bg1"/>
      </p:bgRef>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16C68DE-B737-469C-0510-1CE6FB0FCD97}"/>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106072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754.xml><?xml version="1.0" encoding="utf-8"?>
<p:sldLayout xmlns:a="http://schemas.openxmlformats.org/drawingml/2006/main" xmlns:r="http://schemas.openxmlformats.org/officeDocument/2006/relationships" xmlns:p="http://schemas.openxmlformats.org/presentationml/2006/main" preserve="1" userDrawn="1">
  <p:cSld name="Title Slide 3">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F6A99E2-B1B8-F05E-79FB-6E5F6BA2198F}"/>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979539"/>
            <a:ext cx="8680865" cy="553998"/>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8673983"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6536316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755.xml><?xml version="1.0" encoding="utf-8"?>
<p:sldLayout xmlns:a="http://schemas.openxmlformats.org/drawingml/2006/main" xmlns:r="http://schemas.openxmlformats.org/officeDocument/2006/relationships" xmlns:p="http://schemas.openxmlformats.org/presentationml/2006/main" preserve="1" userDrawn="1">
  <p:cSld name="Title Slide 4">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A518B55A-6C79-359D-87CF-515B5B5F6EF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cxnSp>
        <p:nvCxnSpPr>
          <p:cNvPr id="12" name="Straight Connector 11">
            <a:extLst>
              <a:ext uri="{FF2B5EF4-FFF2-40B4-BE49-F238E27FC236}">
                <a16:creationId xmlns:a16="http://schemas.microsoft.com/office/drawing/2014/main" id="{731143F6-2E66-B7DD-83D0-10E3BEE182CA}"/>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5D47B2CB-325C-5073-D8C2-698C29B7BD94}"/>
              </a:ext>
            </a:extLst>
          </p:cNvPr>
          <p:cNvSpPr>
            <a:spLocks noGrp="1"/>
          </p:cNvSpPr>
          <p:nvPr>
            <p:ph type="body" sz="quarter" idx="13" hasCustomPrompt="1"/>
          </p:nvPr>
        </p:nvSpPr>
        <p:spPr>
          <a:xfrm>
            <a:off x="582043" y="426212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12071492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756.xml><?xml version="1.0" encoding="utf-8"?>
<p:sldLayout xmlns:a="http://schemas.openxmlformats.org/drawingml/2006/main" xmlns:r="http://schemas.openxmlformats.org/officeDocument/2006/relationships" xmlns:p="http://schemas.openxmlformats.org/presentationml/2006/main" preserve="1" userDrawn="1">
  <p:cSld name="Title Slide 5">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5CC7D666-BCD6-C322-9710-8EA204E6238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1" y="0"/>
            <a:ext cx="12191996" cy="6857998"/>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8547960" y="2099733"/>
            <a:ext cx="2863181" cy="2863181"/>
          </a:xfrm>
          <a:prstGeom prst="roundRect">
            <a:avLst>
              <a:gd name="adj" fmla="val 21738"/>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8328418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757.xml><?xml version="1.0" encoding="utf-8"?>
<p:sldLayout xmlns:a="http://schemas.openxmlformats.org/drawingml/2006/main" xmlns:r="http://schemas.openxmlformats.org/officeDocument/2006/relationships" xmlns:p="http://schemas.openxmlformats.org/presentationml/2006/main" preserve="1" userDrawn="1">
  <p:cSld name="2_Title Slide 5">
    <p:bg>
      <p:bgPr>
        <a:solidFill>
          <a:schemeClr val="bg2"/>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3A552F5-A279-E01D-8684-06A66C8E3A3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4" y="2425541"/>
            <a:ext cx="4419602"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4" y="3962400"/>
            <a:ext cx="441960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6066182" y="1209017"/>
            <a:ext cx="4419601" cy="4419601"/>
          </a:xfrm>
          <a:prstGeom prst="roundRect">
            <a:avLst>
              <a:gd name="adj" fmla="val 21738"/>
            </a:avLst>
          </a:prstGeom>
          <a:blipFill>
            <a:blip r:embed="rId4" cstate="email">
              <a:extLst>
                <a:ext uri="{28A0092B-C50C-407E-A947-70E740481C1C}">
                  <a14:useLocalDpi xmlns:a14="http://schemas.microsoft.com/office/drawing/2010/main"/>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75889412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758.xml><?xml version="1.0" encoding="utf-8"?>
<p:sldLayout xmlns:a="http://schemas.openxmlformats.org/drawingml/2006/main" xmlns:r="http://schemas.openxmlformats.org/officeDocument/2006/relationships" xmlns:p="http://schemas.openxmlformats.org/presentationml/2006/main" preserve="1" userDrawn="1">
  <p:cSld name="Title Slide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3393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4260778"/>
            <a:ext cx="4335897"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9" name="Picture Placeholder" descr="This photo is a 'placeholder' only. Drag or drop your photo here, or click and tap the center to insert a photo.">
            <a:extLst>
              <a:ext uri="{FF2B5EF4-FFF2-40B4-BE49-F238E27FC236}">
                <a16:creationId xmlns:a16="http://schemas.microsoft.com/office/drawing/2014/main" id="{E9C6438B-8AA6-6FF8-579B-E6859D9CFF89}"/>
              </a:ext>
            </a:extLst>
          </p:cNvPr>
          <p:cNvSpPr>
            <a:spLocks noGrp="1"/>
          </p:cNvSpPr>
          <p:nvPr>
            <p:ph type="pic" sz="quarter" idx="11" hasCustomPrompt="1"/>
          </p:nvPr>
        </p:nvSpPr>
        <p:spPr bwMode="ltGray">
          <a:xfrm>
            <a:off x="5334000" y="0"/>
            <a:ext cx="6858000" cy="6858000"/>
          </a:xfrm>
          <a:blipFill>
            <a:blip r:embed="rId3"/>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cxnSp>
        <p:nvCxnSpPr>
          <p:cNvPr id="8" name="Straight Connector 7">
            <a:extLst>
              <a:ext uri="{FF2B5EF4-FFF2-40B4-BE49-F238E27FC236}">
                <a16:creationId xmlns:a16="http://schemas.microsoft.com/office/drawing/2014/main" id="{D9E5E791-B100-3AA7-21F7-E48EDD0B5D63}"/>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652114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759.xml><?xml version="1.0" encoding="utf-8"?>
<p:sldLayout xmlns:a="http://schemas.openxmlformats.org/drawingml/2006/main" xmlns:r="http://schemas.openxmlformats.org/officeDocument/2006/relationships" xmlns:p="http://schemas.openxmlformats.org/presentationml/2006/main" preserve="1" userDrawn="1">
  <p:cSld name="Title and Content_Microso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a:xfrm>
            <a:off x="588263" y="457200"/>
            <a:ext cx="11018520" cy="553998"/>
          </a:xfrm>
        </p:spPr>
        <p:txBody>
          <a:bodyPr/>
          <a:lstStyle>
            <a:lvl1pPr>
              <a:lnSpc>
                <a:spcPct val="100000"/>
              </a:lnSpc>
              <a:defRPr sz="3600">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sz="2800">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60132376"/>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760.xml><?xml version="1.0" encoding="utf-8"?>
<p:sldLayout xmlns:a="http://schemas.openxmlformats.org/drawingml/2006/main" xmlns:r="http://schemas.openxmlformats.org/officeDocument/2006/relationships" xmlns:p="http://schemas.openxmlformats.org/presentationml/2006/main" preserve="1" userDrawn="1">
  <p:cSld name="Title and Content Al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pic>
        <p:nvPicPr>
          <p:cNvPr id="1026" name="Picture 2" descr="A black triangle on a white background&#10;&#10;Description automatically generated">
            <a:extLst>
              <a:ext uri="{FF2B5EF4-FFF2-40B4-BE49-F238E27FC236}">
                <a16:creationId xmlns:a16="http://schemas.microsoft.com/office/drawing/2014/main" id="{D34FB095-B792-8E28-D887-870C3ECB52A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1711892" y="6232204"/>
            <a:ext cx="287452" cy="45731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3253083"/>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761.xml><?xml version="1.0" encoding="utf-8"?>
<p:sldLayout xmlns:a="http://schemas.openxmlformats.org/drawingml/2006/main" xmlns:r="http://schemas.openxmlformats.org/officeDocument/2006/relationships" xmlns:p="http://schemas.openxmlformats.org/presentationml/2006/main" preserve="1" userDrawn="1">
  <p:cSld name="Title and Content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7" name="Text Placeholder 3">
            <a:extLst>
              <a:ext uri="{FF2B5EF4-FFF2-40B4-BE49-F238E27FC236}">
                <a16:creationId xmlns:a16="http://schemas.microsoft.com/office/drawing/2014/main" id="{86F2E5AA-B8E1-2D99-BFF6-55964406C169}"/>
              </a:ext>
            </a:extLst>
          </p:cNvPr>
          <p:cNvSpPr>
            <a:spLocks noGrp="1"/>
          </p:cNvSpPr>
          <p:nvPr>
            <p:ph type="body" sz="quarter" idx="10" hasCustomPrompt="1"/>
          </p:nvPr>
        </p:nvSpPr>
        <p:spPr>
          <a:xfrm>
            <a:off x="584200" y="1961079"/>
            <a:ext cx="11018521" cy="307777"/>
          </a:xfrm>
          <a:prstGeom prst="rect">
            <a:avLst/>
          </a:prstGeom>
        </p:spPr>
        <p:txBody>
          <a:bodyPr wrap="square" lIns="0" tIns="0" rIns="0" bIns="0">
            <a:spAutoFit/>
          </a:bodyPr>
          <a:lstStyle>
            <a:lvl1pPr marL="0" indent="0">
              <a:lnSpc>
                <a:spcPts val="2400"/>
              </a:lnSpc>
              <a:buNone/>
              <a:defRPr sz="2000" b="0" i="0" spc="0">
                <a:solidFill>
                  <a:srgbClr val="000000"/>
                </a:solidFill>
                <a:latin typeface="+mj-lt"/>
              </a:defRPr>
            </a:lvl1pPr>
            <a:lvl2pPr marL="0" indent="0">
              <a:lnSpc>
                <a:spcPts val="2400"/>
              </a:lnSpc>
              <a:buNone/>
              <a:defRPr spc="0">
                <a:solidFill>
                  <a:srgbClr val="000000"/>
                </a:solidFill>
                <a:latin typeface="+mn-lt"/>
              </a:defRPr>
            </a:lvl2pPr>
            <a:lvl3pPr marL="457200" indent="0">
              <a:buNone/>
              <a:defRPr/>
            </a:lvl3pPr>
            <a:lvl4pPr marL="685800" indent="0">
              <a:buNone/>
              <a:defRPr/>
            </a:lvl4pPr>
            <a:lvl5pPr marL="914400" indent="0">
              <a:buNone/>
              <a:defRPr/>
            </a:lvl5pPr>
          </a:lstStyle>
          <a:p>
            <a:pPr lvl="1"/>
            <a:r>
              <a:rPr lang="en-US"/>
              <a:t>Large: subhead Segoe UI Regular 20/24</a:t>
            </a:r>
          </a:p>
        </p:txBody>
      </p:sp>
      <p:sp>
        <p:nvSpPr>
          <p:cNvPr id="8" name="Text Placeholder 4">
            <a:extLst>
              <a:ext uri="{FF2B5EF4-FFF2-40B4-BE49-F238E27FC236}">
                <a16:creationId xmlns:a16="http://schemas.microsoft.com/office/drawing/2014/main" id="{24F7BF36-6F86-1AAC-B730-8494CAF9A2B5}"/>
              </a:ext>
            </a:extLst>
          </p:cNvPr>
          <p:cNvSpPr>
            <a:spLocks noGrp="1"/>
          </p:cNvSpPr>
          <p:nvPr>
            <p:ph type="body" sz="quarter" idx="11" hasCustomPrompt="1"/>
          </p:nvPr>
        </p:nvSpPr>
        <p:spPr>
          <a:xfrm>
            <a:off x="584200" y="3075739"/>
            <a:ext cx="11018521" cy="220510"/>
          </a:xfrm>
          <a:prstGeom prst="rect">
            <a:avLst/>
          </a:prstGeom>
        </p:spPr>
        <p:txBody>
          <a:bodyPr lIns="0" tIns="0" rIns="0" bIns="0"/>
          <a:lstStyle>
            <a:lvl1pPr marL="0" indent="0">
              <a:lnSpc>
                <a:spcPts val="1800"/>
              </a:lnSpc>
              <a:spcBef>
                <a:spcPts val="0"/>
              </a:spcBef>
              <a:buNone/>
              <a:defRPr sz="1400" b="0" spc="0">
                <a:solidFill>
                  <a:schemeClr val="accent1"/>
                </a:solidFill>
                <a:latin typeface="+mj-lt"/>
              </a:defRPr>
            </a:lvl1pPr>
            <a:lvl2pPr marL="0" indent="0">
              <a:lnSpc>
                <a:spcPts val="1800"/>
              </a:lnSpc>
              <a:spcBef>
                <a:spcPts val="0"/>
              </a:spcBef>
              <a:buNone/>
              <a:defRPr sz="1400" spc="0">
                <a:solidFill>
                  <a:srgbClr val="000000"/>
                </a:solidFill>
              </a:defRPr>
            </a:lvl2pPr>
            <a:lvl3pPr marL="457200" indent="0">
              <a:buNone/>
              <a:defRPr/>
            </a:lvl3pPr>
            <a:lvl4pPr marL="685800" indent="0">
              <a:buNone/>
              <a:defRPr/>
            </a:lvl4pPr>
            <a:lvl5pPr marL="914400" indent="0">
              <a:buNone/>
              <a:defRPr/>
            </a:lvl5pPr>
          </a:lstStyle>
          <a:p>
            <a:pPr lvl="0"/>
            <a:r>
              <a:rPr lang="en-US"/>
              <a:t>Medium: paragraph heading Segoe UI </a:t>
            </a:r>
            <a:r>
              <a:rPr lang="en-US" err="1"/>
              <a:t>Semibold</a:t>
            </a:r>
            <a:r>
              <a:rPr lang="en-US"/>
              <a:t> 14/18</a:t>
            </a:r>
          </a:p>
        </p:txBody>
      </p:sp>
      <p:sp>
        <p:nvSpPr>
          <p:cNvPr id="9" name="Text Placeholder 6">
            <a:extLst>
              <a:ext uri="{FF2B5EF4-FFF2-40B4-BE49-F238E27FC236}">
                <a16:creationId xmlns:a16="http://schemas.microsoft.com/office/drawing/2014/main" id="{345546AD-A5A5-3F3C-BA37-4B19AEF2A5DB}"/>
              </a:ext>
            </a:extLst>
          </p:cNvPr>
          <p:cNvSpPr>
            <a:spLocks noGrp="1"/>
          </p:cNvSpPr>
          <p:nvPr>
            <p:ph type="body" sz="quarter" idx="14" hasCustomPrompt="1"/>
          </p:nvPr>
        </p:nvSpPr>
        <p:spPr>
          <a:xfrm>
            <a:off x="584200" y="4593491"/>
            <a:ext cx="11018521" cy="153888"/>
          </a:xfrm>
          <a:prstGeom prst="rect">
            <a:avLst/>
          </a:prstGeom>
        </p:spPr>
        <p:txBody>
          <a:bodyPr lIns="0" tIns="0" rIns="0" bIns="0"/>
          <a:lstStyle>
            <a:lvl1pPr marL="0" indent="0">
              <a:lnSpc>
                <a:spcPts val="1200"/>
              </a:lnSpc>
              <a:spcBef>
                <a:spcPts val="0"/>
              </a:spcBef>
              <a:buNone/>
              <a:defRPr sz="1000" spc="0">
                <a:solidFill>
                  <a:schemeClr val="tx1"/>
                </a:solidFill>
              </a:defRPr>
            </a:lvl1pPr>
            <a:lvl2pPr marL="0" indent="0">
              <a:lnSpc>
                <a:spcPct val="100000"/>
              </a:lnSpc>
              <a:spcBef>
                <a:spcPts val="0"/>
              </a:spcBef>
              <a:buNone/>
              <a:defRPr sz="1000" spc="0">
                <a:solidFill>
                  <a:srgbClr val="000000"/>
                </a:solidFill>
              </a:defRPr>
            </a:lvl2pPr>
            <a:lvl3pPr marL="457200" indent="0">
              <a:buNone/>
              <a:defRPr/>
            </a:lvl3pPr>
            <a:lvl4pPr marL="685800" indent="0">
              <a:buNone/>
              <a:defRPr/>
            </a:lvl4pPr>
            <a:lvl5pPr marL="0" indent="0">
              <a:lnSpc>
                <a:spcPct val="100000"/>
              </a:lnSpc>
              <a:buNone/>
              <a:defRPr>
                <a:solidFill>
                  <a:srgbClr val="000000"/>
                </a:solidFill>
              </a:defRPr>
            </a:lvl5pPr>
          </a:lstStyle>
          <a:p>
            <a:pPr lvl="1"/>
            <a:r>
              <a:rPr lang="en-US"/>
              <a:t>Small: caption body copy Segoe Regular 10/12</a:t>
            </a:r>
          </a:p>
        </p:txBody>
      </p:sp>
      <p:sp>
        <p:nvSpPr>
          <p:cNvPr id="10" name="Text Placeholder 3">
            <a:extLst>
              <a:ext uri="{FF2B5EF4-FFF2-40B4-BE49-F238E27FC236}">
                <a16:creationId xmlns:a16="http://schemas.microsoft.com/office/drawing/2014/main" id="{90ACF05F-2419-331C-73AA-1456DD524AFE}"/>
              </a:ext>
            </a:extLst>
          </p:cNvPr>
          <p:cNvSpPr>
            <a:spLocks noGrp="1"/>
          </p:cNvSpPr>
          <p:nvPr>
            <p:ph type="body" sz="quarter" idx="24" hasCustomPrompt="1"/>
          </p:nvPr>
        </p:nvSpPr>
        <p:spPr>
          <a:xfrm>
            <a:off x="582338" y="4385524"/>
            <a:ext cx="11018521"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Small: caption title Segoe UI Bold 10/12. </a:t>
            </a:r>
          </a:p>
        </p:txBody>
      </p:sp>
      <p:sp>
        <p:nvSpPr>
          <p:cNvPr id="11" name="Text Placeholder 4">
            <a:extLst>
              <a:ext uri="{FF2B5EF4-FFF2-40B4-BE49-F238E27FC236}">
                <a16:creationId xmlns:a16="http://schemas.microsoft.com/office/drawing/2014/main" id="{F10E3B9C-87B7-FCD5-21F0-3C1505450B59}"/>
              </a:ext>
            </a:extLst>
          </p:cNvPr>
          <p:cNvSpPr>
            <a:spLocks noGrp="1"/>
          </p:cNvSpPr>
          <p:nvPr>
            <p:ph type="body" sz="quarter" idx="18" hasCustomPrompt="1"/>
          </p:nvPr>
        </p:nvSpPr>
        <p:spPr>
          <a:xfrm>
            <a:off x="582338" y="3385527"/>
            <a:ext cx="11018521" cy="220445"/>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Medium: body copy Segoe UI Regular 14/18</a:t>
            </a:r>
          </a:p>
        </p:txBody>
      </p:sp>
    </p:spTree>
    <p:extLst>
      <p:ext uri="{BB962C8B-B14F-4D97-AF65-F5344CB8AC3E}">
        <p14:creationId xmlns:p14="http://schemas.microsoft.com/office/powerpoint/2010/main" val="3877922930"/>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762.xml><?xml version="1.0" encoding="utf-8"?>
<p:sldLayout xmlns:a="http://schemas.openxmlformats.org/drawingml/2006/main" xmlns:r="http://schemas.openxmlformats.org/officeDocument/2006/relationships" xmlns:p="http://schemas.openxmlformats.org/presentationml/2006/main" preserve="1" userDrawn="1">
  <p:cSld name="Title &amp; Non-bulleted text">
    <p:bg>
      <p:bgPr>
        <a:solidFill>
          <a:srgbClr val="F4F3F5"/>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86389" y="2030760"/>
            <a:ext cx="9570435" cy="307777"/>
          </a:xfrm>
        </p:spPr>
        <p:txBody>
          <a:bodyPr wrap="square">
            <a:spAutoFit/>
          </a:bodyPr>
          <a:lstStyle>
            <a:lvl1pPr marL="0" indent="0">
              <a:buNone/>
              <a:defRPr lang="en-US" sz="2000" kern="1200" spc="0" baseline="0" dirty="0" smtClean="0">
                <a:solidFill>
                  <a:schemeClr val="tx1"/>
                </a:solidFill>
                <a:latin typeface="+mn-lt"/>
                <a:ea typeface="+mn-ea"/>
                <a:cs typeface="Segoe UI" panose="020B0502040204020203" pitchFamily="34" charset="0"/>
              </a:defRPr>
            </a:lvl1pPr>
            <a:lvl2pPr marL="228600" indent="0">
              <a:buNone/>
              <a:defRPr/>
            </a:lvl2pPr>
            <a:lvl3pPr marL="457200" indent="0">
              <a:buNone/>
              <a:defRPr/>
            </a:lvl3pPr>
            <a:lvl4pPr marL="685800" indent="0">
              <a:buNone/>
              <a:defRPr/>
            </a:lvl4pPr>
            <a:lvl5pPr marL="914400" indent="0">
              <a:buNone/>
              <a:defRPr/>
            </a:lvl5pPr>
          </a:lstStyle>
          <a:p>
            <a:pPr marL="342900" marR="0" lvl="0" indent="-342900" algn="l" defTabSz="932742" rtl="0" eaLnBrk="1" fontAlgn="auto" latinLnBrk="0" hangingPunct="1">
              <a:lnSpc>
                <a:spcPts val="2400"/>
              </a:lnSpc>
              <a:spcBef>
                <a:spcPts val="0"/>
              </a:spcBef>
              <a:spcAft>
                <a:spcPts val="0"/>
              </a:spcAft>
              <a:buClrTx/>
              <a:buSzPct val="90000"/>
              <a:buFont typeface="Arial" panose="020B0604020202020204" pitchFamily="34" charset="0"/>
              <a:buChar char="•"/>
              <a:tabLst/>
              <a:defRPr/>
            </a:pPr>
            <a:r>
              <a:rPr lang="en-US"/>
              <a:t>Click to edit Master text styles</a:t>
            </a:r>
          </a:p>
        </p:txBody>
      </p:sp>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0989989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1763.xml><?xml version="1.0" encoding="utf-8"?>
<p:sldLayout xmlns:a="http://schemas.openxmlformats.org/drawingml/2006/main" xmlns:r="http://schemas.openxmlformats.org/officeDocument/2006/relationships" xmlns:p="http://schemas.openxmlformats.org/presentationml/2006/main"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hasCustomPrompt="1"/>
          </p:nvPr>
        </p:nvSpPr>
        <p:spPr/>
        <p:txBody>
          <a:bodyPr/>
          <a:lstStyle/>
          <a:p>
            <a:r>
              <a:rPr lang="en-US"/>
              <a:t>Click to edit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hasCustomPrompt="1"/>
          </p:nvPr>
        </p:nvSpPr>
        <p:spPr>
          <a:xfrm>
            <a:off x="584200" y="1435100"/>
            <a:ext cx="5211763"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hasCustomPrompt="1"/>
          </p:nvPr>
        </p:nvSpPr>
        <p:spPr>
          <a:xfrm>
            <a:off x="6389688" y="1435100"/>
            <a:ext cx="5219700"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5449844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1764.xml><?xml version="1.0" encoding="utf-8"?>
<p:sldLayout xmlns:a="http://schemas.openxmlformats.org/drawingml/2006/main" xmlns:r="http://schemas.openxmlformats.org/officeDocument/2006/relationships" xmlns:p="http://schemas.openxmlformats.org/presentationml/2006/main"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p:cNvSpPr>
            <a:spLocks noGrp="1"/>
          </p:cNvSpPr>
          <p:nvPr>
            <p:ph type="body" sz="quarter" idx="10" hasCustomPrompt="1"/>
          </p:nvPr>
        </p:nvSpPr>
        <p:spPr>
          <a:xfrm>
            <a:off x="584200"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hasCustomPrompt="1"/>
          </p:nvPr>
        </p:nvSpPr>
        <p:spPr>
          <a:xfrm>
            <a:off x="6397171"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179388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1765.xml><?xml version="1.0" encoding="utf-8"?>
<p:sldLayout xmlns:a="http://schemas.openxmlformats.org/drawingml/2006/main" xmlns:r="http://schemas.openxmlformats.org/officeDocument/2006/relationships" xmlns:p="http://schemas.openxmlformats.org/presentationml/2006/main" preserve="1" userDrawn="1">
  <p:cSld name="Two Column Bulle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hasCustomPrompt="1"/>
          </p:nvPr>
        </p:nvSpPr>
        <p:spPr>
          <a:xfrm>
            <a:off x="584200"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66750" indent="-152400">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hasCustomPrompt="1"/>
          </p:nvPr>
        </p:nvSpPr>
        <p:spPr>
          <a:xfrm>
            <a:off x="6397625"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85800" indent="-136525">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818605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766.xml><?xml version="1.0" encoding="utf-8"?>
<p:sldLayout xmlns:a="http://schemas.openxmlformats.org/drawingml/2006/main" xmlns:r="http://schemas.openxmlformats.org/officeDocument/2006/relationships" xmlns:p="http://schemas.openxmlformats.org/presentationml/2006/main" preserve="1" userDrawn="1">
  <p:cSld name="Two Column Conten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hasCustomPrompt="1"/>
          </p:nvPr>
        </p:nvSpPr>
        <p:spPr>
          <a:xfrm>
            <a:off x="588963"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hasCustomPrompt="1"/>
          </p:nvPr>
        </p:nvSpPr>
        <p:spPr>
          <a:xfrm>
            <a:off x="6394451"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208667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767.xml><?xml version="1.0" encoding="utf-8"?>
<p:sldLayout xmlns:a="http://schemas.openxmlformats.org/drawingml/2006/main" xmlns:r="http://schemas.openxmlformats.org/officeDocument/2006/relationships" xmlns:p="http://schemas.openxmlformats.org/presentationml/2006/main" userDrawn="1">
  <p:cSld name="Two Column Content with Subheads 2">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1"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514562"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199"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514562"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2147297665"/>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768.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hasCustomPrompt="1"/>
          </p:nvPr>
        </p:nvSpPr>
        <p:spPr>
          <a:xfrm>
            <a:off x="585217"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181862"/>
          </a:xfrm>
        </p:spPr>
        <p:txBody>
          <a:bodyPr wrap="square">
            <a:spAutoFit/>
          </a:bodyPr>
          <a:lstStyle>
            <a:lvl1pPr marL="176213" indent="-176213">
              <a:defRPr lang="en-US" sz="1800" dirty="0"/>
            </a:lvl1pPr>
            <a:lvl2pPr marL="322263" indent="-150813">
              <a:defRPr lang="en-US" sz="1600" dirty="0"/>
            </a:lvl2pPr>
            <a:lvl3pPr marL="466725" indent="-138113">
              <a:defRPr lang="en-US" sz="1100" dirty="0"/>
            </a:lvl3pPr>
            <a:lvl4pPr marL="595313" indent="-128588">
              <a:defRPr lang="en-US" sz="1050" dirty="0"/>
            </a:lvl4pPr>
            <a:lvl5pPr marL="731838" indent="-122238">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hasCustomPrompt="1"/>
          </p:nvPr>
        </p:nvSpPr>
        <p:spPr>
          <a:xfrm>
            <a:off x="4463796"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hasCustomPrompt="1"/>
          </p:nvPr>
        </p:nvSpPr>
        <p:spPr>
          <a:xfrm>
            <a:off x="8342375"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87917678"/>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24">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1769.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20" name="Text Placeholder 4">
            <a:extLst>
              <a:ext uri="{FF2B5EF4-FFF2-40B4-BE49-F238E27FC236}">
                <a16:creationId xmlns:a16="http://schemas.microsoft.com/office/drawing/2014/main" id="{8AB7BB6A-65B6-AEC7-836B-8D35242275AF}"/>
              </a:ext>
            </a:extLst>
          </p:cNvPr>
          <p:cNvSpPr>
            <a:spLocks noGrp="1"/>
          </p:cNvSpPr>
          <p:nvPr>
            <p:ph type="body" sz="quarter" idx="17" hasCustomPrompt="1"/>
          </p:nvPr>
        </p:nvSpPr>
        <p:spPr>
          <a:xfrm>
            <a:off x="582877"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sz="1400" b="0" i="0" spc="0">
                <a:solidFill>
                  <a:schemeClr val="tx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FB0535AF-BE85-1E67-DD92-E38C21AF7E8C}"/>
              </a:ext>
            </a:extLst>
          </p:cNvPr>
          <p:cNvSpPr>
            <a:spLocks noGrp="1"/>
          </p:cNvSpPr>
          <p:nvPr>
            <p:ph type="body" sz="quarter" idx="18" hasCustomPrompt="1"/>
          </p:nvPr>
        </p:nvSpPr>
        <p:spPr>
          <a:xfrm>
            <a:off x="437134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8E1F9237-EE15-C9FE-E0CA-3A37C93F9063}"/>
              </a:ext>
            </a:extLst>
          </p:cNvPr>
          <p:cNvSpPr>
            <a:spLocks noGrp="1"/>
          </p:cNvSpPr>
          <p:nvPr>
            <p:ph type="body" sz="quarter" idx="19" hasCustomPrompt="1"/>
          </p:nvPr>
        </p:nvSpPr>
        <p:spPr>
          <a:xfrm>
            <a:off x="813655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6" name="Text Placeholder 4">
            <a:extLst>
              <a:ext uri="{FF2B5EF4-FFF2-40B4-BE49-F238E27FC236}">
                <a16:creationId xmlns:a16="http://schemas.microsoft.com/office/drawing/2014/main" id="{775241E4-9061-8DB7-2B87-BA0CCA011ACE}"/>
              </a:ext>
            </a:extLst>
          </p:cNvPr>
          <p:cNvSpPr>
            <a:spLocks noGrp="1"/>
          </p:cNvSpPr>
          <p:nvPr>
            <p:ph type="body" sz="quarter" idx="11" hasCustomPrompt="1"/>
          </p:nvPr>
        </p:nvSpPr>
        <p:spPr>
          <a:xfrm>
            <a:off x="582877"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7" name="Text Placeholder 4">
            <a:extLst>
              <a:ext uri="{FF2B5EF4-FFF2-40B4-BE49-F238E27FC236}">
                <a16:creationId xmlns:a16="http://schemas.microsoft.com/office/drawing/2014/main" id="{82D1AEC7-7020-CBA4-58E1-0D75BA2EF496}"/>
              </a:ext>
            </a:extLst>
          </p:cNvPr>
          <p:cNvSpPr>
            <a:spLocks noGrp="1"/>
          </p:cNvSpPr>
          <p:nvPr>
            <p:ph type="body" sz="quarter" idx="12" hasCustomPrompt="1"/>
          </p:nvPr>
        </p:nvSpPr>
        <p:spPr>
          <a:xfrm>
            <a:off x="437134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8" name="Text Placeholder 4">
            <a:extLst>
              <a:ext uri="{FF2B5EF4-FFF2-40B4-BE49-F238E27FC236}">
                <a16:creationId xmlns:a16="http://schemas.microsoft.com/office/drawing/2014/main" id="{6416719B-F50B-D496-C069-4C1F30AFEC70}"/>
              </a:ext>
            </a:extLst>
          </p:cNvPr>
          <p:cNvSpPr>
            <a:spLocks noGrp="1"/>
          </p:cNvSpPr>
          <p:nvPr>
            <p:ph type="body" sz="quarter" idx="13" hasCustomPrompt="1"/>
          </p:nvPr>
        </p:nvSpPr>
        <p:spPr>
          <a:xfrm>
            <a:off x="813655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Tree>
    <p:extLst>
      <p:ext uri="{BB962C8B-B14F-4D97-AF65-F5344CB8AC3E}">
        <p14:creationId xmlns:p14="http://schemas.microsoft.com/office/powerpoint/2010/main" val="234679232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770.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3">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6" name="Text Placeholder 3">
            <a:extLst>
              <a:ext uri="{FF2B5EF4-FFF2-40B4-BE49-F238E27FC236}">
                <a16:creationId xmlns:a16="http://schemas.microsoft.com/office/drawing/2014/main" id="{46628952-3608-D408-E97B-C5509801C79B}"/>
              </a:ext>
            </a:extLst>
          </p:cNvPr>
          <p:cNvSpPr>
            <a:spLocks noGrp="1"/>
          </p:cNvSpPr>
          <p:nvPr>
            <p:ph type="body" sz="quarter" idx="10" hasCustomPrompt="1"/>
          </p:nvPr>
        </p:nvSpPr>
        <p:spPr>
          <a:xfrm>
            <a:off x="588263" y="1971020"/>
            <a:ext cx="9449500" cy="615553"/>
          </a:xfrm>
          <a:prstGeom prst="rect">
            <a:avLst/>
          </a:prstGeom>
        </p:spPr>
        <p:txBody>
          <a:bodyPr wrap="square" lIns="0" tIns="0" rIns="0" bIns="0">
            <a:spAutoFit/>
          </a:bodyPr>
          <a:lstStyle>
            <a:lvl1pPr marL="0" indent="0">
              <a:lnSpc>
                <a:spcPts val="2400"/>
              </a:lnSpc>
              <a:buNone/>
              <a:defRPr lang="en-US" sz="2000" kern="1200" spc="0" baseline="0" dirty="0">
                <a:solidFill>
                  <a:srgbClr val="000000"/>
                </a:solidFill>
                <a:latin typeface="+mn-lt"/>
                <a:ea typeface="+mn-ea"/>
                <a:cs typeface="+mn-cs"/>
              </a:defRPr>
            </a:lvl1pPr>
            <a:lvl2pPr marL="228600" indent="0">
              <a:buNone/>
              <a:defRPr/>
            </a:lvl2pPr>
            <a:lvl3pPr marL="457200" indent="0">
              <a:buNone/>
              <a:defRPr/>
            </a:lvl3pPr>
            <a:lvl4pPr marL="685800" indent="0">
              <a:buNone/>
              <a:defRPr/>
            </a:lvl4pPr>
            <a:lvl5pPr marL="914400" indent="0">
              <a:buNone/>
              <a:defRPr/>
            </a:lvl5pPr>
          </a:lstStyle>
          <a:p>
            <a:pPr lvl="0"/>
            <a:r>
              <a:rPr lang="en-US"/>
              <a:t>Subhead Segoe UI Regular 20/24.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2"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356101"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9" name="Text Placeholder 4">
            <a:extLst>
              <a:ext uri="{FF2B5EF4-FFF2-40B4-BE49-F238E27FC236}">
                <a16:creationId xmlns:a16="http://schemas.microsoft.com/office/drawing/2014/main" id="{A65E358F-5CAF-2294-2C8A-0C65BE0A268F}"/>
              </a:ext>
            </a:extLst>
          </p:cNvPr>
          <p:cNvSpPr>
            <a:spLocks noGrp="1"/>
          </p:cNvSpPr>
          <p:nvPr>
            <p:ph type="body" sz="quarter" idx="13" hasCustomPrompt="1"/>
          </p:nvPr>
        </p:nvSpPr>
        <p:spPr>
          <a:xfrm>
            <a:off x="8128000" y="3214124"/>
            <a:ext cx="3474445"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200"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356101"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602E34F2-8AEC-5D82-A459-7615DC29B15F}"/>
              </a:ext>
            </a:extLst>
          </p:cNvPr>
          <p:cNvSpPr>
            <a:spLocks noGrp="1"/>
          </p:cNvSpPr>
          <p:nvPr>
            <p:ph type="body" sz="quarter" idx="19" hasCustomPrompt="1"/>
          </p:nvPr>
        </p:nvSpPr>
        <p:spPr>
          <a:xfrm>
            <a:off x="8134943" y="3521898"/>
            <a:ext cx="3474445"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33156714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771.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Oval 10">
            <a:extLst>
              <a:ext uri="{FF2B5EF4-FFF2-40B4-BE49-F238E27FC236}">
                <a16:creationId xmlns:a16="http://schemas.microsoft.com/office/drawing/2014/main" id="{F3C14C4D-447D-641B-9EE1-BB7D37876DFD}"/>
              </a:ext>
            </a:extLst>
          </p:cNvPr>
          <p:cNvSpPr/>
          <p:nvPr userDrawn="1"/>
        </p:nvSpPr>
        <p:spPr>
          <a:xfrm>
            <a:off x="8769505" y="1609347"/>
            <a:ext cx="2196790" cy="2196790"/>
          </a:xfrm>
          <a:prstGeom prst="ellipse">
            <a:avLst/>
          </a:prstGeom>
          <a:solidFill>
            <a:srgbClr val="8DC8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1A257B80-0E22-6118-D58C-8D479BE856CC}"/>
              </a:ext>
            </a:extLst>
          </p:cNvPr>
          <p:cNvSpPr/>
          <p:nvPr userDrawn="1"/>
        </p:nvSpPr>
        <p:spPr>
          <a:xfrm>
            <a:off x="1216757" y="1609347"/>
            <a:ext cx="2196790" cy="219679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F3C5F4DB-FE2F-3894-3C54-F1395F059BC1}"/>
              </a:ext>
            </a:extLst>
          </p:cNvPr>
          <p:cNvSpPr/>
          <p:nvPr userDrawn="1"/>
        </p:nvSpPr>
        <p:spPr>
          <a:xfrm>
            <a:off x="4997605" y="1609347"/>
            <a:ext cx="2196790" cy="2196790"/>
          </a:xfrm>
          <a:prstGeom prst="ellipse">
            <a:avLst/>
          </a:prstGeom>
          <a:solidFill>
            <a:srgbClr val="CD9B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9037727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772.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2"/>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1"/>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chemeClr val="accent3"/>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838240332"/>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773.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6"/>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5"/>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rgbClr val="8DC8E8"/>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392951494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774.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3413125"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3413125"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6244208"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6244208"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9073133"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9073133"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86028884"/>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1775.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2">
    <p:bg>
      <p:bgPr>
        <a:solidFill>
          <a:srgbClr val="F4F3F5"/>
        </a:solidFill>
        <a:effectLst/>
      </p:bgPr>
    </p:bg>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AE4763AA-7A64-C315-54ED-405AA5F28928}"/>
              </a:ext>
            </a:extLst>
          </p:cNvPr>
          <p:cNvSpPr/>
          <p:nvPr userDrawn="1"/>
        </p:nvSpPr>
        <p:spPr bwMode="auto">
          <a:xfrm>
            <a:off x="0" y="0"/>
            <a:ext cx="12192000" cy="1208988"/>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chemeClr val="accent2"/>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7" name="Text Placeholder 11">
            <a:extLst>
              <a:ext uri="{FF2B5EF4-FFF2-40B4-BE49-F238E27FC236}">
                <a16:creationId xmlns:a16="http://schemas.microsoft.com/office/drawing/2014/main" id="{0EA42F63-B2F3-3A38-57BC-24F6164484E0}"/>
              </a:ext>
            </a:extLst>
          </p:cNvPr>
          <p:cNvSpPr>
            <a:spLocks noGrp="1"/>
          </p:cNvSpPr>
          <p:nvPr>
            <p:ph type="body" sz="quarter" idx="16"/>
          </p:nvPr>
        </p:nvSpPr>
        <p:spPr>
          <a:xfrm>
            <a:off x="584200"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9" name="Text Placeholder 7">
            <a:extLst>
              <a:ext uri="{FF2B5EF4-FFF2-40B4-BE49-F238E27FC236}">
                <a16:creationId xmlns:a16="http://schemas.microsoft.com/office/drawing/2014/main" id="{1F284777-927E-F267-62FB-0ADA3AB8ABEF}"/>
              </a:ext>
            </a:extLst>
          </p:cNvPr>
          <p:cNvSpPr>
            <a:spLocks noGrp="1"/>
          </p:cNvSpPr>
          <p:nvPr>
            <p:ph type="body" sz="quarter" idx="14"/>
          </p:nvPr>
        </p:nvSpPr>
        <p:spPr>
          <a:xfrm>
            <a:off x="584200"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11">
            <a:extLst>
              <a:ext uri="{FF2B5EF4-FFF2-40B4-BE49-F238E27FC236}">
                <a16:creationId xmlns:a16="http://schemas.microsoft.com/office/drawing/2014/main" id="{B6D7214D-CF27-5C85-22BE-C501CC3F79F6}"/>
              </a:ext>
            </a:extLst>
          </p:cNvPr>
          <p:cNvSpPr>
            <a:spLocks noGrp="1"/>
          </p:cNvSpPr>
          <p:nvPr>
            <p:ph type="body" sz="quarter" idx="17"/>
          </p:nvPr>
        </p:nvSpPr>
        <p:spPr>
          <a:xfrm>
            <a:off x="3413125"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1" name="Text Placeholder 9">
            <a:extLst>
              <a:ext uri="{FF2B5EF4-FFF2-40B4-BE49-F238E27FC236}">
                <a16:creationId xmlns:a16="http://schemas.microsoft.com/office/drawing/2014/main" id="{D0E08958-F760-A396-6DDC-ADDF12562EFC}"/>
              </a:ext>
            </a:extLst>
          </p:cNvPr>
          <p:cNvSpPr>
            <a:spLocks noGrp="1"/>
          </p:cNvSpPr>
          <p:nvPr>
            <p:ph type="body" sz="quarter" idx="15"/>
          </p:nvPr>
        </p:nvSpPr>
        <p:spPr>
          <a:xfrm>
            <a:off x="3413125"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11">
            <a:extLst>
              <a:ext uri="{FF2B5EF4-FFF2-40B4-BE49-F238E27FC236}">
                <a16:creationId xmlns:a16="http://schemas.microsoft.com/office/drawing/2014/main" id="{2E8EB955-55F0-24FF-CDCC-B5A5FFFC6B4A}"/>
              </a:ext>
            </a:extLst>
          </p:cNvPr>
          <p:cNvSpPr>
            <a:spLocks noGrp="1"/>
          </p:cNvSpPr>
          <p:nvPr>
            <p:ph type="body" sz="quarter" idx="18"/>
          </p:nvPr>
        </p:nvSpPr>
        <p:spPr>
          <a:xfrm>
            <a:off x="6244208"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3" name="Text Placeholder 7">
            <a:extLst>
              <a:ext uri="{FF2B5EF4-FFF2-40B4-BE49-F238E27FC236}">
                <a16:creationId xmlns:a16="http://schemas.microsoft.com/office/drawing/2014/main" id="{36792F0E-DEBA-6C31-5613-59E8E3706BAE}"/>
              </a:ext>
            </a:extLst>
          </p:cNvPr>
          <p:cNvSpPr>
            <a:spLocks noGrp="1"/>
          </p:cNvSpPr>
          <p:nvPr>
            <p:ph type="body" sz="quarter" idx="19"/>
          </p:nvPr>
        </p:nvSpPr>
        <p:spPr>
          <a:xfrm>
            <a:off x="6244208"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11">
            <a:extLst>
              <a:ext uri="{FF2B5EF4-FFF2-40B4-BE49-F238E27FC236}">
                <a16:creationId xmlns:a16="http://schemas.microsoft.com/office/drawing/2014/main" id="{2A858486-2BAB-90FA-E642-5FFCB8955993}"/>
              </a:ext>
            </a:extLst>
          </p:cNvPr>
          <p:cNvSpPr>
            <a:spLocks noGrp="1"/>
          </p:cNvSpPr>
          <p:nvPr>
            <p:ph type="body" sz="quarter" idx="20"/>
          </p:nvPr>
        </p:nvSpPr>
        <p:spPr>
          <a:xfrm>
            <a:off x="9073133"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5" name="Text Placeholder 9">
            <a:extLst>
              <a:ext uri="{FF2B5EF4-FFF2-40B4-BE49-F238E27FC236}">
                <a16:creationId xmlns:a16="http://schemas.microsoft.com/office/drawing/2014/main" id="{6614B332-A4F9-7C7C-FA27-45DE478DA645}"/>
              </a:ext>
            </a:extLst>
          </p:cNvPr>
          <p:cNvSpPr>
            <a:spLocks noGrp="1"/>
          </p:cNvSpPr>
          <p:nvPr>
            <p:ph type="body" sz="quarter" idx="21"/>
          </p:nvPr>
        </p:nvSpPr>
        <p:spPr>
          <a:xfrm>
            <a:off x="9073133"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6914528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776.xml><?xml version="1.0" encoding="utf-8"?>
<p:sldLayout xmlns:a="http://schemas.openxmlformats.org/drawingml/2006/main" xmlns:r="http://schemas.openxmlformats.org/officeDocument/2006/relationships" xmlns:p="http://schemas.openxmlformats.org/presentationml/2006/main" preserve="1" userDrawn="1">
  <p:cSld name="Five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2849007"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5113814"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7378621"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hasCustomPrompt="1"/>
          </p:nvPr>
        </p:nvSpPr>
        <p:spPr>
          <a:xfrm>
            <a:off x="9643428"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25195852"/>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1777.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p:txBody>
          <a:bodyPr/>
          <a:lstStyle/>
          <a:p>
            <a:r>
              <a:rPr lang="en-US"/>
              <a:t>Click to edit title style</a:t>
            </a:r>
          </a:p>
        </p:txBody>
      </p:sp>
    </p:spTree>
    <p:extLst>
      <p:ext uri="{BB962C8B-B14F-4D97-AF65-F5344CB8AC3E}">
        <p14:creationId xmlns:p14="http://schemas.microsoft.com/office/powerpoint/2010/main" val="320474966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6">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0">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778.xml><?xml version="1.0" encoding="utf-8"?>
<p:sldLayout xmlns:a="http://schemas.openxmlformats.org/drawingml/2006/main" xmlns:r="http://schemas.openxmlformats.org/officeDocument/2006/relationships" xmlns:p="http://schemas.openxmlformats.org/presentationml/2006/main" preserve="1" userDrawn="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4" y="2875002"/>
            <a:ext cx="4127692" cy="1107996"/>
          </a:xfrm>
        </p:spPr>
        <p:txBody>
          <a:bodyPr wrap="square" anchor="ctr">
            <a:spAutoFit/>
          </a:bodyPr>
          <a:lstStyle/>
          <a:p>
            <a:r>
              <a:rPr lang="en-US"/>
              <a:t>Click to edit title style</a:t>
            </a:r>
          </a:p>
        </p:txBody>
      </p:sp>
    </p:spTree>
    <p:extLst>
      <p:ext uri="{BB962C8B-B14F-4D97-AF65-F5344CB8AC3E}">
        <p14:creationId xmlns:p14="http://schemas.microsoft.com/office/powerpoint/2010/main" val="3078607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1779.xml><?xml version="1.0" encoding="utf-8"?>
<p:sldLayout xmlns:a="http://schemas.openxmlformats.org/drawingml/2006/main" xmlns:r="http://schemas.openxmlformats.org/officeDocument/2006/relationships" xmlns:p="http://schemas.openxmlformats.org/presentationml/2006/main"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Tree>
    <p:extLst>
      <p:ext uri="{BB962C8B-B14F-4D97-AF65-F5344CB8AC3E}">
        <p14:creationId xmlns:p14="http://schemas.microsoft.com/office/powerpoint/2010/main" val="250768035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780.xml><?xml version="1.0" encoding="utf-8"?>
<p:sldLayout xmlns:a="http://schemas.openxmlformats.org/drawingml/2006/main" xmlns:r="http://schemas.openxmlformats.org/officeDocument/2006/relationships" xmlns:p="http://schemas.openxmlformats.org/presentationml/2006/main" preserve="1" userDrawn="1">
  <p:cSld name="Title - spli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2" y="457200"/>
            <a:ext cx="5687568" cy="553998"/>
          </a:xfrm>
        </p:spPr>
        <p:txBody>
          <a:bodyPr/>
          <a:lstStyle/>
          <a:p>
            <a:r>
              <a:rPr lang="en-US"/>
              <a:t>Click to edit title style</a:t>
            </a:r>
          </a:p>
        </p:txBody>
      </p:sp>
      <p:sp>
        <p:nvSpPr>
          <p:cNvPr id="4" name="Rectangle 3">
            <a:extLst>
              <a:ext uri="{FF2B5EF4-FFF2-40B4-BE49-F238E27FC236}">
                <a16:creationId xmlns:a16="http://schemas.microsoft.com/office/drawing/2014/main" id="{66ED9561-2D36-C7A9-8121-647D44F28482}"/>
              </a:ext>
              <a:ext uri="{C183D7F6-B498-43B3-948B-1728B52AA6E4}">
                <adec:decorative xmlns:adec="http://schemas.microsoft.com/office/drawing/2017/decorative" val="1"/>
              </a:ext>
            </a:extLst>
          </p:cNvPr>
          <p:cNvSpPr/>
          <p:nvPr userDrawn="1"/>
        </p:nvSpPr>
        <p:spPr bwMode="auto">
          <a:xfrm>
            <a:off x="6858000" y="0"/>
            <a:ext cx="5333999" cy="6858000"/>
          </a:xfrm>
          <a:prstGeom prst="rect">
            <a:avLst/>
          </a:prstGeom>
          <a:solidFill>
            <a:schemeClr val="bg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err="1">
              <a:ln>
                <a:noFill/>
              </a:ln>
              <a:solidFill>
                <a:srgbClr val="FFFFFF"/>
              </a:soli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69599528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781.xml><?xml version="1.0" encoding="utf-8"?>
<p:sldLayout xmlns:a="http://schemas.openxmlformats.org/drawingml/2006/main" xmlns:r="http://schemas.openxmlformats.org/officeDocument/2006/relationships" xmlns:p="http://schemas.openxmlformats.org/presentationml/2006/main" preserve="1" userDrawn="1">
  <p:cSld name="Title - 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453303"/>
            <a:ext cx="4158362" cy="430887"/>
          </a:xfrm>
        </p:spPr>
        <p:txBody>
          <a:bodyPr anchor="b"/>
          <a:lstStyle>
            <a:lvl1pPr>
              <a:defRPr sz="2800"/>
            </a:lvl1pPr>
          </a:lstStyle>
          <a:p>
            <a:r>
              <a:rPr lang="en-US"/>
              <a:t>Click to edit title style</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1971020"/>
            <a:ext cx="4162425" cy="307777"/>
          </a:xfrm>
        </p:spPr>
        <p:txBody>
          <a:bodyPr/>
          <a:lstStyle>
            <a:lvl1pPr marL="0" indent="0">
              <a:lnSpc>
                <a:spcPts val="2400"/>
              </a:lnSpc>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8" name="Text Placeholder 4">
            <a:extLst>
              <a:ext uri="{FF2B5EF4-FFF2-40B4-BE49-F238E27FC236}">
                <a16:creationId xmlns:a16="http://schemas.microsoft.com/office/drawing/2014/main" id="{AA4A25BE-EEC4-2D45-6B51-A6D5FDC0CD9E}"/>
              </a:ext>
            </a:extLst>
          </p:cNvPr>
          <p:cNvSpPr>
            <a:spLocks noGrp="1"/>
          </p:cNvSpPr>
          <p:nvPr>
            <p:ph type="body" sz="quarter" idx="13" hasCustomPrompt="1"/>
          </p:nvPr>
        </p:nvSpPr>
        <p:spPr>
          <a:xfrm>
            <a:off x="586062" y="3084755"/>
            <a:ext cx="4167188"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9" name="Text Placeholder 4">
            <a:extLst>
              <a:ext uri="{FF2B5EF4-FFF2-40B4-BE49-F238E27FC236}">
                <a16:creationId xmlns:a16="http://schemas.microsoft.com/office/drawing/2014/main" id="{B898ECC2-F025-9F52-FDDA-2757DC69BA28}"/>
              </a:ext>
            </a:extLst>
          </p:cNvPr>
          <p:cNvSpPr>
            <a:spLocks noGrp="1"/>
          </p:cNvSpPr>
          <p:nvPr>
            <p:ph type="body" sz="quarter" idx="17" hasCustomPrompt="1"/>
          </p:nvPr>
        </p:nvSpPr>
        <p:spPr>
          <a:xfrm>
            <a:off x="584200" y="3392529"/>
            <a:ext cx="4167188" cy="1598771"/>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AB1F49BE-32CF-300B-48DC-B74CA09F2E96}"/>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2432088536"/>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28">
          <p15:clr>
            <a:srgbClr val="A4A3A4"/>
          </p15:clr>
        </p15:guide>
      </p15:sldGuideLst>
    </p:ext>
  </p:extLst>
</p:sldLayout>
</file>

<file path=ppt/slideLayouts/slideLayout1782.xml><?xml version="1.0" encoding="utf-8"?>
<p:sldLayout xmlns:a="http://schemas.openxmlformats.org/drawingml/2006/main" xmlns:r="http://schemas.openxmlformats.org/officeDocument/2006/relationships" xmlns:p="http://schemas.openxmlformats.org/presentationml/2006/main" preserve="1" userDrawn="1">
  <p:cSld name="Title - Square Photo 2">
    <p:bg>
      <p:bgPr>
        <a:solidFill>
          <a:schemeClr val="bg2"/>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3535540"/>
            <a:ext cx="4162425" cy="307777"/>
          </a:xfrm>
        </p:spPr>
        <p:txBody>
          <a:bodyPr/>
          <a:lstStyle>
            <a:lvl1pPr marL="0" indent="0">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327750147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1783.xml><?xml version="1.0" encoding="utf-8"?>
<p:sldLayout xmlns:a="http://schemas.openxmlformats.org/drawingml/2006/main" xmlns:r="http://schemas.openxmlformats.org/officeDocument/2006/relationships" xmlns:p="http://schemas.openxmlformats.org/presentationml/2006/main" preserve="1" userDrawn="1">
  <p:cSld name="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hasCustomPrompt="1"/>
          </p:nvPr>
        </p:nvSpPr>
        <p:spPr>
          <a:xfrm>
            <a:off x="588263" y="2873414"/>
            <a:ext cx="4159950" cy="1107996"/>
          </a:xfrm>
        </p:spPr>
        <p:txBody>
          <a:bodyPr anchor="ct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59072879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1784.xml><?xml version="1.0" encoding="utf-8"?>
<p:sldLayout xmlns:a="http://schemas.openxmlformats.org/drawingml/2006/main" xmlns:r="http://schemas.openxmlformats.org/officeDocument/2006/relationships" xmlns:p="http://schemas.openxmlformats.org/presentationml/2006/main" preserve="1" userDrawn="1">
  <p:cSld name="Square Photo 2">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738664"/>
          </a:xfrm>
        </p:spPr>
        <p:txBody>
          <a:bodyPr anchor="t"/>
          <a:lstStyle>
            <a:lvl1pPr>
              <a:defRPr sz="24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552095664"/>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1785.xml><?xml version="1.0" encoding="utf-8"?>
<p:sldLayout xmlns:a="http://schemas.openxmlformats.org/drawingml/2006/main" xmlns:r="http://schemas.openxmlformats.org/officeDocument/2006/relationships" xmlns:p="http://schemas.openxmlformats.org/presentationml/2006/main" preserve="1" userDrawn="1">
  <p:cSld name="Photo full bleed">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5159207"/>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786.xml><?xml version="1.0" encoding="utf-8"?>
<p:sldLayout xmlns:a="http://schemas.openxmlformats.org/drawingml/2006/main" xmlns:r="http://schemas.openxmlformats.org/officeDocument/2006/relationships" xmlns:p="http://schemas.openxmlformats.org/presentationml/2006/main" preserve="1" userDrawn="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200" spc="0">
                <a:solidFill>
                  <a:srgbClr val="FFFFFF"/>
                </a:solidFill>
              </a:defRPr>
            </a:lvl1pPr>
          </a:lstStyle>
          <a:p>
            <a:r>
              <a:rPr lang="en-US"/>
              <a:t>Click to edit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9917259"/>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787.xml><?xml version="1.0" encoding="utf-8"?>
<p:sldLayout xmlns:a="http://schemas.openxmlformats.org/drawingml/2006/main" xmlns:r="http://schemas.openxmlformats.org/officeDocument/2006/relationships" xmlns:p="http://schemas.openxmlformats.org/presentationml/2006/main" preserve="1" userDrawn="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627371179"/>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1788.xml><?xml version="1.0" encoding="utf-8"?>
<p:sldLayout xmlns:a="http://schemas.openxmlformats.org/drawingml/2006/main" xmlns:r="http://schemas.openxmlformats.org/officeDocument/2006/relationships" xmlns:p="http://schemas.openxmlformats.org/presentationml/2006/main" preserve="1" userDrawn="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617601740"/>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1789.xml><?xml version="1.0" encoding="utf-8"?>
<p:sldLayout xmlns:a="http://schemas.openxmlformats.org/drawingml/2006/main" xmlns:r="http://schemas.openxmlformats.org/officeDocument/2006/relationships" xmlns:p="http://schemas.openxmlformats.org/presentationml/2006/main" preserve="1" userDrawn="1">
  <p:cSld name="Top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hasCustomPrompt="1"/>
          </p:nvPr>
        </p:nvSpPr>
        <p:spPr>
          <a:xfrm>
            <a:off x="588263" y="5436128"/>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66885463"/>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790.xml><?xml version="1.0" encoding="utf-8"?>
<p:sldLayout xmlns:a="http://schemas.openxmlformats.org/drawingml/2006/main" xmlns:r="http://schemas.openxmlformats.org/officeDocument/2006/relationships" xmlns:p="http://schemas.openxmlformats.org/presentationml/2006/main" preserve="1" userDrawn="1">
  <p:cSld name="Bottom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hasCustomPrompt="1"/>
          </p:nvPr>
        </p:nvSpPr>
        <p:spPr>
          <a:xfrm>
            <a:off x="588263" y="866287"/>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14112850"/>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1791.xml><?xml version="1.0" encoding="utf-8"?>
<p:sldLayout xmlns:a="http://schemas.openxmlformats.org/drawingml/2006/main" xmlns:r="http://schemas.openxmlformats.org/officeDocument/2006/relationships" xmlns:p="http://schemas.openxmlformats.org/presentationml/2006/main" preserve="1" userDrawn="1">
  <p:cSld name="Two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4199"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prstGeom prst="roundRect">
            <a:avLst>
              <a:gd name="adj" fmla="val 8178"/>
            </a:avLst>
          </a:prstGeom>
          <a:blipFill>
            <a:blip r:embed="rId2"/>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1860"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prstGeom prst="roundRect">
            <a:avLst>
              <a:gd name="adj" fmla="val 7612"/>
            </a:avLst>
          </a:prstGeom>
          <a:blipFill>
            <a:blip r:embed="rId3"/>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807229046"/>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1792.xml><?xml version="1.0" encoding="utf-8"?>
<p:sldLayout xmlns:a="http://schemas.openxmlformats.org/drawingml/2006/main" xmlns:r="http://schemas.openxmlformats.org/officeDocument/2006/relationships" xmlns:p="http://schemas.openxmlformats.org/presentationml/2006/main" preserve="1" userDrawn="1">
  <p:cSld name="Three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89540135"/>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793.xml><?xml version="1.0" encoding="utf-8"?>
<p:sldLayout xmlns:a="http://schemas.openxmlformats.org/drawingml/2006/main" xmlns:r="http://schemas.openxmlformats.org/officeDocument/2006/relationships" xmlns:p="http://schemas.openxmlformats.org/presentationml/2006/main" preserve="1" userDrawn="1">
  <p:cSld name="Three picture with subtitl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1332631"/>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1332631"/>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1332631"/>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4">
            <a:extLst>
              <a:ext uri="{FF2B5EF4-FFF2-40B4-BE49-F238E27FC236}">
                <a16:creationId xmlns:a16="http://schemas.microsoft.com/office/drawing/2014/main" id="{2BFE283E-20EE-6783-BD84-82B4E8AD3588}"/>
              </a:ext>
            </a:extLst>
          </p:cNvPr>
          <p:cNvSpPr>
            <a:spLocks noGrp="1"/>
          </p:cNvSpPr>
          <p:nvPr>
            <p:ph type="body" sz="quarter" idx="19" hasCustomPrompt="1"/>
          </p:nvPr>
        </p:nvSpPr>
        <p:spPr>
          <a:xfrm>
            <a:off x="584200"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4F92DA75-7E4D-567F-ECD8-2CA3158E6DF4}"/>
              </a:ext>
            </a:extLst>
          </p:cNvPr>
          <p:cNvSpPr>
            <a:spLocks noGrp="1"/>
          </p:cNvSpPr>
          <p:nvPr>
            <p:ph type="body" sz="quarter" idx="20" hasCustomPrompt="1"/>
          </p:nvPr>
        </p:nvSpPr>
        <p:spPr>
          <a:xfrm>
            <a:off x="4356101"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8" name="Text Placeholder 4">
            <a:extLst>
              <a:ext uri="{FF2B5EF4-FFF2-40B4-BE49-F238E27FC236}">
                <a16:creationId xmlns:a16="http://schemas.microsoft.com/office/drawing/2014/main" id="{1341BE00-329F-B62F-D11D-64896AE5DD0E}"/>
              </a:ext>
            </a:extLst>
          </p:cNvPr>
          <p:cNvSpPr>
            <a:spLocks noGrp="1"/>
          </p:cNvSpPr>
          <p:nvPr>
            <p:ph type="body" sz="quarter" idx="21" hasCustomPrompt="1"/>
          </p:nvPr>
        </p:nvSpPr>
        <p:spPr>
          <a:xfrm>
            <a:off x="8134943" y="5354468"/>
            <a:ext cx="3474445"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721669192"/>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794.xml><?xml version="1.0" encoding="utf-8"?>
<p:sldLayout xmlns:a="http://schemas.openxmlformats.org/drawingml/2006/main" xmlns:r="http://schemas.openxmlformats.org/officeDocument/2006/relationships" xmlns:p="http://schemas.openxmlformats.org/presentationml/2006/main" preserve="1" userDrawn="1">
  <p:cSld name="Four picture content">
    <p:bg>
      <p:bgPr>
        <a:solidFill>
          <a:srgbClr val="F4F3F5"/>
        </a:solidFill>
        <a:effectLst/>
      </p:bgPr>
    </p:bg>
    <p:spTree>
      <p:nvGrpSpPr>
        <p:cNvPr id="1" name=""/>
        <p:cNvGrpSpPr/>
        <p:nvPr/>
      </p:nvGrpSpPr>
      <p:grpSpPr>
        <a:xfrm>
          <a:off x="0" y="0"/>
          <a:ext cx="0" cy="0"/>
          <a:chOff x="0" y="0"/>
          <a:chExt cx="0" cy="0"/>
        </a:xfrm>
      </p:grpSpPr>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prstGeom prst="roundRect">
            <a:avLst>
              <a:gd name="adj" fmla="val 9291"/>
            </a:avLst>
          </a:prstGeo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prstGeom prst="roundRect">
            <a:avLst>
              <a:gd name="adj" fmla="val 9680"/>
            </a:avLst>
          </a:prstGeo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prstGeom prst="roundRect">
            <a:avLst>
              <a:gd name="adj" fmla="val 9679"/>
            </a:avLst>
          </a:prstGeo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prstGeom prst="roundRect">
            <a:avLst>
              <a:gd name="adj" fmla="val 9680"/>
            </a:avLst>
          </a:prstGeo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3413908"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5204"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hasCustomPrompt="1"/>
          </p:nvPr>
        </p:nvSpPr>
        <p:spPr>
          <a:xfrm>
            <a:off x="9076500"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Tree>
    <p:extLst>
      <p:ext uri="{BB962C8B-B14F-4D97-AF65-F5344CB8AC3E}">
        <p14:creationId xmlns:p14="http://schemas.microsoft.com/office/powerpoint/2010/main" val="3906914797"/>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1795.xml><?xml version="1.0" encoding="utf-8"?>
<p:sldLayout xmlns:a="http://schemas.openxmlformats.org/drawingml/2006/main" xmlns:r="http://schemas.openxmlformats.org/officeDocument/2006/relationships" xmlns:p="http://schemas.openxmlformats.org/presentationml/2006/main" preserve="1" userDrawn="1">
  <p:cSld name="Two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6714744"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8CE10F07-B8D9-4B69-A567-8BEDE6973D9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87595012"/>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1796.xml><?xml version="1.0" encoding="utf-8"?>
<p:sldLayout xmlns:a="http://schemas.openxmlformats.org/drawingml/2006/main" xmlns:r="http://schemas.openxmlformats.org/officeDocument/2006/relationships" xmlns:p="http://schemas.openxmlformats.org/presentationml/2006/main" preserve="1" userDrawn="1">
  <p:cSld name="Thre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2"/>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4669536" y="4799409"/>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8753856" y="479941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025569780"/>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1797.xml><?xml version="1.0" encoding="utf-8"?>
<p:sldLayout xmlns:a="http://schemas.openxmlformats.org/drawingml/2006/main" xmlns:r="http://schemas.openxmlformats.org/officeDocument/2006/relationships" xmlns:p="http://schemas.openxmlformats.org/presentationml/2006/main" preserve="1" userDrawn="1">
  <p:cSld name="Four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3649472"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6713728" y="479941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9777984"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803520036"/>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1798.xml><?xml version="1.0" encoding="utf-8"?>
<p:sldLayout xmlns:a="http://schemas.openxmlformats.org/drawingml/2006/main" xmlns:r="http://schemas.openxmlformats.org/officeDocument/2006/relationships" xmlns:p="http://schemas.openxmlformats.org/presentationml/2006/main" preserve="1" userDrawn="1">
  <p:cSld name="Fiv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292608" y="4800600"/>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2743962" y="4799409"/>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5195316" y="4799410"/>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7646670"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hasCustomPrompt="1"/>
          </p:nvPr>
        </p:nvSpPr>
        <p:spPr>
          <a:xfrm>
            <a:off x="10098024"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20176245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1799.xml><?xml version="1.0" encoding="utf-8"?>
<p:sldLayout xmlns:a="http://schemas.openxmlformats.org/drawingml/2006/main" xmlns:r="http://schemas.openxmlformats.org/officeDocument/2006/relationships" xmlns:p="http://schemas.openxmlformats.org/presentationml/2006/main" preserve="1" userDrawn="1">
  <p:cSld name="Thre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9747"/>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2037906"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4939284"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7840663"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57734870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1800.xml><?xml version="1.0" encoding="utf-8"?>
<p:sldLayout xmlns:a="http://schemas.openxmlformats.org/drawingml/2006/main" xmlns:r="http://schemas.openxmlformats.org/officeDocument/2006/relationships" xmlns:p="http://schemas.openxmlformats.org/presentationml/2006/main" preserve="1" userDrawn="1">
  <p:cSld name="Four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348725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63903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9293351"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7342212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1801.xml><?xml version="1.0" encoding="utf-8"?>
<p:sldLayout xmlns:a="http://schemas.openxmlformats.org/drawingml/2006/main" xmlns:r="http://schemas.openxmlformats.org/officeDocument/2006/relationships" xmlns:p="http://schemas.openxmlformats.org/presentationml/2006/main" preserve="1" userDrawn="1">
  <p:cSld name="Fiv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2905506"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5227320" y="4235451"/>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7548118"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hasCustomPrompt="1"/>
          </p:nvPr>
        </p:nvSpPr>
        <p:spPr>
          <a:xfrm>
            <a:off x="9869423"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44772515"/>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1802.xml><?xml version="1.0" encoding="utf-8"?>
<p:sldLayout xmlns:a="http://schemas.openxmlformats.org/drawingml/2006/main" xmlns:r="http://schemas.openxmlformats.org/officeDocument/2006/relationships" xmlns:p="http://schemas.openxmlformats.org/presentationml/2006/main" preserve="1" userDrawn="1">
  <p:cSld name="Title and text side by sid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hasCustomPrompt="1"/>
          </p:nvPr>
        </p:nvSpPr>
        <p:spPr>
          <a:xfrm>
            <a:off x="4356100" y="2309812"/>
            <a:ext cx="7253288" cy="3959225"/>
          </a:xfrm>
        </p:spPr>
        <p:txBody>
          <a:bodyPr anchor="t"/>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948370C-2FF9-EB05-1275-F0B9E34E40E3}"/>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2573620"/>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803.xml><?xml version="1.0" encoding="utf-8"?>
<p:sldLayout xmlns:a="http://schemas.openxmlformats.org/drawingml/2006/main" xmlns:r="http://schemas.openxmlformats.org/officeDocument/2006/relationships" xmlns:p="http://schemas.openxmlformats.org/presentationml/2006/main" preserve="1" userDrawn="1">
  <p:cSld name="Title and text side by side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FD366496-0526-A79B-C195-310BDEC5329D}"/>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8B9282B-2098-430D-B57F-67ED8C920ADA}"/>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F917A19-5353-F019-737D-CB017D70B4F9}"/>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9" name="Text Placeholder 2">
            <a:extLst>
              <a:ext uri="{FF2B5EF4-FFF2-40B4-BE49-F238E27FC236}">
                <a16:creationId xmlns:a16="http://schemas.microsoft.com/office/drawing/2014/main" id="{E9EDB421-EDBF-FF28-16C9-56834DF21C4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20" name="Text Placeholder 2">
            <a:extLst>
              <a:ext uri="{FF2B5EF4-FFF2-40B4-BE49-F238E27FC236}">
                <a16:creationId xmlns:a16="http://schemas.microsoft.com/office/drawing/2014/main" id="{8C86039A-AC59-0AA2-3B10-E7EE56A2CD57}"/>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84126602"/>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804.xml><?xml version="1.0" encoding="utf-8"?>
<p:sldLayout xmlns:a="http://schemas.openxmlformats.org/drawingml/2006/main" xmlns:r="http://schemas.openxmlformats.org/officeDocument/2006/relationships" xmlns:p="http://schemas.openxmlformats.org/presentationml/2006/main" preserve="1" userDrawn="1">
  <p:cSld name="Title and text side by side 3">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hasCustomPrompt="1"/>
          </p:nvPr>
        </p:nvSpPr>
        <p:spPr>
          <a:xfrm>
            <a:off x="4941888" y="585789"/>
            <a:ext cx="6667500" cy="5683248"/>
          </a:xfrm>
        </p:spPr>
        <p:txBody>
          <a:bodyPr anchor="ctr"/>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082075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805.xml><?xml version="1.0" encoding="utf-8"?>
<p:sldLayout xmlns:a="http://schemas.openxmlformats.org/drawingml/2006/main" xmlns:r="http://schemas.openxmlformats.org/officeDocument/2006/relationships" xmlns:p="http://schemas.openxmlformats.org/presentationml/2006/main" preserve="1" userDrawn="1">
  <p:cSld name="Title and text side by side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EFC8378B-6E45-F469-0519-68B9FC5BEEA8}"/>
              </a:ext>
            </a:extLst>
          </p:cNvPr>
          <p:cNvSpPr>
            <a:spLocks noGrp="1"/>
          </p:cNvSpPr>
          <p:nvPr>
            <p:ph type="body" sz="quarter" idx="11" hasCustomPrompt="1"/>
          </p:nvPr>
        </p:nvSpPr>
        <p:spPr>
          <a:xfrm>
            <a:off x="5654082" y="1857800"/>
            <a:ext cx="5966418"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6" name="Text Placeholder 2">
            <a:extLst>
              <a:ext uri="{FF2B5EF4-FFF2-40B4-BE49-F238E27FC236}">
                <a16:creationId xmlns:a16="http://schemas.microsoft.com/office/drawing/2014/main" id="{6763BA2C-322D-A7E8-7431-EF84FFCD9B12}"/>
              </a:ext>
            </a:extLst>
          </p:cNvPr>
          <p:cNvSpPr>
            <a:spLocks noGrp="1"/>
          </p:cNvSpPr>
          <p:nvPr>
            <p:ph type="body" sz="quarter" idx="25" hasCustomPrompt="1"/>
          </p:nvPr>
        </p:nvSpPr>
        <p:spPr>
          <a:xfrm>
            <a:off x="5095668" y="1857800"/>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233279391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806.xml><?xml version="1.0" encoding="utf-8"?>
<p:sldLayout xmlns:a="http://schemas.openxmlformats.org/drawingml/2006/main" xmlns:r="http://schemas.openxmlformats.org/officeDocument/2006/relationships" xmlns:p="http://schemas.openxmlformats.org/presentationml/2006/main" preserve="1" userDrawn="1">
  <p:cSld name="Title and text side by side 5">
    <p:bg>
      <p:bgPr>
        <a:solidFill>
          <a:srgbClr val="F4F3F5"/>
        </a:solidFill>
        <a:effectLst/>
      </p:bgPr>
    </p:bg>
    <p:spTree>
      <p:nvGrpSpPr>
        <p:cNvPr id="1" name=""/>
        <p:cNvGrpSpPr/>
        <p:nvPr/>
      </p:nvGrpSpPr>
      <p:grpSpPr>
        <a:xfrm>
          <a:off x="0" y="0"/>
          <a:ext cx="0" cy="0"/>
          <a:chOff x="0" y="0"/>
          <a:chExt cx="0" cy="0"/>
        </a:xfrm>
      </p:grpSpPr>
      <p:cxnSp>
        <p:nvCxnSpPr>
          <p:cNvPr id="36" name="Straight Connector 35">
            <a:extLst>
              <a:ext uri="{FF2B5EF4-FFF2-40B4-BE49-F238E27FC236}">
                <a16:creationId xmlns:a16="http://schemas.microsoft.com/office/drawing/2014/main" id="{50BFCD8B-853E-92A8-FD5C-C5659CCB744A}"/>
              </a:ext>
              <a:ext uri="{C183D7F6-B498-43B3-948B-1728B52AA6E4}">
                <adec:decorative xmlns:adec="http://schemas.microsoft.com/office/drawing/2017/decorative" val="1"/>
              </a:ext>
            </a:extLst>
          </p:cNvPr>
          <p:cNvCxnSpPr>
            <a:cxnSpLocks/>
          </p:cNvCxnSpPr>
          <p:nvPr userDrawn="1"/>
        </p:nvCxnSpPr>
        <p:spPr>
          <a:xfrm>
            <a:off x="584200" y="2019300"/>
            <a:ext cx="3182112" cy="0"/>
          </a:xfrm>
          <a:prstGeom prst="line">
            <a:avLst/>
          </a:prstGeom>
          <a:ln w="76200" cap="rnd">
            <a:gradFill>
              <a:gsLst>
                <a:gs pos="0">
                  <a:schemeClr val="accent1"/>
                </a:gs>
                <a:gs pos="100000">
                  <a:schemeClr val="accent2"/>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1698F6FE-FA89-D09B-0F56-2F89F05F6E1E}"/>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8" name="Text Placeholder 2">
            <a:extLst>
              <a:ext uri="{FF2B5EF4-FFF2-40B4-BE49-F238E27FC236}">
                <a16:creationId xmlns:a16="http://schemas.microsoft.com/office/drawing/2014/main" id="{1DBC7FD1-5168-7C9E-36DD-EFCBEFE2FAC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9" name="Text Placeholder 2">
            <a:extLst>
              <a:ext uri="{FF2B5EF4-FFF2-40B4-BE49-F238E27FC236}">
                <a16:creationId xmlns:a16="http://schemas.microsoft.com/office/drawing/2014/main" id="{AC81A518-CF66-2BAF-FE9A-48CB9F7E9C5C}"/>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3363125809"/>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807.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F4F3F5"/>
        </a:solidFill>
        <a:effectLst/>
      </p:bgPr>
    </p:bg>
    <p:spTree>
      <p:nvGrpSpPr>
        <p:cNvPr id="1" name=""/>
        <p:cNvGrpSpPr/>
        <p:nvPr/>
      </p:nvGrpSpPr>
      <p:grpSpPr>
        <a:xfrm>
          <a:off x="0" y="0"/>
          <a:ext cx="0" cy="0"/>
          <a:chOff x="0" y="0"/>
          <a:chExt cx="0" cy="0"/>
        </a:xfrm>
      </p:grpSpPr>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91438" y="710247"/>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Tree>
    <p:extLst>
      <p:ext uri="{BB962C8B-B14F-4D97-AF65-F5344CB8AC3E}">
        <p14:creationId xmlns:p14="http://schemas.microsoft.com/office/powerpoint/2010/main" val="25868070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808.xml><?xml version="1.0" encoding="utf-8"?>
<p:sldLayout xmlns:a="http://schemas.openxmlformats.org/drawingml/2006/main" xmlns:r="http://schemas.openxmlformats.org/officeDocument/2006/relationships" xmlns:p="http://schemas.openxmlformats.org/presentationml/2006/main" preserve="1" userDrawn="1">
  <p:cSld name="Developer code 2">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userDrawn="1"/>
        </p:nvSpPr>
        <p:spPr bwMode="auto">
          <a:xfrm>
            <a:off x="0" y="1436688"/>
            <a:ext cx="12192000" cy="542131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143668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88263" y="2099310"/>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Tree>
    <p:extLst>
      <p:ext uri="{BB962C8B-B14F-4D97-AF65-F5344CB8AC3E}">
        <p14:creationId xmlns:p14="http://schemas.microsoft.com/office/powerpoint/2010/main" val="11567833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809.xml><?xml version="1.0" encoding="utf-8"?>
<p:sldLayout xmlns:a="http://schemas.openxmlformats.org/drawingml/2006/main" xmlns:r="http://schemas.openxmlformats.org/officeDocument/2006/relationships" xmlns:p="http://schemas.openxmlformats.org/presentationml/2006/main" preserve="1" userDrawn="1">
  <p:cSld name="Developer code bottom">
    <p:bg>
      <p:bgRef idx="1001">
        <a:schemeClr val="bg2"/>
      </p:bgRef>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86390" y="1230681"/>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2827138"/>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282713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3491219"/>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27917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1776">
          <p15:clr>
            <a:srgbClr val="5ACBF0"/>
          </p15:clr>
        </p15:guide>
        <p15:guide id="5" orient="horz" pos="2197">
          <p15:clr>
            <a:srgbClr val="5ACBF0"/>
          </p15:clr>
        </p15:guide>
        <p15:guide id="6" orient="horz" pos="773">
          <p15:clr>
            <a:srgbClr val="5ACBF0"/>
          </p15:clr>
        </p15:guide>
      </p15:sldGuideLst>
    </p:ext>
  </p:extLst>
</p:sldLayout>
</file>

<file path=ppt/slideLayouts/slideLayout1810.xml><?xml version="1.0" encoding="utf-8"?>
<p:sldLayout xmlns:a="http://schemas.openxmlformats.org/drawingml/2006/main" xmlns:r="http://schemas.openxmlformats.org/officeDocument/2006/relationships" xmlns:p="http://schemas.openxmlformats.org/presentationml/2006/main" preserve="1" userDrawn="1">
  <p:cSld name="Developer code top">
    <p:bg>
      <p:bgRef idx="1001">
        <a:schemeClr val="bg2"/>
      </p:bgRef>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0"/>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a:xfrm>
            <a:off x="588263" y="4224580"/>
            <a:ext cx="11018520" cy="492443"/>
          </a:xfrm>
        </p:spPr>
        <p:txBody>
          <a:bodyPr/>
          <a:lstStyle>
            <a:lvl1pPr>
              <a:defRPr sz="3200">
                <a:solidFill>
                  <a:schemeClr val="tx1"/>
                </a:solidFill>
              </a:defRPr>
            </a:lvl1pPr>
          </a:lstStyle>
          <a:p>
            <a:r>
              <a:rPr lang="en-US"/>
              <a:t>Click to edit title style</a:t>
            </a: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660508"/>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91152" y="4996505"/>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309321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2661">
          <p15:clr>
            <a:srgbClr val="5ACBF0"/>
          </p15:clr>
        </p15:guide>
        <p15:guide id="5" orient="horz" pos="3147">
          <p15:clr>
            <a:srgbClr val="5ACBF0"/>
          </p15:clr>
        </p15:guide>
        <p15:guide id="6" orient="horz" pos="419">
          <p15:clr>
            <a:srgbClr val="5ACBF0"/>
          </p15:clr>
        </p15:guide>
      </p15:sldGuideLst>
    </p:ext>
  </p:extLst>
</p:sldLayout>
</file>

<file path=ppt/slideLayouts/slideLayout1811.xml><?xml version="1.0" encoding="utf-8"?>
<p:sldLayout xmlns:a="http://schemas.openxmlformats.org/drawingml/2006/main" xmlns:r="http://schemas.openxmlformats.org/officeDocument/2006/relationships" xmlns:p="http://schemas.openxmlformats.org/presentationml/2006/main" preserve="1" userDrawn="1">
  <p:cSld name="Developer code right">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82BB27-7DA5-4478-8C18-C1FFEE20AAC1}"/>
              </a:ext>
            </a:extLst>
          </p:cNvPr>
          <p:cNvSpPr>
            <a:spLocks noGrp="1"/>
          </p:cNvSpPr>
          <p:nvPr>
            <p:ph type="title" hasCustomPrompt="1"/>
          </p:nvPr>
        </p:nvSpPr>
        <p:spPr>
          <a:xfrm>
            <a:off x="588263" y="457200"/>
            <a:ext cx="4040887" cy="492443"/>
          </a:xfrm>
        </p:spPr>
        <p:txBody>
          <a:bodyPr/>
          <a:lstStyle>
            <a:lvl1pPr>
              <a:defRPr sz="3200">
                <a:solidFill>
                  <a:schemeClr val="tx1"/>
                </a:solidFill>
              </a:defRPr>
            </a:lvl1pPr>
          </a:lstStyle>
          <a:p>
            <a:r>
              <a:rPr lang="en-US"/>
              <a:t>Click to edit title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588965" y="1338139"/>
            <a:ext cx="4040185"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5211763"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00725" y="709187"/>
            <a:ext cx="5801961" cy="307777"/>
          </a:xfrm>
        </p:spPr>
        <p:txBody>
          <a:bodyPr/>
          <a:lstStyle>
            <a:lvl1pPr marL="0" indent="0">
              <a:buNone/>
              <a:tabLst/>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68270880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812.xml><?xml version="1.0" encoding="utf-8"?>
<p:sldLayout xmlns:a="http://schemas.openxmlformats.org/drawingml/2006/main" xmlns:r="http://schemas.openxmlformats.org/officeDocument/2006/relationships" xmlns:p="http://schemas.openxmlformats.org/presentationml/2006/main" preserve="1" userDrawn="1">
  <p:cSld name="Developer code left">
    <p:bg>
      <p:bgRef idx="1001">
        <a:schemeClr val="bg2"/>
      </p:bgRef>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2"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6BB14A7D-C409-4A7C-9D82-A2E5DBB8AB72}"/>
              </a:ext>
            </a:extLst>
          </p:cNvPr>
          <p:cNvSpPr>
            <a:spLocks noGrp="1"/>
          </p:cNvSpPr>
          <p:nvPr>
            <p:ph type="title" hasCustomPrompt="1"/>
          </p:nvPr>
        </p:nvSpPr>
        <p:spPr>
          <a:xfrm>
            <a:off x="7575549" y="457200"/>
            <a:ext cx="4031233" cy="492443"/>
          </a:xfrm>
        </p:spPr>
        <p:txBody>
          <a:bodyPr/>
          <a:lstStyle>
            <a:lvl1pPr>
              <a:defRPr sz="3200">
                <a:solidFill>
                  <a:schemeClr val="tx1"/>
                </a:solidFill>
              </a:defRPr>
            </a:lvl1pPr>
          </a:lstStyle>
          <a:p>
            <a:r>
              <a:rPr lang="en-US"/>
              <a:t>Click to edit title</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7575550" y="1336675"/>
            <a:ext cx="4033838"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9302251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813.xml><?xml version="1.0" encoding="utf-8"?>
<p:sldLayout xmlns:a="http://schemas.openxmlformats.org/drawingml/2006/main" xmlns:r="http://schemas.openxmlformats.org/officeDocument/2006/relationships" xmlns:p="http://schemas.openxmlformats.org/presentationml/2006/main" preserve="1" userDrawn="1">
  <p:cSld name="Developer code left, image right">
    <p:bg>
      <p:bgPr>
        <a:solidFill>
          <a:srgbClr val="F4F3F5"/>
        </a:solidFill>
        <a:effectLst/>
      </p:bgPr>
    </p:bg>
    <p:spTree>
      <p:nvGrpSpPr>
        <p:cNvPr id="1" name=""/>
        <p:cNvGrpSpPr/>
        <p:nvPr/>
      </p:nvGrpSpPr>
      <p:grpSpPr>
        <a:xfrm>
          <a:off x="0" y="0"/>
          <a:ext cx="0" cy="0"/>
          <a:chOff x="0" y="0"/>
          <a:chExt cx="0" cy="0"/>
        </a:xfrm>
      </p:grpSpPr>
      <p:sp>
        <p:nvSpPr>
          <p:cNvPr id="9" name="Picture Placeholder 7" descr="This photo is a 'placeholder' only. Drag or drop your photo here, or click and tap the center to insert a photo.">
            <a:extLst>
              <a:ext uri="{FF2B5EF4-FFF2-40B4-BE49-F238E27FC236}">
                <a16:creationId xmlns:a16="http://schemas.microsoft.com/office/drawing/2014/main" id="{8456ECE7-2FD2-0E8A-D0BD-61173814D9B7}"/>
              </a:ext>
            </a:extLst>
          </p:cNvPr>
          <p:cNvSpPr>
            <a:spLocks noGrp="1"/>
          </p:cNvSpPr>
          <p:nvPr>
            <p:ph type="pic" sz="quarter" idx="10" hasCustomPrompt="1"/>
          </p:nvPr>
        </p:nvSpPr>
        <p:spPr bwMode="ltGray">
          <a:xfrm>
            <a:off x="8490856" y="707231"/>
            <a:ext cx="3116945" cy="5561808"/>
          </a:xfrm>
          <a:prstGeom prst="roundRect">
            <a:avLst>
              <a:gd name="adj" fmla="val 4445"/>
            </a:avLst>
          </a:prstGeom>
          <a:blipFill>
            <a:blip r:embed="rId2"/>
            <a:stretch>
              <a:fillRect l="-107368" r="-109854"/>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410421373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814.xml><?xml version="1.0" encoding="utf-8"?>
<p:sldLayout xmlns:a="http://schemas.openxmlformats.org/drawingml/2006/main" xmlns:r="http://schemas.openxmlformats.org/officeDocument/2006/relationships" xmlns:p="http://schemas.openxmlformats.org/presentationml/2006/main" preserve="1" userDrawn="1">
  <p:cSld name="Device 1">
    <p:bg>
      <p:bgPr>
        <a:solidFill>
          <a:srgbClr val="F4F3F5"/>
        </a:soli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C4B95F29-56C3-4C85-A12B-0B0BE769E70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2" name="Title 1"/>
          <p:cNvSpPr>
            <a:spLocks noGrp="1"/>
          </p:cNvSpPr>
          <p:nvPr>
            <p:ph type="title" hasCustomPrompt="1"/>
          </p:nvPr>
        </p:nvSpPr>
        <p:spPr>
          <a:xfrm>
            <a:off x="584200" y="464817"/>
            <a:ext cx="11023600"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1: one column</a:t>
            </a:r>
          </a:p>
        </p:txBody>
      </p:sp>
      <p:sp>
        <p:nvSpPr>
          <p:cNvPr id="4" name="Text Placeholder 3"/>
          <p:cNvSpPr>
            <a:spLocks noGrp="1"/>
          </p:cNvSpPr>
          <p:nvPr>
            <p:ph type="body" sz="quarter" idx="10" hasCustomPrompt="1"/>
          </p:nvPr>
        </p:nvSpPr>
        <p:spPr>
          <a:xfrm>
            <a:off x="584200" y="1922802"/>
            <a:ext cx="4630006" cy="615553"/>
          </a:xfrm>
          <a:prstGeom prst="rect">
            <a:avLst/>
          </a:prstGeom>
        </p:spPr>
        <p:txBody>
          <a:bodyPr wrap="square" lIns="0" tIns="0" rIns="0" bIns="0">
            <a:spAutoFit/>
          </a:bodyPr>
          <a:lstStyle>
            <a:lvl1pPr marL="0" indent="0">
              <a:lnSpc>
                <a:spcPts val="2400"/>
              </a:lnSpc>
              <a:buNone/>
              <a:defRPr sz="2000" b="0" i="0">
                <a:solidFill>
                  <a:srgbClr val="000000"/>
                </a:solidFill>
                <a:latin typeface="+mn-lt"/>
              </a:defRPr>
            </a:lvl1pPr>
            <a:lvl2pPr marL="224097" indent="0">
              <a:buNone/>
              <a:defRPr/>
            </a:lvl2pPr>
            <a:lvl3pPr marL="448193" indent="0">
              <a:buNone/>
              <a:defRPr/>
            </a:lvl3pPr>
            <a:lvl4pPr marL="672290" indent="0">
              <a:buNone/>
              <a:defRPr/>
            </a:lvl4pPr>
            <a:lvl5pPr marL="896386" indent="0">
              <a:buNone/>
              <a:defRPr/>
            </a:lvl5pPr>
          </a:lstStyle>
          <a:p>
            <a:pPr lvl="0"/>
            <a:r>
              <a:rPr lang="pt-BR"/>
              <a:t>Large subhead Segoe UI Regular 20/24. </a:t>
            </a:r>
            <a:r>
              <a:rPr lang="da-DK"/>
              <a:t>Lorem ipsum dolor sit amet</a:t>
            </a:r>
            <a:r>
              <a:rPr lang="pt-BR"/>
              <a:t>.</a:t>
            </a:r>
            <a:endParaRPr lang="en-US"/>
          </a:p>
        </p:txBody>
      </p:sp>
      <p:sp>
        <p:nvSpPr>
          <p:cNvPr id="5" name="Text Placeholder 4"/>
          <p:cNvSpPr>
            <a:spLocks noGrp="1"/>
          </p:cNvSpPr>
          <p:nvPr>
            <p:ph type="body" sz="quarter" idx="11" hasCustomPrompt="1"/>
          </p:nvPr>
        </p:nvSpPr>
        <p:spPr>
          <a:xfrm>
            <a:off x="584199" y="2707597"/>
            <a:ext cx="4630005" cy="2521331"/>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2" name="Picture Placeholder 11">
            <a:extLst>
              <a:ext uri="{FF2B5EF4-FFF2-40B4-BE49-F238E27FC236}">
                <a16:creationId xmlns:a16="http://schemas.microsoft.com/office/drawing/2014/main" id="{934476FE-7091-4DE7-A55E-3EF5A6569A7D}"/>
              </a:ext>
            </a:extLst>
          </p:cNvPr>
          <p:cNvSpPr>
            <a:spLocks noGrp="1"/>
          </p:cNvSpPr>
          <p:nvPr>
            <p:ph type="pic" sz="quarter" idx="12"/>
          </p:nvPr>
        </p:nvSpPr>
        <p:spPr>
          <a:xfrm>
            <a:off x="6358812" y="1519688"/>
            <a:ext cx="5833188" cy="4343375"/>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690846582"/>
      </p:ext>
    </p:extLst>
  </p:cSld>
  <p:clrMapOvr>
    <a:masterClrMapping/>
  </p:clrMapOvr>
  <p:transition>
    <p:fade/>
  </p:transition>
</p:sldLayout>
</file>

<file path=ppt/slideLayouts/slideLayout1815.xml><?xml version="1.0" encoding="utf-8"?>
<p:sldLayout xmlns:a="http://schemas.openxmlformats.org/drawingml/2006/main" xmlns:r="http://schemas.openxmlformats.org/officeDocument/2006/relationships" xmlns:p="http://schemas.openxmlformats.org/presentationml/2006/main" preserve="1" userDrawn="1">
  <p:cSld name="Device 2">
    <p:bg>
      <p:bgPr>
        <a:solidFill>
          <a:srgbClr val="F4F3F5"/>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C99DE98C-91A8-4163-A280-8BB561692C8E}"/>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9" name="Picture Placeholder 11">
            <a:extLst>
              <a:ext uri="{FF2B5EF4-FFF2-40B4-BE49-F238E27FC236}">
                <a16:creationId xmlns:a16="http://schemas.microsoft.com/office/drawing/2014/main" id="{784CA30E-A92E-4E40-944A-73B1CF9EEE0A}"/>
              </a:ext>
            </a:extLst>
          </p:cNvPr>
          <p:cNvSpPr>
            <a:spLocks noGrp="1"/>
          </p:cNvSpPr>
          <p:nvPr>
            <p:ph type="pic" sz="quarter" idx="12"/>
          </p:nvPr>
        </p:nvSpPr>
        <p:spPr>
          <a:xfrm>
            <a:off x="6357959" y="1535104"/>
            <a:ext cx="5834041" cy="4315059"/>
          </a:xfrm>
          <a:prstGeom prst="rect">
            <a:avLst/>
          </a:prstGeom>
        </p:spPr>
        <p:txBody>
          <a:bodyPr anchor="ctr" anchorCtr="0">
            <a:noAutofit/>
          </a:bodyPr>
          <a:lstStyle>
            <a:lvl1pPr algn="ctr">
              <a:defRPr>
                <a:solidFill>
                  <a:srgbClr val="000000"/>
                </a:solidFill>
              </a:defRPr>
            </a:lvl1pPr>
          </a:lstStyle>
          <a:p>
            <a:r>
              <a:rPr lang="en-US"/>
              <a:t>Click icon to add picture</a:t>
            </a:r>
          </a:p>
        </p:txBody>
      </p:sp>
      <p:sp>
        <p:nvSpPr>
          <p:cNvPr id="13" name="Text Placeholder 4">
            <a:extLst>
              <a:ext uri="{FF2B5EF4-FFF2-40B4-BE49-F238E27FC236}">
                <a16:creationId xmlns:a16="http://schemas.microsoft.com/office/drawing/2014/main" id="{8D17D4B4-B6B9-4273-ACCB-7A5ED46F35A8}"/>
              </a:ext>
            </a:extLst>
          </p:cNvPr>
          <p:cNvSpPr>
            <a:spLocks noGrp="1"/>
          </p:cNvSpPr>
          <p:nvPr>
            <p:ph type="body" sz="quarter" idx="11" hasCustomPrompt="1"/>
          </p:nvPr>
        </p:nvSpPr>
        <p:spPr>
          <a:xfrm>
            <a:off x="593750"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4" name="Text Placeholder 4">
            <a:extLst>
              <a:ext uri="{FF2B5EF4-FFF2-40B4-BE49-F238E27FC236}">
                <a16:creationId xmlns:a16="http://schemas.microsoft.com/office/drawing/2014/main" id="{FB204BE2-B985-4315-8D5B-9C54B1074DD6}"/>
              </a:ext>
            </a:extLst>
          </p:cNvPr>
          <p:cNvSpPr>
            <a:spLocks noGrp="1"/>
          </p:cNvSpPr>
          <p:nvPr>
            <p:ph type="body" sz="quarter" idx="13" hasCustomPrompt="1"/>
          </p:nvPr>
        </p:nvSpPr>
        <p:spPr>
          <a:xfrm>
            <a:off x="2521876"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8" name="Text Placeholder 4">
            <a:extLst>
              <a:ext uri="{FF2B5EF4-FFF2-40B4-BE49-F238E27FC236}">
                <a16:creationId xmlns:a16="http://schemas.microsoft.com/office/drawing/2014/main" id="{02963930-27DC-A146-BED0-307A0CE5F43A}"/>
              </a:ext>
            </a:extLst>
          </p:cNvPr>
          <p:cNvSpPr>
            <a:spLocks noGrp="1"/>
          </p:cNvSpPr>
          <p:nvPr>
            <p:ph type="body" sz="quarter" idx="42" hasCustomPrompt="1"/>
          </p:nvPr>
        </p:nvSpPr>
        <p:spPr>
          <a:xfrm>
            <a:off x="59024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9" name="Text Placeholder 4">
            <a:extLst>
              <a:ext uri="{FF2B5EF4-FFF2-40B4-BE49-F238E27FC236}">
                <a16:creationId xmlns:a16="http://schemas.microsoft.com/office/drawing/2014/main" id="{8EE99189-A4FF-8C44-809C-285F33AF913B}"/>
              </a:ext>
            </a:extLst>
          </p:cNvPr>
          <p:cNvSpPr>
            <a:spLocks noGrp="1"/>
          </p:cNvSpPr>
          <p:nvPr>
            <p:ph type="body" sz="quarter" idx="43" hasCustomPrompt="1"/>
          </p:nvPr>
        </p:nvSpPr>
        <p:spPr>
          <a:xfrm>
            <a:off x="252160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Title 1">
            <a:extLst>
              <a:ext uri="{FF2B5EF4-FFF2-40B4-BE49-F238E27FC236}">
                <a16:creationId xmlns:a16="http://schemas.microsoft.com/office/drawing/2014/main" id="{41C62C6E-6C8D-E263-ED20-65125864F2C8}"/>
              </a:ext>
            </a:extLst>
          </p:cNvPr>
          <p:cNvSpPr>
            <a:spLocks noGrp="1"/>
          </p:cNvSpPr>
          <p:nvPr>
            <p:ph type="title" hasCustomPrompt="1"/>
          </p:nvPr>
        </p:nvSpPr>
        <p:spPr>
          <a:xfrm>
            <a:off x="582612" y="462415"/>
            <a:ext cx="11026776"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2: two columns</a:t>
            </a:r>
          </a:p>
        </p:txBody>
      </p:sp>
    </p:spTree>
    <p:extLst>
      <p:ext uri="{BB962C8B-B14F-4D97-AF65-F5344CB8AC3E}">
        <p14:creationId xmlns:p14="http://schemas.microsoft.com/office/powerpoint/2010/main" val="993326050"/>
      </p:ext>
    </p:extLst>
  </p:cSld>
  <p:clrMapOvr>
    <a:masterClrMapping/>
  </p:clrMapOvr>
  <p:transition>
    <p:fade/>
  </p:transition>
</p:sldLayout>
</file>

<file path=ppt/slideLayouts/slideLayout1816.xml><?xml version="1.0" encoding="utf-8"?>
<p:sldLayout xmlns:a="http://schemas.openxmlformats.org/drawingml/2006/main" xmlns:r="http://schemas.openxmlformats.org/officeDocument/2006/relationships" xmlns:p="http://schemas.openxmlformats.org/presentationml/2006/main" preserve="1" userDrawn="1">
  <p:cSld name="Device 3">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3</a:t>
            </a:r>
          </a:p>
        </p:txBody>
      </p:sp>
      <p:pic>
        <p:nvPicPr>
          <p:cNvPr id="10" name="Picture 9">
            <a:extLst>
              <a:ext uri="{FF2B5EF4-FFF2-40B4-BE49-F238E27FC236}">
                <a16:creationId xmlns:a16="http://schemas.microsoft.com/office/drawing/2014/main" id="{73CDB1EA-72FB-46B3-89D4-DEE1F2EF724A}"/>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384249" y="486947"/>
            <a:ext cx="10869930" cy="6371053"/>
          </a:xfrm>
          <a:prstGeom prst="rect">
            <a:avLst/>
          </a:prstGeom>
        </p:spPr>
      </p:pic>
      <p:sp>
        <p:nvSpPr>
          <p:cNvPr id="8" name="Picture Placeholder 11">
            <a:extLst>
              <a:ext uri="{FF2B5EF4-FFF2-40B4-BE49-F238E27FC236}">
                <a16:creationId xmlns:a16="http://schemas.microsoft.com/office/drawing/2014/main" id="{0473E679-3B6D-497A-A0F6-454C968B7607}"/>
              </a:ext>
            </a:extLst>
          </p:cNvPr>
          <p:cNvSpPr>
            <a:spLocks noGrp="1"/>
          </p:cNvSpPr>
          <p:nvPr>
            <p:ph type="pic" sz="quarter" idx="12"/>
          </p:nvPr>
        </p:nvSpPr>
        <p:spPr>
          <a:xfrm>
            <a:off x="2293976" y="1599603"/>
            <a:ext cx="7678751" cy="4327960"/>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1165843007"/>
      </p:ext>
    </p:extLst>
  </p:cSld>
  <p:clrMapOvr>
    <a:masterClrMapping/>
  </p:clrMapOvr>
  <p:transition>
    <p:fade/>
  </p:transition>
</p:sldLayout>
</file>

<file path=ppt/slideLayouts/slideLayout1817.xml><?xml version="1.0" encoding="utf-8"?>
<p:sldLayout xmlns:a="http://schemas.openxmlformats.org/drawingml/2006/main" xmlns:r="http://schemas.openxmlformats.org/officeDocument/2006/relationships" xmlns:p="http://schemas.openxmlformats.org/presentationml/2006/main" preserve="1" userDrawn="1">
  <p:cSld name="Chart with caption">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Chart layout examples</a:t>
            </a:r>
          </a:p>
        </p:txBody>
      </p:sp>
      <p:sp>
        <p:nvSpPr>
          <p:cNvPr id="5" name="Chart Placeholder 6">
            <a:extLst>
              <a:ext uri="{FF2B5EF4-FFF2-40B4-BE49-F238E27FC236}">
                <a16:creationId xmlns:a16="http://schemas.microsoft.com/office/drawing/2014/main" id="{D9638BF3-12D1-2694-0190-0AB19FCB5432}"/>
              </a:ext>
            </a:extLst>
          </p:cNvPr>
          <p:cNvSpPr>
            <a:spLocks noGrp="1"/>
          </p:cNvSpPr>
          <p:nvPr>
            <p:ph type="chart" sz="quarter" idx="21"/>
          </p:nvPr>
        </p:nvSpPr>
        <p:spPr>
          <a:xfrm>
            <a:off x="584200"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6" name="Text Placeholder 4">
            <a:extLst>
              <a:ext uri="{FF2B5EF4-FFF2-40B4-BE49-F238E27FC236}">
                <a16:creationId xmlns:a16="http://schemas.microsoft.com/office/drawing/2014/main" id="{9FDA6635-EE72-35BC-5065-7C47B07E2AF7}"/>
              </a:ext>
            </a:extLst>
          </p:cNvPr>
          <p:cNvSpPr>
            <a:spLocks noGrp="1"/>
          </p:cNvSpPr>
          <p:nvPr>
            <p:ph type="body" sz="quarter" idx="12" hasCustomPrompt="1"/>
          </p:nvPr>
        </p:nvSpPr>
        <p:spPr>
          <a:xfrm>
            <a:off x="584201" y="5973763"/>
            <a:ext cx="3474720" cy="307777"/>
          </a:xfrm>
          <a:prstGeom prst="rect">
            <a:avLst/>
          </a:prstGeom>
        </p:spPr>
        <p:txBody>
          <a:bodyPr lIns="0" tIns="0" rIns="0" bIns="0"/>
          <a:lstStyle>
            <a:lvl1pPr marL="0" indent="0">
              <a:lnSpc>
                <a:spcPts val="1200"/>
              </a:lnSpc>
              <a:spcBef>
                <a:spcPts val="900"/>
              </a:spcBef>
              <a:buFont typeface="Arial" panose="020B0604020202020204" pitchFamily="34" charset="0"/>
              <a:buNone/>
              <a:defRPr sz="1000" b="0" i="0" spc="0">
                <a:solidFill>
                  <a:srgbClr val="000000"/>
                </a:solidFill>
                <a:latin typeface="+mn-lt"/>
              </a:defRPr>
            </a:lvl1pPr>
            <a:lvl2pPr marL="0" marR="0" indent="0" algn="l" defTabSz="932742" rtl="0" eaLnBrk="1" fontAlgn="auto" latinLnBrk="0" hangingPunct="1">
              <a:lnSpc>
                <a:spcPts val="1200"/>
              </a:lnSpc>
              <a:spcBef>
                <a:spcPts val="450"/>
              </a:spcBef>
              <a:spcAft>
                <a:spcPts val="0"/>
              </a:spcAft>
              <a:buClrTx/>
              <a:buSzPct val="90000"/>
              <a:buFont typeface="Arial" panose="020B0604020202020204" pitchFamily="34" charset="0"/>
              <a:buNone/>
              <a:tabLst/>
              <a:defRPr sz="1000">
                <a:solidFill>
                  <a:schemeClr val="tx1"/>
                </a:solidFill>
              </a:defRPr>
            </a:lvl2pPr>
            <a:lvl3pPr marL="457200" indent="0">
              <a:buNone/>
              <a:defRPr/>
            </a:lvl3pPr>
            <a:lvl4pPr marL="685800" indent="0">
              <a:buNone/>
              <a:defRPr/>
            </a:lvl4pPr>
            <a:lvl5pPr marL="914400" indent="0">
              <a:buNone/>
              <a:defRPr/>
            </a:lvl5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7" name="Text Placeholder 4">
            <a:extLst>
              <a:ext uri="{FF2B5EF4-FFF2-40B4-BE49-F238E27FC236}">
                <a16:creationId xmlns:a16="http://schemas.microsoft.com/office/drawing/2014/main" id="{426EF772-758C-C1A7-A309-173E2AB9C395}"/>
              </a:ext>
            </a:extLst>
          </p:cNvPr>
          <p:cNvSpPr>
            <a:spLocks noGrp="1"/>
          </p:cNvSpPr>
          <p:nvPr>
            <p:ph type="body" sz="quarter" idx="18" hasCustomPrompt="1"/>
          </p:nvPr>
        </p:nvSpPr>
        <p:spPr>
          <a:xfrm>
            <a:off x="4358640"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9" name="Chart Placeholder 6">
            <a:extLst>
              <a:ext uri="{FF2B5EF4-FFF2-40B4-BE49-F238E27FC236}">
                <a16:creationId xmlns:a16="http://schemas.microsoft.com/office/drawing/2014/main" id="{C01D8C54-5478-2BF6-769F-9F0FC6FB57EA}"/>
              </a:ext>
            </a:extLst>
          </p:cNvPr>
          <p:cNvSpPr>
            <a:spLocks noGrp="1"/>
          </p:cNvSpPr>
          <p:nvPr>
            <p:ph type="chart" sz="quarter" idx="22"/>
          </p:nvPr>
        </p:nvSpPr>
        <p:spPr>
          <a:xfrm>
            <a:off x="4358641"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1" name="Chart Placeholder 6">
            <a:extLst>
              <a:ext uri="{FF2B5EF4-FFF2-40B4-BE49-F238E27FC236}">
                <a16:creationId xmlns:a16="http://schemas.microsoft.com/office/drawing/2014/main" id="{657835EA-5000-4043-FCC9-D8A17E147B1F}"/>
              </a:ext>
            </a:extLst>
          </p:cNvPr>
          <p:cNvSpPr>
            <a:spLocks noGrp="1"/>
          </p:cNvSpPr>
          <p:nvPr>
            <p:ph type="chart" sz="quarter" idx="23"/>
          </p:nvPr>
        </p:nvSpPr>
        <p:spPr>
          <a:xfrm>
            <a:off x="8132064"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2" name="Text Placeholder 3">
            <a:extLst>
              <a:ext uri="{FF2B5EF4-FFF2-40B4-BE49-F238E27FC236}">
                <a16:creationId xmlns:a16="http://schemas.microsoft.com/office/drawing/2014/main" id="{D11E6A22-8ABF-B71A-3401-3376773ED9AC}"/>
              </a:ext>
            </a:extLst>
          </p:cNvPr>
          <p:cNvSpPr>
            <a:spLocks noGrp="1"/>
          </p:cNvSpPr>
          <p:nvPr>
            <p:ph type="body" sz="quarter" idx="24" hasCustomPrompt="1"/>
          </p:nvPr>
        </p:nvSpPr>
        <p:spPr>
          <a:xfrm>
            <a:off x="584200"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3" name="Text Placeholder 3">
            <a:extLst>
              <a:ext uri="{FF2B5EF4-FFF2-40B4-BE49-F238E27FC236}">
                <a16:creationId xmlns:a16="http://schemas.microsoft.com/office/drawing/2014/main" id="{608861AB-092C-6472-7C72-ED6E47461F7C}"/>
              </a:ext>
            </a:extLst>
          </p:cNvPr>
          <p:cNvSpPr>
            <a:spLocks noGrp="1"/>
          </p:cNvSpPr>
          <p:nvPr>
            <p:ph type="body" sz="quarter" idx="25" hasCustomPrompt="1"/>
          </p:nvPr>
        </p:nvSpPr>
        <p:spPr>
          <a:xfrm>
            <a:off x="4369751"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4" name="Text Placeholder 3">
            <a:extLst>
              <a:ext uri="{FF2B5EF4-FFF2-40B4-BE49-F238E27FC236}">
                <a16:creationId xmlns:a16="http://schemas.microsoft.com/office/drawing/2014/main" id="{000561FE-DBFA-4AC4-AFCD-6B19B0C28254}"/>
              </a:ext>
            </a:extLst>
          </p:cNvPr>
          <p:cNvSpPr>
            <a:spLocks noGrp="1"/>
          </p:cNvSpPr>
          <p:nvPr>
            <p:ph type="body" sz="quarter" idx="26" hasCustomPrompt="1"/>
          </p:nvPr>
        </p:nvSpPr>
        <p:spPr>
          <a:xfrm>
            <a:off x="8132063"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5" name="Text Placeholder 4">
            <a:extLst>
              <a:ext uri="{FF2B5EF4-FFF2-40B4-BE49-F238E27FC236}">
                <a16:creationId xmlns:a16="http://schemas.microsoft.com/office/drawing/2014/main" id="{ABB165B4-FDFD-ADBC-4A1C-58CA8748A55C}"/>
              </a:ext>
            </a:extLst>
          </p:cNvPr>
          <p:cNvSpPr>
            <a:spLocks noGrp="1"/>
          </p:cNvSpPr>
          <p:nvPr>
            <p:ph type="body" sz="quarter" idx="27" hasCustomPrompt="1"/>
          </p:nvPr>
        </p:nvSpPr>
        <p:spPr>
          <a:xfrm>
            <a:off x="8132063"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Tree>
    <p:extLst>
      <p:ext uri="{BB962C8B-B14F-4D97-AF65-F5344CB8AC3E}">
        <p14:creationId xmlns:p14="http://schemas.microsoft.com/office/powerpoint/2010/main" val="1982342779"/>
      </p:ext>
    </p:extLst>
  </p:cSld>
  <p:clrMapOvr>
    <a:masterClrMapping/>
  </p:clrMapOvr>
  <p:transition>
    <p:fade/>
  </p:transition>
</p:sldLayout>
</file>

<file path=ppt/slideLayouts/slideLayout1818.xml><?xml version="1.0" encoding="utf-8"?>
<p:sldLayout xmlns:a="http://schemas.openxmlformats.org/drawingml/2006/main" xmlns:r="http://schemas.openxmlformats.org/officeDocument/2006/relationships" xmlns:p="http://schemas.openxmlformats.org/presentationml/2006/main" preserve="1" userDrawn="1">
  <p:cSld name="Table ">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9F1098-5BDB-3A14-0BC4-F3DC4A76BABB}"/>
              </a:ext>
            </a:extLst>
          </p:cNvPr>
          <p:cNvSpPr>
            <a:spLocks noGrp="1"/>
          </p:cNvSpPr>
          <p:nvPr>
            <p:ph type="title" hasCustomPrompt="1"/>
          </p:nvPr>
        </p:nvSpPr>
        <p:spPr/>
        <p:txBody>
          <a:bodyPr/>
          <a:lstStyle>
            <a:lvl1pPr>
              <a:defRPr/>
            </a:lvl1pPr>
          </a:lstStyle>
          <a:p>
            <a:r>
              <a:rPr lang="en-US"/>
              <a:t>Table layout</a:t>
            </a:r>
          </a:p>
        </p:txBody>
      </p:sp>
      <p:sp>
        <p:nvSpPr>
          <p:cNvPr id="4" name="Table Placeholder 3">
            <a:extLst>
              <a:ext uri="{FF2B5EF4-FFF2-40B4-BE49-F238E27FC236}">
                <a16:creationId xmlns:a16="http://schemas.microsoft.com/office/drawing/2014/main" id="{6DAF7D07-1867-0A94-96A1-88DE5F76DCC0}"/>
              </a:ext>
            </a:extLst>
          </p:cNvPr>
          <p:cNvSpPr>
            <a:spLocks noGrp="1"/>
          </p:cNvSpPr>
          <p:nvPr>
            <p:ph type="tbl" sz="quarter" idx="10"/>
          </p:nvPr>
        </p:nvSpPr>
        <p:spPr>
          <a:xfrm>
            <a:off x="584201" y="2201863"/>
            <a:ext cx="11025188" cy="4067176"/>
          </a:xfrm>
          <a:prstGeom prst="rect">
            <a:avLst/>
          </a:prstGeom>
        </p:spPr>
        <p:txBody>
          <a:bodyPr anchor="ctr" anchorCtr="0"/>
          <a:lstStyle>
            <a:lvl1pPr algn="ctr">
              <a:defRPr/>
            </a:lvl1pPr>
          </a:lstStyle>
          <a:p>
            <a:r>
              <a:rPr lang="en-US"/>
              <a:t>Click icon to add table</a:t>
            </a:r>
          </a:p>
        </p:txBody>
      </p:sp>
    </p:spTree>
    <p:extLst>
      <p:ext uri="{BB962C8B-B14F-4D97-AF65-F5344CB8AC3E}">
        <p14:creationId xmlns:p14="http://schemas.microsoft.com/office/powerpoint/2010/main" val="687834266"/>
      </p:ext>
    </p:extLst>
  </p:cSld>
  <p:clrMapOvr>
    <a:masterClrMapping/>
  </p:clrMapOvr>
  <p:transition>
    <p:fade/>
  </p:transition>
</p:sldLayout>
</file>

<file path=ppt/slideLayouts/slideLayout1819.xml><?xml version="1.0" encoding="utf-8"?>
<p:sldLayout xmlns:a="http://schemas.openxmlformats.org/drawingml/2006/main" xmlns:r="http://schemas.openxmlformats.org/officeDocument/2006/relationships" xmlns:p="http://schemas.openxmlformats.org/presentationml/2006/main" preserve="1" userDrawn="1">
  <p:cSld name="Quote slide">
    <p:bg>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68FF295-4867-A99B-E458-6E9396360BC0}"/>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1163637"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1163637"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1163637" y="850900"/>
            <a:ext cx="7256463" cy="3238500"/>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spTree>
    <p:extLst>
      <p:ext uri="{BB962C8B-B14F-4D97-AF65-F5344CB8AC3E}">
        <p14:creationId xmlns:p14="http://schemas.microsoft.com/office/powerpoint/2010/main" val="27085728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820.xml><?xml version="1.0" encoding="utf-8"?>
<p:sldLayout xmlns:a="http://schemas.openxmlformats.org/drawingml/2006/main" xmlns:r="http://schemas.openxmlformats.org/officeDocument/2006/relationships" xmlns:p="http://schemas.openxmlformats.org/presentationml/2006/main" preserve="1" userDrawn="1">
  <p:cSld name="1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A95A0AA-74F0-F906-FF6C-5C3C4846A891}"/>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8" name="Picture 7" descr="Quotation marks">
            <a:extLst>
              <a:ext uri="{FF2B5EF4-FFF2-40B4-BE49-F238E27FC236}">
                <a16:creationId xmlns:a16="http://schemas.microsoft.com/office/drawing/2014/main" id="{04EC2229-8FBE-426A-CDA3-79B76E4E64E9}"/>
              </a:ext>
            </a:extLst>
          </p:cNvPr>
          <p:cNvPicPr>
            <a:picLocks noChangeAspect="1"/>
          </p:cNvPicPr>
          <p:nvPr userDrawn="1"/>
        </p:nvPicPr>
        <p:blipFill>
          <a:blip r:embed="rId3"/>
          <a:stretch>
            <a:fillRect/>
          </a:stretch>
        </p:blipFill>
        <p:spPr bwMode="black">
          <a:xfrm>
            <a:off x="549201" y="1033463"/>
            <a:ext cx="1555824" cy="1392940"/>
          </a:xfrm>
          <a:prstGeom prst="rect">
            <a:avLst/>
          </a:prstGeom>
        </p:spPr>
      </p:pic>
    </p:spTree>
    <p:extLst>
      <p:ext uri="{BB962C8B-B14F-4D97-AF65-F5344CB8AC3E}">
        <p14:creationId xmlns:p14="http://schemas.microsoft.com/office/powerpoint/2010/main" val="245950691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821.xml><?xml version="1.0" encoding="utf-8"?>
<p:sldLayout xmlns:a="http://schemas.openxmlformats.org/drawingml/2006/main" xmlns:r="http://schemas.openxmlformats.org/officeDocument/2006/relationships" xmlns:p="http://schemas.openxmlformats.org/presentationml/2006/main" preserve="1" userDrawn="1">
  <p:cSld name="2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EE79450-F76B-B7C6-BF65-EFBA04ADB473}"/>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11" name="Picture 10" descr="Quotation marks">
            <a:extLst>
              <a:ext uri="{FF2B5EF4-FFF2-40B4-BE49-F238E27FC236}">
                <a16:creationId xmlns:a16="http://schemas.microsoft.com/office/drawing/2014/main" id="{3425CD53-2A7D-2007-E862-FDADC36307A1}"/>
              </a:ext>
            </a:extLst>
          </p:cNvPr>
          <p:cNvPicPr>
            <a:picLocks noChangeAspect="1"/>
          </p:cNvPicPr>
          <p:nvPr userDrawn="1"/>
        </p:nvPicPr>
        <p:blipFill>
          <a:blip r:embed="rId3"/>
          <a:srcRect/>
          <a:stretch/>
        </p:blipFill>
        <p:spPr bwMode="black">
          <a:xfrm>
            <a:off x="564441" y="1042185"/>
            <a:ext cx="1271081" cy="1132055"/>
          </a:xfrm>
          <a:prstGeom prst="rect">
            <a:avLst/>
          </a:prstGeom>
        </p:spPr>
      </p:pic>
    </p:spTree>
    <p:extLst>
      <p:ext uri="{BB962C8B-B14F-4D97-AF65-F5344CB8AC3E}">
        <p14:creationId xmlns:p14="http://schemas.microsoft.com/office/powerpoint/2010/main" val="422430217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822.xml><?xml version="1.0" encoding="utf-8"?>
<p:sldLayout xmlns:a="http://schemas.openxmlformats.org/drawingml/2006/main" xmlns:r="http://schemas.openxmlformats.org/officeDocument/2006/relationships" xmlns:p="http://schemas.openxmlformats.org/presentationml/2006/main" preserve="1" userDrawn="1">
  <p:cSld name="Section Titl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8C42C5-9D1B-8547-8199-B0D8C17707CB}"/>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5" y="3091208"/>
            <a:ext cx="4773168"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86576453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1823.xml><?xml version="1.0" encoding="utf-8"?>
<p:sldLayout xmlns:a="http://schemas.openxmlformats.org/drawingml/2006/main" xmlns:r="http://schemas.openxmlformats.org/officeDocument/2006/relationships" xmlns:p="http://schemas.openxmlformats.org/presentationml/2006/main" preserve="1" userDrawn="1">
  <p:cSld name="Demo slid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2A6AA0B9-027D-8539-FF20-AFB01D1F7528}"/>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137566451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824.xml><?xml version="1.0" encoding="utf-8"?>
<p:sldLayout xmlns:a="http://schemas.openxmlformats.org/drawingml/2006/main" xmlns:r="http://schemas.openxmlformats.org/officeDocument/2006/relationships" xmlns:p="http://schemas.openxmlformats.org/presentationml/2006/main" preserve="1" userDrawn="1">
  <p:cSld name="Section Title 2">
    <p:bg>
      <p:bgPr>
        <a:solidFill>
          <a:schemeClr val="tx2"/>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2D5FC56-4517-D1AD-EA54-49ECDFA7612A}"/>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244793605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1825.xml><?xml version="1.0" encoding="utf-8"?>
<p:sldLayout xmlns:a="http://schemas.openxmlformats.org/drawingml/2006/main" xmlns:r="http://schemas.openxmlformats.org/officeDocument/2006/relationships" xmlns:p="http://schemas.openxmlformats.org/presentationml/2006/main" preserve="1" userDrawn="1">
  <p:cSld name="Demo slide 2">
    <p:bg>
      <p:bgPr>
        <a:solidFill>
          <a:schemeClr val="bg2"/>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9A79DAA2-FFF6-E1D5-7BF6-E98C822B2F5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226360842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826.xml><?xml version="1.0" encoding="utf-8"?>
<p:sldLayout xmlns:a="http://schemas.openxmlformats.org/drawingml/2006/main" xmlns:r="http://schemas.openxmlformats.org/officeDocument/2006/relationships" xmlns:p="http://schemas.openxmlformats.org/presentationml/2006/main" preserve="1" userDrawn="1">
  <p:cSld name="Section Title 3">
    <p:bg bwMode="gray">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756D10-0030-D9D3-52FE-13D839CE63BE}"/>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8542742"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36836294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1827.xml><?xml version="1.0" encoding="utf-8"?>
<p:sldLayout xmlns:a="http://schemas.openxmlformats.org/drawingml/2006/main" xmlns:r="http://schemas.openxmlformats.org/officeDocument/2006/relationships" xmlns:p="http://schemas.openxmlformats.org/presentationml/2006/main" preserve="1" userDrawn="1">
  <p:cSld name="Demo slide 3">
    <p:bg bwMode="gray">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84A2250-4B7E-6E63-E698-996FB39D2C14}"/>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07777"/>
          </a:xfrm>
          <a:noFill/>
        </p:spPr>
        <p:txBody>
          <a:bodyPr lIns="0" tIns="0" rIns="0" bIns="0">
            <a:spAutoFit/>
          </a:bodyPr>
          <a:lstStyle>
            <a:lvl1pPr marL="0" indent="0">
              <a:spcBef>
                <a:spcPts val="0"/>
              </a:spcBef>
              <a:spcAft>
                <a:spcPts val="0"/>
              </a:spcAft>
              <a:buFont typeface="Arial" panose="020B0604020202020204" pitchFamily="34" charset="0"/>
              <a:buNone/>
              <a:defRPr sz="2000" spc="0" baseline="0">
                <a:solidFill>
                  <a:schemeClr val="bg1"/>
                </a:solidFill>
                <a:latin typeface="+mn-lt"/>
              </a:defRPr>
            </a:lvl1pPr>
          </a:lstStyle>
          <a:p>
            <a:pPr lvl="0"/>
            <a:r>
              <a:rPr lang="en-US"/>
              <a:t>Speaker name</a:t>
            </a:r>
          </a:p>
        </p:txBody>
      </p:sp>
    </p:spTree>
    <p:extLst>
      <p:ext uri="{BB962C8B-B14F-4D97-AF65-F5344CB8AC3E}">
        <p14:creationId xmlns:p14="http://schemas.microsoft.com/office/powerpoint/2010/main" val="43931212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828.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443789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829.xml><?xml version="1.0" encoding="utf-8"?>
<p:sldLayout xmlns:a="http://schemas.openxmlformats.org/drawingml/2006/main" xmlns:r="http://schemas.openxmlformats.org/officeDocument/2006/relationships" xmlns:p="http://schemas.openxmlformats.org/presentationml/2006/main" preserve="1" userDrawn="1">
  <p:cSld name="Blank 2">
    <p:bg>
      <p:bgPr>
        <a:solidFill>
          <a:schemeClr val="tx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096543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830.xml><?xml version="1.0" encoding="utf-8"?>
<p:sldLayout xmlns:a="http://schemas.openxmlformats.org/drawingml/2006/main" xmlns:r="http://schemas.openxmlformats.org/officeDocument/2006/relationships" xmlns:p="http://schemas.openxmlformats.org/presentationml/2006/main" preserve="1" userDrawn="1">
  <p:cSld name="Closing logo slide">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6" name="Title 1">
            <a:extLst>
              <a:ext uri="{FF2B5EF4-FFF2-40B4-BE49-F238E27FC236}">
                <a16:creationId xmlns:a16="http://schemas.microsoft.com/office/drawing/2014/main" id="{08079CCE-8626-53E5-1C9C-E9081D2B67CD}"/>
              </a:ext>
            </a:extLst>
          </p:cNvPr>
          <p:cNvSpPr>
            <a:spLocks noGrp="1"/>
          </p:cNvSpPr>
          <p:nvPr>
            <p:ph type="title"/>
          </p:nvPr>
        </p:nvSpPr>
        <p:spPr>
          <a:xfrm>
            <a:off x="4255769" y="1769814"/>
            <a:ext cx="550468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
        <p:nvSpPr>
          <p:cNvPr id="7" name="Text Placeholder 4">
            <a:extLst>
              <a:ext uri="{FF2B5EF4-FFF2-40B4-BE49-F238E27FC236}">
                <a16:creationId xmlns:a16="http://schemas.microsoft.com/office/drawing/2014/main" id="{8845B3A2-DAC2-0B7B-1866-377A5A244AC2}"/>
              </a:ext>
            </a:extLst>
          </p:cNvPr>
          <p:cNvSpPr>
            <a:spLocks noGrp="1"/>
          </p:cNvSpPr>
          <p:nvPr>
            <p:ph type="body" sz="quarter" idx="12" hasCustomPrompt="1"/>
          </p:nvPr>
        </p:nvSpPr>
        <p:spPr>
          <a:xfrm>
            <a:off x="585216" y="1572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Tree>
    <p:extLst>
      <p:ext uri="{BB962C8B-B14F-4D97-AF65-F5344CB8AC3E}">
        <p14:creationId xmlns:p14="http://schemas.microsoft.com/office/powerpoint/2010/main" val="89739085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1272">
          <p15:clr>
            <a:srgbClr val="FBAE40"/>
          </p15:clr>
        </p15:guide>
        <p15:guide id="3" orient="horz" pos="912">
          <p15:clr>
            <a:srgbClr val="FBAE40"/>
          </p15:clr>
        </p15:guide>
      </p15:sldGuideLst>
    </p:ext>
  </p:extLst>
</p:sldLayout>
</file>

<file path=ppt/slideLayouts/slideLayout1831.xml><?xml version="1.0" encoding="utf-8"?>
<p:sldLayout xmlns:a="http://schemas.openxmlformats.org/drawingml/2006/main" xmlns:r="http://schemas.openxmlformats.org/officeDocument/2006/relationships" xmlns:p="http://schemas.openxmlformats.org/presentationml/2006/main" preserve="1" userDrawn="1">
  <p:cSld name="Closing logo slide 2">
    <p:bg>
      <p:bgPr>
        <a:solidFill>
          <a:schemeClr val="tx2"/>
        </a:solidFill>
        <a:effectLst/>
      </p:bgPr>
    </p:bg>
    <p:spTree>
      <p:nvGrpSpPr>
        <p:cNvPr id="1" name=""/>
        <p:cNvGrpSpPr/>
        <p:nvPr/>
      </p:nvGrpSpPr>
      <p:grpSpPr>
        <a:xfrm>
          <a:off x="0" y="0"/>
          <a:ext cx="0" cy="0"/>
          <a:chOff x="0" y="0"/>
          <a:chExt cx="0" cy="0"/>
        </a:xfrm>
      </p:grpSpPr>
      <p:sp>
        <p:nvSpPr>
          <p:cNvPr id="10" name="Text Placeholder 4">
            <a:extLst>
              <a:ext uri="{FF2B5EF4-FFF2-40B4-BE49-F238E27FC236}">
                <a16:creationId xmlns:a16="http://schemas.microsoft.com/office/drawing/2014/main" id="{4F0F127D-8512-846C-2C30-5A85666BF445}"/>
              </a:ext>
            </a:extLst>
          </p:cNvPr>
          <p:cNvSpPr>
            <a:spLocks noGrp="1"/>
          </p:cNvSpPr>
          <p:nvPr>
            <p:ph type="body" sz="quarter" idx="12" hasCustomPrompt="1"/>
          </p:nvPr>
        </p:nvSpPr>
        <p:spPr>
          <a:xfrm>
            <a:off x="6090921" y="4612614"/>
            <a:ext cx="5524500" cy="553998"/>
          </a:xfrm>
          <a:noFill/>
        </p:spPr>
        <p:txBody>
          <a:bodyPr wrap="square" lIns="0" tIns="0" rIns="0" bIns="0">
            <a:spAutoFit/>
          </a:bodyPr>
          <a:lstStyle>
            <a:lvl1pPr marL="0" indent="0" algn="r"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7A38A2C9-D8C3-D252-BC8C-25222F314054}"/>
              </a:ext>
            </a:extLst>
          </p:cNvPr>
          <p:cNvSpPr>
            <a:spLocks noGrp="1"/>
          </p:cNvSpPr>
          <p:nvPr>
            <p:ph type="title"/>
          </p:nvPr>
        </p:nvSpPr>
        <p:spPr>
          <a:xfrm>
            <a:off x="588263" y="1766555"/>
            <a:ext cx="550265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542775558"/>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912">
          <p15:clr>
            <a:srgbClr val="FBAE40"/>
          </p15:clr>
        </p15:guide>
        <p15:guide id="3" orient="horz" pos="1272">
          <p15:clr>
            <a:srgbClr val="FBAE40"/>
          </p15:clr>
        </p15:guide>
      </p15:sldGuideLst>
    </p:ext>
  </p:extLst>
</p:sldLayout>
</file>

<file path=ppt/slideLayouts/slideLayout1832.xml><?xml version="1.0" encoding="utf-8"?>
<p:sldLayout xmlns:a="http://schemas.openxmlformats.org/drawingml/2006/main" xmlns:r="http://schemas.openxmlformats.org/officeDocument/2006/relationships" xmlns:p="http://schemas.openxmlformats.org/presentationml/2006/main" preserve="1" userDrawn="1">
  <p:cSld name="Closing logo slide 3">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4F8C85E6-DBED-FCF3-8B7D-1F82C6DBBCB7}"/>
              </a:ext>
            </a:extLst>
          </p:cNvPr>
          <p:cNvSpPr>
            <a:spLocks noGrp="1"/>
          </p:cNvSpPr>
          <p:nvPr>
            <p:ph type="title"/>
          </p:nvPr>
        </p:nvSpPr>
        <p:spPr>
          <a:xfrm>
            <a:off x="588263" y="1845276"/>
            <a:ext cx="11018520" cy="553998"/>
          </a:xfrm>
        </p:spPr>
        <p:txBody>
          <a:bodyPr/>
          <a:lstStyle>
            <a:lvl1pPr marL="0" algn="l" defTabSz="457200" rtl="0" eaLnBrk="1" latinLnBrk="0" hangingPunct="1">
              <a:defRPr lang="en-US" sz="3600" b="1" kern="1200" dirty="0">
                <a:gradFill>
                  <a:gsLst>
                    <a:gs pos="0">
                      <a:srgbClr val="FF5C39"/>
                    </a:gs>
                    <a:gs pos="100000">
                      <a:srgbClr val="C73ECC"/>
                    </a:gs>
                  </a:gsLst>
                  <a:lin ang="3900000" scaled="0"/>
                </a:gradFill>
                <a:latin typeface="Segoe UI" panose="020B0502040204020203" pitchFamily="34" charset="0"/>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1814380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1833.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gray">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solidFill>
                  <a:schemeClr val="tx1"/>
                </a:soli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1286506"/>
          </a:xfrm>
        </p:spPr>
        <p:txBody>
          <a:bodyPr>
            <a:spAutoFit/>
          </a:bodyPr>
          <a:lstStyle>
            <a:lvl1pPr>
              <a:defRPr sz="2000">
                <a:latin typeface="+mn-lt"/>
              </a:defRPr>
            </a:lvl1pPr>
            <a:lvl2pPr>
              <a:defRPr sz="1600">
                <a:latin typeface="+mn-lt"/>
              </a:defRPr>
            </a:lvl2pPr>
            <a:lvl3pPr>
              <a:defRPr sz="1400">
                <a:latin typeface="+mn-lt"/>
              </a:defRPr>
            </a:lvl3pPr>
            <a:lvl4pPr>
              <a:defRPr sz="1200">
                <a:latin typeface="+mn-lt"/>
              </a:defRPr>
            </a:lvl4pPr>
            <a:lvl5pPr>
              <a:defRPr sz="11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solidFill>
                  <a:srgbClr val="000000"/>
                </a:soli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3907401261"/>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Layouts/slideLayout1834.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13474148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1835.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8833812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836.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190285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userDrawn="1">
          <p15:clr>
            <a:srgbClr val="FBAE40"/>
          </p15:clr>
        </p15:guide>
        <p15:guide id="2" orient="horz" pos="2647" userDrawn="1">
          <p15:clr>
            <a:srgbClr val="FBAE40"/>
          </p15:clr>
        </p15:guide>
      </p15:sldGuideLst>
    </p:ext>
  </p:extLst>
</p:sldLayout>
</file>

<file path=ppt/slideLayouts/slideLayout1837.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9841306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guide id="40" pos="3840" userDrawn="1">
          <p15:clr>
            <a:srgbClr val="FBAE40"/>
          </p15:clr>
        </p15:guide>
      </p15:sldGuideLst>
    </p:ext>
  </p:extLst>
</p:sldLayout>
</file>

<file path=ppt/slideLayouts/slideLayout1838.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06971266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userDrawn="1">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userDrawn="1">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userDrawn="1">
          <p15:clr>
            <a:srgbClr val="954F72"/>
          </p15:clr>
        </p15:guide>
      </p15:sldGuideLst>
    </p:ext>
  </p:extLst>
</p:sldLayout>
</file>

<file path=ppt/slideLayouts/slideLayout1839.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9696606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40.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9405676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userDrawn="1">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userDrawn="1">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41.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7356945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42.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707281"/>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2647809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43.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18332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44.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62734392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userDrawn="1">
          <p15:clr>
            <a:srgbClr val="954F72"/>
          </p15:clr>
        </p15:guide>
        <p15:guide id="9" pos="2150">
          <p15:clr>
            <a:srgbClr val="954F72"/>
          </p15:clr>
        </p15:guide>
        <p15:guide id="10" pos="2544"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userDrawn="1">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45.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160398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46.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33512493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47.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2348114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48.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74444391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2988" userDrawn="1">
          <p15:clr>
            <a:srgbClr val="FBAE40"/>
          </p15:clr>
        </p15:guide>
        <p15:guide id="42" pos="5352" userDrawn="1">
          <p15:clr>
            <a:srgbClr val="FBAE40"/>
          </p15:clr>
        </p15:guide>
        <p15:guide id="43" orient="horz" pos="1085" userDrawn="1">
          <p15:clr>
            <a:srgbClr val="FBAE40"/>
          </p15:clr>
        </p15:guide>
      </p15:sldGuideLst>
    </p:ext>
  </p:extLst>
</p:sldLayout>
</file>

<file path=ppt/slideLayouts/slideLayout1849.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5392417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850.xml><?xml version="1.0" encoding="utf-8"?>
<p:sldLayout xmlns:a="http://schemas.openxmlformats.org/drawingml/2006/main" xmlns:r="http://schemas.openxmlformats.org/officeDocument/2006/relationships" xmlns:p="http://schemas.openxmlformats.org/presentationml/2006/main" preserve="1" userDrawn="1">
  <p:cSld name="4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75032791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851.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80857129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userDrawn="1">
          <p15:clr>
            <a:srgbClr val="954F72"/>
          </p15:clr>
        </p15:guide>
        <p15:guide id="16" pos="4344" userDrawn="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userDrawn="1">
          <p15:clr>
            <a:srgbClr val="FBAE40"/>
          </p15:clr>
        </p15:guide>
        <p15:guide id="41" pos="3840" userDrawn="1">
          <p15:clr>
            <a:srgbClr val="FBAE40"/>
          </p15:clr>
        </p15:guide>
        <p15:guide id="42" pos="6216" userDrawn="1">
          <p15:clr>
            <a:srgbClr val="FBAE40"/>
          </p15:clr>
        </p15:guide>
        <p15:guide id="43" orient="horz" pos="1284" userDrawn="1">
          <p15:clr>
            <a:srgbClr val="FBAE40"/>
          </p15:clr>
        </p15:guide>
        <p15:guide id="44" pos="3940" userDrawn="1">
          <p15:clr>
            <a:srgbClr val="FBAE40"/>
          </p15:clr>
        </p15:guide>
        <p15:guide id="45" orient="horz" pos="2160" userDrawn="1">
          <p15:clr>
            <a:srgbClr val="FBAE40"/>
          </p15:clr>
        </p15:guide>
      </p15:sldGuideLst>
    </p:ext>
  </p:extLst>
</p:sldLayout>
</file>

<file path=ppt/slideLayouts/slideLayout1852.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358688"/>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853.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4442374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854.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97981605"/>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855.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3261136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856.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398820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userDrawn="1">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userDrawn="1">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57.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7439070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58.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4350463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59.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9668924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60.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0662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61.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76425179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62.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64019843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63.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84243487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1864.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9935578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65.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96898857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66.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22205983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67.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73589038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68.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420840873"/>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userDrawn="1">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userDrawn="1">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69.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226551399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70.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185120091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71.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6784805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872.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6905234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873.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7741485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74.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91258852"/>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875.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2359519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userDrawn="1">
          <p15:clr>
            <a:srgbClr val="FBAE40"/>
          </p15:clr>
        </p15:guide>
      </p15:sldGuideLst>
    </p:ext>
  </p:extLst>
</p:sldLayout>
</file>

<file path=ppt/slideLayouts/slideLayout1876.xml><?xml version="1.0" encoding="utf-8"?>
<p:sldLayout xmlns:a="http://schemas.openxmlformats.org/drawingml/2006/main" xmlns:r="http://schemas.openxmlformats.org/officeDocument/2006/relationships" xmlns:p="http://schemas.openxmlformats.org/presentationml/2006/main"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22435780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877.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14592919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878.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9163449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879.xml><?xml version="1.0" encoding="utf-8"?>
<p:sldLayout xmlns:a="http://schemas.openxmlformats.org/drawingml/2006/main" xmlns:r="http://schemas.openxmlformats.org/officeDocument/2006/relationships" xmlns:p="http://schemas.openxmlformats.org/presentationml/2006/main" userDrawn="1">
  <p:cSld name="LearningPath2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4" name="Graphic 3">
            <a:extLst>
              <a:ext uri="{FF2B5EF4-FFF2-40B4-BE49-F238E27FC236}">
                <a16:creationId xmlns:a16="http://schemas.microsoft.com/office/drawing/2014/main" id="{7DE894E4-791C-907F-1385-BF33ADCFFE2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555918877"/>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7064">
          <p15:clr>
            <a:srgbClr val="FBAE40"/>
          </p15:clr>
        </p15:guide>
        <p15:guide id="41" orient="horz" pos="3638">
          <p15:clr>
            <a:srgbClr val="FBAE40"/>
          </p15:clr>
        </p15:guide>
      </p15:sldGuideLst>
    </p:ext>
  </p:extLst>
</p:sldLayout>
</file>

<file path=ppt/slideLayouts/slideLayout1880.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7271408"/>
      </p:ext>
    </p:extLst>
  </p:cSld>
  <p:clrMapOvr>
    <a:masterClrMapping/>
  </p:clrMapOvr>
  <p:transition>
    <p:fade/>
  </p:transition>
</p:sldLayout>
</file>

<file path=ppt/slideLayouts/slideLayout1881.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945696836"/>
      </p:ext>
    </p:extLst>
  </p:cSld>
  <p:clrMapOvr>
    <a:masterClrMapping/>
  </p:clrMapOvr>
  <p:transition>
    <p:fade/>
  </p:transition>
</p:sldLayout>
</file>

<file path=ppt/slideLayouts/slideLayout1882.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084305509"/>
      </p:ext>
    </p:extLst>
  </p:cSld>
  <p:clrMapOvr>
    <a:masterClrMapping/>
  </p:clrMapOvr>
  <p:transition>
    <p:fade/>
  </p:transition>
</p:sldLayout>
</file>

<file path=ppt/slideLayouts/slideLayout1883.xml><?xml version="1.0" encoding="utf-8"?>
<p:sldLayout xmlns:a="http://schemas.openxmlformats.org/drawingml/2006/main" xmlns:r="http://schemas.openxmlformats.org/officeDocument/2006/relationships" xmlns:p="http://schemas.openxmlformats.org/presentationml/2006/main"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048430451"/>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84.xml><?xml version="1.0" encoding="utf-8"?>
<p:sldLayout xmlns:a="http://schemas.openxmlformats.org/drawingml/2006/main" xmlns:r="http://schemas.openxmlformats.org/officeDocument/2006/relationships" xmlns:p="http://schemas.openxmlformats.org/presentationml/2006/main" preserve="1" userDrawn="1">
  <p:cSld name="Walk-in">
    <p:bg bwMode="gray">
      <p:bgPr>
        <a:solidFill>
          <a:schemeClr val="tx2"/>
        </a:solidFill>
        <a:effectLst/>
      </p:bgPr>
    </p:bg>
    <p:spTree>
      <p:nvGrpSpPr>
        <p:cNvPr id="1" name=""/>
        <p:cNvGrpSpPr/>
        <p:nvPr/>
      </p:nvGrpSpPr>
      <p:grpSpPr>
        <a:xfrm>
          <a:off x="0" y="0"/>
          <a:ext cx="0" cy="0"/>
          <a:chOff x="0" y="0"/>
          <a:chExt cx="0" cy="0"/>
        </a:xfrm>
      </p:grpSpPr>
      <p:pic>
        <p:nvPicPr>
          <p:cNvPr id="6" name="MS logo white - EMF" descr="Microsoft logo white text version">
            <a:extLst>
              <a:ext uri="{FF2B5EF4-FFF2-40B4-BE49-F238E27FC236}">
                <a16:creationId xmlns:a16="http://schemas.microsoft.com/office/drawing/2014/main" id="{7E11D7A2-B01C-A8A3-A191-67F185635D26}"/>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Microsoft Learn&#10;Spark possibility">
            <a:extLst>
              <a:ext uri="{FF2B5EF4-FFF2-40B4-BE49-F238E27FC236}">
                <a16:creationId xmlns:a16="http://schemas.microsoft.com/office/drawing/2014/main" id="{92DBCEC2-8AE9-3782-893D-A626AAC4C121}"/>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8"/>
          </a:xfrm>
          <a:prstGeom prst="rect">
            <a:avLst/>
          </a:prstGeom>
        </p:spPr>
      </p:pic>
      <p:sp>
        <p:nvSpPr>
          <p:cNvPr id="5" name="Footer Placeholder 10">
            <a:extLst>
              <a:ext uri="{FF2B5EF4-FFF2-40B4-BE49-F238E27FC236}">
                <a16:creationId xmlns:a16="http://schemas.microsoft.com/office/drawing/2014/main" id="{C271FB7A-72FC-2B10-878C-854A9CF5A5F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bg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t>© Copyright Microsoft Corporation. All rights reserved.</a:t>
            </a:r>
          </a:p>
        </p:txBody>
      </p:sp>
    </p:spTree>
    <p:extLst>
      <p:ext uri="{BB962C8B-B14F-4D97-AF65-F5344CB8AC3E}">
        <p14:creationId xmlns:p14="http://schemas.microsoft.com/office/powerpoint/2010/main" val="356032623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guide id="8" orient="horz" pos="1621">
          <p15:clr>
            <a:srgbClr val="FBAE40"/>
          </p15:clr>
        </p15:guide>
      </p15:sldGuideLst>
    </p:ext>
  </p:extLst>
</p:sldLayout>
</file>

<file path=ppt/slideLayouts/slideLayout1885.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3E21C31D-925C-53B5-2E40-C54FF245B41E}"/>
              </a:ext>
            </a:extLst>
          </p:cNvPr>
          <p:cNvSpPr>
            <a:spLocks noGrp="1"/>
          </p:cNvSpPr>
          <p:nvPr>
            <p:ph type="title" hasCustomPrompt="1"/>
          </p:nvPr>
        </p:nvSpPr>
        <p:spPr>
          <a:xfrm>
            <a:off x="569912" y="3429000"/>
            <a:ext cx="5686955" cy="1231106"/>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Event name or </a:t>
            </a:r>
            <a:br>
              <a:rPr lang="en-US"/>
            </a:br>
            <a:r>
              <a:rPr lang="en-US"/>
              <a:t>presentation title </a:t>
            </a:r>
          </a:p>
        </p:txBody>
      </p:sp>
      <p:sp>
        <p:nvSpPr>
          <p:cNvPr id="6" name="Text Placeholder 4">
            <a:extLst>
              <a:ext uri="{FF2B5EF4-FFF2-40B4-BE49-F238E27FC236}">
                <a16:creationId xmlns:a16="http://schemas.microsoft.com/office/drawing/2014/main" id="{1DDA2A08-4E66-0E3E-D138-C376487FF5F2}"/>
              </a:ext>
            </a:extLst>
          </p:cNvPr>
          <p:cNvSpPr>
            <a:spLocks noGrp="1"/>
          </p:cNvSpPr>
          <p:nvPr>
            <p:ph type="body" sz="quarter" idx="13" hasCustomPrompt="1"/>
          </p:nvPr>
        </p:nvSpPr>
        <p:spPr>
          <a:xfrm>
            <a:off x="4756150"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tx1"/>
                </a:solidFill>
                <a:latin typeface="+mn-lt"/>
                <a:cs typeface="Segoe UI" panose="020B0502040204020203" pitchFamily="34" charset="0"/>
              </a:defRPr>
            </a:lvl1pPr>
          </a:lstStyle>
          <a:p>
            <a:pPr lvl="0"/>
            <a:r>
              <a:rPr lang="en-US"/>
              <a:t>Date</a:t>
            </a:r>
          </a:p>
        </p:txBody>
      </p:sp>
      <p:sp>
        <p:nvSpPr>
          <p:cNvPr id="5" name="Footer Placeholder 10">
            <a:extLst>
              <a:ext uri="{FF2B5EF4-FFF2-40B4-BE49-F238E27FC236}">
                <a16:creationId xmlns:a16="http://schemas.microsoft.com/office/drawing/2014/main" id="{44253EDB-56F0-1036-A65B-02ABC067A9E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45057173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886.xml><?xml version="1.0" encoding="utf-8"?>
<p:sldLayout xmlns:a="http://schemas.openxmlformats.org/drawingml/2006/main" xmlns:r="http://schemas.openxmlformats.org/officeDocument/2006/relationships" xmlns:p="http://schemas.openxmlformats.org/presentationml/2006/main" preserve="1" userDrawn="1">
  <p:cSld name="Section slide">
    <p:bg>
      <p:bgPr>
        <a:solidFill>
          <a:srgbClr val="E8E6DF"/>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BD1096F-1307-5006-527D-D3AF4C75C5EF}"/>
              </a:ext>
              <a:ext uri="{C183D7F6-B498-43B3-948B-1728B52AA6E4}">
                <adec:decorative xmlns:adec="http://schemas.microsoft.com/office/drawing/2017/decorative" val="1"/>
              </a:ext>
            </a:extLst>
          </p:cNvPr>
          <p:cNvPicPr>
            <a:picLocks noChangeAspect="1"/>
          </p:cNvPicPr>
          <p:nvPr userDrawn="1"/>
        </p:nvPicPr>
        <p:blipFill rotWithShape="1">
          <a:blip r:embed="rId2"/>
          <a:srcRect r="19824"/>
          <a:stretch/>
        </p:blipFill>
        <p:spPr>
          <a:xfrm>
            <a:off x="2417010" y="0"/>
            <a:ext cx="9774990" cy="6858000"/>
          </a:xfrm>
          <a:prstGeom prst="rect">
            <a:avLst/>
          </a:prstGeom>
        </p:spPr>
      </p:pic>
      <p:sp>
        <p:nvSpPr>
          <p:cNvPr id="3" name="Title 1">
            <a:extLst>
              <a:ext uri="{FF2B5EF4-FFF2-40B4-BE49-F238E27FC236}">
                <a16:creationId xmlns:a16="http://schemas.microsoft.com/office/drawing/2014/main" id="{12D19AFB-6939-2FBA-48C9-66A2961406A7}"/>
              </a:ext>
            </a:extLst>
          </p:cNvPr>
          <p:cNvSpPr>
            <a:spLocks noGrp="1"/>
          </p:cNvSpPr>
          <p:nvPr>
            <p:ph type="title" hasCustomPrompt="1"/>
          </p:nvPr>
        </p:nvSpPr>
        <p:spPr>
          <a:xfrm>
            <a:off x="569911" y="3384610"/>
            <a:ext cx="6345239" cy="615553"/>
          </a:xfrm>
          <a:noFill/>
        </p:spPr>
        <p:txBody>
          <a:bodyPr wrap="square" lIns="0" tIns="0" rIns="0" bIns="0" anchor="b" anchorCtr="0">
            <a:spAutoFit/>
          </a:bodyPr>
          <a:lstStyle>
            <a:lvl1pPr>
              <a:defRPr sz="4000" b="0" i="0" spc="-50" baseline="0">
                <a:solidFill>
                  <a:schemeClr val="tx1"/>
                </a:solidFill>
                <a:latin typeface="+mn-lt"/>
                <a:cs typeface="Segoe UI" panose="020B0502040204020203" pitchFamily="34" charset="0"/>
              </a:defRPr>
            </a:lvl1pPr>
          </a:lstStyle>
          <a:p>
            <a:r>
              <a:rPr lang="en-US"/>
              <a:t>Section divider title</a:t>
            </a:r>
          </a:p>
        </p:txBody>
      </p:sp>
      <p:sp>
        <p:nvSpPr>
          <p:cNvPr id="5" name="Footer Placeholder 10">
            <a:extLst>
              <a:ext uri="{FF2B5EF4-FFF2-40B4-BE49-F238E27FC236}">
                <a16:creationId xmlns:a16="http://schemas.microsoft.com/office/drawing/2014/main" id="{CF739926-D45E-64CA-0DB0-97104E14A5A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4828290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887.xml><?xml version="1.0" encoding="utf-8"?>
<p:sldLayout xmlns:a="http://schemas.openxmlformats.org/drawingml/2006/main" xmlns:r="http://schemas.openxmlformats.org/officeDocument/2006/relationships" xmlns:p="http://schemas.openxmlformats.org/presentationml/2006/main" preserve="1" userDrawn="1">
  <p:cSld name="Agenda_1-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BDAB8950-CE1F-05A6-2114-49B53E68C30F}"/>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Footer Placeholder 10">
            <a:extLst>
              <a:ext uri="{FF2B5EF4-FFF2-40B4-BE49-F238E27FC236}">
                <a16:creationId xmlns:a16="http://schemas.microsoft.com/office/drawing/2014/main" id="{B14116FB-E904-DC73-7B06-3E224526332D}"/>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CAC2502E-5D9F-F851-3464-EDB3AAD612FA}"/>
              </a:ext>
            </a:extLst>
          </p:cNvPr>
          <p:cNvSpPr>
            <a:spLocks noGrp="1"/>
          </p:cNvSpPr>
          <p:nvPr>
            <p:ph type="body" sz="quarter" idx="15"/>
          </p:nvPr>
        </p:nvSpPr>
        <p:spPr>
          <a:xfrm>
            <a:off x="586389" y="1818177"/>
            <a:ext cx="5033361" cy="280782"/>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sz="1800">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74816696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guide id="40" pos="3840">
          <p15:clr>
            <a:srgbClr val="FBAE40"/>
          </p15:clr>
        </p15:guide>
      </p15:sldGuideLst>
    </p:ext>
  </p:extLst>
</p:sldLayout>
</file>

<file path=ppt/slideLayouts/slideLayout1888.xml><?xml version="1.0" encoding="utf-8"?>
<p:sldLayout xmlns:a="http://schemas.openxmlformats.org/drawingml/2006/main" xmlns:r="http://schemas.openxmlformats.org/officeDocument/2006/relationships" xmlns:p="http://schemas.openxmlformats.org/presentationml/2006/main" preserve="1" userDrawn="1">
  <p:cSld name="3_Agenda_2-column">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hasCustomPrompt="1"/>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Agenda</a:t>
            </a:r>
          </a:p>
        </p:txBody>
      </p:sp>
      <p:cxnSp>
        <p:nvCxnSpPr>
          <p:cNvPr id="4" name="Straight Connector 3">
            <a:extLst>
              <a:ext uri="{FF2B5EF4-FFF2-40B4-BE49-F238E27FC236}">
                <a16:creationId xmlns:a16="http://schemas.microsoft.com/office/drawing/2014/main" id="{F340DCC4-9FA9-09C4-BB96-6B9979AA256C}"/>
              </a:ext>
              <a:ext uri="{C183D7F6-B498-43B3-948B-1728B52AA6E4}">
                <adec:decorative xmlns:adec="http://schemas.microsoft.com/office/drawing/2017/decorative" val="1"/>
              </a:ext>
            </a:extLst>
          </p:cNvPr>
          <p:cNvCxnSpPr>
            <a:cxnSpLocks/>
          </p:cNvCxnSpPr>
          <p:nvPr userDrawn="1"/>
        </p:nvCxnSpPr>
        <p:spPr>
          <a:xfrm>
            <a:off x="585216" y="1289050"/>
            <a:ext cx="3182112" cy="0"/>
          </a:xfrm>
          <a:prstGeom prst="line">
            <a:avLst/>
          </a:prstGeom>
          <a:ln w="76200" cap="rnd">
            <a:gradFill>
              <a:gsLst>
                <a:gs pos="0">
                  <a:schemeClr val="accent3"/>
                </a:gs>
                <a:gs pos="97531">
                  <a:srgbClr val="8DC8E8"/>
                </a:gs>
                <a:gs pos="48000">
                  <a:schemeClr val="accent2"/>
                </a:gs>
                <a:gs pos="22000">
                  <a:srgbClr val="F4364C"/>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Footer Placeholder 10">
            <a:extLst>
              <a:ext uri="{FF2B5EF4-FFF2-40B4-BE49-F238E27FC236}">
                <a16:creationId xmlns:a16="http://schemas.microsoft.com/office/drawing/2014/main" id="{400A7934-B6A5-1A91-FBCA-710DD07CE57B}"/>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3">
            <a:extLst>
              <a:ext uri="{FF2B5EF4-FFF2-40B4-BE49-F238E27FC236}">
                <a16:creationId xmlns:a16="http://schemas.microsoft.com/office/drawing/2014/main" id="{4D82F77F-F413-CFB2-A490-42936771DAD7}"/>
              </a:ext>
            </a:extLst>
          </p:cNvPr>
          <p:cNvSpPr>
            <a:spLocks noGrp="1"/>
          </p:cNvSpPr>
          <p:nvPr>
            <p:ph type="body" sz="quarter" idx="17"/>
          </p:nvPr>
        </p:nvSpPr>
        <p:spPr>
          <a:xfrm>
            <a:off x="586389"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6" name="Text Placeholder 3">
            <a:extLst>
              <a:ext uri="{FF2B5EF4-FFF2-40B4-BE49-F238E27FC236}">
                <a16:creationId xmlns:a16="http://schemas.microsoft.com/office/drawing/2014/main" id="{6F9FBD2C-38D6-C1BF-620A-300B1F4C5CF2}"/>
              </a:ext>
            </a:extLst>
          </p:cNvPr>
          <p:cNvSpPr>
            <a:spLocks noGrp="1"/>
          </p:cNvSpPr>
          <p:nvPr>
            <p:ph type="body" sz="quarter" idx="18"/>
          </p:nvPr>
        </p:nvSpPr>
        <p:spPr>
          <a:xfrm>
            <a:off x="6891338" y="1818177"/>
            <a:ext cx="4719695" cy="249620"/>
          </a:xfrm>
          <a:prstGeom prst="rect">
            <a:avLst/>
          </a:prstGeom>
        </p:spPr>
        <p:txBody>
          <a:bodyPr wrap="square">
            <a:spAutoFit/>
          </a:bodyPr>
          <a:lstStyle>
            <a:lvl1pPr marL="137160" indent="-137160">
              <a:lnSpc>
                <a:spcPct val="110000"/>
              </a:lnSpc>
              <a:spcBef>
                <a:spcPts val="0"/>
              </a:spcBef>
              <a:spcAft>
                <a:spcPts val="1200"/>
              </a:spcAft>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220223732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12">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2">
          <p15:clr>
            <a:srgbClr val="954F72"/>
          </p15:clr>
        </p15:guide>
      </p15:sldGuideLst>
    </p:ext>
  </p:extLst>
</p:sldLayout>
</file>

<file path=ppt/slideLayouts/slideLayout1889.xml><?xml version="1.0" encoding="utf-8"?>
<p:sldLayout xmlns:a="http://schemas.openxmlformats.org/drawingml/2006/main" xmlns:r="http://schemas.openxmlformats.org/officeDocument/2006/relationships" xmlns:p="http://schemas.openxmlformats.org/presentationml/2006/main" preserve="1" userDrawn="1">
  <p:cSld name="Presenter-BIo">
    <p:bg>
      <p:bgPr>
        <a:solidFill>
          <a:srgbClr val="E8E6DF"/>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8AA94852-62BE-D975-5820-B3227B110B53}"/>
              </a:ext>
            </a:extLst>
          </p:cNvPr>
          <p:cNvSpPr/>
          <p:nvPr userDrawn="1"/>
        </p:nvSpPr>
        <p:spPr bwMode="auto">
          <a:xfrm>
            <a:off x="1" y="0"/>
            <a:ext cx="7036066" cy="6858000"/>
          </a:xfrm>
          <a:prstGeom prst="rect">
            <a:avLst/>
          </a:prstGeom>
          <a:solidFill>
            <a:srgbClr val="F4F3F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5749038"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D63B5AFD-1A0C-9C6A-B579-7F4B7918234D}"/>
              </a:ext>
            </a:extLst>
          </p:cNvPr>
          <p:cNvSpPr>
            <a:spLocks noGrp="1"/>
          </p:cNvSpPr>
          <p:nvPr>
            <p:ph type="pic" sz="quarter" idx="19"/>
          </p:nvPr>
        </p:nvSpPr>
        <p:spPr bwMode="ltGray">
          <a:xfrm>
            <a:off x="7554590"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78B296A1-E2FF-6AD0-056E-6FFA0EA08B6A}"/>
              </a:ext>
            </a:extLst>
          </p:cNvPr>
          <p:cNvSpPr>
            <a:spLocks noGrp="1"/>
          </p:cNvSpPr>
          <p:nvPr>
            <p:ph type="pic" sz="quarter" idx="30"/>
          </p:nvPr>
        </p:nvSpPr>
        <p:spPr bwMode="ltGray">
          <a:xfrm>
            <a:off x="10568728"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58F4ACC-A223-94FA-AF57-8B62501B059F}"/>
              </a:ext>
            </a:extLst>
          </p:cNvPr>
          <p:cNvSpPr>
            <a:spLocks noGrp="1"/>
          </p:cNvSpPr>
          <p:nvPr>
            <p:ph type="pic" sz="quarter" idx="31"/>
          </p:nvPr>
        </p:nvSpPr>
        <p:spPr bwMode="ltGray">
          <a:xfrm>
            <a:off x="9061659" y="3833734"/>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88133D48-744E-F029-079E-2E16C2809895}"/>
              </a:ext>
            </a:extLst>
          </p:cNvPr>
          <p:cNvSpPr>
            <a:spLocks noGrp="1"/>
          </p:cNvSpPr>
          <p:nvPr>
            <p:ph type="pic" sz="quarter" idx="32"/>
          </p:nvPr>
        </p:nvSpPr>
        <p:spPr bwMode="ltGray">
          <a:xfrm>
            <a:off x="7554590"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09D3DDE-EAFB-B57D-9147-8827F7743E1A}"/>
              </a:ext>
            </a:extLst>
          </p:cNvPr>
          <p:cNvSpPr>
            <a:spLocks noGrp="1"/>
          </p:cNvSpPr>
          <p:nvPr>
            <p:ph type="pic" sz="quarter" idx="33"/>
          </p:nvPr>
        </p:nvSpPr>
        <p:spPr bwMode="ltGray">
          <a:xfrm>
            <a:off x="10568728"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DFDB12BE-8B16-4DC3-C014-945C54E8CD7D}"/>
              </a:ext>
            </a:extLst>
          </p:cNvPr>
          <p:cNvSpPr>
            <a:spLocks noGrp="1"/>
          </p:cNvSpPr>
          <p:nvPr>
            <p:ph type="pic" sz="quarter" idx="34"/>
          </p:nvPr>
        </p:nvSpPr>
        <p:spPr bwMode="ltGray">
          <a:xfrm>
            <a:off x="9061659" y="5199190"/>
            <a:ext cx="1069848" cy="1069848"/>
          </a:xfrm>
          <a:prstGeom prst="rect">
            <a:avLst/>
          </a:prstGeom>
          <a:solidFill>
            <a:srgbClr val="F4F4F7"/>
          </a:solidFill>
        </p:spPr>
        <p:txBody>
          <a:bodyPr lIns="0" tIns="0" rIns="0" bIns="0" anchor="ctr" anchorCtr="0">
            <a:noAutofit/>
          </a:bodyPr>
          <a:lstStyle>
            <a:lvl1pPr marL="0" indent="0" algn="ctr">
              <a:lnSpc>
                <a:spcPct val="100000"/>
              </a:lnSpc>
              <a:buNone/>
              <a:defRPr sz="900" b="1">
                <a:solidFill>
                  <a:srgbClr val="000000"/>
                </a:solidFill>
                <a:latin typeface="+mn-lt"/>
                <a:cs typeface="Segoe UI" panose="020B0502040204020203" pitchFamily="34" charset="0"/>
              </a:defRPr>
            </a:lvl1pPr>
          </a:lstStyle>
          <a:p>
            <a:r>
              <a:rPr lang="en-US"/>
              <a:t>Click icon to add picture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50375802-7BB3-7A20-1210-E5FEEE1A56F8}"/>
              </a:ext>
            </a:extLst>
          </p:cNvPr>
          <p:cNvSpPr>
            <a:spLocks noGrp="1"/>
          </p:cNvSpPr>
          <p:nvPr>
            <p:ph type="pic" sz="quarter" idx="14" hasCustomPrompt="1"/>
          </p:nvPr>
        </p:nvSpPr>
        <p:spPr bwMode="ltGray">
          <a:xfrm>
            <a:off x="8165231" y="457200"/>
            <a:ext cx="2849035" cy="2874212"/>
          </a:xfrm>
          <a:prstGeom prst="roundRect">
            <a:avLst>
              <a:gd name="adj" fmla="val 21738"/>
            </a:avLst>
          </a:prstGeom>
          <a:blipFill>
            <a:blip r:embed="rId2"/>
            <a:stretch>
              <a:fillRect/>
            </a:stretch>
          </a:blipFill>
          <a:effectLst>
            <a:outerShdw blurRad="314198" dist="111760" dir="8040000" algn="ctr" rotWithShape="0">
              <a:schemeClr val="tx1">
                <a:alpha val="22000"/>
              </a:schemeClr>
            </a:outerShdw>
          </a:effectLst>
        </p:spPr>
        <p:txBody>
          <a:bodyPr lIns="0" tIns="0" rIns="0" bIns="1005840" anchor="ctr" anchorCtr="0">
            <a:noAutofit/>
          </a:bodyPr>
          <a:lstStyle>
            <a:lvl1pPr marL="0" indent="0" algn="ctr">
              <a:lnSpc>
                <a:spcPct val="100000"/>
              </a:lnSpc>
              <a:buNone/>
              <a:defRPr sz="640" b="1">
                <a:solidFill>
                  <a:srgbClr val="000000"/>
                </a:solidFill>
                <a:latin typeface="+mn-lt"/>
                <a:cs typeface="Segoe UI" panose="020B0502040204020203" pitchFamily="34" charset="0"/>
              </a:defRPr>
            </a:lvl1pPr>
          </a:lstStyle>
          <a:p>
            <a:r>
              <a:rPr lang="en-US"/>
              <a:t>Click icon to </a:t>
            </a:r>
            <a:br>
              <a:rPr lang="en-US"/>
            </a:br>
            <a:r>
              <a:rPr lang="en-US"/>
              <a:t>add your picture here</a:t>
            </a:r>
          </a:p>
        </p:txBody>
      </p:sp>
      <p:sp>
        <p:nvSpPr>
          <p:cNvPr id="9" name="Footer Placeholder 10">
            <a:extLst>
              <a:ext uri="{FF2B5EF4-FFF2-40B4-BE49-F238E27FC236}">
                <a16:creationId xmlns:a16="http://schemas.microsoft.com/office/drawing/2014/main" id="{D3ECBC57-006B-CB8F-1EDC-04C18F0D01C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76543902"/>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90.xml><?xml version="1.0" encoding="utf-8"?>
<p:sldLayout xmlns:a="http://schemas.openxmlformats.org/drawingml/2006/main" xmlns:r="http://schemas.openxmlformats.org/officeDocument/2006/relationships" xmlns:p="http://schemas.openxmlformats.org/presentationml/2006/main" preserve="1" userDrawn="1">
  <p:cSld name="Summary page_Big headline_Learn">
    <p:bg>
      <p:bgPr>
        <a:solidFill>
          <a:srgbClr val="E8E6D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361096-DA6C-ED52-FA05-5031C6CAB2F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Title 4">
            <a:extLst>
              <a:ext uri="{FF2B5EF4-FFF2-40B4-BE49-F238E27FC236}">
                <a16:creationId xmlns:a16="http://schemas.microsoft.com/office/drawing/2014/main" id="{22E59AFC-909D-1098-D672-A384B97467B1}"/>
              </a:ext>
            </a:extLst>
          </p:cNvPr>
          <p:cNvSpPr>
            <a:spLocks noGrp="1"/>
          </p:cNvSpPr>
          <p:nvPr>
            <p:ph type="title" hasCustomPrompt="1"/>
          </p:nvPr>
        </p:nvSpPr>
        <p:spPr>
          <a:xfrm>
            <a:off x="525081" y="2448062"/>
            <a:ext cx="10430257" cy="1015663"/>
          </a:xfrm>
        </p:spPr>
        <p:txBody>
          <a:bodyPr anchor="b" anchorCtr="0"/>
          <a:lstStyle>
            <a:lvl1pPr>
              <a:defRPr sz="6600" spc="-100" baseline="0">
                <a:latin typeface="+mn-lt"/>
              </a:defRPr>
            </a:lvl1pPr>
          </a:lstStyle>
          <a:p>
            <a:r>
              <a:rPr lang="en-US"/>
              <a:t>Big headline</a:t>
            </a:r>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586390" y="4278313"/>
            <a:ext cx="471268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7477A8E4-EDF0-DDB3-8098-28D44E2342D6}"/>
              </a:ext>
            </a:extLst>
          </p:cNvPr>
          <p:cNvSpPr>
            <a:spLocks noGrp="1"/>
          </p:cNvSpPr>
          <p:nvPr>
            <p:ph type="body" sz="quarter" idx="16"/>
          </p:nvPr>
        </p:nvSpPr>
        <p:spPr>
          <a:xfrm>
            <a:off x="6246410" y="4278313"/>
            <a:ext cx="3765954"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A750801D-F318-C32F-F1A8-2EB08A5D12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965201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91.xml><?xml version="1.0" encoding="utf-8"?>
<p:sldLayout xmlns:a="http://schemas.openxmlformats.org/drawingml/2006/main" xmlns:r="http://schemas.openxmlformats.org/officeDocument/2006/relationships" xmlns:p="http://schemas.openxmlformats.org/presentationml/2006/main" preserve="1" userDrawn="1">
  <p:cSld name="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1347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11013474"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F16CAC6C-E57B-D312-6754-C68FA11C55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72326342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92.xml><?xml version="1.0" encoding="utf-8"?>
<p:sldLayout xmlns:a="http://schemas.openxmlformats.org/drawingml/2006/main" xmlns:r="http://schemas.openxmlformats.org/officeDocument/2006/relationships" xmlns:p="http://schemas.openxmlformats.org/presentationml/2006/main" preserve="1" userDrawn="1">
  <p:cSld name="Title and sub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11011601"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Text Placeholder 11">
            <a:extLst>
              <a:ext uri="{FF2B5EF4-FFF2-40B4-BE49-F238E27FC236}">
                <a16:creationId xmlns:a16="http://schemas.microsoft.com/office/drawing/2014/main" id="{CA4E92E8-A50E-5AB4-8891-983AC58DB6A9}"/>
              </a:ext>
            </a:extLst>
          </p:cNvPr>
          <p:cNvSpPr>
            <a:spLocks noGrp="1"/>
          </p:cNvSpPr>
          <p:nvPr>
            <p:ph type="body" sz="quarter" idx="17"/>
          </p:nvPr>
        </p:nvSpPr>
        <p:spPr>
          <a:xfrm>
            <a:off x="584199" y="1386766"/>
            <a:ext cx="1101160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95224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93.xml><?xml version="1.0" encoding="utf-8"?>
<p:sldLayout xmlns:a="http://schemas.openxmlformats.org/drawingml/2006/main" xmlns:r="http://schemas.openxmlformats.org/officeDocument/2006/relationships" xmlns:p="http://schemas.openxmlformats.org/presentationml/2006/main" preserve="1" userDrawn="1">
  <p:cSld name="1_1-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8189027"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Text Placeholder 11">
            <a:extLst>
              <a:ext uri="{FF2B5EF4-FFF2-40B4-BE49-F238E27FC236}">
                <a16:creationId xmlns:a16="http://schemas.microsoft.com/office/drawing/2014/main" id="{A790AA64-2857-089A-38D7-2F214254E968}"/>
              </a:ext>
            </a:extLst>
          </p:cNvPr>
          <p:cNvSpPr>
            <a:spLocks noGrp="1"/>
          </p:cNvSpPr>
          <p:nvPr>
            <p:ph type="body" sz="quarter" idx="17"/>
          </p:nvPr>
        </p:nvSpPr>
        <p:spPr>
          <a:xfrm>
            <a:off x="584200" y="1594155"/>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55AAAF14-6312-27D6-344A-FC49DD3F1116}"/>
              </a:ext>
            </a:extLst>
          </p:cNvPr>
          <p:cNvSpPr>
            <a:spLocks noGrp="1"/>
          </p:cNvSpPr>
          <p:nvPr>
            <p:ph type="body" sz="quarter" idx="15"/>
          </p:nvPr>
        </p:nvSpPr>
        <p:spPr>
          <a:xfrm>
            <a:off x="586390" y="2085764"/>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4340E81D-820D-EB95-DECF-8E23BA57E5B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25886540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94.xml><?xml version="1.0" encoding="utf-8"?>
<p:sldLayout xmlns:a="http://schemas.openxmlformats.org/drawingml/2006/main" xmlns:r="http://schemas.openxmlformats.org/officeDocument/2006/relationships" xmlns:p="http://schemas.openxmlformats.org/presentationml/2006/main" preserve="1" userDrawn="1">
  <p:cSld name="2-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2" name="Text Placeholder 3">
            <a:extLst>
              <a:ext uri="{FF2B5EF4-FFF2-40B4-BE49-F238E27FC236}">
                <a16:creationId xmlns:a16="http://schemas.microsoft.com/office/drawing/2014/main" id="{53CBC165-170D-08C9-3B02-A3330AE9A5C6}"/>
              </a:ext>
            </a:extLst>
          </p:cNvPr>
          <p:cNvSpPr>
            <a:spLocks noGrp="1"/>
          </p:cNvSpPr>
          <p:nvPr>
            <p:ph type="body" sz="quarter" idx="15"/>
          </p:nvPr>
        </p:nvSpPr>
        <p:spPr>
          <a:xfrm>
            <a:off x="586390" y="1591056"/>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3">
            <a:extLst>
              <a:ext uri="{FF2B5EF4-FFF2-40B4-BE49-F238E27FC236}">
                <a16:creationId xmlns:a16="http://schemas.microsoft.com/office/drawing/2014/main" id="{7382E19E-C6C9-5DF7-1994-AFE741475188}"/>
              </a:ext>
            </a:extLst>
          </p:cNvPr>
          <p:cNvSpPr>
            <a:spLocks noGrp="1"/>
          </p:cNvSpPr>
          <p:nvPr>
            <p:ph type="body" sz="quarter" idx="20"/>
          </p:nvPr>
        </p:nvSpPr>
        <p:spPr>
          <a:xfrm>
            <a:off x="6253664" y="1591056"/>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74C53E4F-2958-0FC0-1745-B9DBECE7AEA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564391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95.xml><?xml version="1.0" encoding="utf-8"?>
<p:sldLayout xmlns:a="http://schemas.openxmlformats.org/drawingml/2006/main" xmlns:r="http://schemas.openxmlformats.org/officeDocument/2006/relationships" xmlns:p="http://schemas.openxmlformats.org/presentationml/2006/main" preserve="1" userDrawn="1">
  <p:cSld name="2-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7" name="Text Placeholder 11">
            <a:extLst>
              <a:ext uri="{FF2B5EF4-FFF2-40B4-BE49-F238E27FC236}">
                <a16:creationId xmlns:a16="http://schemas.microsoft.com/office/drawing/2014/main" id="{B99DE518-C598-A940-A59E-AD0A05432BA4}"/>
              </a:ext>
            </a:extLst>
          </p:cNvPr>
          <p:cNvSpPr>
            <a:spLocks noGrp="1"/>
          </p:cNvSpPr>
          <p:nvPr>
            <p:ph type="body" sz="quarter" idx="16"/>
          </p:nvPr>
        </p:nvSpPr>
        <p:spPr>
          <a:xfrm>
            <a:off x="58420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24E25ABE-71E1-BA48-6C8C-383755934901}"/>
              </a:ext>
            </a:extLst>
          </p:cNvPr>
          <p:cNvSpPr>
            <a:spLocks noGrp="1"/>
          </p:cNvSpPr>
          <p:nvPr>
            <p:ph type="body" sz="quarter" idx="15"/>
          </p:nvPr>
        </p:nvSpPr>
        <p:spPr>
          <a:xfrm>
            <a:off x="586390" y="2085764"/>
            <a:ext cx="5217510"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11">
            <a:extLst>
              <a:ext uri="{FF2B5EF4-FFF2-40B4-BE49-F238E27FC236}">
                <a16:creationId xmlns:a16="http://schemas.microsoft.com/office/drawing/2014/main" id="{1B7E7F6E-4D9D-5F8C-A5F0-526CA973BE99}"/>
              </a:ext>
            </a:extLst>
          </p:cNvPr>
          <p:cNvSpPr>
            <a:spLocks noGrp="1"/>
          </p:cNvSpPr>
          <p:nvPr>
            <p:ph type="body" sz="quarter" idx="19"/>
          </p:nvPr>
        </p:nvSpPr>
        <p:spPr>
          <a:xfrm>
            <a:off x="6244220" y="1594155"/>
            <a:ext cx="5219700"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37DAE155-2008-5357-51E8-E6B1FA7558C2}"/>
              </a:ext>
            </a:extLst>
          </p:cNvPr>
          <p:cNvSpPr>
            <a:spLocks noGrp="1"/>
          </p:cNvSpPr>
          <p:nvPr>
            <p:ph type="body" sz="quarter" idx="20"/>
          </p:nvPr>
        </p:nvSpPr>
        <p:spPr>
          <a:xfrm>
            <a:off x="6253664" y="2085764"/>
            <a:ext cx="5187106"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5" name="Footer Placeholder 10">
            <a:extLst>
              <a:ext uri="{FF2B5EF4-FFF2-40B4-BE49-F238E27FC236}">
                <a16:creationId xmlns:a16="http://schemas.microsoft.com/office/drawing/2014/main" id="{0B703353-C9ED-0F6F-D7CB-28042BD0536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6508173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8">
          <p15:clr>
            <a:srgbClr val="954F72"/>
          </p15:clr>
        </p15:guide>
        <p15:guide id="9" pos="2150">
          <p15:clr>
            <a:srgbClr val="954F72"/>
          </p15:clr>
        </p15:guide>
        <p15:guide id="10" pos="2544">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96.xml><?xml version="1.0" encoding="utf-8"?>
<p:sldLayout xmlns:a="http://schemas.openxmlformats.org/drawingml/2006/main" xmlns:r="http://schemas.openxmlformats.org/officeDocument/2006/relationships" xmlns:p="http://schemas.openxmlformats.org/presentationml/2006/main" preserve="1" userDrawn="1">
  <p:cSld name="3-column_Tex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F940B0D9-7832-B819-D230-4F210761A29F}"/>
              </a:ext>
            </a:extLst>
          </p:cNvPr>
          <p:cNvSpPr>
            <a:spLocks noGrp="1"/>
          </p:cNvSpPr>
          <p:nvPr>
            <p:ph type="body" sz="quarter" idx="15"/>
          </p:nvPr>
        </p:nvSpPr>
        <p:spPr>
          <a:xfrm>
            <a:off x="5863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Text Placeholder 3">
            <a:extLst>
              <a:ext uri="{FF2B5EF4-FFF2-40B4-BE49-F238E27FC236}">
                <a16:creationId xmlns:a16="http://schemas.microsoft.com/office/drawing/2014/main" id="{C0D492BA-29A5-F31A-7F93-39ADE3E5EDA1}"/>
              </a:ext>
            </a:extLst>
          </p:cNvPr>
          <p:cNvSpPr>
            <a:spLocks noGrp="1"/>
          </p:cNvSpPr>
          <p:nvPr>
            <p:ph type="body" sz="quarter" idx="16"/>
          </p:nvPr>
        </p:nvSpPr>
        <p:spPr>
          <a:xfrm>
            <a:off x="4362862"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0" name="Text Placeholder 3">
            <a:extLst>
              <a:ext uri="{FF2B5EF4-FFF2-40B4-BE49-F238E27FC236}">
                <a16:creationId xmlns:a16="http://schemas.microsoft.com/office/drawing/2014/main" id="{36EDCFC9-DB25-88C3-92DA-E2554C14A27E}"/>
              </a:ext>
            </a:extLst>
          </p:cNvPr>
          <p:cNvSpPr>
            <a:spLocks noGrp="1"/>
          </p:cNvSpPr>
          <p:nvPr>
            <p:ph type="body" sz="quarter" idx="17"/>
          </p:nvPr>
        </p:nvSpPr>
        <p:spPr>
          <a:xfrm>
            <a:off x="8130190" y="1591310"/>
            <a:ext cx="34791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6" name="Footer Placeholder 10">
            <a:extLst>
              <a:ext uri="{FF2B5EF4-FFF2-40B4-BE49-F238E27FC236}">
                <a16:creationId xmlns:a16="http://schemas.microsoft.com/office/drawing/2014/main" id="{6EDDB5AC-BBCB-7CEB-9BCA-27715FCAD14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15104689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97.xml><?xml version="1.0" encoding="utf-8"?>
<p:sldLayout xmlns:a="http://schemas.openxmlformats.org/drawingml/2006/main" xmlns:r="http://schemas.openxmlformats.org/officeDocument/2006/relationships" xmlns:p="http://schemas.openxmlformats.org/presentationml/2006/main" preserve="1" userDrawn="1">
  <p:cSld name="3-column_Text_with Subhead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2286000"/>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471652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898.xml><?xml version="1.0" encoding="utf-8"?>
<p:sldLayout xmlns:a="http://schemas.openxmlformats.org/drawingml/2006/main" xmlns:r="http://schemas.openxmlformats.org/officeDocument/2006/relationships" xmlns:p="http://schemas.openxmlformats.org/presentationml/2006/main" preserve="1" userDrawn="1">
  <p:cSld name="3-column_Text_with Subheads-Ic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407846"/>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099691"/>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0355855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2988">
          <p15:clr>
            <a:srgbClr val="FBAE40"/>
          </p15:clr>
        </p15:guide>
        <p15:guide id="42" pos="5352">
          <p15:clr>
            <a:srgbClr val="FBAE40"/>
          </p15:clr>
        </p15:guide>
        <p15:guide id="43" orient="horz" pos="1085">
          <p15:clr>
            <a:srgbClr val="FBAE40"/>
          </p15:clr>
        </p15:guide>
      </p15:sldGuideLst>
    </p:ext>
  </p:extLst>
</p:sldLayout>
</file>

<file path=ppt/slideLayouts/slideLayout1899.xml><?xml version="1.0" encoding="utf-8"?>
<p:sldLayout xmlns:a="http://schemas.openxmlformats.org/drawingml/2006/main" xmlns:r="http://schemas.openxmlformats.org/officeDocument/2006/relationships" xmlns:p="http://schemas.openxmlformats.org/presentationml/2006/main" preserve="1" userDrawn="1">
  <p:cSld name="2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4" name="Text Placeholder 3">
            <a:extLst>
              <a:ext uri="{FF2B5EF4-FFF2-40B4-BE49-F238E27FC236}">
                <a16:creationId xmlns:a16="http://schemas.microsoft.com/office/drawing/2014/main" id="{CDA52B45-289B-E4AF-9D79-083305995111}"/>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46867567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1900.xml><?xml version="1.0" encoding="utf-8"?>
<p:sldLayout xmlns:a="http://schemas.openxmlformats.org/drawingml/2006/main" xmlns:r="http://schemas.openxmlformats.org/officeDocument/2006/relationships" xmlns:p="http://schemas.openxmlformats.org/presentationml/2006/main" preserve="1" userDrawn="1">
  <p:cSld name="3_3-column_Text_with Subheads-Icons">
    <p:bg>
      <p:bgRef idx="1001">
        <a:schemeClr val="bg1"/>
      </p:bgRef>
    </p:bg>
    <p:spTree>
      <p:nvGrpSpPr>
        <p:cNvPr id="1" name=""/>
        <p:cNvGrpSpPr/>
        <p:nvPr/>
      </p:nvGrpSpPr>
      <p:grpSpPr>
        <a:xfrm>
          <a:off x="0" y="0"/>
          <a:ext cx="0" cy="0"/>
          <a:chOff x="0" y="0"/>
          <a:chExt cx="0" cy="0"/>
        </a:xfrm>
      </p:grpSpPr>
      <p:cxnSp>
        <p:nvCxnSpPr>
          <p:cNvPr id="5" name="Straight Connector 4" descr="Microsoft Certification renewal process flow">
            <a:extLst>
              <a:ext uri="{FF2B5EF4-FFF2-40B4-BE49-F238E27FC236}">
                <a16:creationId xmlns:a16="http://schemas.microsoft.com/office/drawing/2014/main" id="{ED4FC5EF-0434-AB45-07F5-AAD2BF06D8B8}"/>
              </a:ext>
              <a:ext uri="{C183D7F6-B498-43B3-948B-1728B52AA6E4}">
                <adec:decorative xmlns:adec="http://schemas.microsoft.com/office/drawing/2017/decorative" val="0"/>
              </a:ext>
            </a:extLst>
          </p:cNvPr>
          <p:cNvCxnSpPr>
            <a:cxnSpLocks/>
          </p:cNvCxnSpPr>
          <p:nvPr userDrawn="1"/>
        </p:nvCxnSpPr>
        <p:spPr>
          <a:xfrm>
            <a:off x="1767" y="2042154"/>
            <a:ext cx="12175719" cy="0"/>
          </a:xfrm>
          <a:prstGeom prst="line">
            <a:avLst/>
          </a:prstGeom>
          <a:noFill/>
          <a:ln w="76200" cap="flat">
            <a:gradFill>
              <a:gsLst>
                <a:gs pos="0">
                  <a:srgbClr val="FF5C39"/>
                </a:gs>
                <a:gs pos="54796">
                  <a:srgbClr val="C73ECC"/>
                </a:gs>
                <a:gs pos="100000">
                  <a:srgbClr val="8DC8E8"/>
                </a:gs>
              </a:gsLst>
              <a:lin ang="21399750" scaled="1"/>
            </a:gradFill>
            <a:prstDash val="solid"/>
            <a:miter/>
          </a:ln>
        </p:spPr>
      </p:cxn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3" name="Text Placeholder 11">
            <a:extLst>
              <a:ext uri="{FF2B5EF4-FFF2-40B4-BE49-F238E27FC236}">
                <a16:creationId xmlns:a16="http://schemas.microsoft.com/office/drawing/2014/main" id="{4759A57E-BDDC-1596-6959-BA7696DE9B08}"/>
              </a:ext>
            </a:extLst>
          </p:cNvPr>
          <p:cNvSpPr>
            <a:spLocks noGrp="1"/>
          </p:cNvSpPr>
          <p:nvPr>
            <p:ph type="body" sz="quarter" idx="24"/>
          </p:nvPr>
        </p:nvSpPr>
        <p:spPr>
          <a:xfrm>
            <a:off x="8130894" y="2995283"/>
            <a:ext cx="3479071" cy="246221"/>
          </a:xfrm>
          <a:prstGeom prst="rect">
            <a:avLst/>
          </a:prstGeom>
        </p:spPr>
        <p:txBody>
          <a:bodyPr anchor="t"/>
          <a:lstStyle>
            <a:lvl1pPr marL="0" indent="0" algn="ctr">
              <a:spcBef>
                <a:spcPts val="0"/>
              </a:spcBef>
              <a:buNone/>
              <a:defRPr sz="1600">
                <a:solidFill>
                  <a:schemeClr val="tx1"/>
                </a:solidFill>
                <a:latin typeface="+mj-lt"/>
              </a:defRPr>
            </a:lvl1pPr>
          </a:lstStyle>
          <a:p>
            <a:pPr lvl="0"/>
            <a:r>
              <a:rPr lang="en-US"/>
              <a:t>Click to edit Master text styles</a:t>
            </a:r>
          </a:p>
        </p:txBody>
      </p:sp>
      <p:sp>
        <p:nvSpPr>
          <p:cNvPr id="7" name="Footer Placeholder 10">
            <a:extLst>
              <a:ext uri="{FF2B5EF4-FFF2-40B4-BE49-F238E27FC236}">
                <a16:creationId xmlns:a16="http://schemas.microsoft.com/office/drawing/2014/main" id="{B60C4C06-0136-7314-8B24-FE41EFCE149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10" name="Text Placeholder 3">
            <a:extLst>
              <a:ext uri="{FF2B5EF4-FFF2-40B4-BE49-F238E27FC236}">
                <a16:creationId xmlns:a16="http://schemas.microsoft.com/office/drawing/2014/main" id="{244C1821-6346-D755-83F0-EC5D04C1AFA5}"/>
              </a:ext>
            </a:extLst>
          </p:cNvPr>
          <p:cNvSpPr>
            <a:spLocks noGrp="1"/>
          </p:cNvSpPr>
          <p:nvPr>
            <p:ph type="body" sz="quarter" idx="15"/>
          </p:nvPr>
        </p:nvSpPr>
        <p:spPr>
          <a:xfrm>
            <a:off x="586390"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Text Placeholder 3">
            <a:extLst>
              <a:ext uri="{FF2B5EF4-FFF2-40B4-BE49-F238E27FC236}">
                <a16:creationId xmlns:a16="http://schemas.microsoft.com/office/drawing/2014/main" id="{AE8BC1E6-3311-A73F-871A-923C49C012F0}"/>
              </a:ext>
            </a:extLst>
          </p:cNvPr>
          <p:cNvSpPr>
            <a:spLocks noGrp="1"/>
          </p:cNvSpPr>
          <p:nvPr>
            <p:ph type="body" sz="quarter" idx="23"/>
          </p:nvPr>
        </p:nvSpPr>
        <p:spPr>
          <a:xfrm>
            <a:off x="4359737"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Text Placeholder 3">
            <a:extLst>
              <a:ext uri="{FF2B5EF4-FFF2-40B4-BE49-F238E27FC236}">
                <a16:creationId xmlns:a16="http://schemas.microsoft.com/office/drawing/2014/main" id="{888C01D0-23FB-7438-A9BF-8E99080C98BE}"/>
              </a:ext>
            </a:extLst>
          </p:cNvPr>
          <p:cNvSpPr>
            <a:spLocks noGrp="1"/>
          </p:cNvSpPr>
          <p:nvPr>
            <p:ph type="body" sz="quarter" idx="25"/>
          </p:nvPr>
        </p:nvSpPr>
        <p:spPr>
          <a:xfrm>
            <a:off x="8133084" y="3616497"/>
            <a:ext cx="3477611" cy="246221"/>
          </a:xfrm>
          <a:prstGeom prst="rect">
            <a:avLst/>
          </a:prstGeom>
        </p:spPr>
        <p:txBody>
          <a:bodyPr wrap="square">
            <a:spAutoFit/>
          </a:bodyPr>
          <a:lstStyle>
            <a:lvl1pPr marL="0" indent="0" algn="ctr">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3589130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92">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1464">
          <p15:clr>
            <a:srgbClr val="954F72"/>
          </p15:clr>
        </p15:guide>
        <p15:guide id="16" pos="4344">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guide id="40" pos="609">
          <p15:clr>
            <a:srgbClr val="FBAE40"/>
          </p15:clr>
        </p15:guide>
        <p15:guide id="41" pos="3840">
          <p15:clr>
            <a:srgbClr val="FBAE40"/>
          </p15:clr>
        </p15:guide>
        <p15:guide id="42" pos="6216">
          <p15:clr>
            <a:srgbClr val="FBAE40"/>
          </p15:clr>
        </p15:guide>
        <p15:guide id="43" orient="horz" pos="1284">
          <p15:clr>
            <a:srgbClr val="FBAE40"/>
          </p15:clr>
        </p15:guide>
        <p15:guide id="44" pos="3940">
          <p15:clr>
            <a:srgbClr val="FBAE40"/>
          </p15:clr>
        </p15:guide>
        <p15:guide id="45" orient="horz" pos="2160">
          <p15:clr>
            <a:srgbClr val="FBAE40"/>
          </p15:clr>
        </p15:guide>
      </p15:sldGuideLst>
    </p:ext>
  </p:extLst>
</p:sldLayout>
</file>

<file path=ppt/slideLayouts/slideLayout1901.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D54F7E24-0716-000F-A23E-D45713ECDD7E}"/>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 name="Title 1">
            <a:extLst>
              <a:ext uri="{FF2B5EF4-FFF2-40B4-BE49-F238E27FC236}">
                <a16:creationId xmlns:a16="http://schemas.microsoft.com/office/drawing/2014/main" id="{64830DA7-1CDF-18F6-E151-AAB776959AA8}"/>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BC534918-4E28-3067-DE75-AAF487EA482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27744721"/>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902.xml><?xml version="1.0" encoding="utf-8"?>
<p:sldLayout xmlns:a="http://schemas.openxmlformats.org/drawingml/2006/main" xmlns:r="http://schemas.openxmlformats.org/officeDocument/2006/relationships" xmlns:p="http://schemas.openxmlformats.org/presentationml/2006/main" preserve="1" userDrawn="1">
  <p:cSld name="Top horizontal photo">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367F0464-FA9D-1DC7-827A-17DF799B90E9}"/>
              </a:ext>
            </a:extLst>
          </p:cNvPr>
          <p:cNvSpPr>
            <a:spLocks noGrp="1"/>
          </p:cNvSpPr>
          <p:nvPr>
            <p:ph type="body" sz="quarter" idx="15"/>
          </p:nvPr>
        </p:nvSpPr>
        <p:spPr>
          <a:xfrm>
            <a:off x="586390" y="4978881"/>
            <a:ext cx="5217510"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Text Placeholder 3">
            <a:extLst>
              <a:ext uri="{FF2B5EF4-FFF2-40B4-BE49-F238E27FC236}">
                <a16:creationId xmlns:a16="http://schemas.microsoft.com/office/drawing/2014/main" id="{51FB34ED-A66E-89F2-95F6-C0038B49554C}"/>
              </a:ext>
            </a:extLst>
          </p:cNvPr>
          <p:cNvSpPr>
            <a:spLocks noGrp="1"/>
          </p:cNvSpPr>
          <p:nvPr>
            <p:ph type="body" sz="quarter" idx="20"/>
          </p:nvPr>
        </p:nvSpPr>
        <p:spPr>
          <a:xfrm>
            <a:off x="6253664" y="4978881"/>
            <a:ext cx="5187106"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74320" indent="-137160">
              <a:spcAft>
                <a:spcPts val="0"/>
              </a:spcAft>
              <a:buFont typeface="Arial" panose="020B0604020202020204" pitchFamily="34" charset="0"/>
              <a:buChar char="•"/>
              <a:defRPr>
                <a:solidFill>
                  <a:schemeClr val="tx1"/>
                </a:solidFill>
              </a:defRPr>
            </a:lvl2pPr>
            <a:lvl3pPr marL="411480" indent="-137160">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Picture Placeholder" descr="This photo is a 'placeholder' only. Drag or drop your photo here, or click and tap the center to insert a photo.">
            <a:extLst>
              <a:ext uri="{FF2B5EF4-FFF2-40B4-BE49-F238E27FC236}">
                <a16:creationId xmlns:a16="http://schemas.microsoft.com/office/drawing/2014/main" id="{E6FC6DD5-F717-45AB-C65A-E483E17C4FEC}"/>
              </a:ext>
            </a:extLst>
          </p:cNvPr>
          <p:cNvSpPr>
            <a:spLocks noGrp="1"/>
          </p:cNvSpPr>
          <p:nvPr>
            <p:ph type="pic" sz="quarter" idx="21" hasCustomPrompt="1"/>
          </p:nvPr>
        </p:nvSpPr>
        <p:spPr bwMode="ltGray">
          <a:xfrm>
            <a:off x="0" y="0"/>
            <a:ext cx="12192000" cy="45974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Footer Placeholder 10">
            <a:extLst>
              <a:ext uri="{FF2B5EF4-FFF2-40B4-BE49-F238E27FC236}">
                <a16:creationId xmlns:a16="http://schemas.microsoft.com/office/drawing/2014/main" id="{714A3419-0299-D6E2-EAEC-B759C421A756}"/>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643621746"/>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903.xml><?xml version="1.0" encoding="utf-8"?>
<p:sldLayout xmlns:a="http://schemas.openxmlformats.org/drawingml/2006/main" xmlns:r="http://schemas.openxmlformats.org/officeDocument/2006/relationships" xmlns:p="http://schemas.openxmlformats.org/presentationml/2006/main" preserve="1" userDrawn="1">
  <p:cSld name="Top horizontal photo, subheads, and title">
    <p:spTree>
      <p:nvGrpSpPr>
        <p:cNvPr id="1" name=""/>
        <p:cNvGrpSpPr/>
        <p:nvPr/>
      </p:nvGrpSpPr>
      <p:grpSpPr>
        <a:xfrm>
          <a:off x="0" y="0"/>
          <a:ext cx="0" cy="0"/>
          <a:chOff x="0" y="0"/>
          <a:chExt cx="0" cy="0"/>
        </a:xfrm>
      </p:grpSpPr>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Title 1">
            <a:extLst>
              <a:ext uri="{FF2B5EF4-FFF2-40B4-BE49-F238E27FC236}">
                <a16:creationId xmlns:a16="http://schemas.microsoft.com/office/drawing/2014/main" id="{A1F55E03-DF85-0E93-780C-71A8898D2AD4}"/>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6624839F-BBCE-45B6-246E-E8C737903DF8}"/>
              </a:ext>
            </a:extLst>
          </p:cNvPr>
          <p:cNvSpPr>
            <a:spLocks noGrp="1"/>
          </p:cNvSpPr>
          <p:nvPr>
            <p:ph type="pic" sz="quarter" idx="21" hasCustomPrompt="1"/>
          </p:nvPr>
        </p:nvSpPr>
        <p:spPr bwMode="ltGray">
          <a:xfrm>
            <a:off x="0" y="1152766"/>
            <a:ext cx="12192000" cy="3444634"/>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A87FC08B-CC69-ED5E-1E89-0FB4958D4A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77534660"/>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904.xml><?xml version="1.0" encoding="utf-8"?>
<p:sldLayout xmlns:a="http://schemas.openxmlformats.org/drawingml/2006/main" xmlns:r="http://schemas.openxmlformats.org/officeDocument/2006/relationships" xmlns:p="http://schemas.openxmlformats.org/presentationml/2006/main" preserve="1" userDrawn="1">
  <p:cSld name="Top horizontal photo and subheads">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339E0A83-7ED9-6F5C-AEC4-5B98F5388F70}"/>
              </a:ext>
            </a:extLst>
          </p:cNvPr>
          <p:cNvSpPr/>
          <p:nvPr userDrawn="1"/>
        </p:nvSpPr>
        <p:spPr bwMode="auto">
          <a:xfrm>
            <a:off x="0" y="0"/>
            <a:ext cx="12192000" cy="4572000"/>
          </a:xfrm>
          <a:prstGeom prst="rect">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Text Placeholder 11">
            <a:extLst>
              <a:ext uri="{FF2B5EF4-FFF2-40B4-BE49-F238E27FC236}">
                <a16:creationId xmlns:a16="http://schemas.microsoft.com/office/drawing/2014/main" id="{6F456F5C-E654-C0BD-30BA-55CC632F074D}"/>
              </a:ext>
            </a:extLst>
          </p:cNvPr>
          <p:cNvSpPr>
            <a:spLocks noGrp="1"/>
          </p:cNvSpPr>
          <p:nvPr>
            <p:ph type="body" sz="quarter" idx="16"/>
          </p:nvPr>
        </p:nvSpPr>
        <p:spPr>
          <a:xfrm>
            <a:off x="584199" y="4956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3" name="Text Placeholder 3">
            <a:extLst>
              <a:ext uri="{FF2B5EF4-FFF2-40B4-BE49-F238E27FC236}">
                <a16:creationId xmlns:a16="http://schemas.microsoft.com/office/drawing/2014/main" id="{AAE74A98-D9A9-7258-AB00-FA281DFC7D2F}"/>
              </a:ext>
            </a:extLst>
          </p:cNvPr>
          <p:cNvSpPr>
            <a:spLocks noGrp="1"/>
          </p:cNvSpPr>
          <p:nvPr>
            <p:ph type="body" sz="quarter" idx="15"/>
          </p:nvPr>
        </p:nvSpPr>
        <p:spPr>
          <a:xfrm>
            <a:off x="586390" y="5357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Text Placeholder 11">
            <a:extLst>
              <a:ext uri="{FF2B5EF4-FFF2-40B4-BE49-F238E27FC236}">
                <a16:creationId xmlns:a16="http://schemas.microsoft.com/office/drawing/2014/main" id="{6A2D886A-4337-E9FA-7DBB-9D84D80A3A67}"/>
              </a:ext>
            </a:extLst>
          </p:cNvPr>
          <p:cNvSpPr>
            <a:spLocks noGrp="1"/>
          </p:cNvSpPr>
          <p:nvPr>
            <p:ph type="body" sz="quarter" idx="22"/>
          </p:nvPr>
        </p:nvSpPr>
        <p:spPr>
          <a:xfrm>
            <a:off x="6243372" y="4956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41A1665-88FA-58ED-F1C0-48840A180ACD}"/>
              </a:ext>
            </a:extLst>
          </p:cNvPr>
          <p:cNvSpPr>
            <a:spLocks noGrp="1"/>
          </p:cNvSpPr>
          <p:nvPr>
            <p:ph type="body" sz="quarter" idx="33"/>
          </p:nvPr>
        </p:nvSpPr>
        <p:spPr>
          <a:xfrm>
            <a:off x="6252435" y="5357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2" name="Picture Placeholder" descr="This photo is a 'placeholder' only. Drag or drop your photo here, or click and tap the center to insert a photo.">
            <a:extLst>
              <a:ext uri="{FF2B5EF4-FFF2-40B4-BE49-F238E27FC236}">
                <a16:creationId xmlns:a16="http://schemas.microsoft.com/office/drawing/2014/main" id="{E7ADEB9F-DC30-5B40-6D59-13194450FB08}"/>
              </a:ext>
            </a:extLst>
          </p:cNvPr>
          <p:cNvSpPr>
            <a:spLocks noGrp="1"/>
          </p:cNvSpPr>
          <p:nvPr>
            <p:ph type="pic" sz="quarter" idx="21" hasCustomPrompt="1"/>
          </p:nvPr>
        </p:nvSpPr>
        <p:spPr bwMode="ltGray">
          <a:xfrm>
            <a:off x="0" y="0"/>
            <a:ext cx="12192000" cy="457200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0" name="Footer Placeholder 10">
            <a:extLst>
              <a:ext uri="{FF2B5EF4-FFF2-40B4-BE49-F238E27FC236}">
                <a16:creationId xmlns:a16="http://schemas.microsoft.com/office/drawing/2014/main" id="{0ADD2377-43F1-3C9F-D5EF-EBBBA2C54BF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077606402"/>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905.xml><?xml version="1.0" encoding="utf-8"?>
<p:sldLayout xmlns:a="http://schemas.openxmlformats.org/drawingml/2006/main" xmlns:r="http://schemas.openxmlformats.org/officeDocument/2006/relationships" xmlns:p="http://schemas.openxmlformats.org/presentationml/2006/main" userDrawn="1">
  <p:cSld name="1-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11044938"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581150"/>
            <a:ext cx="7535862" cy="4430720"/>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6" name="Text Placeholder 11">
            <a:extLst>
              <a:ext uri="{FF2B5EF4-FFF2-40B4-BE49-F238E27FC236}">
                <a16:creationId xmlns:a16="http://schemas.microsoft.com/office/drawing/2014/main" id="{BA3E60F0-F025-04E8-0E46-71699A62E435}"/>
              </a:ext>
            </a:extLst>
          </p:cNvPr>
          <p:cNvSpPr>
            <a:spLocks noGrp="1"/>
          </p:cNvSpPr>
          <p:nvPr>
            <p:ph type="body" sz="quarter" idx="16"/>
          </p:nvPr>
        </p:nvSpPr>
        <p:spPr>
          <a:xfrm>
            <a:off x="584200" y="1594155"/>
            <a:ext cx="317414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4D105096-7BC3-1383-8EE1-744002B706B2}"/>
              </a:ext>
            </a:extLst>
          </p:cNvPr>
          <p:cNvSpPr>
            <a:spLocks noGrp="1"/>
          </p:cNvSpPr>
          <p:nvPr>
            <p:ph type="body" sz="quarter" idx="15"/>
          </p:nvPr>
        </p:nvSpPr>
        <p:spPr>
          <a:xfrm>
            <a:off x="586389" y="2085764"/>
            <a:ext cx="3172811"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17149108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06.xml><?xml version="1.0" encoding="utf-8"?>
<p:sldLayout xmlns:a="http://schemas.openxmlformats.org/drawingml/2006/main" xmlns:r="http://schemas.openxmlformats.org/officeDocument/2006/relationships" xmlns:p="http://schemas.openxmlformats.org/presentationml/2006/main" preserve="1" userDrawn="1">
  <p:cSld name="1-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1" y="585216"/>
            <a:ext cx="4710689"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8" name="Text Placeholder 11">
            <a:extLst>
              <a:ext uri="{FF2B5EF4-FFF2-40B4-BE49-F238E27FC236}">
                <a16:creationId xmlns:a16="http://schemas.microsoft.com/office/drawing/2014/main" id="{4ACB92EB-B163-EB38-0156-C028F872F1C8}"/>
              </a:ext>
            </a:extLst>
          </p:cNvPr>
          <p:cNvSpPr>
            <a:spLocks noGrp="1"/>
          </p:cNvSpPr>
          <p:nvPr>
            <p:ph type="body" sz="quarter" idx="16"/>
          </p:nvPr>
        </p:nvSpPr>
        <p:spPr>
          <a:xfrm>
            <a:off x="584200" y="1594155"/>
            <a:ext cx="471466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9" name="Text Placeholder 3">
            <a:extLst>
              <a:ext uri="{FF2B5EF4-FFF2-40B4-BE49-F238E27FC236}">
                <a16:creationId xmlns:a16="http://schemas.microsoft.com/office/drawing/2014/main" id="{20190326-CB8A-9A65-714A-07CD312C349A}"/>
              </a:ext>
            </a:extLst>
          </p:cNvPr>
          <p:cNvSpPr>
            <a:spLocks noGrp="1"/>
          </p:cNvSpPr>
          <p:nvPr>
            <p:ph type="body" sz="quarter" idx="15"/>
          </p:nvPr>
        </p:nvSpPr>
        <p:spPr>
          <a:xfrm>
            <a:off x="586389" y="2085764"/>
            <a:ext cx="4712685"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7E90DBB6-E167-EFBB-7028-79615839561D}"/>
              </a:ext>
            </a:extLst>
          </p:cNvPr>
          <p:cNvSpPr>
            <a:spLocks noGrp="1"/>
          </p:cNvSpPr>
          <p:nvPr>
            <p:ph type="pic" sz="quarter" idx="19" hasCustomPrompt="1"/>
          </p:nvPr>
        </p:nvSpPr>
        <p:spPr bwMode="ltGray">
          <a:xfrm>
            <a:off x="6096000" y="0"/>
            <a:ext cx="6096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E84377F5-22E1-9D2A-A0FF-44C6FE95FA8C}"/>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699425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6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68">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07.xml><?xml version="1.0" encoding="utf-8"?>
<p:sldLayout xmlns:a="http://schemas.openxmlformats.org/drawingml/2006/main" xmlns:r="http://schemas.openxmlformats.org/officeDocument/2006/relationships" xmlns:p="http://schemas.openxmlformats.org/presentationml/2006/main" preserve="1" userDrawn="1">
  <p:cSld name="2-column_Text_with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7248356" cy="307777"/>
          </a:xfrm>
        </p:spPr>
        <p:txBody>
          <a:bodyPr/>
          <a:lstStyle>
            <a:lvl1pPr>
              <a:defRPr sz="2000" b="0" i="0">
                <a:solidFill>
                  <a:srgbClr val="001F2D"/>
                </a:solidFill>
                <a:latin typeface="+mj-lt"/>
                <a:cs typeface="Segoe UI Semibold" panose="020B0502040204020203" pitchFamily="34" charset="0"/>
              </a:defRPr>
            </a:lvl1pPr>
          </a:lstStyle>
          <a:p>
            <a:r>
              <a:rPr lang="en-US"/>
              <a:t>Click to edit Master title style</a:t>
            </a:r>
          </a:p>
        </p:txBody>
      </p:sp>
      <p:sp>
        <p:nvSpPr>
          <p:cNvPr id="11" name="Text Placeholder 11">
            <a:extLst>
              <a:ext uri="{FF2B5EF4-FFF2-40B4-BE49-F238E27FC236}">
                <a16:creationId xmlns:a16="http://schemas.microsoft.com/office/drawing/2014/main" id="{3C284B3A-DEE1-29EB-8131-8DF975DF34DC}"/>
              </a:ext>
            </a:extLst>
          </p:cNvPr>
          <p:cNvSpPr>
            <a:spLocks noGrp="1"/>
          </p:cNvSpPr>
          <p:nvPr>
            <p:ph type="body" sz="quarter" idx="16"/>
          </p:nvPr>
        </p:nvSpPr>
        <p:spPr>
          <a:xfrm>
            <a:off x="584200"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2" name="Text Placeholder 3">
            <a:extLst>
              <a:ext uri="{FF2B5EF4-FFF2-40B4-BE49-F238E27FC236}">
                <a16:creationId xmlns:a16="http://schemas.microsoft.com/office/drawing/2014/main" id="{CF3D4312-BF2B-32E8-5504-BD03D020A7F6}"/>
              </a:ext>
            </a:extLst>
          </p:cNvPr>
          <p:cNvSpPr>
            <a:spLocks noGrp="1"/>
          </p:cNvSpPr>
          <p:nvPr>
            <p:ph type="body" sz="quarter" idx="15"/>
          </p:nvPr>
        </p:nvSpPr>
        <p:spPr>
          <a:xfrm>
            <a:off x="586390"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3" name="Text Placeholder 11">
            <a:extLst>
              <a:ext uri="{FF2B5EF4-FFF2-40B4-BE49-F238E27FC236}">
                <a16:creationId xmlns:a16="http://schemas.microsoft.com/office/drawing/2014/main" id="{17AB9DF2-C697-A678-389D-BE5F6AF6F25B}"/>
              </a:ext>
            </a:extLst>
          </p:cNvPr>
          <p:cNvSpPr>
            <a:spLocks noGrp="1"/>
          </p:cNvSpPr>
          <p:nvPr>
            <p:ph type="body" sz="quarter" idx="22"/>
          </p:nvPr>
        </p:nvSpPr>
        <p:spPr>
          <a:xfrm>
            <a:off x="4357547" y="1594155"/>
            <a:ext cx="3479071"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4" name="Text Placeholder 3">
            <a:extLst>
              <a:ext uri="{FF2B5EF4-FFF2-40B4-BE49-F238E27FC236}">
                <a16:creationId xmlns:a16="http://schemas.microsoft.com/office/drawing/2014/main" id="{C8ADB951-618D-18AA-AF3F-A625B8916844}"/>
              </a:ext>
            </a:extLst>
          </p:cNvPr>
          <p:cNvSpPr>
            <a:spLocks noGrp="1"/>
          </p:cNvSpPr>
          <p:nvPr>
            <p:ph type="body" sz="quarter" idx="23"/>
          </p:nvPr>
        </p:nvSpPr>
        <p:spPr>
          <a:xfrm>
            <a:off x="4359737" y="2085764"/>
            <a:ext cx="347761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59B1DE51-5CDE-B96B-62FD-3A69CF692881}"/>
              </a:ext>
            </a:extLst>
          </p:cNvPr>
          <p:cNvSpPr>
            <a:spLocks noGrp="1"/>
          </p:cNvSpPr>
          <p:nvPr>
            <p:ph type="pic" sz="quarter" idx="19" hasCustomPrompt="1"/>
          </p:nvPr>
        </p:nvSpPr>
        <p:spPr bwMode="ltGray">
          <a:xfrm>
            <a:off x="8128000" y="0"/>
            <a:ext cx="4064000" cy="6858000"/>
          </a:xfrm>
          <a:prstGeom prst="rect">
            <a:avLst/>
          </a:prstGeom>
          <a:solidFill>
            <a:srgbClr val="F4F4F7"/>
          </a:solidFill>
        </p:spPr>
        <p:txBody>
          <a:bodyPr lIns="0" tIns="0" rIns="0" bIns="731520" anchor="ctr" anchorCtr="0">
            <a:noAutofit/>
          </a:bodyPr>
          <a:lstStyle>
            <a:lvl1pPr marL="0" indent="0" algn="ctr">
              <a:lnSpc>
                <a:spcPct val="100000"/>
              </a:lnSpc>
              <a:buNone/>
              <a:defRPr sz="12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a:p>
            <a:endParaRPr lang="en-US"/>
          </a:p>
          <a:p>
            <a:endParaRPr lang="en-US"/>
          </a:p>
        </p:txBody>
      </p:sp>
      <p:sp>
        <p:nvSpPr>
          <p:cNvPr id="6" name="Footer Placeholder 10">
            <a:extLst>
              <a:ext uri="{FF2B5EF4-FFF2-40B4-BE49-F238E27FC236}">
                <a16:creationId xmlns:a16="http://schemas.microsoft.com/office/drawing/2014/main" id="{59737277-FC4D-0B1F-1FD5-5CD35AF445C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8860518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08.xml><?xml version="1.0" encoding="utf-8"?>
<p:sldLayout xmlns:a="http://schemas.openxmlformats.org/drawingml/2006/main" xmlns:r="http://schemas.openxmlformats.org/officeDocument/2006/relationships" xmlns:p="http://schemas.openxmlformats.org/presentationml/2006/main" userDrawn="1">
  <p:cSld name="1_Two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5365752"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199" y="4575104"/>
            <a:ext cx="536442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536217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6242049" y="1591310"/>
            <a:ext cx="5357813"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6243372" y="4575104"/>
            <a:ext cx="535649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6252435" y="4976442"/>
            <a:ext cx="5357598"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999AE8AC-4BD3-270C-095A-CBDB57EBDCA9}"/>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34222982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09.xml><?xml version="1.0" encoding="utf-8"?>
<p:sldLayout xmlns:a="http://schemas.openxmlformats.org/drawingml/2006/main" xmlns:r="http://schemas.openxmlformats.org/officeDocument/2006/relationships" xmlns:p="http://schemas.openxmlformats.org/presentationml/2006/main" userDrawn="1">
  <p:cSld name="1_Three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Picture Placeholder" descr="This photo is a 'placeholder' only. Drag or drop your photo here, or click and tap the center to insert a photo.">
            <a:extLst>
              <a:ext uri="{FF2B5EF4-FFF2-40B4-BE49-F238E27FC236}">
                <a16:creationId xmlns:a16="http://schemas.microsoft.com/office/drawing/2014/main" id="{716CBF8D-4C8A-D667-58CE-C8A22C93DED8}"/>
              </a:ext>
            </a:extLst>
          </p:cNvPr>
          <p:cNvSpPr>
            <a:spLocks noGrp="1"/>
          </p:cNvSpPr>
          <p:nvPr>
            <p:ph type="pic" sz="quarter" idx="19" hasCustomPrompt="1"/>
          </p:nvPr>
        </p:nvSpPr>
        <p:spPr bwMode="ltGray">
          <a:xfrm>
            <a:off x="58420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18" name="Text Placeholder 11">
            <a:extLst>
              <a:ext uri="{FF2B5EF4-FFF2-40B4-BE49-F238E27FC236}">
                <a16:creationId xmlns:a16="http://schemas.microsoft.com/office/drawing/2014/main" id="{FF2BCABA-7928-0037-D0EF-38F1FAAC5362}"/>
              </a:ext>
            </a:extLst>
          </p:cNvPr>
          <p:cNvSpPr>
            <a:spLocks noGrp="1"/>
          </p:cNvSpPr>
          <p:nvPr>
            <p:ph type="body" sz="quarter" idx="16"/>
          </p:nvPr>
        </p:nvSpPr>
        <p:spPr>
          <a:xfrm>
            <a:off x="584200" y="4575104"/>
            <a:ext cx="3479070"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1056B6E8-083F-87EA-AD66-DF2D022A2515}"/>
              </a:ext>
            </a:extLst>
          </p:cNvPr>
          <p:cNvSpPr>
            <a:spLocks noGrp="1"/>
          </p:cNvSpPr>
          <p:nvPr>
            <p:ph type="body" sz="quarter" idx="15"/>
          </p:nvPr>
        </p:nvSpPr>
        <p:spPr>
          <a:xfrm>
            <a:off x="586390" y="4976443"/>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353560" y="1591310"/>
            <a:ext cx="3481388" cy="2687003"/>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374792" y="4575104"/>
            <a:ext cx="347689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383855" y="4976442"/>
            <a:ext cx="347761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8" name="Picture Placeholder" descr="This photo is a 'placeholder' only. Drag or drop your photo here, or click and tap the center to insert a photo.">
            <a:extLst>
              <a:ext uri="{FF2B5EF4-FFF2-40B4-BE49-F238E27FC236}">
                <a16:creationId xmlns:a16="http://schemas.microsoft.com/office/drawing/2014/main" id="{BAAE6802-21C6-E5BE-3A2D-31CF010C9EFB}"/>
              </a:ext>
            </a:extLst>
          </p:cNvPr>
          <p:cNvSpPr>
            <a:spLocks noGrp="1"/>
          </p:cNvSpPr>
          <p:nvPr>
            <p:ph type="pic" sz="quarter" idx="21" hasCustomPrompt="1"/>
          </p:nvPr>
        </p:nvSpPr>
        <p:spPr bwMode="ltGray">
          <a:xfrm>
            <a:off x="8128000" y="1591309"/>
            <a:ext cx="3486092" cy="2684159"/>
          </a:xfrm>
          <a:prstGeom prst="rect">
            <a:avLst/>
          </a:prstGeom>
          <a:solidFill>
            <a:srgbClr val="F4F4F7"/>
          </a:solidFill>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1" name="Text Placeholder 11">
            <a:extLst>
              <a:ext uri="{FF2B5EF4-FFF2-40B4-BE49-F238E27FC236}">
                <a16:creationId xmlns:a16="http://schemas.microsoft.com/office/drawing/2014/main" id="{F80D639A-857F-73A5-343B-28EC4082B8E5}"/>
              </a:ext>
            </a:extLst>
          </p:cNvPr>
          <p:cNvSpPr>
            <a:spLocks noGrp="1"/>
          </p:cNvSpPr>
          <p:nvPr>
            <p:ph type="body" sz="quarter" idx="24"/>
          </p:nvPr>
        </p:nvSpPr>
        <p:spPr>
          <a:xfrm>
            <a:off x="8133626" y="4571913"/>
            <a:ext cx="3485371" cy="187857"/>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5712E1C1-EE18-EA11-6D06-673117B00DCD}"/>
              </a:ext>
            </a:extLst>
          </p:cNvPr>
          <p:cNvSpPr>
            <a:spLocks noGrp="1"/>
          </p:cNvSpPr>
          <p:nvPr>
            <p:ph type="body" sz="quarter" idx="34"/>
          </p:nvPr>
        </p:nvSpPr>
        <p:spPr>
          <a:xfrm>
            <a:off x="8128000" y="4973784"/>
            <a:ext cx="3486092" cy="156547"/>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8BE8869C-5952-747A-C0D5-069DD40B2407}"/>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31873531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10.xml><?xml version="1.0" encoding="utf-8"?>
<p:sldLayout xmlns:a="http://schemas.openxmlformats.org/drawingml/2006/main" xmlns:r="http://schemas.openxmlformats.org/officeDocument/2006/relationships" xmlns:p="http://schemas.openxmlformats.org/presentationml/2006/main" userDrawn="1">
  <p:cSld name="1_Four photos_with Captions">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Picture Placeholder" descr="This photo is a 'placeholder' only. Drag or drop your photo here, or click and tap the center to insert a photo.">
            <a:extLst>
              <a:ext uri="{FF2B5EF4-FFF2-40B4-BE49-F238E27FC236}">
                <a16:creationId xmlns:a16="http://schemas.microsoft.com/office/drawing/2014/main" id="{4C58661F-95C1-B4E4-0A23-B8DF22E7890D}"/>
              </a:ext>
            </a:extLst>
          </p:cNvPr>
          <p:cNvSpPr>
            <a:spLocks noGrp="1"/>
          </p:cNvSpPr>
          <p:nvPr>
            <p:ph type="pic" sz="quarter" idx="19"/>
          </p:nvPr>
        </p:nvSpPr>
        <p:spPr bwMode="ltGray">
          <a:xfrm>
            <a:off x="5842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8" name="Text Placeholder 11">
            <a:extLst>
              <a:ext uri="{FF2B5EF4-FFF2-40B4-BE49-F238E27FC236}">
                <a16:creationId xmlns:a16="http://schemas.microsoft.com/office/drawing/2014/main" id="{10B31DB7-7E61-84AD-6FD2-E7035923C566}"/>
              </a:ext>
            </a:extLst>
          </p:cNvPr>
          <p:cNvSpPr>
            <a:spLocks noGrp="1"/>
          </p:cNvSpPr>
          <p:nvPr>
            <p:ph type="body" sz="quarter" idx="16"/>
          </p:nvPr>
        </p:nvSpPr>
        <p:spPr>
          <a:xfrm>
            <a:off x="584200" y="4575104"/>
            <a:ext cx="2535699"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10" name="Text Placeholder 3">
            <a:extLst>
              <a:ext uri="{FF2B5EF4-FFF2-40B4-BE49-F238E27FC236}">
                <a16:creationId xmlns:a16="http://schemas.microsoft.com/office/drawing/2014/main" id="{EC05A197-25AD-0D46-72B3-478F9182C5B6}"/>
              </a:ext>
            </a:extLst>
          </p:cNvPr>
          <p:cNvSpPr>
            <a:spLocks noGrp="1"/>
          </p:cNvSpPr>
          <p:nvPr>
            <p:ph type="body" sz="quarter" idx="15"/>
          </p:nvPr>
        </p:nvSpPr>
        <p:spPr>
          <a:xfrm>
            <a:off x="586390"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FDC00AC3-107E-A09F-8DF5-09CDA496E0EE}"/>
              </a:ext>
            </a:extLst>
          </p:cNvPr>
          <p:cNvSpPr>
            <a:spLocks noGrp="1"/>
          </p:cNvSpPr>
          <p:nvPr>
            <p:ph type="pic" sz="quarter" idx="29"/>
          </p:nvPr>
        </p:nvSpPr>
        <p:spPr bwMode="ltGray">
          <a:xfrm>
            <a:off x="34290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1" name="Text Placeholder 11">
            <a:extLst>
              <a:ext uri="{FF2B5EF4-FFF2-40B4-BE49-F238E27FC236}">
                <a16:creationId xmlns:a16="http://schemas.microsoft.com/office/drawing/2014/main" id="{5E8CE4D2-B387-0A2B-B7D1-7F14B8920487}"/>
              </a:ext>
            </a:extLst>
          </p:cNvPr>
          <p:cNvSpPr>
            <a:spLocks noGrp="1"/>
          </p:cNvSpPr>
          <p:nvPr>
            <p:ph type="body" sz="quarter" idx="22"/>
          </p:nvPr>
        </p:nvSpPr>
        <p:spPr>
          <a:xfrm>
            <a:off x="3413125"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2" name="Text Placeholder 3">
            <a:extLst>
              <a:ext uri="{FF2B5EF4-FFF2-40B4-BE49-F238E27FC236}">
                <a16:creationId xmlns:a16="http://schemas.microsoft.com/office/drawing/2014/main" id="{A6618941-6CC1-7AAC-4FE2-94D7D46F7971}"/>
              </a:ext>
            </a:extLst>
          </p:cNvPr>
          <p:cNvSpPr>
            <a:spLocks noGrp="1"/>
          </p:cNvSpPr>
          <p:nvPr>
            <p:ph type="body" sz="quarter" idx="33"/>
          </p:nvPr>
        </p:nvSpPr>
        <p:spPr>
          <a:xfrm>
            <a:off x="342218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DA62A022-68CB-A937-A489-4F6F1B7467B9}"/>
              </a:ext>
            </a:extLst>
          </p:cNvPr>
          <p:cNvSpPr>
            <a:spLocks noGrp="1"/>
          </p:cNvSpPr>
          <p:nvPr>
            <p:ph type="pic" sz="quarter" idx="30"/>
          </p:nvPr>
        </p:nvSpPr>
        <p:spPr bwMode="ltGray">
          <a:xfrm>
            <a:off x="62484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18" name="Text Placeholder 11">
            <a:extLst>
              <a:ext uri="{FF2B5EF4-FFF2-40B4-BE49-F238E27FC236}">
                <a16:creationId xmlns:a16="http://schemas.microsoft.com/office/drawing/2014/main" id="{F7F06D45-B145-3780-49F6-BE617DDBDE41}"/>
              </a:ext>
            </a:extLst>
          </p:cNvPr>
          <p:cNvSpPr>
            <a:spLocks noGrp="1"/>
          </p:cNvSpPr>
          <p:nvPr>
            <p:ph type="body" sz="quarter" idx="24"/>
          </p:nvPr>
        </p:nvSpPr>
        <p:spPr>
          <a:xfrm>
            <a:off x="6240462"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8B0B40D6-1117-8B24-4089-BB3CEF4DAF3E}"/>
              </a:ext>
            </a:extLst>
          </p:cNvPr>
          <p:cNvSpPr>
            <a:spLocks noGrp="1"/>
          </p:cNvSpPr>
          <p:nvPr>
            <p:ph type="body" sz="quarter" idx="34"/>
          </p:nvPr>
        </p:nvSpPr>
        <p:spPr>
          <a:xfrm>
            <a:off x="6234836"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341013BA-5459-4F89-B59D-0ADC194876D5}"/>
              </a:ext>
            </a:extLst>
          </p:cNvPr>
          <p:cNvSpPr>
            <a:spLocks noGrp="1"/>
          </p:cNvSpPr>
          <p:nvPr>
            <p:ph type="pic" sz="quarter" idx="31"/>
          </p:nvPr>
        </p:nvSpPr>
        <p:spPr bwMode="ltGray">
          <a:xfrm>
            <a:off x="9067800" y="2284412"/>
            <a:ext cx="2538413" cy="1997075"/>
          </a:xfrm>
          <a:prstGeom prst="rect">
            <a:avLst/>
          </a:prstGeom>
          <a:solidFill>
            <a:srgbClr val="F4F4F7"/>
          </a:solidFill>
        </p:spPr>
        <p:txBody>
          <a:bodyPr lIns="0" tIns="0" rIns="0" bIns="731520" anchor="ctr" anchorCtr="0">
            <a:noAutofit/>
          </a:bodyPr>
          <a:lstStyle>
            <a:lvl1pPr marL="0" indent="0" algn="ctr">
              <a:lnSpc>
                <a:spcPct val="100000"/>
              </a:lnSpc>
              <a:buNone/>
              <a:defRPr sz="1000" b="1">
                <a:solidFill>
                  <a:srgbClr val="000000"/>
                </a:solidFill>
                <a:latin typeface="+mn-lt"/>
                <a:cs typeface="Segoe UI" panose="020B0502040204020203" pitchFamily="34" charset="0"/>
              </a:defRPr>
            </a:lvl1pPr>
          </a:lstStyle>
          <a:p>
            <a:r>
              <a:rPr lang="en-US"/>
              <a:t>Click icon to add picture</a:t>
            </a:r>
          </a:p>
        </p:txBody>
      </p:sp>
      <p:sp>
        <p:nvSpPr>
          <p:cNvPr id="20" name="Text Placeholder 11">
            <a:extLst>
              <a:ext uri="{FF2B5EF4-FFF2-40B4-BE49-F238E27FC236}">
                <a16:creationId xmlns:a16="http://schemas.microsoft.com/office/drawing/2014/main" id="{9C586E8F-D3A3-C215-76A4-E3A03A5104EB}"/>
              </a:ext>
            </a:extLst>
          </p:cNvPr>
          <p:cNvSpPr>
            <a:spLocks noGrp="1"/>
          </p:cNvSpPr>
          <p:nvPr>
            <p:ph type="body" sz="quarter" idx="26"/>
          </p:nvPr>
        </p:nvSpPr>
        <p:spPr>
          <a:xfrm>
            <a:off x="9076259" y="4575104"/>
            <a:ext cx="2534111"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4" name="Text Placeholder 3">
            <a:extLst>
              <a:ext uri="{FF2B5EF4-FFF2-40B4-BE49-F238E27FC236}">
                <a16:creationId xmlns:a16="http://schemas.microsoft.com/office/drawing/2014/main" id="{311900E2-1D2D-6D0A-7E29-8FAEA637B2C7}"/>
              </a:ext>
            </a:extLst>
          </p:cNvPr>
          <p:cNvSpPr>
            <a:spLocks noGrp="1"/>
          </p:cNvSpPr>
          <p:nvPr>
            <p:ph type="body" sz="quarter" idx="35"/>
          </p:nvPr>
        </p:nvSpPr>
        <p:spPr>
          <a:xfrm>
            <a:off x="9082208" y="4976443"/>
            <a:ext cx="2534635"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Footer Placeholder 10">
            <a:extLst>
              <a:ext uri="{FF2B5EF4-FFF2-40B4-BE49-F238E27FC236}">
                <a16:creationId xmlns:a16="http://schemas.microsoft.com/office/drawing/2014/main" id="{59C58CD9-BE7F-91A5-A489-7701C46FA8E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3442097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11.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43561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6" name="Rectangle: Single Corner Rounded 5">
            <a:extLst>
              <a:ext uri="{FF2B5EF4-FFF2-40B4-BE49-F238E27FC236}">
                <a16:creationId xmlns:a16="http://schemas.microsoft.com/office/drawing/2014/main" id="{A02CAEB8-26C8-4DCC-A205-1958858BB2CA}"/>
              </a:ext>
              <a:ext uri="{C183D7F6-B498-43B3-948B-1728B52AA6E4}">
                <adec:decorative xmlns:adec="http://schemas.microsoft.com/office/drawing/2017/decorative" val="1"/>
              </a:ext>
            </a:extLst>
          </p:cNvPr>
          <p:cNvSpPr/>
          <p:nvPr userDrawn="1"/>
        </p:nvSpPr>
        <p:spPr bwMode="auto">
          <a:xfrm>
            <a:off x="-1" y="1913466"/>
            <a:ext cx="3121026" cy="4944533"/>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 name="Text Placeholder 11">
            <a:extLst>
              <a:ext uri="{FF2B5EF4-FFF2-40B4-BE49-F238E27FC236}">
                <a16:creationId xmlns:a16="http://schemas.microsoft.com/office/drawing/2014/main" id="{5B1C1BF3-6AA8-9E3D-6C13-9D294A95EC9E}"/>
              </a:ext>
            </a:extLst>
          </p:cNvPr>
          <p:cNvSpPr>
            <a:spLocks noGrp="1"/>
          </p:cNvSpPr>
          <p:nvPr>
            <p:ph type="body" sz="quarter" idx="17"/>
          </p:nvPr>
        </p:nvSpPr>
        <p:spPr>
          <a:xfrm>
            <a:off x="4356039" y="1926472"/>
            <a:ext cx="5364224"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8" name="Text Placeholder 3">
            <a:extLst>
              <a:ext uri="{FF2B5EF4-FFF2-40B4-BE49-F238E27FC236}">
                <a16:creationId xmlns:a16="http://schemas.microsoft.com/office/drawing/2014/main" id="{CB36A2A5-3D3D-6672-23D6-32211E5333A2}"/>
              </a:ext>
            </a:extLst>
          </p:cNvPr>
          <p:cNvSpPr>
            <a:spLocks noGrp="1"/>
          </p:cNvSpPr>
          <p:nvPr>
            <p:ph type="body" sz="quarter" idx="35"/>
          </p:nvPr>
        </p:nvSpPr>
        <p:spPr>
          <a:xfrm>
            <a:off x="4358229" y="2578100"/>
            <a:ext cx="5361973"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14" name="Text Placeholder 11">
            <a:extLst>
              <a:ext uri="{FF2B5EF4-FFF2-40B4-BE49-F238E27FC236}">
                <a16:creationId xmlns:a16="http://schemas.microsoft.com/office/drawing/2014/main" id="{C4A355BE-EC00-02A7-CF83-86D8F4D79CE5}"/>
              </a:ext>
            </a:extLst>
          </p:cNvPr>
          <p:cNvSpPr>
            <a:spLocks noGrp="1"/>
          </p:cNvSpPr>
          <p:nvPr>
            <p:ph type="body" sz="quarter" idx="34"/>
          </p:nvPr>
        </p:nvSpPr>
        <p:spPr>
          <a:xfrm>
            <a:off x="588263" y="2542117"/>
            <a:ext cx="2027938"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218785744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12.xml><?xml version="1.0" encoding="utf-8"?>
<p:sldLayout xmlns:a="http://schemas.openxmlformats.org/drawingml/2006/main" xmlns:r="http://schemas.openxmlformats.org/officeDocument/2006/relationships" xmlns:p="http://schemas.openxmlformats.org/presentationml/2006/main" preserve="1" userDrawn="1">
  <p:cSld name="2-column_Callout_with Image">
    <p:bg>
      <p:bgRef idx="1001">
        <a:schemeClr val="bg1"/>
      </p:bgRef>
    </p:bg>
    <p:spTree>
      <p:nvGrpSpPr>
        <p:cNvPr id="1" name=""/>
        <p:cNvGrpSpPr/>
        <p:nvPr/>
      </p:nvGrpSpPr>
      <p:grpSpPr>
        <a:xfrm>
          <a:off x="0" y="0"/>
          <a:ext cx="0" cy="0"/>
          <a:chOff x="0" y="0"/>
          <a:chExt cx="0" cy="0"/>
        </a:xfrm>
      </p:grpSpPr>
      <p:sp>
        <p:nvSpPr>
          <p:cNvPr id="7" name="Footer Placeholder 10">
            <a:extLst>
              <a:ext uri="{FF2B5EF4-FFF2-40B4-BE49-F238E27FC236}">
                <a16:creationId xmlns:a16="http://schemas.microsoft.com/office/drawing/2014/main" id="{5E5F3DC3-1739-4680-A88C-C7B8F0E6D388}"/>
              </a:ext>
            </a:extLst>
          </p:cNvPr>
          <p:cNvSpPr>
            <a:spLocks noGrp="1"/>
          </p:cNvSpPr>
          <p:nvPr>
            <p:ph type="ftr" sz="quarter" idx="3"/>
          </p:nvPr>
        </p:nvSpPr>
        <p:spPr>
          <a:xfrm>
            <a:off x="4064000"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A07B0D1-31C1-C209-CE85-DD1D42B62A74}"/>
              </a:ext>
            </a:extLst>
          </p:cNvPr>
          <p:cNvSpPr>
            <a:spLocks noGrp="1"/>
          </p:cNvSpPr>
          <p:nvPr>
            <p:ph type="pic" sz="quarter" idx="20" hasCustomPrompt="1"/>
          </p:nvPr>
        </p:nvSpPr>
        <p:spPr bwMode="ltGray">
          <a:xfrm>
            <a:off x="4064000" y="1292233"/>
            <a:ext cx="7535862" cy="3279768"/>
          </a:xfrm>
          <a:prstGeom prst="rect">
            <a:avLst/>
          </a:prstGeom>
          <a:solidFill>
            <a:srgbClr val="F4F4F7"/>
          </a:solidFill>
          <a:ln>
            <a:noFill/>
          </a:ln>
        </p:spPr>
        <p:txBody>
          <a:bodyPr lIns="0" tIns="0" rIns="0" bIns="73152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photo</a:t>
            </a:r>
          </a:p>
          <a:p>
            <a:r>
              <a:rPr lang="en-US"/>
              <a:t>here or click or tap </a:t>
            </a:r>
          </a:p>
          <a:p>
            <a:r>
              <a:rPr lang="en-US"/>
              <a:t>icon below to insert</a:t>
            </a:r>
          </a:p>
          <a:p>
            <a:endParaRPr lang="en-US"/>
          </a:p>
          <a:p>
            <a:endParaRPr lang="en-US"/>
          </a:p>
        </p:txBody>
      </p:sp>
      <p:sp>
        <p:nvSpPr>
          <p:cNvPr id="20" name="Text Placeholder 11">
            <a:extLst>
              <a:ext uri="{FF2B5EF4-FFF2-40B4-BE49-F238E27FC236}">
                <a16:creationId xmlns:a16="http://schemas.microsoft.com/office/drawing/2014/main" id="{B0CE4749-2B49-FDC6-1E4B-4745903086DB}"/>
              </a:ext>
            </a:extLst>
          </p:cNvPr>
          <p:cNvSpPr>
            <a:spLocks noGrp="1"/>
          </p:cNvSpPr>
          <p:nvPr>
            <p:ph type="body" sz="quarter" idx="22"/>
          </p:nvPr>
        </p:nvSpPr>
        <p:spPr>
          <a:xfrm>
            <a:off x="4064000" y="4830309"/>
            <a:ext cx="7535862" cy="184666"/>
          </a:xfrm>
          <a:prstGeom prst="rect">
            <a:avLst/>
          </a:prstGeom>
        </p:spPr>
        <p:txBody>
          <a:bodyPr anchor="t"/>
          <a:lstStyle>
            <a:lvl1pPr marL="0" indent="0">
              <a:spcBef>
                <a:spcPts val="0"/>
              </a:spcBef>
              <a:buNone/>
              <a:defRPr sz="1200">
                <a:solidFill>
                  <a:schemeClr val="tx1"/>
                </a:solidFill>
                <a:latin typeface="+mj-lt"/>
              </a:defRPr>
            </a:lvl1pPr>
          </a:lstStyle>
          <a:p>
            <a:pPr lvl="0"/>
            <a:r>
              <a:rPr lang="en-US"/>
              <a:t>Click to edit Master text styles</a:t>
            </a:r>
          </a:p>
        </p:txBody>
      </p:sp>
      <p:sp>
        <p:nvSpPr>
          <p:cNvPr id="23" name="Text Placeholder 3">
            <a:extLst>
              <a:ext uri="{FF2B5EF4-FFF2-40B4-BE49-F238E27FC236}">
                <a16:creationId xmlns:a16="http://schemas.microsoft.com/office/drawing/2014/main" id="{FEC9D9DE-CE99-5608-0152-4E27F1BE0034}"/>
              </a:ext>
            </a:extLst>
          </p:cNvPr>
          <p:cNvSpPr>
            <a:spLocks noGrp="1"/>
          </p:cNvSpPr>
          <p:nvPr>
            <p:ph type="body" sz="quarter" idx="33"/>
          </p:nvPr>
        </p:nvSpPr>
        <p:spPr>
          <a:xfrm>
            <a:off x="4073063" y="5231647"/>
            <a:ext cx="7526800" cy="153888"/>
          </a:xfrm>
          <a:prstGeom prst="rect">
            <a:avLst/>
          </a:prstGeom>
        </p:spPr>
        <p:txBody>
          <a:bodyPr wrap="square">
            <a:spAutoFit/>
          </a:bodyPr>
          <a:lstStyle>
            <a:lvl1pPr marL="0" indent="0">
              <a:buFont typeface="Arial" panose="020B0604020202020204" pitchFamily="34" charset="0"/>
              <a:buNone/>
              <a:defRPr sz="1000">
                <a:solidFill>
                  <a:schemeClr val="tx1"/>
                </a:solidFill>
              </a:defRPr>
            </a:lvl1pPr>
            <a:lvl2pPr marL="137160" indent="0">
              <a:buFont typeface="Arial" panose="020B0604020202020204" pitchFamily="34" charset="0"/>
              <a:buNone/>
              <a:defRPr>
                <a:solidFill>
                  <a:schemeClr val="tx1"/>
                </a:solidFill>
              </a:defRPr>
            </a:lvl2pPr>
            <a:lvl3pPr marL="411480" indent="-137160">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5" name="Rectangle: Single Corner Rounded 4">
            <a:extLst>
              <a:ext uri="{FF2B5EF4-FFF2-40B4-BE49-F238E27FC236}">
                <a16:creationId xmlns:a16="http://schemas.microsoft.com/office/drawing/2014/main" id="{F30B2090-3FEF-BD7A-3D1A-F15263CED050}"/>
              </a:ext>
              <a:ext uri="{C183D7F6-B498-43B3-948B-1728B52AA6E4}">
                <adec:decorative xmlns:adec="http://schemas.microsoft.com/office/drawing/2017/decorative" val="1"/>
              </a:ext>
            </a:extLst>
          </p:cNvPr>
          <p:cNvSpPr/>
          <p:nvPr userDrawn="1"/>
        </p:nvSpPr>
        <p:spPr bwMode="auto">
          <a:xfrm>
            <a:off x="-1" y="1292232"/>
            <a:ext cx="3121026" cy="5565768"/>
          </a:xfrm>
          <a:prstGeom prst="round1Rect">
            <a:avLst>
              <a:gd name="adj" fmla="val 6737"/>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9" name="Text Placeholder 11">
            <a:extLst>
              <a:ext uri="{FF2B5EF4-FFF2-40B4-BE49-F238E27FC236}">
                <a16:creationId xmlns:a16="http://schemas.microsoft.com/office/drawing/2014/main" id="{69AA33E8-65E2-5482-066C-B301F74B3FCC}"/>
              </a:ext>
            </a:extLst>
          </p:cNvPr>
          <p:cNvSpPr>
            <a:spLocks noGrp="1"/>
          </p:cNvSpPr>
          <p:nvPr>
            <p:ph type="body" sz="quarter" idx="34"/>
          </p:nvPr>
        </p:nvSpPr>
        <p:spPr>
          <a:xfrm>
            <a:off x="588262" y="2210101"/>
            <a:ext cx="2113253" cy="492443"/>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Tree>
    <p:extLst>
      <p:ext uri="{BB962C8B-B14F-4D97-AF65-F5344CB8AC3E}">
        <p14:creationId xmlns:p14="http://schemas.microsoft.com/office/powerpoint/2010/main" val="175333801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0">
          <p15:clr>
            <a:srgbClr val="954F72"/>
          </p15:clr>
        </p15:guide>
        <p15:guide id="6" pos="1372">
          <p15:clr>
            <a:srgbClr val="954F72"/>
          </p15:clr>
        </p15:guide>
        <p15:guide id="7" pos="1560">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20">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13.xml><?xml version="1.0" encoding="utf-8"?>
<p:sldLayout xmlns:a="http://schemas.openxmlformats.org/drawingml/2006/main" xmlns:r="http://schemas.openxmlformats.org/officeDocument/2006/relationships" xmlns:p="http://schemas.openxmlformats.org/presentationml/2006/main" preserve="1" userDrawn="1">
  <p:cSld name="Learn Clickdown">
    <p:bg>
      <p:bgPr>
        <a:solidFill>
          <a:srgbClr val="E8E6DF"/>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890A9B-98DE-E407-1677-225E1CB27E04}"/>
              </a:ext>
              <a:ext uri="{C183D7F6-B498-43B3-948B-1728B52AA6E4}">
                <adec:decorative xmlns:adec="http://schemas.microsoft.com/office/drawing/2017/decorative" val="1"/>
              </a:ext>
            </a:extLst>
          </p:cNvPr>
          <p:cNvSpPr/>
          <p:nvPr userDrawn="1"/>
        </p:nvSpPr>
        <p:spPr bwMode="auto">
          <a:xfrm>
            <a:off x="1887" y="0"/>
            <a:ext cx="6891565"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2" name="Rectangle: Top Corners Rounded 1">
            <a:extLst>
              <a:ext uri="{FF2B5EF4-FFF2-40B4-BE49-F238E27FC236}">
                <a16:creationId xmlns:a16="http://schemas.microsoft.com/office/drawing/2014/main" id="{960FA2C5-0F45-1F96-1312-4AD604060381}"/>
              </a:ext>
              <a:ext uri="{C183D7F6-B498-43B3-948B-1728B52AA6E4}">
                <adec:decorative xmlns:adec="http://schemas.microsoft.com/office/drawing/2017/decorative" val="1"/>
              </a:ext>
            </a:extLst>
          </p:cNvPr>
          <p:cNvSpPr>
            <a:spLocks/>
          </p:cNvSpPr>
          <p:nvPr userDrawn="1"/>
        </p:nvSpPr>
        <p:spPr bwMode="auto">
          <a:xfrm rot="16200000" flipH="1">
            <a:off x="7958667" y="1348398"/>
            <a:ext cx="3793070" cy="4707465"/>
          </a:xfrm>
          <a:prstGeom prst="round2SameRect">
            <a:avLst>
              <a:gd name="adj1" fmla="val 2163"/>
              <a:gd name="adj2" fmla="val 0"/>
            </a:avLst>
          </a:prstGeom>
          <a:solidFill>
            <a:srgbClr val="E8E6DF"/>
          </a:solidFill>
          <a:ln w="6350">
            <a:noFill/>
          </a:ln>
          <a:effectLst>
            <a:outerShdw blurRad="127000" dist="76200" dir="9600000" algn="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270" wrap="none" lIns="274320" tIns="0" rIns="27432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30000" noProof="0">
              <a:ln>
                <a:noFill/>
              </a:ln>
              <a:solidFill>
                <a:srgbClr val="FFFFFF"/>
              </a:solidFill>
              <a:effectLst/>
              <a:uLnTx/>
              <a:uFillTx/>
              <a:latin typeface="Segoe UI"/>
              <a:ea typeface="+mn-ea"/>
              <a:cs typeface="+mn-cs"/>
            </a:endParaRPr>
          </a:p>
        </p:txBody>
      </p:sp>
      <p:pic>
        <p:nvPicPr>
          <p:cNvPr id="3" name="Picture 2">
            <a:extLst>
              <a:ext uri="{FF2B5EF4-FFF2-40B4-BE49-F238E27FC236}">
                <a16:creationId xmlns:a16="http://schemas.microsoft.com/office/drawing/2014/main" id="{C7858406-DE31-8249-0E02-6D12B1500EBC}"/>
              </a:ext>
              <a:ext uri="{C183D7F6-B498-43B3-948B-1728B52AA6E4}">
                <adec:decorative xmlns:adec="http://schemas.microsoft.com/office/drawing/2017/decorative" val="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5" r="15210"/>
          <a:stretch/>
        </p:blipFill>
        <p:spPr>
          <a:xfrm>
            <a:off x="7458887" y="1759165"/>
            <a:ext cx="4737876" cy="3870680"/>
          </a:xfrm>
          <a:prstGeom prst="rect">
            <a:avLst/>
          </a:prstGeom>
          <a:noFill/>
          <a:ln w="38100">
            <a:noFill/>
          </a:ln>
          <a:effectLst/>
        </p:spPr>
      </p:pic>
      <p:sp>
        <p:nvSpPr>
          <p:cNvPr id="4" name="Picture Placeholder" descr="This photo is a 'placeholder' only. Drag or drop your photo here, or click and tap the center to insert a photo.">
            <a:extLst>
              <a:ext uri="{FF2B5EF4-FFF2-40B4-BE49-F238E27FC236}">
                <a16:creationId xmlns:a16="http://schemas.microsoft.com/office/drawing/2014/main" id="{D5402C46-D31C-FDEF-C231-716FBE6417FF}"/>
              </a:ext>
            </a:extLst>
          </p:cNvPr>
          <p:cNvSpPr>
            <a:spLocks noGrp="1"/>
          </p:cNvSpPr>
          <p:nvPr>
            <p:ph type="pic" sz="quarter" idx="20" hasCustomPrompt="1"/>
          </p:nvPr>
        </p:nvSpPr>
        <p:spPr bwMode="ltGray">
          <a:xfrm>
            <a:off x="7724775" y="2041526"/>
            <a:ext cx="4467225" cy="3311524"/>
          </a:xfrm>
          <a:prstGeom prst="rect">
            <a:avLst/>
          </a:prstGeom>
          <a:solidFill>
            <a:srgbClr val="F4F4F7"/>
          </a:solidFill>
          <a:ln>
            <a:noFill/>
          </a:ln>
        </p:spPr>
        <p:txBody>
          <a:bodyPr lIns="914400" tIns="0" rIns="914400" bIns="1463040" anchor="ctr" anchorCtr="0">
            <a:noAutofit/>
          </a:bodyPr>
          <a:lstStyle>
            <a:lvl1pPr marL="0" indent="0" algn="ctr">
              <a:lnSpc>
                <a:spcPct val="100000"/>
              </a:lnSpc>
              <a:buNone/>
              <a:defRPr sz="1050" b="1">
                <a:solidFill>
                  <a:srgbClr val="000000"/>
                </a:solidFill>
                <a:latin typeface="+mn-lt"/>
                <a:cs typeface="Segoe UI" panose="020B0502040204020203" pitchFamily="34" charset="0"/>
              </a:defRPr>
            </a:lvl1pPr>
          </a:lstStyle>
          <a:p>
            <a:r>
              <a:rPr lang="en-US"/>
              <a:t>Drag &amp; drop your website screenshot here or click or tap icon below to insert</a:t>
            </a:r>
          </a:p>
          <a:p>
            <a:endParaRPr lang="en-US"/>
          </a:p>
          <a:p>
            <a:endParaRPr lang="en-US"/>
          </a:p>
        </p:txBody>
      </p:sp>
      <p:sp>
        <p:nvSpPr>
          <p:cNvPr id="5" name="Title 1">
            <a:extLst>
              <a:ext uri="{FF2B5EF4-FFF2-40B4-BE49-F238E27FC236}">
                <a16:creationId xmlns:a16="http://schemas.microsoft.com/office/drawing/2014/main" id="{7B5F9DFC-8F86-66C5-68A6-019BCDEDB8C2}"/>
              </a:ext>
            </a:extLst>
          </p:cNvPr>
          <p:cNvSpPr>
            <a:spLocks noGrp="1"/>
          </p:cNvSpPr>
          <p:nvPr>
            <p:ph type="title"/>
          </p:nvPr>
        </p:nvSpPr>
        <p:spPr>
          <a:xfrm>
            <a:off x="588262" y="585216"/>
            <a:ext cx="565220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10" name="Text Placeholder 11">
            <a:extLst>
              <a:ext uri="{FF2B5EF4-FFF2-40B4-BE49-F238E27FC236}">
                <a16:creationId xmlns:a16="http://schemas.microsoft.com/office/drawing/2014/main" id="{5FD7D075-9E51-3CE8-5505-AE5C8CAB0439}"/>
              </a:ext>
            </a:extLst>
          </p:cNvPr>
          <p:cNvSpPr>
            <a:spLocks noGrp="1"/>
          </p:cNvSpPr>
          <p:nvPr>
            <p:ph type="body" sz="quarter" idx="16"/>
          </p:nvPr>
        </p:nvSpPr>
        <p:spPr>
          <a:xfrm>
            <a:off x="584199" y="1594155"/>
            <a:ext cx="5654573"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11" name="Text Placeholder 3">
            <a:extLst>
              <a:ext uri="{FF2B5EF4-FFF2-40B4-BE49-F238E27FC236}">
                <a16:creationId xmlns:a16="http://schemas.microsoft.com/office/drawing/2014/main" id="{F4BA9016-5747-B1D1-36DE-145A4E94C4B2}"/>
              </a:ext>
            </a:extLst>
          </p:cNvPr>
          <p:cNvSpPr>
            <a:spLocks noGrp="1"/>
          </p:cNvSpPr>
          <p:nvPr>
            <p:ph type="body" sz="quarter" idx="15"/>
          </p:nvPr>
        </p:nvSpPr>
        <p:spPr>
          <a:xfrm>
            <a:off x="586389" y="2085764"/>
            <a:ext cx="5652201"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8" name="Footer Placeholder 10">
            <a:extLst>
              <a:ext uri="{FF2B5EF4-FFF2-40B4-BE49-F238E27FC236}">
                <a16:creationId xmlns:a16="http://schemas.microsoft.com/office/drawing/2014/main" id="{481D8892-E962-43F0-5F5F-08F524F7EAA2}"/>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403313597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guide id="31" orient="horz" pos="3600">
          <p15:clr>
            <a:srgbClr val="FBAE40"/>
          </p15:clr>
        </p15:guide>
        <p15:guide id="32" orient="horz" pos="3408">
          <p15:clr>
            <a:srgbClr val="FBAE40"/>
          </p15:clr>
        </p15:guide>
        <p15:guide id="33" pos="1080">
          <p15:clr>
            <a:srgbClr val="FBAE40"/>
          </p15:clr>
        </p15:guide>
      </p15:sldGuideLst>
    </p:ext>
  </p:extLst>
</p:sldLayout>
</file>

<file path=ppt/slideLayouts/slideLayout1914.xml><?xml version="1.0" encoding="utf-8"?>
<p:sldLayout xmlns:a="http://schemas.openxmlformats.org/drawingml/2006/main" xmlns:r="http://schemas.openxmlformats.org/officeDocument/2006/relationships" xmlns:p="http://schemas.openxmlformats.org/presentationml/2006/main" preserve="1" userDrawn="1">
  <p:cSld name="Blank_with Hea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58911283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15.xml><?xml version="1.0" encoding="utf-8"?>
<p:sldLayout xmlns:a="http://schemas.openxmlformats.org/drawingml/2006/main" xmlns:r="http://schemas.openxmlformats.org/officeDocument/2006/relationships" xmlns:p="http://schemas.openxmlformats.org/presentationml/2006/main" preserve="1" userDrawn="1">
  <p:cSld name="Blank_with Head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153803878"/>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16.xml><?xml version="1.0" encoding="utf-8"?>
<p:sldLayout xmlns:a="http://schemas.openxmlformats.org/drawingml/2006/main" xmlns:r="http://schemas.openxmlformats.org/officeDocument/2006/relationships" xmlns:p="http://schemas.openxmlformats.org/presentationml/2006/main" preserve="1" userDrawn="1">
  <p:cSld name="Blank_with Head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188572234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17.xml><?xml version="1.0" encoding="utf-8"?>
<p:sldLayout xmlns:a="http://schemas.openxmlformats.org/drawingml/2006/main" xmlns:r="http://schemas.openxmlformats.org/officeDocument/2006/relationships" xmlns:p="http://schemas.openxmlformats.org/presentationml/2006/main" preserve="1" userDrawn="1">
  <p:cSld name="1-column contain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771955"/>
            <a:ext cx="8778782" cy="246221"/>
          </a:xfrm>
          <a:prstGeom prst="rect">
            <a:avLst/>
          </a:prstGeom>
        </p:spPr>
        <p:txBody>
          <a:bodyPr anchor="t"/>
          <a:lstStyle>
            <a:lvl1pPr marL="0" indent="0">
              <a:spcBef>
                <a:spcPts val="0"/>
              </a:spcBef>
              <a:buNone/>
              <a:defRPr sz="1600">
                <a:solidFill>
                  <a:schemeClr val="tx1"/>
                </a:solidFill>
                <a:latin typeface="+mj-lt"/>
              </a:defRPr>
            </a:lvl1pPr>
          </a:lstStyle>
          <a:p>
            <a:pPr lvl="0"/>
            <a:r>
              <a:rPr lang="en-US"/>
              <a:t>Click to edit Master text styles</a:t>
            </a:r>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2263564"/>
            <a:ext cx="8775098" cy="726353"/>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401843745"/>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18.xml><?xml version="1.0" encoding="utf-8"?>
<p:sldLayout xmlns:a="http://schemas.openxmlformats.org/drawingml/2006/main" xmlns:r="http://schemas.openxmlformats.org/officeDocument/2006/relationships" xmlns:p="http://schemas.openxmlformats.org/presentationml/2006/main" preserve="1" userDrawn="1">
  <p:cSld name="Knowledge Chec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492443"/>
          </a:xfrm>
        </p:spPr>
        <p:txBody>
          <a:bodyPr/>
          <a:lstStyle>
            <a:lvl1pPr>
              <a:defRPr sz="32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3" name="Rounded Rectangle 3_1">
            <a:extLst>
              <a:ext uri="{FF2B5EF4-FFF2-40B4-BE49-F238E27FC236}">
                <a16:creationId xmlns:a16="http://schemas.microsoft.com/office/drawing/2014/main" id="{E9B8C20E-B8A8-8B4B-E6D5-102814292B16}"/>
              </a:ext>
            </a:extLst>
          </p:cNvPr>
          <p:cNvSpPr/>
          <p:nvPr userDrawn="1"/>
        </p:nvSpPr>
        <p:spPr>
          <a:xfrm>
            <a:off x="588261" y="1292745"/>
            <a:ext cx="10074975" cy="4749970"/>
          </a:xfrm>
          <a:prstGeom prst="roundRect">
            <a:avLst>
              <a:gd name="adj" fmla="val 6113"/>
            </a:avLst>
          </a:prstGeom>
          <a:solidFill>
            <a:schemeClr val="bg1"/>
          </a:solidFill>
          <a:ln>
            <a:noFill/>
          </a:ln>
          <a:effectLst>
            <a:outerShdw blurRad="190500" dist="38100" dir="8100000" sx="101000" sy="101000" algn="tr" rotWithShape="0">
              <a:srgbClr val="CAC5B8">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1248889540"/>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19.xml><?xml version="1.0" encoding="utf-8"?>
<p:sldLayout xmlns:a="http://schemas.openxmlformats.org/drawingml/2006/main" xmlns:r="http://schemas.openxmlformats.org/officeDocument/2006/relationships" xmlns:p="http://schemas.openxmlformats.org/presentationml/2006/main" preserve="1" userDrawn="1">
  <p:cSld name="1_Knowledge Check">
    <p:spTree>
      <p:nvGrpSpPr>
        <p:cNvPr id="1" name=""/>
        <p:cNvGrpSpPr/>
        <p:nvPr/>
      </p:nvGrpSpPr>
      <p:grpSpPr>
        <a:xfrm>
          <a:off x="0" y="0"/>
          <a:ext cx="0" cy="0"/>
          <a:chOff x="0" y="0"/>
          <a:chExt cx="0" cy="0"/>
        </a:xfrm>
      </p:grpSpPr>
      <p:sp>
        <p:nvSpPr>
          <p:cNvPr id="3" name="Rounded Rectangle 3_1">
            <a:extLst>
              <a:ext uri="{FF2B5EF4-FFF2-40B4-BE49-F238E27FC236}">
                <a16:creationId xmlns:a16="http://schemas.microsoft.com/office/drawing/2014/main" id="{4CCBFB5E-1851-2876-A431-5DF81265739D}"/>
              </a:ext>
            </a:extLst>
          </p:cNvPr>
          <p:cNvSpPr/>
          <p:nvPr userDrawn="1"/>
        </p:nvSpPr>
        <p:spPr>
          <a:xfrm>
            <a:off x="588261" y="1292745"/>
            <a:ext cx="10074975" cy="4749970"/>
          </a:xfrm>
          <a:prstGeom prst="roundRect">
            <a:avLst>
              <a:gd name="adj" fmla="val 6113"/>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274320" rIns="274320" bIns="182880" rtlCol="0" anchor="t"/>
          <a:lstStyle/>
          <a:p>
            <a:pPr marL="0" marR="0" lvl="0" indent="0" algn="l" defTabSz="932742" rtl="0" eaLnBrk="1" fontAlgn="auto" latinLnBrk="0" hangingPunct="1">
              <a:lnSpc>
                <a:spcPct val="100000"/>
              </a:lnSpc>
              <a:spcBef>
                <a:spcPct val="20000"/>
              </a:spcBef>
              <a:spcAft>
                <a:spcPts val="0"/>
              </a:spcAft>
              <a:buClrTx/>
              <a:buSzPct val="90000"/>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Segoe UI" panose="020B0502040204020203" pitchFamily="34" charset="0"/>
            </a:endParaRPr>
          </a:p>
        </p:txBody>
      </p:sp>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5" name="Footer Placeholder 10">
            <a:extLst>
              <a:ext uri="{FF2B5EF4-FFF2-40B4-BE49-F238E27FC236}">
                <a16:creationId xmlns:a16="http://schemas.microsoft.com/office/drawing/2014/main" id="{AE09A77D-BE61-2556-4E7D-60B0A94FD88A}"/>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ext Placeholder 11">
            <a:extLst>
              <a:ext uri="{FF2B5EF4-FFF2-40B4-BE49-F238E27FC236}">
                <a16:creationId xmlns:a16="http://schemas.microsoft.com/office/drawing/2014/main" id="{E5A14A0B-79D6-45AE-7A4C-9DC7D8DBDE0E}"/>
              </a:ext>
            </a:extLst>
          </p:cNvPr>
          <p:cNvSpPr>
            <a:spLocks noGrp="1"/>
          </p:cNvSpPr>
          <p:nvPr>
            <p:ph type="body" sz="quarter" idx="17"/>
          </p:nvPr>
        </p:nvSpPr>
        <p:spPr>
          <a:xfrm>
            <a:off x="1235075" y="1594151"/>
            <a:ext cx="8778782" cy="39997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6" name="Text Placeholder 3">
            <a:extLst>
              <a:ext uri="{FF2B5EF4-FFF2-40B4-BE49-F238E27FC236}">
                <a16:creationId xmlns:a16="http://schemas.microsoft.com/office/drawing/2014/main" id="{E26E60A9-6B1B-0504-9AD9-98C3212D1BE2}"/>
              </a:ext>
            </a:extLst>
          </p:cNvPr>
          <p:cNvSpPr>
            <a:spLocks noGrp="1"/>
          </p:cNvSpPr>
          <p:nvPr>
            <p:ph type="body" sz="quarter" idx="15"/>
          </p:nvPr>
        </p:nvSpPr>
        <p:spPr>
          <a:xfrm>
            <a:off x="1237265" y="1994124"/>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grpSp>
        <p:nvGrpSpPr>
          <p:cNvPr id="7" name="Group 6">
            <a:extLst>
              <a:ext uri="{FF2B5EF4-FFF2-40B4-BE49-F238E27FC236}">
                <a16:creationId xmlns:a16="http://schemas.microsoft.com/office/drawing/2014/main" id="{4AAEF9DE-7B32-1B2A-6337-669A0D5B5567}"/>
              </a:ext>
              <a:ext uri="{C183D7F6-B498-43B3-948B-1728B52AA6E4}">
                <adec:decorative xmlns:adec="http://schemas.microsoft.com/office/drawing/2017/decorative" val="1"/>
              </a:ext>
            </a:extLst>
          </p:cNvPr>
          <p:cNvGrpSpPr/>
          <p:nvPr userDrawn="1"/>
        </p:nvGrpSpPr>
        <p:grpSpPr>
          <a:xfrm>
            <a:off x="10107938" y="893763"/>
            <a:ext cx="1110600" cy="1110600"/>
            <a:chOff x="5540700" y="2116300"/>
            <a:chExt cx="1110600" cy="1110600"/>
          </a:xfrm>
        </p:grpSpPr>
        <p:sp>
          <p:nvSpPr>
            <p:cNvPr id="8" name="Oval 7">
              <a:extLst>
                <a:ext uri="{FF2B5EF4-FFF2-40B4-BE49-F238E27FC236}">
                  <a16:creationId xmlns:a16="http://schemas.microsoft.com/office/drawing/2014/main" id="{BF3C713F-0819-4E66-4E37-3D4AEBB16C45}"/>
                </a:ext>
              </a:extLst>
            </p:cNvPr>
            <p:cNvSpPr/>
            <p:nvPr/>
          </p:nvSpPr>
          <p:spPr>
            <a:xfrm>
              <a:off x="5540700" y="2116300"/>
              <a:ext cx="1110600" cy="1110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pic>
          <p:nvPicPr>
            <p:cNvPr id="9" name="Picture 8">
              <a:extLst>
                <a:ext uri="{FF2B5EF4-FFF2-40B4-BE49-F238E27FC236}">
                  <a16:creationId xmlns:a16="http://schemas.microsoft.com/office/drawing/2014/main" id="{66B6D0E4-ABDA-CFF0-8DBA-13CB318211E8}"/>
                </a:ext>
              </a:extLst>
            </p:cNvPr>
            <p:cNvPicPr/>
            <p:nvPr/>
          </p:nvPicPr>
          <p:blipFill>
            <a:blip r:embed="rId2"/>
            <a:srcRect/>
            <a:stretch/>
          </p:blipFill>
          <p:spPr>
            <a:xfrm>
              <a:off x="5749602" y="2325202"/>
              <a:ext cx="692796" cy="692796"/>
            </a:xfrm>
            <a:prstGeom prst="rect">
              <a:avLst/>
            </a:prstGeom>
            <a:noFill/>
          </p:spPr>
        </p:pic>
      </p:grpSp>
      <p:sp>
        <p:nvSpPr>
          <p:cNvPr id="12" name="Text Placeholder 11">
            <a:extLst>
              <a:ext uri="{FF2B5EF4-FFF2-40B4-BE49-F238E27FC236}">
                <a16:creationId xmlns:a16="http://schemas.microsoft.com/office/drawing/2014/main" id="{EA7BF95A-A491-AA6A-78B7-D238998E4354}"/>
              </a:ext>
            </a:extLst>
          </p:cNvPr>
          <p:cNvSpPr>
            <a:spLocks noGrp="1"/>
          </p:cNvSpPr>
          <p:nvPr>
            <p:ph type="body" sz="quarter" idx="20"/>
          </p:nvPr>
        </p:nvSpPr>
        <p:spPr>
          <a:xfrm>
            <a:off x="1235075" y="4492432"/>
            <a:ext cx="8778782" cy="406322"/>
          </a:xfrm>
          <a:prstGeom prst="rect">
            <a:avLst/>
          </a:prstGeom>
        </p:spPr>
        <p:txBody>
          <a:bodyPr anchor="t"/>
          <a:lstStyle>
            <a:lvl1pPr marL="0" indent="0">
              <a:spcBef>
                <a:spcPts val="0"/>
              </a:spcBef>
              <a:buNone/>
              <a:defRPr sz="1400">
                <a:solidFill>
                  <a:schemeClr val="tx1"/>
                </a:solidFill>
                <a:latin typeface="+mj-lt"/>
              </a:defRPr>
            </a:lvl1pPr>
          </a:lstStyle>
          <a:p>
            <a:pPr lvl="0"/>
            <a:r>
              <a:rPr lang="en-US"/>
              <a:t>Click to edit Master text styles</a:t>
            </a:r>
          </a:p>
        </p:txBody>
      </p:sp>
      <p:sp>
        <p:nvSpPr>
          <p:cNvPr id="13" name="Text Placeholder 3">
            <a:extLst>
              <a:ext uri="{FF2B5EF4-FFF2-40B4-BE49-F238E27FC236}">
                <a16:creationId xmlns:a16="http://schemas.microsoft.com/office/drawing/2014/main" id="{FC885C31-00F8-2C8C-ACC7-B0A21820E6E2}"/>
              </a:ext>
            </a:extLst>
          </p:cNvPr>
          <p:cNvSpPr>
            <a:spLocks noGrp="1"/>
          </p:cNvSpPr>
          <p:nvPr>
            <p:ph type="body" sz="quarter" idx="21"/>
          </p:nvPr>
        </p:nvSpPr>
        <p:spPr>
          <a:xfrm>
            <a:off x="1237265" y="4898755"/>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
        <p:nvSpPr>
          <p:cNvPr id="18" name="Text Placeholder 11">
            <a:extLst>
              <a:ext uri="{FF2B5EF4-FFF2-40B4-BE49-F238E27FC236}">
                <a16:creationId xmlns:a16="http://schemas.microsoft.com/office/drawing/2014/main" id="{C801E9AC-93F9-F06B-9038-5F1AAD2E0D8A}"/>
              </a:ext>
            </a:extLst>
          </p:cNvPr>
          <p:cNvSpPr>
            <a:spLocks noGrp="1"/>
          </p:cNvSpPr>
          <p:nvPr>
            <p:ph type="body" sz="quarter" idx="22"/>
          </p:nvPr>
        </p:nvSpPr>
        <p:spPr>
          <a:xfrm>
            <a:off x="1235075" y="3042690"/>
            <a:ext cx="8778782" cy="406323"/>
          </a:xfrm>
          <a:prstGeom prst="rect">
            <a:avLst/>
          </a:prstGeom>
        </p:spPr>
        <p:txBody>
          <a:bodyPr anchor="t"/>
          <a:lstStyle>
            <a:lvl1pPr marL="0" indent="0">
              <a:spcBef>
                <a:spcPts val="0"/>
              </a:spcBef>
              <a:buNone/>
              <a:defRPr lang="en-US" sz="1400" kern="1200" spc="0" baseline="0" dirty="0" smtClean="0">
                <a:solidFill>
                  <a:schemeClr val="tx1"/>
                </a:solidFill>
                <a:latin typeface="+mj-lt"/>
                <a:ea typeface="+mn-ea"/>
                <a:cs typeface="Segoe UI" panose="020B0502040204020203" pitchFamily="34" charset="0"/>
              </a:defRPr>
            </a:lvl1pPr>
          </a:lstStyle>
          <a:p>
            <a:pPr lvl="0"/>
            <a:r>
              <a:rPr lang="en-US"/>
              <a:t>Click to edit Master text styles</a:t>
            </a:r>
          </a:p>
          <a:p>
            <a:pPr lvl="0"/>
            <a:endParaRPr lang="en-US"/>
          </a:p>
        </p:txBody>
      </p:sp>
      <p:sp>
        <p:nvSpPr>
          <p:cNvPr id="19" name="Text Placeholder 3">
            <a:extLst>
              <a:ext uri="{FF2B5EF4-FFF2-40B4-BE49-F238E27FC236}">
                <a16:creationId xmlns:a16="http://schemas.microsoft.com/office/drawing/2014/main" id="{3EC43E23-35AD-52A6-0DE8-366F8CC32F9A}"/>
              </a:ext>
            </a:extLst>
          </p:cNvPr>
          <p:cNvSpPr>
            <a:spLocks noGrp="1"/>
          </p:cNvSpPr>
          <p:nvPr>
            <p:ph type="body" sz="quarter" idx="23"/>
          </p:nvPr>
        </p:nvSpPr>
        <p:spPr>
          <a:xfrm>
            <a:off x="1237265" y="3449013"/>
            <a:ext cx="8775098" cy="215444"/>
          </a:xfrm>
          <a:prstGeom prst="rect">
            <a:avLst/>
          </a:prstGeom>
        </p:spPr>
        <p:txBody>
          <a:bodyPr wrap="square" lIns="91440">
            <a:spAutoFit/>
          </a:bodyPr>
          <a:lstStyle>
            <a:lvl1pPr marL="137160" indent="-137160">
              <a:buFont typeface="Segoe UI" panose="020B0502040204020203" pitchFamily="34" charset="0"/>
              <a:buChar char="⃣"/>
              <a:defRPr sz="1400">
                <a:solidFill>
                  <a:schemeClr val="tx1"/>
                </a:solidFill>
              </a:defRPr>
            </a:lvl1pPr>
            <a:lvl2pPr marL="265176" indent="-128016">
              <a:buFont typeface="Segoe UI" panose="020B0502040204020203" pitchFamily="34" charset="0"/>
              <a:buChar char="⃣"/>
              <a:defRPr>
                <a:solidFill>
                  <a:schemeClr val="tx1"/>
                </a:solidFill>
              </a:defRPr>
            </a:lvl2pPr>
            <a:lvl3pPr marL="384048" indent="-118872">
              <a:buFont typeface="Segoe UI" panose="020B0502040204020203"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p:txBody>
      </p:sp>
    </p:spTree>
    <p:extLst>
      <p:ext uri="{BB962C8B-B14F-4D97-AF65-F5344CB8AC3E}">
        <p14:creationId xmlns:p14="http://schemas.microsoft.com/office/powerpoint/2010/main" val="318722413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8">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2">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20.xml><?xml version="1.0" encoding="utf-8"?>
<p:sldLayout xmlns:a="http://schemas.openxmlformats.org/drawingml/2006/main" xmlns:r="http://schemas.openxmlformats.org/officeDocument/2006/relationships" xmlns:p="http://schemas.openxmlformats.org/presentationml/2006/main" preserve="1" userDrawn="1">
  <p:cSld name="LearningPath1_WmGray">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6" name="Graphic 5">
            <a:extLst>
              <a:ext uri="{FF2B5EF4-FFF2-40B4-BE49-F238E27FC236}">
                <a16:creationId xmlns:a16="http://schemas.microsoft.com/office/drawing/2014/main" id="{DF318326-19BB-DD5B-81E3-D6586A45E476}"/>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2827846"/>
            <a:ext cx="12192001" cy="3035200"/>
          </a:xfrm>
          <a:prstGeom prst="rect">
            <a:avLst/>
          </a:prstGeom>
        </p:spPr>
      </p:pic>
    </p:spTree>
    <p:extLst>
      <p:ext uri="{BB962C8B-B14F-4D97-AF65-F5344CB8AC3E}">
        <p14:creationId xmlns:p14="http://schemas.microsoft.com/office/powerpoint/2010/main" val="670786049"/>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21.xml><?xml version="1.0" encoding="utf-8"?>
<p:sldLayout xmlns:a="http://schemas.openxmlformats.org/drawingml/2006/main" xmlns:r="http://schemas.openxmlformats.org/officeDocument/2006/relationships" xmlns:p="http://schemas.openxmlformats.org/presentationml/2006/main" preserve="1" userDrawn="1">
  <p:cSld name="LearningPath3_OffWhit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69332"/>
          </a:xfrm>
        </p:spPr>
        <p:txBody>
          <a:bodyPr/>
          <a:lstStyle>
            <a:lvl1pPr>
              <a:defRPr sz="2400" b="0" i="0">
                <a:solidFill>
                  <a:schemeClr val="tx1"/>
                </a:solidFill>
                <a:latin typeface="+mj-lt"/>
                <a:cs typeface="Segoe UI Semibold" panose="020B0502040204020203" pitchFamily="34" charset="0"/>
              </a:defRPr>
            </a:lvl1pPr>
          </a:lstStyle>
          <a:p>
            <a:r>
              <a:rPr lang="en-US"/>
              <a:t>Click to edit Master title style</a:t>
            </a:r>
          </a:p>
        </p:txBody>
      </p:sp>
      <p:sp>
        <p:nvSpPr>
          <p:cNvPr id="3" name="Footer Placeholder 10">
            <a:extLst>
              <a:ext uri="{FF2B5EF4-FFF2-40B4-BE49-F238E27FC236}">
                <a16:creationId xmlns:a16="http://schemas.microsoft.com/office/drawing/2014/main" id="{796286D3-2BE2-274E-2C22-7C5E05965A8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pic>
        <p:nvPicPr>
          <p:cNvPr id="5" name="Graphic 4">
            <a:extLst>
              <a:ext uri="{FF2B5EF4-FFF2-40B4-BE49-F238E27FC236}">
                <a16:creationId xmlns:a16="http://schemas.microsoft.com/office/drawing/2014/main" id="{6C16E9B7-4924-90AE-8E65-159052FB571B}"/>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 y="3144660"/>
            <a:ext cx="12192001" cy="3035200"/>
          </a:xfrm>
          <a:prstGeom prst="rect">
            <a:avLst/>
          </a:prstGeom>
        </p:spPr>
      </p:pic>
    </p:spTree>
    <p:extLst>
      <p:ext uri="{BB962C8B-B14F-4D97-AF65-F5344CB8AC3E}">
        <p14:creationId xmlns:p14="http://schemas.microsoft.com/office/powerpoint/2010/main" val="3455622026"/>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22.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E8E6DF"/>
        </a:solidFill>
        <a:effectLst/>
      </p:bgPr>
    </p:bg>
    <p:spTree>
      <p:nvGrpSpPr>
        <p:cNvPr id="1" name=""/>
        <p:cNvGrpSpPr/>
        <p:nvPr/>
      </p:nvGrpSpPr>
      <p:grpSpPr>
        <a:xfrm>
          <a:off x="0" y="0"/>
          <a:ext cx="0" cy="0"/>
          <a:chOff x="0" y="0"/>
          <a:chExt cx="0" cy="0"/>
        </a:xfrm>
      </p:grpSpPr>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3"/>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
        <p:nvSpPr>
          <p:cNvPr id="3" name="Footer Placeholder 10">
            <a:extLst>
              <a:ext uri="{FF2B5EF4-FFF2-40B4-BE49-F238E27FC236}">
                <a16:creationId xmlns:a16="http://schemas.microsoft.com/office/drawing/2014/main" id="{EC3CADB3-1E72-D613-A509-B863360A3F3D}"/>
              </a:ext>
            </a:extLst>
          </p:cNvPr>
          <p:cNvSpPr>
            <a:spLocks noGrp="1"/>
          </p:cNvSpPr>
          <p:nvPr>
            <p:ph type="ftr" sz="quarter" idx="3"/>
          </p:nvPr>
        </p:nvSpPr>
        <p:spPr>
          <a:xfrm>
            <a:off x="7448551" y="6421083"/>
            <a:ext cx="4151312" cy="197976"/>
          </a:xfrm>
          <a:prstGeom prst="rect">
            <a:avLst/>
          </a:prstGeom>
        </p:spPr>
        <p:txBody>
          <a:bodyPr vert="horz" lIns="0" tIns="0" rIns="0" bIns="0" rtlCol="0" anchor="ctr"/>
          <a:lstStyle>
            <a:lvl1pPr marL="0" algn="r"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8" name="Text Placeholder 3">
            <a:extLst>
              <a:ext uri="{FF2B5EF4-FFF2-40B4-BE49-F238E27FC236}">
                <a16:creationId xmlns:a16="http://schemas.microsoft.com/office/drawing/2014/main" id="{642E0005-D466-9A2B-2F72-437D2E7450DA}"/>
              </a:ext>
            </a:extLst>
          </p:cNvPr>
          <p:cNvSpPr txBox="1">
            <a:spLocks/>
          </p:cNvSpPr>
          <p:nvPr userDrawn="1"/>
        </p:nvSpPr>
        <p:spPr>
          <a:xfrm>
            <a:off x="295276" y="770467"/>
            <a:ext cx="11604624" cy="5504921"/>
          </a:xfrm>
          <a:prstGeom prst="rect">
            <a:avLst/>
          </a:prstGeom>
          <a:solidFill>
            <a:srgbClr val="FFFFFF"/>
          </a:solidFill>
        </p:spPr>
        <p:txBody>
          <a:bodyPr vert="horz" lIns="274320" tIns="182880" rIns="182880" bIns="182880" rtlCol="0">
            <a:noAutofit/>
          </a:bodyPr>
          <a:lstStyle>
            <a:lvl1pPr marL="0" indent="0" algn="l" defTabSz="914132" rtl="0" eaLnBrk="1" latinLnBrk="0" hangingPunct="1">
              <a:lnSpc>
                <a:spcPct val="150000"/>
              </a:lnSpc>
              <a:spcBef>
                <a:spcPts val="0"/>
              </a:spcBef>
              <a:spcAft>
                <a:spcPts val="600"/>
              </a:spcAft>
              <a:buClr>
                <a:schemeClr val="bg1"/>
              </a:buClr>
              <a:buSzPct val="120000"/>
              <a:buFontTx/>
              <a:buNone/>
              <a:defRPr lang="en-US" sz="1400" b="0" i="0" kern="1200">
                <a:solidFill>
                  <a:schemeClr val="tx1"/>
                </a:solidFill>
                <a:effectLst/>
                <a:latin typeface="Consolas" panose="020B0609020204030204" pitchFamily="49" charset="0"/>
                <a:ea typeface="Segoe UI Semibold" charset="0"/>
                <a:cs typeface="Segoe UI Semibold" charset="0"/>
              </a:defRPr>
            </a:lvl1pPr>
            <a:lvl2pPr marL="0" indent="0" algn="l" defTabSz="914132" rtl="0" eaLnBrk="1" latinLnBrk="0" hangingPunct="1">
              <a:lnSpc>
                <a:spcPct val="110000"/>
              </a:lnSpc>
              <a:spcBef>
                <a:spcPts val="0"/>
              </a:spcBef>
              <a:spcAft>
                <a:spcPts val="600"/>
              </a:spcAft>
              <a:buClrTx/>
              <a:buSzPct val="110000"/>
              <a:buFont typeface="Arial" charset="0"/>
              <a:buNone/>
              <a:defRPr lang="en-US" sz="2000" b="0" i="0" kern="1200" dirty="0" smtClean="0">
                <a:solidFill>
                  <a:schemeClr val="tx1"/>
                </a:solidFill>
                <a:effectLst/>
                <a:latin typeface="Segoe UI" charset="0"/>
                <a:ea typeface="Segoe UI" charset="0"/>
                <a:cs typeface="Segoe UI" charset="0"/>
              </a:defRPr>
            </a:lvl2pPr>
            <a:lvl3pPr marL="288925" indent="-222250" algn="l" defTabSz="914132" rtl="0" eaLnBrk="1" latinLnBrk="0" hangingPunct="1">
              <a:lnSpc>
                <a:spcPct val="110000"/>
              </a:lnSpc>
              <a:spcBef>
                <a:spcPts val="0"/>
              </a:spcBef>
              <a:spcAft>
                <a:spcPts val="600"/>
              </a:spcAft>
              <a:buClrTx/>
              <a:buSzPct val="120000"/>
              <a:buFont typeface="Arial" charset="0"/>
              <a:buChar char="•"/>
              <a:defRPr lang="en-US" sz="2000" b="0" i="0" kern="1200" dirty="0" smtClean="0">
                <a:solidFill>
                  <a:schemeClr val="tx1"/>
                </a:solidFill>
                <a:effectLst/>
                <a:latin typeface="Segoe UI" charset="0"/>
                <a:ea typeface="Segoe UI" charset="0"/>
                <a:cs typeface="Segoe UI" charset="0"/>
              </a:defRPr>
            </a:lvl3pPr>
            <a:lvl4pPr marL="631825" indent="-182880" algn="l" defTabSz="914132" rtl="0" eaLnBrk="1" latinLnBrk="0" hangingPunct="1">
              <a:lnSpc>
                <a:spcPct val="110000"/>
              </a:lnSpc>
              <a:spcBef>
                <a:spcPts val="0"/>
              </a:spcBef>
              <a:spcAft>
                <a:spcPts val="600"/>
              </a:spcAft>
              <a:buClrTx/>
              <a:buFont typeface="Arial" charset="0"/>
              <a:buChar char="•"/>
              <a:tabLst/>
              <a:defRPr lang="en-US" sz="1800" b="0" i="0" kern="1200" dirty="0" smtClean="0">
                <a:solidFill>
                  <a:schemeClr val="tx1"/>
                </a:solidFill>
                <a:effectLst/>
                <a:latin typeface="Segoe UI" charset="0"/>
                <a:ea typeface="Segoe UI" charset="0"/>
                <a:cs typeface="Segoe UI" charset="0"/>
              </a:defRPr>
            </a:lvl4pPr>
            <a:lvl5pPr marL="1162685" indent="-194310" algn="l" defTabSz="914132" rtl="0" eaLnBrk="1" latinLnBrk="0" hangingPunct="1">
              <a:lnSpc>
                <a:spcPct val="110000"/>
              </a:lnSpc>
              <a:spcBef>
                <a:spcPts val="500"/>
              </a:spcBef>
              <a:buClr>
                <a:schemeClr val="tx1"/>
              </a:buClr>
              <a:buFont typeface="Arial"/>
              <a:buChar char="•"/>
              <a:defRPr lang="en-US" sz="1600" b="0" i="0" kern="1200" dirty="0">
                <a:solidFill>
                  <a:schemeClr val="tx1"/>
                </a:solidFill>
                <a:effectLst/>
                <a:latin typeface="Segoe UI" charset="0"/>
                <a:ea typeface="Segoe UI" charset="0"/>
                <a:cs typeface="Segoe UI" charset="0"/>
              </a:defRPr>
            </a:lvl5pPr>
            <a:lvl6pPr marL="1873781" indent="-228533" algn="l" defTabSz="914132"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6pPr>
            <a:lvl7pPr marL="2970926"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7pPr>
            <a:lvl8pPr marL="3427992"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8pPr>
            <a:lvl9pPr marL="3885057" indent="-228533" algn="l" defTabSz="914132" rtl="0" eaLnBrk="1" latinLnBrk="0" hangingPunct="1">
              <a:lnSpc>
                <a:spcPct val="90000"/>
              </a:lnSpc>
              <a:spcBef>
                <a:spcPts val="500"/>
              </a:spcBef>
              <a:buFont typeface="Arial" panose="020B0604020202020204" pitchFamily="34" charset="0"/>
              <a:buChar char="•"/>
              <a:defRPr sz="1900" kern="1200">
                <a:solidFill>
                  <a:schemeClr val="tx1"/>
                </a:solidFill>
                <a:latin typeface="+mn-lt"/>
                <a:ea typeface="+mn-ea"/>
                <a:cs typeface="+mn-cs"/>
              </a:defRPr>
            </a:lvl9pPr>
          </a:lstStyle>
          <a:p>
            <a:pPr marL="0" marR="0" lvl="0" indent="0" algn="l" defTabSz="914132" rtl="0" eaLnBrk="1" fontAlgn="auto" latinLnBrk="0" hangingPunct="1">
              <a:lnSpc>
                <a:spcPct val="150000"/>
              </a:lnSpc>
              <a:spcBef>
                <a:spcPts val="0"/>
              </a:spcBef>
              <a:spcAft>
                <a:spcPts val="600"/>
              </a:spcAft>
              <a:buClr>
                <a:srgbClr val="E9E9E9"/>
              </a:buClr>
              <a:buSzPct val="120000"/>
              <a:buFontTx/>
              <a:buNone/>
              <a:tabLst/>
              <a:defRPr/>
            </a:pPr>
            <a:endParaRPr kumimoji="0" lang="en-US" sz="1400" b="0" i="0" u="none" strike="noStrike" kern="1200" cap="none" spc="0" normalizeH="0" baseline="0" noProof="0">
              <a:ln>
                <a:noFill/>
              </a:ln>
              <a:solidFill>
                <a:srgbClr val="000000"/>
              </a:solidFill>
              <a:effectLst/>
              <a:uLnTx/>
              <a:uFillTx/>
              <a:latin typeface="Consolas" panose="020B0609020204030204" pitchFamily="49" charset="0"/>
              <a:cs typeface="Segoe UI Semibold" charset="0"/>
            </a:endParaRPr>
          </a:p>
        </p:txBody>
      </p:sp>
      <p:sp>
        <p:nvSpPr>
          <p:cNvPr id="9" name="Text Placeholder 4" descr="This layout should only be used for developer code. The font used is a monospace font which is ideal for showing code.">
            <a:extLst>
              <a:ext uri="{FF2B5EF4-FFF2-40B4-BE49-F238E27FC236}">
                <a16:creationId xmlns:a16="http://schemas.microsoft.com/office/drawing/2014/main" id="{3EC8DAD9-3274-7DD3-8458-A6CF6E36618D}"/>
              </a:ext>
            </a:extLst>
          </p:cNvPr>
          <p:cNvSpPr>
            <a:spLocks noGrp="1"/>
          </p:cNvSpPr>
          <p:nvPr>
            <p:ph type="body" sz="quarter" idx="11" hasCustomPrompt="1"/>
          </p:nvPr>
        </p:nvSpPr>
        <p:spPr>
          <a:xfrm>
            <a:off x="579438" y="1083733"/>
            <a:ext cx="11020425" cy="4885267"/>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9675666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923.xml><?xml version="1.0" encoding="utf-8"?>
<p:sldLayout xmlns:a="http://schemas.openxmlformats.org/drawingml/2006/main" xmlns:r="http://schemas.openxmlformats.org/officeDocument/2006/relationships" xmlns:p="http://schemas.openxmlformats.org/presentationml/2006/main" preserve="1" userDrawn="1">
  <p:cSld name="Developer code right">
    <p:bg>
      <p:bgPr>
        <a:solidFill>
          <a:srgbClr val="E8E6DF"/>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DFD107E2-140D-CB86-9FA1-B9481E49E6FE}"/>
              </a:ext>
            </a:extLst>
          </p:cNvPr>
          <p:cNvSpPr>
            <a:spLocks noGrp="1"/>
          </p:cNvSpPr>
          <p:nvPr>
            <p:ph type="title"/>
          </p:nvPr>
        </p:nvSpPr>
        <p:spPr>
          <a:xfrm>
            <a:off x="588262" y="585216"/>
            <a:ext cx="4042761"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6" name="Text Placeholder 3">
            <a:extLst>
              <a:ext uri="{FF2B5EF4-FFF2-40B4-BE49-F238E27FC236}">
                <a16:creationId xmlns:a16="http://schemas.microsoft.com/office/drawing/2014/main" id="{277F5E94-C055-4558-A211-EF7933FCA82F}"/>
              </a:ext>
            </a:extLst>
          </p:cNvPr>
          <p:cNvSpPr>
            <a:spLocks noGrp="1"/>
          </p:cNvSpPr>
          <p:nvPr>
            <p:ph type="body" sz="quarter" idx="15"/>
          </p:nvPr>
        </p:nvSpPr>
        <p:spPr>
          <a:xfrm>
            <a:off x="586389" y="1594155"/>
            <a:ext cx="4042761" cy="726353"/>
          </a:xfrm>
          <a:prstGeom prst="rect">
            <a:avLst/>
          </a:prstGeom>
        </p:spPr>
        <p:txBody>
          <a:bodyPr wrap="square">
            <a:spAutoFit/>
          </a:bodyPr>
          <a:lstStyle>
            <a:lvl1pPr marL="0" indent="0">
              <a:buFont typeface="Arial" panose="020B0604020202020204" pitchFamily="34" charset="0"/>
              <a:buNone/>
              <a:defRPr>
                <a:solidFill>
                  <a:schemeClr val="tx1"/>
                </a:solidFill>
              </a:defRPr>
            </a:lvl1pPr>
            <a:lvl2pPr marL="137160" indent="0">
              <a:buFont typeface="Arial" panose="020B0604020202020204" pitchFamily="34" charset="0"/>
              <a:buNone/>
              <a:defRPr>
                <a:solidFill>
                  <a:schemeClr val="tx1"/>
                </a:solidFill>
              </a:defRPr>
            </a:lvl2pPr>
            <a:lvl3pPr marL="265176" indent="0">
              <a:buFont typeface="Arial" panose="020B0604020202020204" pitchFamily="34" charset="0"/>
              <a:buNone/>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7" name="Text Placeholder 4" descr="This layout should only be used for developer code. The font used is a monospace font which is ideal for showing code.">
            <a:extLst>
              <a:ext uri="{FF2B5EF4-FFF2-40B4-BE49-F238E27FC236}">
                <a16:creationId xmlns:a16="http://schemas.microsoft.com/office/drawing/2014/main" id="{A89B3FAE-417F-41EF-9D05-0D6CAF8EC76C}"/>
              </a:ext>
            </a:extLst>
          </p:cNvPr>
          <p:cNvSpPr>
            <a:spLocks noGrp="1"/>
          </p:cNvSpPr>
          <p:nvPr>
            <p:ph type="body" sz="quarter" idx="11" hasCustomPrompt="1"/>
          </p:nvPr>
        </p:nvSpPr>
        <p:spPr>
          <a:xfrm>
            <a:off x="5800725" y="582613"/>
            <a:ext cx="5799138" cy="5692775"/>
          </a:xfrm>
        </p:spPr>
        <p:txBody>
          <a:bodyPr/>
          <a:lstStyle>
            <a:lvl1pPr marL="0" indent="0">
              <a:buNone/>
              <a:tabLst/>
              <a:defRPr sz="1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138602711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924.xml><?xml version="1.0" encoding="utf-8"?>
<p:sldLayout xmlns:a="http://schemas.openxmlformats.org/drawingml/2006/main" xmlns:r="http://schemas.openxmlformats.org/officeDocument/2006/relationships" xmlns:p="http://schemas.openxmlformats.org/presentationml/2006/main" preserve="1" userDrawn="1">
  <p:cSld name="Resources">
    <p:bg>
      <p:bgPr>
        <a:solidFill>
          <a:srgbClr val="E8E6D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35D3C-86EE-875E-D2A6-669DF7E1C19A}"/>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
        <p:nvSpPr>
          <p:cNvPr id="3" name="Text Placeholder 3">
            <a:extLst>
              <a:ext uri="{FF2B5EF4-FFF2-40B4-BE49-F238E27FC236}">
                <a16:creationId xmlns:a16="http://schemas.microsoft.com/office/drawing/2014/main" id="{05B49E74-D3F8-9BC9-0A3F-F524E6C5A414}"/>
              </a:ext>
            </a:extLst>
          </p:cNvPr>
          <p:cNvSpPr>
            <a:spLocks noGrp="1"/>
          </p:cNvSpPr>
          <p:nvPr>
            <p:ph type="body" sz="quarter" idx="15"/>
          </p:nvPr>
        </p:nvSpPr>
        <p:spPr>
          <a:xfrm>
            <a:off x="586389" y="1591056"/>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8" name="Text Placeholder 3">
            <a:extLst>
              <a:ext uri="{FF2B5EF4-FFF2-40B4-BE49-F238E27FC236}">
                <a16:creationId xmlns:a16="http://schemas.microsoft.com/office/drawing/2014/main" id="{5F055FC1-EF87-C5EC-9545-B346C73ACDA3}"/>
              </a:ext>
            </a:extLst>
          </p:cNvPr>
          <p:cNvSpPr>
            <a:spLocks noGrp="1"/>
          </p:cNvSpPr>
          <p:nvPr>
            <p:ph type="body" sz="quarter" idx="19"/>
          </p:nvPr>
        </p:nvSpPr>
        <p:spPr>
          <a:xfrm>
            <a:off x="586389" y="2081710"/>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9" name="Text Placeholder 3">
            <a:extLst>
              <a:ext uri="{FF2B5EF4-FFF2-40B4-BE49-F238E27FC236}">
                <a16:creationId xmlns:a16="http://schemas.microsoft.com/office/drawing/2014/main" id="{5EBA1527-2F4C-29A6-6A08-4FBA5CAE4E7E}"/>
              </a:ext>
            </a:extLst>
          </p:cNvPr>
          <p:cNvSpPr>
            <a:spLocks noGrp="1"/>
          </p:cNvSpPr>
          <p:nvPr>
            <p:ph type="body" sz="quarter" idx="20"/>
          </p:nvPr>
        </p:nvSpPr>
        <p:spPr>
          <a:xfrm>
            <a:off x="586389" y="3587124"/>
            <a:ext cx="8193024" cy="541687"/>
          </a:xfrm>
          <a:prstGeom prst="rect">
            <a:avLst/>
          </a:prstGeom>
        </p:spPr>
        <p:txBody>
          <a:bodyPr wrap="square">
            <a:spAutoFit/>
          </a:bodyPr>
          <a:lstStyle>
            <a:lvl1pPr marL="0" indent="0">
              <a:buFont typeface="Arial" panose="020B0604020202020204" pitchFamily="34" charset="0"/>
              <a:buNone/>
              <a:defRPr>
                <a:solidFill>
                  <a:schemeClr val="tx1"/>
                </a:solidFill>
                <a:latin typeface="+mj-lt"/>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p:txBody>
      </p:sp>
      <p:sp>
        <p:nvSpPr>
          <p:cNvPr id="10" name="Text Placeholder 3">
            <a:extLst>
              <a:ext uri="{FF2B5EF4-FFF2-40B4-BE49-F238E27FC236}">
                <a16:creationId xmlns:a16="http://schemas.microsoft.com/office/drawing/2014/main" id="{3B81DC28-90DC-14C9-6ED7-101D16E58FA0}"/>
              </a:ext>
            </a:extLst>
          </p:cNvPr>
          <p:cNvSpPr>
            <a:spLocks noGrp="1"/>
          </p:cNvSpPr>
          <p:nvPr>
            <p:ph type="body" sz="quarter" idx="21"/>
          </p:nvPr>
        </p:nvSpPr>
        <p:spPr>
          <a:xfrm>
            <a:off x="586389" y="4077778"/>
            <a:ext cx="8193024" cy="1132618"/>
          </a:xfrm>
          <a:prstGeom prst="rect">
            <a:avLst/>
          </a:prstGeom>
        </p:spPr>
        <p:txBody>
          <a:bodyPr wrap="square">
            <a:spAutoFit/>
          </a:bodyPr>
          <a:lstStyle>
            <a:lvl1pPr marL="137160" indent="-137160">
              <a:buFont typeface="Arial" panose="020B0604020202020204" pitchFamily="34" charset="0"/>
              <a:buChar char="•"/>
              <a:defRPr>
                <a:solidFill>
                  <a:schemeClr val="tx1"/>
                </a:solidFill>
              </a:defRPr>
            </a:lvl1pPr>
            <a:lvl2pPr marL="265176" indent="-128016">
              <a:buFont typeface="Arial" panose="020B0604020202020204" pitchFamily="34" charset="0"/>
              <a:buChar char="•"/>
              <a:defRPr>
                <a:solidFill>
                  <a:schemeClr val="tx1"/>
                </a:solidFill>
              </a:defRPr>
            </a:lvl2pPr>
            <a:lvl3pPr marL="384048" indent="-118872">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Footer Placeholder 10">
            <a:extLst>
              <a:ext uri="{FF2B5EF4-FFF2-40B4-BE49-F238E27FC236}">
                <a16:creationId xmlns:a16="http://schemas.microsoft.com/office/drawing/2014/main" id="{0281408E-274B-89C6-8571-F986E6EE6541}"/>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0839624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72">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44">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28" orient="horz" pos="4320">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67">
          <p15:clr>
            <a:srgbClr val="954F72"/>
          </p15:clr>
        </p15:guide>
        <p15:guide id="35" orient="horz" pos="2252">
          <p15:clr>
            <a:srgbClr val="954F72"/>
          </p15:clr>
        </p15:guide>
        <p15:guide id="36" orient="horz" pos="2695">
          <p15:clr>
            <a:srgbClr val="954F72"/>
          </p15:clr>
        </p15:guide>
        <p15:guide id="37" orient="horz" pos="2880">
          <p15:clr>
            <a:srgbClr val="954F72"/>
          </p15:clr>
        </p15:guide>
        <p15:guide id="38" orient="horz" pos="3323">
          <p15:clr>
            <a:srgbClr val="954F72"/>
          </p15:clr>
        </p15:guide>
        <p15:guide id="39" orient="horz" pos="3507">
          <p15:clr>
            <a:srgbClr val="954F72"/>
          </p15:clr>
        </p15:guide>
      </p15:sldGuideLst>
    </p:ext>
  </p:extLst>
</p:sldLayout>
</file>

<file path=ppt/slideLayouts/slideLayout1925.xml><?xml version="1.0" encoding="utf-8"?>
<p:sldLayout xmlns:a="http://schemas.openxmlformats.org/drawingml/2006/main" xmlns:r="http://schemas.openxmlformats.org/officeDocument/2006/relationships" xmlns:p="http://schemas.openxmlformats.org/presentationml/2006/main" preserve="1" userDrawn="1">
  <p:cSld name="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2577"/>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7" name="Footer Placeholder 10">
            <a:extLst>
              <a:ext uri="{FF2B5EF4-FFF2-40B4-BE49-F238E27FC236}">
                <a16:creationId xmlns:a16="http://schemas.microsoft.com/office/drawing/2014/main" id="{3B2054C5-1258-8F24-CB3E-C0C7AA29451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587226471"/>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926.xml><?xml version="1.0" encoding="utf-8"?>
<p:sldLayout xmlns:a="http://schemas.openxmlformats.org/drawingml/2006/main" xmlns:r="http://schemas.openxmlformats.org/officeDocument/2006/relationships" xmlns:p="http://schemas.openxmlformats.org/presentationml/2006/main" preserve="1" userDrawn="1">
  <p:cSld name="2_Closing slide_with Logo">
    <p:bg>
      <p:bgPr>
        <a:solidFill>
          <a:srgbClr val="E8E6DF"/>
        </a:solidFill>
        <a:effectLst/>
      </p:bgPr>
    </p:bg>
    <p:spTree>
      <p:nvGrpSpPr>
        <p:cNvPr id="1" name=""/>
        <p:cNvGrpSpPr/>
        <p:nvPr/>
      </p:nvGrpSpPr>
      <p:grpSpPr>
        <a:xfrm>
          <a:off x="0" y="0"/>
          <a:ext cx="0" cy="0"/>
          <a:chOff x="0" y="0"/>
          <a:chExt cx="0" cy="0"/>
        </a:xfrm>
      </p:grpSpPr>
      <p:pic>
        <p:nvPicPr>
          <p:cNvPr id="2" name="MS logo gray - EMF">
            <a:extLst>
              <a:ext uri="{FF2B5EF4-FFF2-40B4-BE49-F238E27FC236}">
                <a16:creationId xmlns:a16="http://schemas.microsoft.com/office/drawing/2014/main" id="{34855668-1A0A-E5EE-1D0F-97B30351BA0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3" name="Title 1">
            <a:extLst>
              <a:ext uri="{FF2B5EF4-FFF2-40B4-BE49-F238E27FC236}">
                <a16:creationId xmlns:a16="http://schemas.microsoft.com/office/drawing/2014/main" id="{5072CE3E-C99E-C188-A13F-A0815FF096D2}"/>
              </a:ext>
            </a:extLst>
          </p:cNvPr>
          <p:cNvSpPr>
            <a:spLocks noGrp="1"/>
          </p:cNvSpPr>
          <p:nvPr>
            <p:ph type="title" hasCustomPrompt="1"/>
          </p:nvPr>
        </p:nvSpPr>
        <p:spPr>
          <a:xfrm>
            <a:off x="588262" y="-616043"/>
            <a:ext cx="8193024" cy="307777"/>
          </a:xfrm>
        </p:spPr>
        <p:txBody>
          <a:bodyPr/>
          <a:lstStyle>
            <a:lvl1pPr>
              <a:defRPr sz="2000" b="0" i="0">
                <a:solidFill>
                  <a:srgbClr val="001F2D"/>
                </a:solidFill>
                <a:latin typeface="+mj-lt"/>
                <a:cs typeface="Segoe UI Semibold" panose="020B0502040204020203" pitchFamily="34" charset="0"/>
              </a:defRPr>
            </a:lvl1pPr>
          </a:lstStyle>
          <a:p>
            <a:r>
              <a:rPr lang="en-US"/>
              <a:t>Final slide with logo</a:t>
            </a:r>
          </a:p>
        </p:txBody>
      </p:sp>
      <p:sp>
        <p:nvSpPr>
          <p:cNvPr id="6" name="Text Placeholder 4">
            <a:extLst>
              <a:ext uri="{FF2B5EF4-FFF2-40B4-BE49-F238E27FC236}">
                <a16:creationId xmlns:a16="http://schemas.microsoft.com/office/drawing/2014/main" id="{BD9E8228-6949-BCF9-F825-22D65A43DBCD}"/>
              </a:ext>
            </a:extLst>
          </p:cNvPr>
          <p:cNvSpPr>
            <a:spLocks noGrp="1"/>
          </p:cNvSpPr>
          <p:nvPr>
            <p:ph type="body" sz="quarter" idx="12" hasCustomPrompt="1"/>
          </p:nvPr>
        </p:nvSpPr>
        <p:spPr>
          <a:xfrm>
            <a:off x="585216" y="2080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3"/>
                </a:solidFill>
                <a:effectLst/>
                <a:latin typeface="+mj-lt"/>
                <a:ea typeface="+mn-ea"/>
                <a:cs typeface="Segoe UI" panose="020B0502040204020203" pitchFamily="34" charset="0"/>
              </a:defRPr>
            </a:lvl1pPr>
          </a:lstStyle>
          <a:p>
            <a:pPr lvl="0"/>
            <a:r>
              <a:rPr lang="en-US"/>
              <a:t>Thank you.</a:t>
            </a:r>
          </a:p>
        </p:txBody>
      </p:sp>
      <p:sp>
        <p:nvSpPr>
          <p:cNvPr id="9" name="Text Placeholder 8">
            <a:extLst>
              <a:ext uri="{FF2B5EF4-FFF2-40B4-BE49-F238E27FC236}">
                <a16:creationId xmlns:a16="http://schemas.microsoft.com/office/drawing/2014/main" id="{FCDD9B65-7B9C-E803-654B-692D90202D54}"/>
              </a:ext>
            </a:extLst>
          </p:cNvPr>
          <p:cNvSpPr>
            <a:spLocks noGrp="1"/>
          </p:cNvSpPr>
          <p:nvPr>
            <p:ph type="body" sz="quarter" idx="13"/>
          </p:nvPr>
        </p:nvSpPr>
        <p:spPr>
          <a:xfrm>
            <a:off x="4485640" y="2276475"/>
            <a:ext cx="7114222" cy="1689099"/>
          </a:xfrm>
        </p:spPr>
        <p:txBody>
          <a:bodyPr/>
          <a:lstStyle>
            <a:lvl1pPr marL="0" indent="0" algn="l" defTabSz="457200" rtl="0" eaLnBrk="1" latinLnBrk="0" hangingPunct="1">
              <a:lnSpc>
                <a:spcPct val="100000"/>
              </a:lnSpc>
              <a:spcBef>
                <a:spcPct val="0"/>
              </a:spcBef>
              <a:buNone/>
              <a:defRPr lang="en-US" sz="2000" b="0" kern="1200" cap="none" spc="-50" baseline="0" dirty="0" smtClean="0">
                <a:ln w="3175">
                  <a:noFill/>
                </a:ln>
                <a:solidFill>
                  <a:schemeClr val="tx1"/>
                </a:solidFill>
                <a:effectLst/>
                <a:latin typeface="+mn-lt"/>
                <a:ea typeface="+mn-ea"/>
                <a:cs typeface="Segoe UI" panose="020B0502040204020203" pitchFamily="34" charset="0"/>
              </a:defRPr>
            </a:lvl1pPr>
            <a:lvl2pPr marL="155448" indent="0">
              <a:buNone/>
              <a:defRPr lang="en-US" sz="2000" b="0" kern="1200" cap="none" spc="-50" baseline="0" dirty="0" smtClean="0">
                <a:ln w="3175">
                  <a:noFill/>
                </a:ln>
                <a:solidFill>
                  <a:schemeClr val="bg1"/>
                </a:solidFill>
                <a:effectLst/>
                <a:latin typeface="+mn-lt"/>
                <a:ea typeface="+mn-ea"/>
                <a:cs typeface="Segoe UI" panose="020B0502040204020203" pitchFamily="34" charset="0"/>
              </a:defRPr>
            </a:lvl2pPr>
            <a:lvl3pPr marL="265176" indent="0">
              <a:buNone/>
              <a:defRPr/>
            </a:lvl3pPr>
            <a:lvl4pPr marL="661988" indent="0">
              <a:buNone/>
              <a:defRPr/>
            </a:lvl4pPr>
            <a:lvl5pPr marL="855663" indent="0">
              <a:buNone/>
              <a:defRPr/>
            </a:lvl5pPr>
          </a:lstStyle>
          <a:p>
            <a:pPr lvl="0"/>
            <a:r>
              <a:rPr lang="en-US"/>
              <a:t>Click to edit Master text styles</a:t>
            </a:r>
          </a:p>
        </p:txBody>
      </p:sp>
      <p:sp>
        <p:nvSpPr>
          <p:cNvPr id="7" name="Footer Placeholder 10">
            <a:extLst>
              <a:ext uri="{FF2B5EF4-FFF2-40B4-BE49-F238E27FC236}">
                <a16:creationId xmlns:a16="http://schemas.microsoft.com/office/drawing/2014/main" id="{3D724FF2-BFB6-0799-B9AE-F83BA9177AA3}"/>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84840281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592">
          <p15:clr>
            <a:srgbClr val="FBAE40"/>
          </p15:clr>
        </p15:guide>
      </p15:sldGuideLst>
    </p:ext>
  </p:extLst>
</p:sldLayout>
</file>

<file path=ppt/slideLayouts/slideLayout1927.xml><?xml version="1.0" encoding="utf-8"?>
<p:sldLayout xmlns:a="http://schemas.openxmlformats.org/drawingml/2006/main" xmlns:r="http://schemas.openxmlformats.org/officeDocument/2006/relationships" xmlns:p="http://schemas.openxmlformats.org/presentationml/2006/main" preserve="1" userDrawn="1">
  <p:cSld name="Title_Gradient_Dark Blue">
    <p:bg>
      <p:bgPr>
        <a:solidFill>
          <a:schemeClr val="bg2"/>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09C25A02-AC19-00D7-AA19-15FBBBA075A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6285"/>
          </a:xfrm>
          <a:prstGeom prst="rect">
            <a:avLst/>
          </a:prstGeom>
        </p:spPr>
      </p:pic>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white">
          <a:xfrm>
            <a:off x="584200" y="585788"/>
            <a:ext cx="1366245" cy="292608"/>
          </a:xfrm>
          <a:prstGeom prst="rect">
            <a:avLst/>
          </a:prstGeom>
        </p:spPr>
      </p:pic>
      <p:sp>
        <p:nvSpPr>
          <p:cNvPr id="3" name="Title 1">
            <a:extLst>
              <a:ext uri="{FF2B5EF4-FFF2-40B4-BE49-F238E27FC236}">
                <a16:creationId xmlns:a16="http://schemas.microsoft.com/office/drawing/2014/main" id="{4D261202-B43E-AFEC-1247-D8B93E325B08}"/>
              </a:ext>
            </a:extLst>
          </p:cNvPr>
          <p:cNvSpPr>
            <a:spLocks noGrp="1"/>
          </p:cNvSpPr>
          <p:nvPr>
            <p:ph type="title" hasCustomPrompt="1"/>
          </p:nvPr>
        </p:nvSpPr>
        <p:spPr bwMode="white">
          <a:xfrm>
            <a:off x="569911" y="2769057"/>
            <a:ext cx="8193024" cy="1231106"/>
          </a:xfrm>
          <a:noFill/>
        </p:spPr>
        <p:txBody>
          <a:bodyPr wrap="square" lIns="0" tIns="0" rIns="0" bIns="0" anchor="b" anchorCtr="0">
            <a:spAutoFit/>
          </a:bodyPr>
          <a:lstStyle>
            <a:lvl1pPr>
              <a:defRPr sz="4000" b="0" i="0" spc="-50" baseline="0">
                <a:solidFill>
                  <a:schemeClr val="bg1"/>
                </a:solidFill>
                <a:latin typeface="+mn-lt"/>
                <a:cs typeface="Segoe UI" panose="020B0502040204020203" pitchFamily="34" charset="0"/>
              </a:defRPr>
            </a:lvl1pPr>
          </a:lstStyle>
          <a:p>
            <a:r>
              <a:rPr lang="en-US"/>
              <a:t>Event name or </a:t>
            </a:r>
            <a:br>
              <a:rPr lang="en-US"/>
            </a:br>
            <a:r>
              <a:rPr lang="en-US"/>
              <a:t>presentation title</a:t>
            </a:r>
          </a:p>
        </p:txBody>
      </p:sp>
      <p:sp>
        <p:nvSpPr>
          <p:cNvPr id="8" name="Text Placeholder 4">
            <a:extLst>
              <a:ext uri="{FF2B5EF4-FFF2-40B4-BE49-F238E27FC236}">
                <a16:creationId xmlns:a16="http://schemas.microsoft.com/office/drawing/2014/main" id="{4F89D852-EFBA-6F99-2050-8532FF783C3E}"/>
              </a:ext>
            </a:extLst>
          </p:cNvPr>
          <p:cNvSpPr>
            <a:spLocks noGrp="1"/>
          </p:cNvSpPr>
          <p:nvPr>
            <p:ph type="body" sz="quarter" idx="12" hasCustomPrompt="1"/>
          </p:nvPr>
        </p:nvSpPr>
        <p:spPr bwMode="white">
          <a:xfrm>
            <a:off x="582042" y="4215827"/>
            <a:ext cx="8193024" cy="246221"/>
          </a:xfrm>
          <a:prstGeom prst="rect">
            <a:avLst/>
          </a:prstGeom>
          <a:noFill/>
        </p:spPr>
        <p:txBody>
          <a:bodyPr wrap="square" lIns="0" tIns="0" rIns="0" bIns="0">
            <a:spAutoFit/>
          </a:bodyPr>
          <a:lstStyle>
            <a:lvl1pPr marL="0" indent="0">
              <a:spcBef>
                <a:spcPts val="0"/>
              </a:spcBef>
              <a:buNone/>
              <a:defRPr sz="1600" spc="0" baseline="0">
                <a:solidFill>
                  <a:schemeClr val="bg1"/>
                </a:solidFill>
                <a:latin typeface="+mn-lt"/>
                <a:cs typeface="Segoe UI" panose="020B0502040204020203" pitchFamily="34" charset="0"/>
              </a:defRPr>
            </a:lvl1pPr>
          </a:lstStyle>
          <a:p>
            <a:pPr lvl="0"/>
            <a:r>
              <a:rPr lang="en-US"/>
              <a:t>Speaker name or subtitle</a:t>
            </a:r>
          </a:p>
        </p:txBody>
      </p:sp>
      <p:sp>
        <p:nvSpPr>
          <p:cNvPr id="2" name="Text Placeholder 4">
            <a:extLst>
              <a:ext uri="{FF2B5EF4-FFF2-40B4-BE49-F238E27FC236}">
                <a16:creationId xmlns:a16="http://schemas.microsoft.com/office/drawing/2014/main" id="{0BD8134C-9DAE-AC17-E85E-797425358B52}"/>
              </a:ext>
            </a:extLst>
          </p:cNvPr>
          <p:cNvSpPr>
            <a:spLocks noGrp="1"/>
          </p:cNvSpPr>
          <p:nvPr>
            <p:ph type="body" sz="quarter" idx="13" hasCustomPrompt="1"/>
          </p:nvPr>
        </p:nvSpPr>
        <p:spPr bwMode="white">
          <a:xfrm>
            <a:off x="582042" y="6446520"/>
            <a:ext cx="1645920"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Date</a:t>
            </a:r>
          </a:p>
        </p:txBody>
      </p:sp>
      <p:sp>
        <p:nvSpPr>
          <p:cNvPr id="4" name="Text Placeholder 4">
            <a:extLst>
              <a:ext uri="{FF2B5EF4-FFF2-40B4-BE49-F238E27FC236}">
                <a16:creationId xmlns:a16="http://schemas.microsoft.com/office/drawing/2014/main" id="{2BD6AF20-3445-2A80-6CE8-04C04421E1B8}"/>
              </a:ext>
            </a:extLst>
          </p:cNvPr>
          <p:cNvSpPr>
            <a:spLocks noGrp="1"/>
          </p:cNvSpPr>
          <p:nvPr>
            <p:ph type="body" sz="quarter" idx="14" hasCustomPrompt="1"/>
          </p:nvPr>
        </p:nvSpPr>
        <p:spPr bwMode="white">
          <a:xfrm>
            <a:off x="2471054" y="6446520"/>
            <a:ext cx="6336792" cy="153888"/>
          </a:xfrm>
          <a:prstGeom prst="rect">
            <a:avLst/>
          </a:prstGeom>
          <a:noFill/>
        </p:spPr>
        <p:txBody>
          <a:bodyPr wrap="square" lIns="0" tIns="0" rIns="0" bIns="0">
            <a:spAutoFit/>
          </a:bodyPr>
          <a:lstStyle>
            <a:lvl1pPr marL="0" indent="0">
              <a:spcBef>
                <a:spcPts val="0"/>
              </a:spcBef>
              <a:buNone/>
              <a:defRPr sz="1000" spc="0" baseline="0">
                <a:solidFill>
                  <a:schemeClr val="bg1"/>
                </a:solidFill>
                <a:latin typeface="+mn-lt"/>
                <a:cs typeface="Segoe UI" panose="020B0502040204020203" pitchFamily="34" charset="0"/>
              </a:defRPr>
            </a:lvl1pPr>
          </a:lstStyle>
          <a:p>
            <a:pPr lvl="0"/>
            <a:r>
              <a:rPr lang="en-US"/>
              <a:t>Microsoft confidential</a:t>
            </a:r>
          </a:p>
        </p:txBody>
      </p:sp>
    </p:spTree>
    <p:extLst>
      <p:ext uri="{BB962C8B-B14F-4D97-AF65-F5344CB8AC3E}">
        <p14:creationId xmlns:p14="http://schemas.microsoft.com/office/powerpoint/2010/main" val="1124420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450">
          <p15:clr>
            <a:srgbClr val="FBAE40"/>
          </p15:clr>
        </p15:guide>
        <p15:guide id="2" orient="horz" pos="2647">
          <p15:clr>
            <a:srgbClr val="FBAE40"/>
          </p15:clr>
        </p15:guide>
      </p15:sldGuideLst>
    </p:ext>
  </p:extLst>
</p:sldLayout>
</file>

<file path=ppt/slideLayouts/slideLayout1928.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
        <p:nvSpPr>
          <p:cNvPr id="3" name="Footer Placeholder 10">
            <a:extLst>
              <a:ext uri="{FF2B5EF4-FFF2-40B4-BE49-F238E27FC236}">
                <a16:creationId xmlns:a16="http://schemas.microsoft.com/office/drawing/2014/main" id="{55F3B42E-49D5-A402-BB55-46E458419094}"/>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10440552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929.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Footer Placeholder 10">
            <a:extLst>
              <a:ext uri="{FF2B5EF4-FFF2-40B4-BE49-F238E27FC236}">
                <a16:creationId xmlns:a16="http://schemas.microsoft.com/office/drawing/2014/main" id="{1C4BDD7D-AB67-C540-A18F-6434E586C375}"/>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6577163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1930.xml><?xml version="1.0" encoding="utf-8"?>
<p:sldLayout xmlns:a="http://schemas.openxmlformats.org/drawingml/2006/main" xmlns:r="http://schemas.openxmlformats.org/officeDocument/2006/relationships" xmlns:p="http://schemas.openxmlformats.org/presentationml/2006/main" userDrawn="1">
  <p:cSld name="Text option_3 rows">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B19F3EF-E352-4C65-98EB-C1D64E0A7284}"/>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0" name="Text Placeholder 4">
            <a:extLst>
              <a:ext uri="{FF2B5EF4-FFF2-40B4-BE49-F238E27FC236}">
                <a16:creationId xmlns:a16="http://schemas.microsoft.com/office/drawing/2014/main" id="{E93C46D7-E811-4904-971C-BDAE52869A61}"/>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12" name="Text Placeholder 4">
            <a:extLst>
              <a:ext uri="{FF2B5EF4-FFF2-40B4-BE49-F238E27FC236}">
                <a16:creationId xmlns:a16="http://schemas.microsoft.com/office/drawing/2014/main" id="{C84EFDE3-C2B4-4663-8852-A0D2423EB125}"/>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4" name="Footer Placeholder 10">
            <a:extLst>
              <a:ext uri="{FF2B5EF4-FFF2-40B4-BE49-F238E27FC236}">
                <a16:creationId xmlns:a16="http://schemas.microsoft.com/office/drawing/2014/main" id="{98D09561-FD4E-3066-64C2-824D66760B10}"/>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5" name="Title 1">
            <a:extLst>
              <a:ext uri="{FF2B5EF4-FFF2-40B4-BE49-F238E27FC236}">
                <a16:creationId xmlns:a16="http://schemas.microsoft.com/office/drawing/2014/main" id="{AC67A521-F4FD-E8EE-E376-D23CEA345620}"/>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cxnSp>
        <p:nvCxnSpPr>
          <p:cNvPr id="7" name="Straight Connector 6">
            <a:extLst>
              <a:ext uri="{FF2B5EF4-FFF2-40B4-BE49-F238E27FC236}">
                <a16:creationId xmlns:a16="http://schemas.microsoft.com/office/drawing/2014/main" id="{984A61D4-2EBC-3C89-B9B9-A7E3006349EC}"/>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5C7F07-21BA-232C-099C-2DFC70761A21}"/>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3542492"/>
      </p:ext>
    </p:extLst>
  </p:cSld>
  <p:clrMapOvr>
    <a:masterClrMapping/>
  </p:clrMapOvr>
  <p:transition>
    <p:fade/>
  </p:transition>
</p:sldLayout>
</file>

<file path=ppt/slideLayouts/slideLayout1931.xml><?xml version="1.0" encoding="utf-8"?>
<p:sldLayout xmlns:a="http://schemas.openxmlformats.org/drawingml/2006/main" xmlns:r="http://schemas.openxmlformats.org/officeDocument/2006/relationships" xmlns:p="http://schemas.openxmlformats.org/presentationml/2006/main" userDrawn="1">
  <p:cSld name="Text option_4 rows">
    <p:spTree>
      <p:nvGrpSpPr>
        <p:cNvPr id="1" name=""/>
        <p:cNvGrpSpPr/>
        <p:nvPr/>
      </p:nvGrpSpPr>
      <p:grpSpPr>
        <a:xfrm>
          <a:off x="0" y="0"/>
          <a:ext cx="0" cy="0"/>
          <a:chOff x="0" y="0"/>
          <a:chExt cx="0" cy="0"/>
        </a:xfrm>
      </p:grpSpPr>
      <p:sp>
        <p:nvSpPr>
          <p:cNvPr id="12" name="Text Placeholder 4">
            <a:extLst>
              <a:ext uri="{FF2B5EF4-FFF2-40B4-BE49-F238E27FC236}">
                <a16:creationId xmlns:a16="http://schemas.microsoft.com/office/drawing/2014/main" id="{BDF9284C-6F78-4885-87E1-4AAD9E8090B1}"/>
              </a:ext>
            </a:extLst>
          </p:cNvPr>
          <p:cNvSpPr>
            <a:spLocks noGrp="1"/>
          </p:cNvSpPr>
          <p:nvPr>
            <p:ph type="body" sz="quarter" idx="11" hasCustomPrompt="1"/>
          </p:nvPr>
        </p:nvSpPr>
        <p:spPr>
          <a:xfrm>
            <a:off x="1389460" y="1456896"/>
            <a:ext cx="10210404" cy="77724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0" name="Straight Connector 19">
            <a:extLst>
              <a:ext uri="{FF2B5EF4-FFF2-40B4-BE49-F238E27FC236}">
                <a16:creationId xmlns:a16="http://schemas.microsoft.com/office/drawing/2014/main" id="{4E9EA958-BE84-43C9-98F0-0C08E8EDD63F}"/>
              </a:ext>
              <a:ext uri="{C183D7F6-B498-43B3-948B-1728B52AA6E4}">
                <adec:decorative xmlns:adec="http://schemas.microsoft.com/office/drawing/2017/decorative" val="1"/>
              </a:ext>
            </a:extLst>
          </p:cNvPr>
          <p:cNvCxnSpPr>
            <a:cxnSpLocks/>
          </p:cNvCxnSpPr>
          <p:nvPr userDrawn="1"/>
        </p:nvCxnSpPr>
        <p:spPr>
          <a:xfrm>
            <a:off x="1389695" y="236662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D0E35C16-1FD5-43B8-8A48-E2CAEC4A6EA2}"/>
              </a:ext>
            </a:extLst>
          </p:cNvPr>
          <p:cNvSpPr>
            <a:spLocks noGrp="1"/>
          </p:cNvSpPr>
          <p:nvPr>
            <p:ph type="body" sz="quarter" idx="15" hasCustomPrompt="1"/>
          </p:nvPr>
        </p:nvSpPr>
        <p:spPr>
          <a:xfrm>
            <a:off x="1389460" y="2499114"/>
            <a:ext cx="10210404" cy="78118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1" name="Straight Connector 20">
            <a:extLst>
              <a:ext uri="{FF2B5EF4-FFF2-40B4-BE49-F238E27FC236}">
                <a16:creationId xmlns:a16="http://schemas.microsoft.com/office/drawing/2014/main" id="{FC78D634-25BA-4087-A772-1E555254B97D}"/>
              </a:ext>
              <a:ext uri="{C183D7F6-B498-43B3-948B-1728B52AA6E4}">
                <adec:decorative xmlns:adec="http://schemas.microsoft.com/office/drawing/2017/decorative" val="1"/>
              </a:ext>
            </a:extLst>
          </p:cNvPr>
          <p:cNvCxnSpPr>
            <a:cxnSpLocks/>
          </p:cNvCxnSpPr>
          <p:nvPr userDrawn="1"/>
        </p:nvCxnSpPr>
        <p:spPr>
          <a:xfrm>
            <a:off x="1389695" y="3412787"/>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7" name="Text Placeholder 4">
            <a:extLst>
              <a:ext uri="{FF2B5EF4-FFF2-40B4-BE49-F238E27FC236}">
                <a16:creationId xmlns:a16="http://schemas.microsoft.com/office/drawing/2014/main" id="{9F7B3EC7-70FC-4307-BB11-53CB4E14FFB9}"/>
              </a:ext>
            </a:extLst>
          </p:cNvPr>
          <p:cNvSpPr>
            <a:spLocks noGrp="1"/>
          </p:cNvSpPr>
          <p:nvPr>
            <p:ph type="body" sz="quarter" idx="17" hasCustomPrompt="1"/>
          </p:nvPr>
        </p:nvSpPr>
        <p:spPr>
          <a:xfrm>
            <a:off x="1389460" y="3545276"/>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cxnSp>
        <p:nvCxnSpPr>
          <p:cNvPr id="22" name="Straight Connector 21">
            <a:extLst>
              <a:ext uri="{FF2B5EF4-FFF2-40B4-BE49-F238E27FC236}">
                <a16:creationId xmlns:a16="http://schemas.microsoft.com/office/drawing/2014/main" id="{71CE9993-705A-488D-910E-290FD0A522F4}"/>
              </a:ext>
              <a:ext uri="{C183D7F6-B498-43B3-948B-1728B52AA6E4}">
                <adec:decorative xmlns:adec="http://schemas.microsoft.com/office/drawing/2017/decorative" val="1"/>
              </a:ext>
            </a:extLst>
          </p:cNvPr>
          <p:cNvCxnSpPr>
            <a:cxnSpLocks/>
          </p:cNvCxnSpPr>
          <p:nvPr userDrawn="1"/>
        </p:nvCxnSpPr>
        <p:spPr>
          <a:xfrm>
            <a:off x="1389695" y="445894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9" name="Text Placeholder 4">
            <a:extLst>
              <a:ext uri="{FF2B5EF4-FFF2-40B4-BE49-F238E27FC236}">
                <a16:creationId xmlns:a16="http://schemas.microsoft.com/office/drawing/2014/main" id="{DC5585A5-DAB7-4EFE-A980-497178E03B1A}"/>
              </a:ext>
            </a:extLst>
          </p:cNvPr>
          <p:cNvSpPr>
            <a:spLocks noGrp="1"/>
          </p:cNvSpPr>
          <p:nvPr>
            <p:ph type="body" sz="quarter" idx="19" hasCustomPrompt="1"/>
          </p:nvPr>
        </p:nvSpPr>
        <p:spPr>
          <a:xfrm>
            <a:off x="1389460" y="4591438"/>
            <a:ext cx="10210404" cy="781184"/>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Body copy Segoe UI Regular 14/18. The quick brown fox jumps over the lazy dog. The quick brown fox jumps over the lazy dog. The quick brown fox jumps over the lazy dog.</a:t>
            </a:r>
          </a:p>
        </p:txBody>
      </p:sp>
      <p:sp>
        <p:nvSpPr>
          <p:cNvPr id="8" name="Footer Placeholder 10">
            <a:extLst>
              <a:ext uri="{FF2B5EF4-FFF2-40B4-BE49-F238E27FC236}">
                <a16:creationId xmlns:a16="http://schemas.microsoft.com/office/drawing/2014/main" id="{03F58DC3-B4E8-1391-2AF6-4FE989430E68}"/>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9" name="Title 1">
            <a:extLst>
              <a:ext uri="{FF2B5EF4-FFF2-40B4-BE49-F238E27FC236}">
                <a16:creationId xmlns:a16="http://schemas.microsoft.com/office/drawing/2014/main" id="{75B21E8C-92C0-72B7-D04D-01894741A0D7}"/>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671429784"/>
      </p:ext>
    </p:extLst>
  </p:cSld>
  <p:clrMapOvr>
    <a:masterClrMapping/>
  </p:clrMapOvr>
  <p:transition>
    <p:fade/>
  </p:transition>
</p:sldLayout>
</file>

<file path=ppt/slideLayouts/slideLayout1932.xml><?xml version="1.0" encoding="utf-8"?>
<p:sldLayout xmlns:a="http://schemas.openxmlformats.org/drawingml/2006/main" xmlns:r="http://schemas.openxmlformats.org/officeDocument/2006/relationships" xmlns:p="http://schemas.openxmlformats.org/presentationml/2006/main" userDrawn="1">
  <p:cSld name="Text option_5 rows">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1389460" y="1456896"/>
            <a:ext cx="10210404" cy="645624"/>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5" name="Straight Connector 14">
            <a:extLst>
              <a:ext uri="{FF2B5EF4-FFF2-40B4-BE49-F238E27FC236}">
                <a16:creationId xmlns:a16="http://schemas.microsoft.com/office/drawing/2014/main" id="{F4A35CC4-D06B-40B4-91B1-CDA133426FEF}"/>
              </a:ext>
              <a:ext uri="{C183D7F6-B498-43B3-948B-1728B52AA6E4}">
                <adec:decorative xmlns:adec="http://schemas.microsoft.com/office/drawing/2017/decorative" val="1"/>
              </a:ext>
            </a:extLst>
          </p:cNvPr>
          <p:cNvCxnSpPr>
            <a:cxnSpLocks/>
          </p:cNvCxnSpPr>
          <p:nvPr userDrawn="1"/>
        </p:nvCxnSpPr>
        <p:spPr>
          <a:xfrm>
            <a:off x="1389695" y="2205973"/>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Text Placeholder 4"/>
          <p:cNvSpPr>
            <a:spLocks noGrp="1"/>
          </p:cNvSpPr>
          <p:nvPr>
            <p:ph type="body" sz="quarter" idx="15" hasCustomPrompt="1"/>
          </p:nvPr>
        </p:nvSpPr>
        <p:spPr>
          <a:xfrm>
            <a:off x="1389460" y="2309426"/>
            <a:ext cx="10210404" cy="648900"/>
          </a:xfrm>
          <a:prstGeom prst="rect">
            <a:avLst/>
          </a:prstGeom>
        </p:spPr>
        <p:txBody>
          <a:bodyPr wrap="square" lIns="0" tIns="0" rIns="0" bIns="0" anchor="ctr">
            <a:noAutofit/>
          </a:bodyPr>
          <a:lstStyle>
            <a:lvl1pPr marL="0" indent="0">
              <a:lnSpc>
                <a:spcPts val="1765"/>
              </a:lnSpc>
              <a:spcBef>
                <a:spcPts val="882"/>
              </a:spcBef>
              <a:buNone/>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7" name="Straight Connector 16">
            <a:extLst>
              <a:ext uri="{FF2B5EF4-FFF2-40B4-BE49-F238E27FC236}">
                <a16:creationId xmlns:a16="http://schemas.microsoft.com/office/drawing/2014/main" id="{569B8E47-3705-4496-95DB-2F04B39526B5}"/>
              </a:ext>
              <a:ext uri="{C183D7F6-B498-43B3-948B-1728B52AA6E4}">
                <adec:decorative xmlns:adec="http://schemas.microsoft.com/office/drawing/2017/decorative" val="1"/>
              </a:ext>
            </a:extLst>
          </p:cNvPr>
          <p:cNvCxnSpPr>
            <a:cxnSpLocks/>
          </p:cNvCxnSpPr>
          <p:nvPr userDrawn="1"/>
        </p:nvCxnSpPr>
        <p:spPr>
          <a:xfrm>
            <a:off x="1389695" y="3061779"/>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4"/>
          <p:cNvSpPr>
            <a:spLocks noGrp="1"/>
          </p:cNvSpPr>
          <p:nvPr>
            <p:ph type="body" sz="quarter" idx="17" hasCustomPrompt="1"/>
          </p:nvPr>
        </p:nvSpPr>
        <p:spPr>
          <a:xfrm>
            <a:off x="1389460" y="3165232"/>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9" name="Straight Connector 18">
            <a:extLst>
              <a:ext uri="{FF2B5EF4-FFF2-40B4-BE49-F238E27FC236}">
                <a16:creationId xmlns:a16="http://schemas.microsoft.com/office/drawing/2014/main" id="{971F4189-FC32-45CA-8DDD-889412FB1B93}"/>
              </a:ext>
              <a:ext uri="{C183D7F6-B498-43B3-948B-1728B52AA6E4}">
                <adec:decorative xmlns:adec="http://schemas.microsoft.com/office/drawing/2017/decorative" val="1"/>
              </a:ext>
            </a:extLst>
          </p:cNvPr>
          <p:cNvCxnSpPr>
            <a:cxnSpLocks/>
          </p:cNvCxnSpPr>
          <p:nvPr userDrawn="1"/>
        </p:nvCxnSpPr>
        <p:spPr>
          <a:xfrm>
            <a:off x="1389695" y="3917585"/>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8" name="Text Placeholder 4"/>
          <p:cNvSpPr>
            <a:spLocks noGrp="1"/>
          </p:cNvSpPr>
          <p:nvPr>
            <p:ph type="body" sz="quarter" idx="19" hasCustomPrompt="1"/>
          </p:nvPr>
        </p:nvSpPr>
        <p:spPr>
          <a:xfrm>
            <a:off x="1389460" y="4021038"/>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cxnSp>
        <p:nvCxnSpPr>
          <p:cNvPr id="11" name="Straight Connector 10">
            <a:extLst>
              <a:ext uri="{FF2B5EF4-FFF2-40B4-BE49-F238E27FC236}">
                <a16:creationId xmlns:a16="http://schemas.microsoft.com/office/drawing/2014/main" id="{C5EE9FF8-98D9-46AE-9E3D-2F72E00C7752}"/>
              </a:ext>
              <a:ext uri="{C183D7F6-B498-43B3-948B-1728B52AA6E4}">
                <adec:decorative xmlns:adec="http://schemas.microsoft.com/office/drawing/2017/decorative" val="1"/>
              </a:ext>
            </a:extLst>
          </p:cNvPr>
          <p:cNvCxnSpPr>
            <a:cxnSpLocks/>
          </p:cNvCxnSpPr>
          <p:nvPr userDrawn="1"/>
        </p:nvCxnSpPr>
        <p:spPr>
          <a:xfrm>
            <a:off x="1389695" y="4773391"/>
            <a:ext cx="10196951" cy="0"/>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0" name="Text Placeholder 4"/>
          <p:cNvSpPr>
            <a:spLocks noGrp="1"/>
          </p:cNvSpPr>
          <p:nvPr>
            <p:ph type="body" sz="quarter" idx="21" hasCustomPrompt="1"/>
          </p:nvPr>
        </p:nvSpPr>
        <p:spPr>
          <a:xfrm>
            <a:off x="1389460" y="4876845"/>
            <a:ext cx="10210404" cy="648900"/>
          </a:xfrm>
          <a:prstGeom prst="rect">
            <a:avLst/>
          </a:prstGeom>
        </p:spPr>
        <p:txBody>
          <a:bodyPr wrap="square" lIns="0" tIns="0" rIns="0" bIns="0" anchor="ctr">
            <a:noAutofit/>
          </a:bodyPr>
          <a:lstStyle>
            <a:lvl1pPr marL="0" marR="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defRPr lang="en-US" sz="1568" b="0" kern="1200" spc="0" baseline="0" dirty="0">
                <a:solidFill>
                  <a:schemeClr val="tx1"/>
                </a:solidFill>
                <a:latin typeface="+mn-lt"/>
                <a:ea typeface="+mn-ea"/>
                <a:cs typeface="+mn-cs"/>
              </a:defRPr>
            </a:lvl1pPr>
            <a:lvl2pPr marL="0" marR="0" indent="0" algn="l" defTabSz="914367" rtl="0" eaLnBrk="1" fontAlgn="auto" latinLnBrk="0" hangingPunct="1">
              <a:lnSpc>
                <a:spcPct val="100000"/>
              </a:lnSpc>
              <a:spcBef>
                <a:spcPts val="600"/>
              </a:spcBef>
              <a:spcAft>
                <a:spcPts val="0"/>
              </a:spcAft>
              <a:buClrTx/>
              <a:buSzPct val="90000"/>
              <a:buFont typeface="Arial" panose="020B0604020202020204" pitchFamily="34" charset="0"/>
              <a:buNone/>
              <a:tabLst/>
              <a:defRPr sz="1800" b="0">
                <a:solidFill>
                  <a:schemeClr val="tx1"/>
                </a:solidFill>
              </a:defRPr>
            </a:lvl2pPr>
            <a:lvl3pPr marL="448193" indent="0">
              <a:buNone/>
              <a:defRPr/>
            </a:lvl3pPr>
            <a:lvl4pPr marL="672290" indent="0">
              <a:buNone/>
              <a:defRPr/>
            </a:lvl4pPr>
            <a:lvl5pPr marL="896386" indent="0">
              <a:buNone/>
              <a:defRPr/>
            </a:lvl5pPr>
          </a:lstStyle>
          <a:p>
            <a:pPr marL="0" marR="0" lvl="1" indent="0" algn="l" defTabSz="914367" rtl="0" eaLnBrk="1" fontAlgn="auto" latinLnBrk="0" hangingPunct="1">
              <a:lnSpc>
                <a:spcPct val="100000"/>
              </a:lnSpc>
              <a:spcBef>
                <a:spcPts val="392"/>
              </a:spcBef>
              <a:spcAft>
                <a:spcPts val="588"/>
              </a:spcAft>
              <a:buClrTx/>
              <a:buSzPct val="90000"/>
              <a:buFont typeface="Arial" panose="020B0604020202020204" pitchFamily="34" charset="0"/>
              <a:buNone/>
              <a:tabLst/>
            </a:pPr>
            <a:r>
              <a:rPr lang="en-US"/>
              <a:t>The quick brown fox jumps over the lazy dog. The quick brown fox jumps over the lazy dog. The quick brown fox jumps over the lazy dog.</a:t>
            </a:r>
          </a:p>
        </p:txBody>
      </p:sp>
      <p:sp>
        <p:nvSpPr>
          <p:cNvPr id="2" name="Footer Placeholder 10">
            <a:extLst>
              <a:ext uri="{FF2B5EF4-FFF2-40B4-BE49-F238E27FC236}">
                <a16:creationId xmlns:a16="http://schemas.microsoft.com/office/drawing/2014/main" id="{91010A63-B7F0-F2E2-B929-AA7970F2846F}"/>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
        <p:nvSpPr>
          <p:cNvPr id="4" name="Title 1">
            <a:extLst>
              <a:ext uri="{FF2B5EF4-FFF2-40B4-BE49-F238E27FC236}">
                <a16:creationId xmlns:a16="http://schemas.microsoft.com/office/drawing/2014/main" id="{8F826457-AD96-78F4-E9DC-B4CC7DCCED84}"/>
              </a:ext>
            </a:extLst>
          </p:cNvPr>
          <p:cNvSpPr>
            <a:spLocks noGrp="1"/>
          </p:cNvSpPr>
          <p:nvPr>
            <p:ph type="title"/>
          </p:nvPr>
        </p:nvSpPr>
        <p:spPr>
          <a:xfrm>
            <a:off x="588262" y="585216"/>
            <a:ext cx="8193024" cy="307777"/>
          </a:xfrm>
        </p:spPr>
        <p:txBody>
          <a:bodyPr/>
          <a:lstStyle>
            <a:lvl1pPr>
              <a:defRPr sz="2000" b="0" i="0">
                <a:solidFill>
                  <a:schemeClr val="tx1"/>
                </a:solidFill>
                <a:latin typeface="+mj-lt"/>
                <a:cs typeface="Segoe UI Semibold"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2735761152"/>
      </p:ext>
    </p:extLst>
  </p:cSld>
  <p:clrMapOvr>
    <a:masterClrMapping/>
  </p:clrMapOvr>
  <p:transition>
    <p:fade/>
  </p:transition>
</p:sldLayout>
</file>

<file path=ppt/slideLayouts/slideLayout1933.xml><?xml version="1.0" encoding="utf-8"?>
<p:sldLayout xmlns:a="http://schemas.openxmlformats.org/drawingml/2006/main" xmlns:r="http://schemas.openxmlformats.org/officeDocument/2006/relationships" xmlns:p="http://schemas.openxmlformats.org/presentationml/2006/main" preserve="1" userDrawn="1">
  <p:cSld name="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4" name="Picture 3" descr="Microsoft Learn&#10;Spark possibility">
            <a:extLst>
              <a:ext uri="{FF2B5EF4-FFF2-40B4-BE49-F238E27FC236}">
                <a16:creationId xmlns:a16="http://schemas.microsoft.com/office/drawing/2014/main" id="{5DD74BAF-F737-DF24-4119-69612D6CEE2E}"/>
              </a:ext>
            </a:extLst>
          </p:cNvPr>
          <p:cNvPicPr>
            <a:picLocks noGrp="1" noRot="1" noMove="1" noResize="1" noEditPoints="1" noAdjustHandles="1" noChangeArrowheads="1" noChangeShapeType="1" noCrop="1"/>
          </p:cNvPicPr>
          <p:nvPr userDrawn="1"/>
        </p:nvPicPr>
        <p:blipFill>
          <a:blip r:embed="rId3"/>
          <a:srcRect/>
          <a:stretch/>
        </p:blipFill>
        <p:spPr>
          <a:xfrm>
            <a:off x="223228" y="2573202"/>
            <a:ext cx="5344642" cy="1681957"/>
          </a:xfrm>
          <a:prstGeom prst="rect">
            <a:avLst/>
          </a:prstGeom>
        </p:spPr>
      </p:pic>
    </p:spTree>
    <p:extLst>
      <p:ext uri="{BB962C8B-B14F-4D97-AF65-F5344CB8AC3E}">
        <p14:creationId xmlns:p14="http://schemas.microsoft.com/office/powerpoint/2010/main" val="19961896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934.xml><?xml version="1.0" encoding="utf-8"?>
<p:sldLayout xmlns:a="http://schemas.openxmlformats.org/drawingml/2006/main" xmlns:r="http://schemas.openxmlformats.org/officeDocument/2006/relationships" xmlns:p="http://schemas.openxmlformats.org/presentationml/2006/main" preserve="1" userDrawn="1">
  <p:cSld name="1_Walk-in">
    <p:bg>
      <p:bgPr>
        <a:solidFill>
          <a:schemeClr val="bg2"/>
        </a:solidFill>
        <a:effectLst/>
      </p:bgPr>
    </p:bg>
    <p:spTree>
      <p:nvGrpSpPr>
        <p:cNvPr id="1" name=""/>
        <p:cNvGrpSpPr/>
        <p:nvPr/>
      </p:nvGrpSpPr>
      <p:grpSpPr>
        <a:xfrm>
          <a:off x="0" y="0"/>
          <a:ext cx="0" cy="0"/>
          <a:chOff x="0" y="0"/>
          <a:chExt cx="0" cy="0"/>
        </a:xfrm>
      </p:grpSpPr>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12" name="Title 1">
            <a:extLst>
              <a:ext uri="{FF2B5EF4-FFF2-40B4-BE49-F238E27FC236}">
                <a16:creationId xmlns:a16="http://schemas.microsoft.com/office/drawing/2014/main" id="{C419B008-216D-CA1F-2D39-75B36E6A6972}"/>
              </a:ext>
            </a:extLst>
          </p:cNvPr>
          <p:cNvSpPr>
            <a:spLocks noGrp="1"/>
          </p:cNvSpPr>
          <p:nvPr>
            <p:ph type="title" hasCustomPrompt="1"/>
          </p:nvPr>
        </p:nvSpPr>
        <p:spPr>
          <a:xfrm>
            <a:off x="588263" y="2573338"/>
            <a:ext cx="11021125" cy="1676929"/>
          </a:xfrm>
        </p:spPr>
        <p:txBody>
          <a:bodyPr wrap="square" anchor="b" anchorCtr="0">
            <a:noAutofit/>
          </a:bodyPr>
          <a:lstStyle>
            <a:lvl1pPr>
              <a:lnSpc>
                <a:spcPct val="90000"/>
              </a:lnSpc>
              <a:defRPr sz="4800">
                <a:solidFill>
                  <a:schemeClr val="tx1"/>
                </a:solidFill>
              </a:defRPr>
            </a:lvl1pPr>
          </a:lstStyle>
          <a:p>
            <a:r>
              <a:rPr lang="en-US"/>
              <a:t>Microsoft Learn</a:t>
            </a:r>
            <a:br>
              <a:rPr lang="en-US"/>
            </a:br>
            <a:r>
              <a:rPr lang="en-US"/>
              <a:t>presentation title or event name</a:t>
            </a:r>
          </a:p>
        </p:txBody>
      </p:sp>
      <p:sp>
        <p:nvSpPr>
          <p:cNvPr id="13" name="Text Placeholder 4">
            <a:extLst>
              <a:ext uri="{FF2B5EF4-FFF2-40B4-BE49-F238E27FC236}">
                <a16:creationId xmlns:a16="http://schemas.microsoft.com/office/drawing/2014/main" id="{AA0EBFEA-E746-E760-148D-6B55E33CE98B}"/>
              </a:ext>
            </a:extLst>
          </p:cNvPr>
          <p:cNvSpPr>
            <a:spLocks noGrp="1"/>
          </p:cNvSpPr>
          <p:nvPr>
            <p:ph type="body" sz="quarter" idx="12" hasCustomPrompt="1"/>
          </p:nvPr>
        </p:nvSpPr>
        <p:spPr>
          <a:xfrm>
            <a:off x="582043" y="4445908"/>
            <a:ext cx="11021124"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86589986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935.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E8E6DF"/>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B334D90-2717-2269-E486-F1900244A628}"/>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nSpc>
                <a:spcPct val="100000"/>
              </a:lnSpc>
              <a:defRPr sz="3600">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7B930E7F-5B91-31B0-B67D-DB8C41E881CF}"/>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9900723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936.xml><?xml version="1.0" encoding="utf-8"?>
<p:sldLayout xmlns:a="http://schemas.openxmlformats.org/drawingml/2006/main" xmlns:r="http://schemas.openxmlformats.org/officeDocument/2006/relationships" xmlns:p="http://schemas.openxmlformats.org/presentationml/2006/main" preserve="1" userDrawn="1">
  <p:cSld name="Title Slide 2">
    <p:bg>
      <p:bgRef idx="1001">
        <a:schemeClr val="bg1"/>
      </p:bgRef>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16C68DE-B737-469C-0510-1CE6FB0FCD97}"/>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106072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937.xml><?xml version="1.0" encoding="utf-8"?>
<p:sldLayout xmlns:a="http://schemas.openxmlformats.org/drawingml/2006/main" xmlns:r="http://schemas.openxmlformats.org/officeDocument/2006/relationships" xmlns:p="http://schemas.openxmlformats.org/presentationml/2006/main" preserve="1" userDrawn="1">
  <p:cSld name="Title Slide 3">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F6A99E2-B1B8-F05E-79FB-6E5F6BA2198F}"/>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979539"/>
            <a:ext cx="8680865" cy="553998"/>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8673983"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65363165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938.xml><?xml version="1.0" encoding="utf-8"?>
<p:sldLayout xmlns:a="http://schemas.openxmlformats.org/drawingml/2006/main" xmlns:r="http://schemas.openxmlformats.org/officeDocument/2006/relationships" xmlns:p="http://schemas.openxmlformats.org/presentationml/2006/main" preserve="1" userDrawn="1">
  <p:cSld name="Title Slide 4">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A518B55A-6C79-359D-87CF-515B5B5F6EF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cxnSp>
        <p:nvCxnSpPr>
          <p:cNvPr id="12" name="Straight Connector 11">
            <a:extLst>
              <a:ext uri="{FF2B5EF4-FFF2-40B4-BE49-F238E27FC236}">
                <a16:creationId xmlns:a16="http://schemas.microsoft.com/office/drawing/2014/main" id="{731143F6-2E66-B7DD-83D0-10E3BEE182CA}"/>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5D47B2CB-325C-5073-D8C2-698C29B7BD94}"/>
              </a:ext>
            </a:extLst>
          </p:cNvPr>
          <p:cNvSpPr>
            <a:spLocks noGrp="1"/>
          </p:cNvSpPr>
          <p:nvPr>
            <p:ph type="body" sz="quarter" idx="13" hasCustomPrompt="1"/>
          </p:nvPr>
        </p:nvSpPr>
        <p:spPr>
          <a:xfrm>
            <a:off x="582043" y="426212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spTree>
    <p:extLst>
      <p:ext uri="{BB962C8B-B14F-4D97-AF65-F5344CB8AC3E}">
        <p14:creationId xmlns:p14="http://schemas.microsoft.com/office/powerpoint/2010/main" val="112071492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939.xml><?xml version="1.0" encoding="utf-8"?>
<p:sldLayout xmlns:a="http://schemas.openxmlformats.org/drawingml/2006/main" xmlns:r="http://schemas.openxmlformats.org/officeDocument/2006/relationships" xmlns:p="http://schemas.openxmlformats.org/presentationml/2006/main" preserve="1" userDrawn="1">
  <p:cSld name="Title Slide 5">
    <p:bg>
      <p:bgPr>
        <a:solidFill>
          <a:schemeClr val="bg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5CC7D666-BCD6-C322-9710-8EA204E6238D}"/>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1" y="0"/>
            <a:ext cx="12191996" cy="6857998"/>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52537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524957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8547960" y="2099733"/>
            <a:ext cx="2863181" cy="2863181"/>
          </a:xfrm>
          <a:prstGeom prst="roundRect">
            <a:avLst>
              <a:gd name="adj" fmla="val 21738"/>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8328418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940.xml><?xml version="1.0" encoding="utf-8"?>
<p:sldLayout xmlns:a="http://schemas.openxmlformats.org/drawingml/2006/main" xmlns:r="http://schemas.openxmlformats.org/officeDocument/2006/relationships" xmlns:p="http://schemas.openxmlformats.org/presentationml/2006/main" preserve="1" userDrawn="1">
  <p:cSld name="2_Title Slide 5">
    <p:bg>
      <p:bgPr>
        <a:solidFill>
          <a:schemeClr val="bg2"/>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3A552F5-A279-E01D-8684-06A66C8E3A3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2000" cy="6858000"/>
          </a:xfrm>
          <a:prstGeom prst="rect">
            <a:avLst/>
          </a:prstGeom>
        </p:spPr>
      </p:pic>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4" y="2425541"/>
            <a:ext cx="4419602"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4" y="3962400"/>
            <a:ext cx="4419602"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3"/>
          <a:stretch>
            <a:fillRect/>
          </a:stretch>
        </p:blipFill>
        <p:spPr bwMode="black">
          <a:xfrm>
            <a:off x="584200" y="585788"/>
            <a:ext cx="1366440" cy="292608"/>
          </a:xfrm>
          <a:prstGeom prst="rect">
            <a:avLst/>
          </a:prstGeom>
        </p:spPr>
      </p:pic>
      <p:sp>
        <p:nvSpPr>
          <p:cNvPr id="7" name="Picture Placeholder" descr="This photo is a 'placeholder' only. Drag or drop your photo here, or click and tap the center to insert a photo.">
            <a:extLst>
              <a:ext uri="{FF2B5EF4-FFF2-40B4-BE49-F238E27FC236}">
                <a16:creationId xmlns:a16="http://schemas.microsoft.com/office/drawing/2014/main" id="{A02A72DD-8168-61B6-9FF1-1DF8840DE8A9}"/>
              </a:ext>
            </a:extLst>
          </p:cNvPr>
          <p:cNvSpPr>
            <a:spLocks noGrp="1"/>
          </p:cNvSpPr>
          <p:nvPr>
            <p:ph type="pic" sz="quarter" idx="14"/>
          </p:nvPr>
        </p:nvSpPr>
        <p:spPr bwMode="ltGray">
          <a:xfrm>
            <a:off x="6066182" y="1209017"/>
            <a:ext cx="4419601" cy="4419601"/>
          </a:xfrm>
          <a:prstGeom prst="roundRect">
            <a:avLst>
              <a:gd name="adj" fmla="val 21738"/>
            </a:avLst>
          </a:prstGeom>
          <a:blipFill>
            <a:blip r:embed="rId4" cstate="email">
              <a:extLst>
                <a:ext uri="{28A0092B-C50C-407E-A947-70E740481C1C}">
                  <a14:useLocalDpi xmlns:a14="http://schemas.microsoft.com/office/drawing/2010/main"/>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Click icon to add picture</a:t>
            </a:r>
          </a:p>
        </p:txBody>
      </p:sp>
    </p:spTree>
    <p:extLst>
      <p:ext uri="{BB962C8B-B14F-4D97-AF65-F5344CB8AC3E}">
        <p14:creationId xmlns:p14="http://schemas.microsoft.com/office/powerpoint/2010/main" val="175889412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941.xml><?xml version="1.0" encoding="utf-8"?>
<p:sldLayout xmlns:a="http://schemas.openxmlformats.org/drawingml/2006/main" xmlns:r="http://schemas.openxmlformats.org/officeDocument/2006/relationships" xmlns:p="http://schemas.openxmlformats.org/presentationml/2006/main" preserve="1" userDrawn="1">
  <p:cSld name="Title Slide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339337" cy="1107996"/>
          </a:xfrm>
        </p:spPr>
        <p:txBody>
          <a:bodyPr wrap="square" anchor="b" anchorCtr="0">
            <a:spAutoFit/>
          </a:bodyPr>
          <a:lst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2043" y="4260778"/>
            <a:ext cx="4335897" cy="307777"/>
          </a:xfrm>
          <a:noFill/>
        </p:spPr>
        <p:txBody>
          <a:bodyPr wrap="square" lIns="0" tIns="0" rIns="0" bIns="0">
            <a:spAutoFit/>
          </a:bodyPr>
          <a:lstStyle>
            <a:lvl1pPr marL="0" indent="0">
              <a:spcBef>
                <a:spcPts val="0"/>
              </a:spcBef>
              <a:buNone/>
              <a:defRPr sz="2000" spc="0" baseline="0">
                <a:solidFill>
                  <a:schemeClr val="tx1"/>
                </a:solidFill>
                <a:latin typeface="+mn-lt"/>
                <a:cs typeface="Segoe UI" panose="020B0502040204020203" pitchFamily="34" charset="0"/>
              </a:defRPr>
            </a:lvl1pPr>
          </a:lstStyle>
          <a:p>
            <a:pPr lvl="0"/>
            <a:r>
              <a:rPr lang="en-US"/>
              <a:t>Speaker name or subtitle</a:t>
            </a:r>
          </a:p>
        </p:txBody>
      </p:sp>
      <p:pic>
        <p:nvPicPr>
          <p:cNvPr id="6" name="MS logo gray - EMF" descr="Microsoft logo, gray text version">
            <a:extLst>
              <a:ext uri="{FF2B5EF4-FFF2-40B4-BE49-F238E27FC236}">
                <a16:creationId xmlns:a16="http://schemas.microsoft.com/office/drawing/2014/main" id="{418948DF-F884-6F7D-BBB8-7CABA6572847}"/>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9" name="Picture Placeholder" descr="This photo is a 'placeholder' only. Drag or drop your photo here, or click and tap the center to insert a photo.">
            <a:extLst>
              <a:ext uri="{FF2B5EF4-FFF2-40B4-BE49-F238E27FC236}">
                <a16:creationId xmlns:a16="http://schemas.microsoft.com/office/drawing/2014/main" id="{E9C6438B-8AA6-6FF8-579B-E6859D9CFF89}"/>
              </a:ext>
            </a:extLst>
          </p:cNvPr>
          <p:cNvSpPr>
            <a:spLocks noGrp="1"/>
          </p:cNvSpPr>
          <p:nvPr>
            <p:ph type="pic" sz="quarter" idx="11" hasCustomPrompt="1"/>
          </p:nvPr>
        </p:nvSpPr>
        <p:spPr bwMode="ltGray">
          <a:xfrm>
            <a:off x="5334000" y="0"/>
            <a:ext cx="6858000" cy="6858000"/>
          </a:xfrm>
          <a:blipFill>
            <a:blip r:embed="rId3"/>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cxnSp>
        <p:nvCxnSpPr>
          <p:cNvPr id="8" name="Straight Connector 7">
            <a:extLst>
              <a:ext uri="{FF2B5EF4-FFF2-40B4-BE49-F238E27FC236}">
                <a16:creationId xmlns:a16="http://schemas.microsoft.com/office/drawing/2014/main" id="{D9E5E791-B100-3AA7-21F7-E48EDD0B5D63}"/>
              </a:ext>
              <a:ext uri="{C183D7F6-B498-43B3-948B-1728B52AA6E4}">
                <adec:decorative xmlns:adec="http://schemas.microsoft.com/office/drawing/2017/decorative" val="1"/>
              </a:ext>
            </a:extLst>
          </p:cNvPr>
          <p:cNvCxnSpPr>
            <a:cxnSpLocks/>
          </p:cNvCxnSpPr>
          <p:nvPr userDrawn="1"/>
        </p:nvCxnSpPr>
        <p:spPr>
          <a:xfrm>
            <a:off x="585216" y="3915473"/>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652114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1942.xml><?xml version="1.0" encoding="utf-8"?>
<p:sldLayout xmlns:a="http://schemas.openxmlformats.org/drawingml/2006/main" xmlns:r="http://schemas.openxmlformats.org/officeDocument/2006/relationships" xmlns:p="http://schemas.openxmlformats.org/presentationml/2006/main" preserve="1" userDrawn="1">
  <p:cSld name="Title and Content_Microso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a:xfrm>
            <a:off x="588263" y="457200"/>
            <a:ext cx="11018520" cy="553998"/>
          </a:xfrm>
        </p:spPr>
        <p:txBody>
          <a:bodyPr/>
          <a:lstStyle>
            <a:lvl1pPr>
              <a:lnSpc>
                <a:spcPct val="100000"/>
              </a:lnSpc>
              <a:defRPr sz="3600">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sz="2800">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60132376"/>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943.xml><?xml version="1.0" encoding="utf-8"?>
<p:sldLayout xmlns:a="http://schemas.openxmlformats.org/drawingml/2006/main" xmlns:r="http://schemas.openxmlformats.org/officeDocument/2006/relationships" xmlns:p="http://schemas.openxmlformats.org/presentationml/2006/main" preserve="1" userDrawn="1">
  <p:cSld name="Title and Content Al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hasCustomPrompt="1"/>
          </p:nvPr>
        </p:nvSpPr>
        <p:spPr>
          <a:xfrm>
            <a:off x="584200" y="1435100"/>
            <a:ext cx="11018838" cy="161274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pic>
        <p:nvPicPr>
          <p:cNvPr id="1026" name="Picture 2" descr="A black triangle on a white background&#10;&#10;Description automatically generated">
            <a:extLst>
              <a:ext uri="{FF2B5EF4-FFF2-40B4-BE49-F238E27FC236}">
                <a16:creationId xmlns:a16="http://schemas.microsoft.com/office/drawing/2014/main" id="{D34FB095-B792-8E28-D887-870C3ECB52A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1711892" y="6232204"/>
            <a:ext cx="287452" cy="45731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3253083"/>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944.xml><?xml version="1.0" encoding="utf-8"?>
<p:sldLayout xmlns:a="http://schemas.openxmlformats.org/drawingml/2006/main" xmlns:r="http://schemas.openxmlformats.org/officeDocument/2006/relationships" xmlns:p="http://schemas.openxmlformats.org/presentationml/2006/main" preserve="1" userDrawn="1">
  <p:cSld name="Title and Content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7" name="Text Placeholder 3">
            <a:extLst>
              <a:ext uri="{FF2B5EF4-FFF2-40B4-BE49-F238E27FC236}">
                <a16:creationId xmlns:a16="http://schemas.microsoft.com/office/drawing/2014/main" id="{86F2E5AA-B8E1-2D99-BFF6-55964406C169}"/>
              </a:ext>
            </a:extLst>
          </p:cNvPr>
          <p:cNvSpPr>
            <a:spLocks noGrp="1"/>
          </p:cNvSpPr>
          <p:nvPr>
            <p:ph type="body" sz="quarter" idx="10" hasCustomPrompt="1"/>
          </p:nvPr>
        </p:nvSpPr>
        <p:spPr>
          <a:xfrm>
            <a:off x="584200" y="1961079"/>
            <a:ext cx="11018521" cy="307777"/>
          </a:xfrm>
          <a:prstGeom prst="rect">
            <a:avLst/>
          </a:prstGeom>
        </p:spPr>
        <p:txBody>
          <a:bodyPr wrap="square" lIns="0" tIns="0" rIns="0" bIns="0">
            <a:spAutoFit/>
          </a:bodyPr>
          <a:lstStyle>
            <a:lvl1pPr marL="0" indent="0">
              <a:lnSpc>
                <a:spcPts val="2400"/>
              </a:lnSpc>
              <a:buNone/>
              <a:defRPr sz="2000" b="0" i="0" spc="0">
                <a:solidFill>
                  <a:srgbClr val="000000"/>
                </a:solidFill>
                <a:latin typeface="+mj-lt"/>
              </a:defRPr>
            </a:lvl1pPr>
            <a:lvl2pPr marL="0" indent="0">
              <a:lnSpc>
                <a:spcPts val="2400"/>
              </a:lnSpc>
              <a:buNone/>
              <a:defRPr spc="0">
                <a:solidFill>
                  <a:srgbClr val="000000"/>
                </a:solidFill>
                <a:latin typeface="+mn-lt"/>
              </a:defRPr>
            </a:lvl2pPr>
            <a:lvl3pPr marL="457200" indent="0">
              <a:buNone/>
              <a:defRPr/>
            </a:lvl3pPr>
            <a:lvl4pPr marL="685800" indent="0">
              <a:buNone/>
              <a:defRPr/>
            </a:lvl4pPr>
            <a:lvl5pPr marL="914400" indent="0">
              <a:buNone/>
              <a:defRPr/>
            </a:lvl5pPr>
          </a:lstStyle>
          <a:p>
            <a:pPr lvl="1"/>
            <a:r>
              <a:rPr lang="en-US"/>
              <a:t>Large: subhead Segoe UI Regular 20/24</a:t>
            </a:r>
          </a:p>
        </p:txBody>
      </p:sp>
      <p:sp>
        <p:nvSpPr>
          <p:cNvPr id="8" name="Text Placeholder 4">
            <a:extLst>
              <a:ext uri="{FF2B5EF4-FFF2-40B4-BE49-F238E27FC236}">
                <a16:creationId xmlns:a16="http://schemas.microsoft.com/office/drawing/2014/main" id="{24F7BF36-6F86-1AAC-B730-8494CAF9A2B5}"/>
              </a:ext>
            </a:extLst>
          </p:cNvPr>
          <p:cNvSpPr>
            <a:spLocks noGrp="1"/>
          </p:cNvSpPr>
          <p:nvPr>
            <p:ph type="body" sz="quarter" idx="11" hasCustomPrompt="1"/>
          </p:nvPr>
        </p:nvSpPr>
        <p:spPr>
          <a:xfrm>
            <a:off x="584200" y="3075739"/>
            <a:ext cx="11018521" cy="220510"/>
          </a:xfrm>
          <a:prstGeom prst="rect">
            <a:avLst/>
          </a:prstGeom>
        </p:spPr>
        <p:txBody>
          <a:bodyPr lIns="0" tIns="0" rIns="0" bIns="0"/>
          <a:lstStyle>
            <a:lvl1pPr marL="0" indent="0">
              <a:lnSpc>
                <a:spcPts val="1800"/>
              </a:lnSpc>
              <a:spcBef>
                <a:spcPts val="0"/>
              </a:spcBef>
              <a:buNone/>
              <a:defRPr sz="1400" b="0" spc="0">
                <a:solidFill>
                  <a:schemeClr val="accent1"/>
                </a:solidFill>
                <a:latin typeface="+mj-lt"/>
              </a:defRPr>
            </a:lvl1pPr>
            <a:lvl2pPr marL="0" indent="0">
              <a:lnSpc>
                <a:spcPts val="1800"/>
              </a:lnSpc>
              <a:spcBef>
                <a:spcPts val="0"/>
              </a:spcBef>
              <a:buNone/>
              <a:defRPr sz="1400" spc="0">
                <a:solidFill>
                  <a:srgbClr val="000000"/>
                </a:solidFill>
              </a:defRPr>
            </a:lvl2pPr>
            <a:lvl3pPr marL="457200" indent="0">
              <a:buNone/>
              <a:defRPr/>
            </a:lvl3pPr>
            <a:lvl4pPr marL="685800" indent="0">
              <a:buNone/>
              <a:defRPr/>
            </a:lvl4pPr>
            <a:lvl5pPr marL="914400" indent="0">
              <a:buNone/>
              <a:defRPr/>
            </a:lvl5pPr>
          </a:lstStyle>
          <a:p>
            <a:pPr lvl="0"/>
            <a:r>
              <a:rPr lang="en-US"/>
              <a:t>Medium: paragraph heading Segoe UI </a:t>
            </a:r>
            <a:r>
              <a:rPr lang="en-US" err="1"/>
              <a:t>Semibold</a:t>
            </a:r>
            <a:r>
              <a:rPr lang="en-US"/>
              <a:t> 14/18</a:t>
            </a:r>
          </a:p>
        </p:txBody>
      </p:sp>
      <p:sp>
        <p:nvSpPr>
          <p:cNvPr id="9" name="Text Placeholder 6">
            <a:extLst>
              <a:ext uri="{FF2B5EF4-FFF2-40B4-BE49-F238E27FC236}">
                <a16:creationId xmlns:a16="http://schemas.microsoft.com/office/drawing/2014/main" id="{345546AD-A5A5-3F3C-BA37-4B19AEF2A5DB}"/>
              </a:ext>
            </a:extLst>
          </p:cNvPr>
          <p:cNvSpPr>
            <a:spLocks noGrp="1"/>
          </p:cNvSpPr>
          <p:nvPr>
            <p:ph type="body" sz="quarter" idx="14" hasCustomPrompt="1"/>
          </p:nvPr>
        </p:nvSpPr>
        <p:spPr>
          <a:xfrm>
            <a:off x="584200" y="4593491"/>
            <a:ext cx="11018521" cy="153888"/>
          </a:xfrm>
          <a:prstGeom prst="rect">
            <a:avLst/>
          </a:prstGeom>
        </p:spPr>
        <p:txBody>
          <a:bodyPr lIns="0" tIns="0" rIns="0" bIns="0"/>
          <a:lstStyle>
            <a:lvl1pPr marL="0" indent="0">
              <a:lnSpc>
                <a:spcPts val="1200"/>
              </a:lnSpc>
              <a:spcBef>
                <a:spcPts val="0"/>
              </a:spcBef>
              <a:buNone/>
              <a:defRPr sz="1000" spc="0">
                <a:solidFill>
                  <a:schemeClr val="tx1"/>
                </a:solidFill>
              </a:defRPr>
            </a:lvl1pPr>
            <a:lvl2pPr marL="0" indent="0">
              <a:lnSpc>
                <a:spcPct val="100000"/>
              </a:lnSpc>
              <a:spcBef>
                <a:spcPts val="0"/>
              </a:spcBef>
              <a:buNone/>
              <a:defRPr sz="1000" spc="0">
                <a:solidFill>
                  <a:srgbClr val="000000"/>
                </a:solidFill>
              </a:defRPr>
            </a:lvl2pPr>
            <a:lvl3pPr marL="457200" indent="0">
              <a:buNone/>
              <a:defRPr/>
            </a:lvl3pPr>
            <a:lvl4pPr marL="685800" indent="0">
              <a:buNone/>
              <a:defRPr/>
            </a:lvl4pPr>
            <a:lvl5pPr marL="0" indent="0">
              <a:lnSpc>
                <a:spcPct val="100000"/>
              </a:lnSpc>
              <a:buNone/>
              <a:defRPr>
                <a:solidFill>
                  <a:srgbClr val="000000"/>
                </a:solidFill>
              </a:defRPr>
            </a:lvl5pPr>
          </a:lstStyle>
          <a:p>
            <a:pPr lvl="1"/>
            <a:r>
              <a:rPr lang="en-US"/>
              <a:t>Small: caption body copy Segoe Regular 10/12</a:t>
            </a:r>
          </a:p>
        </p:txBody>
      </p:sp>
      <p:sp>
        <p:nvSpPr>
          <p:cNvPr id="10" name="Text Placeholder 3">
            <a:extLst>
              <a:ext uri="{FF2B5EF4-FFF2-40B4-BE49-F238E27FC236}">
                <a16:creationId xmlns:a16="http://schemas.microsoft.com/office/drawing/2014/main" id="{90ACF05F-2419-331C-73AA-1456DD524AFE}"/>
              </a:ext>
            </a:extLst>
          </p:cNvPr>
          <p:cNvSpPr>
            <a:spLocks noGrp="1"/>
          </p:cNvSpPr>
          <p:nvPr>
            <p:ph type="body" sz="quarter" idx="24" hasCustomPrompt="1"/>
          </p:nvPr>
        </p:nvSpPr>
        <p:spPr>
          <a:xfrm>
            <a:off x="582338" y="4385524"/>
            <a:ext cx="11018521"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Small: caption title Segoe UI Bold 10/12. </a:t>
            </a:r>
          </a:p>
        </p:txBody>
      </p:sp>
      <p:sp>
        <p:nvSpPr>
          <p:cNvPr id="11" name="Text Placeholder 4">
            <a:extLst>
              <a:ext uri="{FF2B5EF4-FFF2-40B4-BE49-F238E27FC236}">
                <a16:creationId xmlns:a16="http://schemas.microsoft.com/office/drawing/2014/main" id="{F10E3B9C-87B7-FCD5-21F0-3C1505450B59}"/>
              </a:ext>
            </a:extLst>
          </p:cNvPr>
          <p:cNvSpPr>
            <a:spLocks noGrp="1"/>
          </p:cNvSpPr>
          <p:nvPr>
            <p:ph type="body" sz="quarter" idx="18" hasCustomPrompt="1"/>
          </p:nvPr>
        </p:nvSpPr>
        <p:spPr>
          <a:xfrm>
            <a:off x="582338" y="3385527"/>
            <a:ext cx="11018521" cy="220445"/>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Medium: body copy Segoe UI Regular 14/18</a:t>
            </a:r>
          </a:p>
        </p:txBody>
      </p:sp>
    </p:spTree>
    <p:extLst>
      <p:ext uri="{BB962C8B-B14F-4D97-AF65-F5344CB8AC3E}">
        <p14:creationId xmlns:p14="http://schemas.microsoft.com/office/powerpoint/2010/main" val="3877922930"/>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945.xml><?xml version="1.0" encoding="utf-8"?>
<p:sldLayout xmlns:a="http://schemas.openxmlformats.org/drawingml/2006/main" xmlns:r="http://schemas.openxmlformats.org/officeDocument/2006/relationships" xmlns:p="http://schemas.openxmlformats.org/presentationml/2006/main" preserve="1" userDrawn="1">
  <p:cSld name="Title &amp; Non-bulleted text">
    <p:bg>
      <p:bgPr>
        <a:solidFill>
          <a:srgbClr val="F4F3F5"/>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86389" y="2030760"/>
            <a:ext cx="9570435" cy="307777"/>
          </a:xfrm>
        </p:spPr>
        <p:txBody>
          <a:bodyPr wrap="square">
            <a:spAutoFit/>
          </a:bodyPr>
          <a:lstStyle>
            <a:lvl1pPr marL="0" indent="0">
              <a:buNone/>
              <a:defRPr lang="en-US" sz="2000" kern="1200" spc="0" baseline="0" dirty="0" smtClean="0">
                <a:solidFill>
                  <a:schemeClr val="tx1"/>
                </a:solidFill>
                <a:latin typeface="+mn-lt"/>
                <a:ea typeface="+mn-ea"/>
                <a:cs typeface="Segoe UI" panose="020B0502040204020203" pitchFamily="34" charset="0"/>
              </a:defRPr>
            </a:lvl1pPr>
            <a:lvl2pPr marL="228600" indent="0">
              <a:buNone/>
              <a:defRPr/>
            </a:lvl2pPr>
            <a:lvl3pPr marL="457200" indent="0">
              <a:buNone/>
              <a:defRPr/>
            </a:lvl3pPr>
            <a:lvl4pPr marL="685800" indent="0">
              <a:buNone/>
              <a:defRPr/>
            </a:lvl4pPr>
            <a:lvl5pPr marL="914400" indent="0">
              <a:buNone/>
              <a:defRPr/>
            </a:lvl5pPr>
          </a:lstStyle>
          <a:p>
            <a:pPr marL="342900" marR="0" lvl="0" indent="-342900" algn="l" defTabSz="932742" rtl="0" eaLnBrk="1" fontAlgn="auto" latinLnBrk="0" hangingPunct="1">
              <a:lnSpc>
                <a:spcPts val="2400"/>
              </a:lnSpc>
              <a:spcBef>
                <a:spcPts val="0"/>
              </a:spcBef>
              <a:spcAft>
                <a:spcPts val="0"/>
              </a:spcAft>
              <a:buClrTx/>
              <a:buSzPct val="90000"/>
              <a:buFont typeface="Arial" panose="020B0604020202020204" pitchFamily="34" charset="0"/>
              <a:buChar char="•"/>
              <a:tabLst/>
              <a:defRPr/>
            </a:pPr>
            <a:r>
              <a:rPr lang="en-US"/>
              <a:t>Click to edit Master text styles</a:t>
            </a:r>
          </a:p>
        </p:txBody>
      </p:sp>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0989989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1946.xml><?xml version="1.0" encoding="utf-8"?>
<p:sldLayout xmlns:a="http://schemas.openxmlformats.org/drawingml/2006/main" xmlns:r="http://schemas.openxmlformats.org/officeDocument/2006/relationships" xmlns:p="http://schemas.openxmlformats.org/presentationml/2006/main"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hasCustomPrompt="1"/>
          </p:nvPr>
        </p:nvSpPr>
        <p:spPr/>
        <p:txBody>
          <a:bodyPr/>
          <a:lstStyle/>
          <a:p>
            <a:r>
              <a:rPr lang="en-US"/>
              <a:t>Click to edit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hasCustomPrompt="1"/>
          </p:nvPr>
        </p:nvSpPr>
        <p:spPr>
          <a:xfrm>
            <a:off x="584200" y="1435100"/>
            <a:ext cx="5211763"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hasCustomPrompt="1"/>
          </p:nvPr>
        </p:nvSpPr>
        <p:spPr>
          <a:xfrm>
            <a:off x="6389688" y="1435100"/>
            <a:ext cx="5219700" cy="1612749"/>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5449844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1947.xml><?xml version="1.0" encoding="utf-8"?>
<p:sldLayout xmlns:a="http://schemas.openxmlformats.org/drawingml/2006/main" xmlns:r="http://schemas.openxmlformats.org/officeDocument/2006/relationships" xmlns:p="http://schemas.openxmlformats.org/presentationml/2006/main"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p:cNvSpPr>
            <a:spLocks noGrp="1"/>
          </p:cNvSpPr>
          <p:nvPr>
            <p:ph type="body" sz="quarter" idx="10" hasCustomPrompt="1"/>
          </p:nvPr>
        </p:nvSpPr>
        <p:spPr>
          <a:xfrm>
            <a:off x="584200"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hasCustomPrompt="1"/>
          </p:nvPr>
        </p:nvSpPr>
        <p:spPr>
          <a:xfrm>
            <a:off x="6397171" y="1435100"/>
            <a:ext cx="5212080" cy="1403461"/>
          </a:xfrm>
        </p:spPr>
        <p:txBody>
          <a:bodyPr wrap="square">
            <a:spAutoFit/>
          </a:bodyPr>
          <a:lstStyle>
            <a:lvl1pPr marL="0" indent="0">
              <a:spcBef>
                <a:spcPts val="1224"/>
              </a:spcBef>
              <a:buClr>
                <a:schemeClr val="tx1"/>
              </a:buClr>
              <a:buFont typeface="Wingdings" panose="05000000000000000000" pitchFamily="2" charset="2"/>
              <a:buNone/>
              <a:defRPr sz="24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1800" b="0"/>
            </a:lvl2pPr>
            <a:lvl3pPr marL="450850" indent="0">
              <a:buFont typeface="Wingdings" panose="05000000000000000000" pitchFamily="2" charset="2"/>
              <a:buNone/>
              <a:tabLst/>
              <a:defRPr sz="1400" b="0"/>
            </a:lvl3pPr>
            <a:lvl4pPr marL="652462" indent="0">
              <a:buFont typeface="Wingdings" panose="05000000000000000000" pitchFamily="2" charset="2"/>
              <a:buNone/>
              <a:defRPr sz="1200" b="0"/>
            </a:lvl4pPr>
            <a:lvl5pPr marL="854075" indent="0">
              <a:buFont typeface="Wingdings" panose="05000000000000000000" pitchFamily="2" charset="2"/>
              <a:buNone/>
              <a:tabLst/>
              <a:defRPr sz="1200" b="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179388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1948.xml><?xml version="1.0" encoding="utf-8"?>
<p:sldLayout xmlns:a="http://schemas.openxmlformats.org/drawingml/2006/main" xmlns:r="http://schemas.openxmlformats.org/officeDocument/2006/relationships" xmlns:p="http://schemas.openxmlformats.org/presentationml/2006/main" preserve="1" userDrawn="1">
  <p:cSld name="Two Column Bulle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hasCustomPrompt="1"/>
          </p:nvPr>
        </p:nvSpPr>
        <p:spPr>
          <a:xfrm>
            <a:off x="584200"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66750" indent="-152400">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hasCustomPrompt="1"/>
          </p:nvPr>
        </p:nvSpPr>
        <p:spPr>
          <a:xfrm>
            <a:off x="6397625" y="2084388"/>
            <a:ext cx="5219700" cy="1175706"/>
          </a:xfrm>
        </p:spPr>
        <p:txBody>
          <a:bodyPr>
            <a:spAutoFit/>
          </a:bodyPr>
          <a:lstStyle>
            <a:lvl1pPr marL="171450" indent="-171450">
              <a:defRPr lang="en-US" sz="2000" dirty="0"/>
            </a:lvl1pPr>
            <a:lvl2pPr marL="342900" indent="-171450">
              <a:defRPr lang="en-US" sz="1400" dirty="0"/>
            </a:lvl2pPr>
            <a:lvl3pPr marL="514350" indent="-171450">
              <a:defRPr lang="en-US" sz="1100" dirty="0"/>
            </a:lvl3pPr>
            <a:lvl4pPr marL="685800" indent="-136525">
              <a:defRPr lang="en-US" sz="1050" dirty="0"/>
            </a:lvl4pPr>
            <a:lvl5pPr marL="793750" indent="-120650">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818605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949.xml><?xml version="1.0" encoding="utf-8"?>
<p:sldLayout xmlns:a="http://schemas.openxmlformats.org/drawingml/2006/main" xmlns:r="http://schemas.openxmlformats.org/officeDocument/2006/relationships" xmlns:p="http://schemas.openxmlformats.org/presentationml/2006/main" preserve="1" userDrawn="1">
  <p:cSld name="Two Column Conten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hasCustomPrompt="1"/>
          </p:nvPr>
        </p:nvSpPr>
        <p:spPr>
          <a:xfrm>
            <a:off x="588263" y="457200"/>
            <a:ext cx="11018520" cy="553998"/>
          </a:xfrm>
        </p:spPr>
        <p:txBody>
          <a:bodyPr>
            <a:spAutoFit/>
          </a:bodyPr>
          <a:lstStyle>
            <a:lvl1pPr>
              <a:defRPr/>
            </a:lvl1pPr>
          </a:lstStyle>
          <a:p>
            <a:r>
              <a:rPr lang="en-US"/>
              <a:t>Click to edit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hasCustomPrompt="1"/>
          </p:nvPr>
        </p:nvSpPr>
        <p:spPr>
          <a:xfrm>
            <a:off x="584200"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hasCustomPrompt="1"/>
          </p:nvPr>
        </p:nvSpPr>
        <p:spPr>
          <a:xfrm>
            <a:off x="588963"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hasCustomPrompt="1"/>
          </p:nvPr>
        </p:nvSpPr>
        <p:spPr>
          <a:xfrm>
            <a:off x="6397625" y="1436688"/>
            <a:ext cx="5219700" cy="369332"/>
          </a:xfrm>
        </p:spPr>
        <p:txBody>
          <a:bodyPr anchor="t"/>
          <a:lstStyle>
            <a:lvl1pPr marL="0" indent="0">
              <a:spcBef>
                <a:spcPts val="0"/>
              </a:spcBef>
              <a:buNone/>
              <a:defRPr sz="2400">
                <a:solidFill>
                  <a:schemeClr val="tx1"/>
                </a:solidFill>
                <a:latin typeface="+mj-lt"/>
              </a:defRPr>
            </a:lvl1pPr>
          </a:lstStyle>
          <a:p>
            <a:pPr lvl="0"/>
            <a:r>
              <a:rPr lang="en-US"/>
              <a:t>Click to edit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hasCustomPrompt="1"/>
          </p:nvPr>
        </p:nvSpPr>
        <p:spPr>
          <a:xfrm>
            <a:off x="6394451" y="2081212"/>
            <a:ext cx="5214937" cy="1175706"/>
          </a:xfrm>
        </p:spPr>
        <p:txBody>
          <a:bodyPr/>
          <a:lstStyle>
            <a:lvl1pPr>
              <a:defRPr sz="2000"/>
            </a:lvl1pPr>
            <a:lvl2pPr>
              <a:defRPr sz="1400"/>
            </a:lvl2pPr>
            <a:lvl3pPr>
              <a:defRPr sz="1100"/>
            </a:lvl3pPr>
            <a:lvl4pPr>
              <a:defRPr sz="1050"/>
            </a:lvl4pPr>
            <a:lvl5pPr>
              <a:defRPr sz="105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208667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950.xml><?xml version="1.0" encoding="utf-8"?>
<p:sldLayout xmlns:a="http://schemas.openxmlformats.org/drawingml/2006/main" xmlns:r="http://schemas.openxmlformats.org/officeDocument/2006/relationships" xmlns:p="http://schemas.openxmlformats.org/presentationml/2006/main" userDrawn="1">
  <p:cSld name="Two Column Content with Subheads 2">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1"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514562" y="1992313"/>
            <a:ext cx="3690937" cy="220510"/>
          </a:xfrm>
          <a:prstGeom prst="rect">
            <a:avLst/>
          </a:prstGeom>
        </p:spPr>
        <p:txBody>
          <a:bodyPr lIns="0" tIns="0" rIns="0" bIns="0"/>
          <a:lstStyle>
            <a:lvl1pPr marL="0" indent="0">
              <a:lnSpc>
                <a:spcPts val="1800"/>
              </a:lnSpc>
              <a:spcBef>
                <a:spcPts val="0"/>
              </a:spcBef>
              <a:spcAft>
                <a:spcPts val="600"/>
              </a:spcAft>
              <a:buFont typeface="Arial" panose="020B0604020202020204" pitchFamily="34" charset="0"/>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199"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514562" y="2300087"/>
            <a:ext cx="3690937" cy="206710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2147297665"/>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951.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hasCustomPrompt="1"/>
          </p:nvPr>
        </p:nvSpPr>
        <p:spPr>
          <a:xfrm>
            <a:off x="585217"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181862"/>
          </a:xfrm>
        </p:spPr>
        <p:txBody>
          <a:bodyPr wrap="square">
            <a:spAutoFit/>
          </a:bodyPr>
          <a:lstStyle>
            <a:lvl1pPr marL="176213" indent="-176213">
              <a:defRPr lang="en-US" sz="1800" dirty="0"/>
            </a:lvl1pPr>
            <a:lvl2pPr marL="322263" indent="-150813">
              <a:defRPr lang="en-US" sz="1600" dirty="0"/>
            </a:lvl2pPr>
            <a:lvl3pPr marL="466725" indent="-138113">
              <a:defRPr lang="en-US" sz="1100" dirty="0"/>
            </a:lvl3pPr>
            <a:lvl4pPr marL="595313" indent="-128588">
              <a:defRPr lang="en-US" sz="1050" dirty="0"/>
            </a:lvl4pPr>
            <a:lvl5pPr marL="731838" indent="-122238">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hasCustomPrompt="1"/>
          </p:nvPr>
        </p:nvSpPr>
        <p:spPr>
          <a:xfrm>
            <a:off x="4463796"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hasCustomPrompt="1"/>
          </p:nvPr>
        </p:nvSpPr>
        <p:spPr>
          <a:xfrm>
            <a:off x="8342375" y="1438275"/>
            <a:ext cx="3264408" cy="307777"/>
          </a:xfrm>
        </p:spPr>
        <p:txBody>
          <a:bodyPr anchor="t"/>
          <a:lstStyle>
            <a:lvl1pPr marL="0" indent="0">
              <a:spcBef>
                <a:spcPts val="0"/>
              </a:spcBef>
              <a:buNone/>
              <a:defRPr sz="2000">
                <a:solidFill>
                  <a:schemeClr val="tx1"/>
                </a:solidFill>
                <a:latin typeface="+mj-lt"/>
              </a:defRPr>
            </a:lvl1pPr>
          </a:lstStyle>
          <a:p>
            <a:pPr lvl="0"/>
            <a:r>
              <a:rPr lang="en-US"/>
              <a:t>Click to edit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181862"/>
          </a:xfrm>
        </p:spPr>
        <p:txBody>
          <a:bodyPr wrap="square">
            <a:spAutoFit/>
          </a:bodyPr>
          <a:lstStyle>
            <a:lvl1pPr marL="176213" indent="-176213">
              <a:defRPr lang="en-US" sz="1800" dirty="0"/>
            </a:lvl1pPr>
            <a:lvl2pPr marL="398463" indent="-169863">
              <a:defRPr lang="en-US" sz="1600" dirty="0"/>
            </a:lvl2pPr>
            <a:lvl3pPr marL="555625" indent="-157163">
              <a:defRPr lang="en-US" sz="1100" dirty="0"/>
            </a:lvl3pPr>
            <a:lvl4pPr marL="685800" indent="-136525">
              <a:defRPr lang="en-US" sz="1050" dirty="0"/>
            </a:lvl4pPr>
            <a:lvl5pPr marL="800100" indent="-111125">
              <a:defRPr lang="en-US" sz="105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87917678"/>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24">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1952.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20" name="Text Placeholder 4">
            <a:extLst>
              <a:ext uri="{FF2B5EF4-FFF2-40B4-BE49-F238E27FC236}">
                <a16:creationId xmlns:a16="http://schemas.microsoft.com/office/drawing/2014/main" id="{8AB7BB6A-65B6-AEC7-836B-8D35242275AF}"/>
              </a:ext>
            </a:extLst>
          </p:cNvPr>
          <p:cNvSpPr>
            <a:spLocks noGrp="1"/>
          </p:cNvSpPr>
          <p:nvPr>
            <p:ph type="body" sz="quarter" idx="17" hasCustomPrompt="1"/>
          </p:nvPr>
        </p:nvSpPr>
        <p:spPr>
          <a:xfrm>
            <a:off x="582877"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sz="1400" b="0" i="0" spc="0">
                <a:solidFill>
                  <a:schemeClr val="tx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FB0535AF-BE85-1E67-DD92-E38C21AF7E8C}"/>
              </a:ext>
            </a:extLst>
          </p:cNvPr>
          <p:cNvSpPr>
            <a:spLocks noGrp="1"/>
          </p:cNvSpPr>
          <p:nvPr>
            <p:ph type="body" sz="quarter" idx="18" hasCustomPrompt="1"/>
          </p:nvPr>
        </p:nvSpPr>
        <p:spPr>
          <a:xfrm>
            <a:off x="437134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8E1F9237-EE15-C9FE-E0CA-3A37C93F9063}"/>
              </a:ext>
            </a:extLst>
          </p:cNvPr>
          <p:cNvSpPr>
            <a:spLocks noGrp="1"/>
          </p:cNvSpPr>
          <p:nvPr>
            <p:ph type="body" sz="quarter" idx="19" hasCustomPrompt="1"/>
          </p:nvPr>
        </p:nvSpPr>
        <p:spPr>
          <a:xfrm>
            <a:off x="8136551" y="3476833"/>
            <a:ext cx="3465576"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6" name="Text Placeholder 4">
            <a:extLst>
              <a:ext uri="{FF2B5EF4-FFF2-40B4-BE49-F238E27FC236}">
                <a16:creationId xmlns:a16="http://schemas.microsoft.com/office/drawing/2014/main" id="{775241E4-9061-8DB7-2B87-BA0CCA011ACE}"/>
              </a:ext>
            </a:extLst>
          </p:cNvPr>
          <p:cNvSpPr>
            <a:spLocks noGrp="1"/>
          </p:cNvSpPr>
          <p:nvPr>
            <p:ph type="body" sz="quarter" idx="11" hasCustomPrompt="1"/>
          </p:nvPr>
        </p:nvSpPr>
        <p:spPr>
          <a:xfrm>
            <a:off x="582877"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7" name="Text Placeholder 4">
            <a:extLst>
              <a:ext uri="{FF2B5EF4-FFF2-40B4-BE49-F238E27FC236}">
                <a16:creationId xmlns:a16="http://schemas.microsoft.com/office/drawing/2014/main" id="{82D1AEC7-7020-CBA4-58E1-0D75BA2EF496}"/>
              </a:ext>
            </a:extLst>
          </p:cNvPr>
          <p:cNvSpPr>
            <a:spLocks noGrp="1"/>
          </p:cNvSpPr>
          <p:nvPr>
            <p:ph type="body" sz="quarter" idx="12" hasCustomPrompt="1"/>
          </p:nvPr>
        </p:nvSpPr>
        <p:spPr>
          <a:xfrm>
            <a:off x="437134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28" name="Text Placeholder 4">
            <a:extLst>
              <a:ext uri="{FF2B5EF4-FFF2-40B4-BE49-F238E27FC236}">
                <a16:creationId xmlns:a16="http://schemas.microsoft.com/office/drawing/2014/main" id="{6416719B-F50B-D496-C069-4C1F30AFEC70}"/>
              </a:ext>
            </a:extLst>
          </p:cNvPr>
          <p:cNvSpPr>
            <a:spLocks noGrp="1"/>
          </p:cNvSpPr>
          <p:nvPr>
            <p:ph type="body" sz="quarter" idx="13" hasCustomPrompt="1"/>
          </p:nvPr>
        </p:nvSpPr>
        <p:spPr>
          <a:xfrm>
            <a:off x="8136551" y="4570239"/>
            <a:ext cx="3465576"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Tree>
    <p:extLst>
      <p:ext uri="{BB962C8B-B14F-4D97-AF65-F5344CB8AC3E}">
        <p14:creationId xmlns:p14="http://schemas.microsoft.com/office/powerpoint/2010/main" val="234679232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953.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3">
    <p:bg>
      <p:bgPr>
        <a:solidFill>
          <a:srgbClr val="F4F3F5"/>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59B2A911-B0BE-4078-EF4E-4BEDAA9A84F7}"/>
              </a:ext>
            </a:extLst>
          </p:cNvPr>
          <p:cNvSpPr>
            <a:spLocks noGrp="1"/>
          </p:cNvSpPr>
          <p:nvPr>
            <p:ph type="title" hasCustomPrompt="1"/>
          </p:nvPr>
        </p:nvSpPr>
        <p:spPr>
          <a:xfrm>
            <a:off x="588263" y="457200"/>
            <a:ext cx="11018520" cy="430887"/>
          </a:xfrm>
        </p:spPr>
        <p:txBody>
          <a:bodyPr>
            <a:spAutoFit/>
          </a:bodyPr>
          <a:lstStyle>
            <a:lvl1pPr>
              <a:defRPr>
                <a:solidFill>
                  <a:schemeClr val="bg1"/>
                </a:solidFill>
              </a:defRPr>
            </a:lvl1pPr>
          </a:lstStyle>
          <a:p>
            <a:r>
              <a:rPr lang="en-US"/>
              <a:t>Click to edit title style</a:t>
            </a:r>
          </a:p>
        </p:txBody>
      </p:sp>
      <p:sp>
        <p:nvSpPr>
          <p:cNvPr id="16" name="Text Placeholder 3">
            <a:extLst>
              <a:ext uri="{FF2B5EF4-FFF2-40B4-BE49-F238E27FC236}">
                <a16:creationId xmlns:a16="http://schemas.microsoft.com/office/drawing/2014/main" id="{46628952-3608-D408-E97B-C5509801C79B}"/>
              </a:ext>
            </a:extLst>
          </p:cNvPr>
          <p:cNvSpPr>
            <a:spLocks noGrp="1"/>
          </p:cNvSpPr>
          <p:nvPr>
            <p:ph type="body" sz="quarter" idx="10" hasCustomPrompt="1"/>
          </p:nvPr>
        </p:nvSpPr>
        <p:spPr>
          <a:xfrm>
            <a:off x="588263" y="1971020"/>
            <a:ext cx="9449500" cy="615553"/>
          </a:xfrm>
          <a:prstGeom prst="rect">
            <a:avLst/>
          </a:prstGeom>
        </p:spPr>
        <p:txBody>
          <a:bodyPr wrap="square" lIns="0" tIns="0" rIns="0" bIns="0">
            <a:spAutoFit/>
          </a:bodyPr>
          <a:lstStyle>
            <a:lvl1pPr marL="0" indent="0">
              <a:lnSpc>
                <a:spcPts val="2400"/>
              </a:lnSpc>
              <a:buNone/>
              <a:defRPr lang="en-US" sz="2000" kern="1200" spc="0" baseline="0" dirty="0">
                <a:solidFill>
                  <a:srgbClr val="000000"/>
                </a:solidFill>
                <a:latin typeface="+mn-lt"/>
                <a:ea typeface="+mn-ea"/>
                <a:cs typeface="+mn-cs"/>
              </a:defRPr>
            </a:lvl1pPr>
            <a:lvl2pPr marL="228600" indent="0">
              <a:buNone/>
              <a:defRPr/>
            </a:lvl2pPr>
            <a:lvl3pPr marL="457200" indent="0">
              <a:buNone/>
              <a:defRPr/>
            </a:lvl3pPr>
            <a:lvl4pPr marL="685800" indent="0">
              <a:buNone/>
              <a:defRPr/>
            </a:lvl4pPr>
            <a:lvl5pPr marL="914400" indent="0">
              <a:buNone/>
              <a:defRPr/>
            </a:lvl5pPr>
          </a:lstStyle>
          <a:p>
            <a:pPr lvl="0"/>
            <a:r>
              <a:rPr lang="en-US"/>
              <a:t>Subhead Segoe UI Regular 20/24.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7ECF5273-A148-FB51-F033-C68836870BF8}"/>
              </a:ext>
            </a:extLst>
          </p:cNvPr>
          <p:cNvSpPr>
            <a:spLocks noGrp="1"/>
          </p:cNvSpPr>
          <p:nvPr>
            <p:ph type="body" sz="quarter" idx="11" hasCustomPrompt="1"/>
          </p:nvPr>
        </p:nvSpPr>
        <p:spPr>
          <a:xfrm>
            <a:off x="586062"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8" name="Text Placeholder 4">
            <a:extLst>
              <a:ext uri="{FF2B5EF4-FFF2-40B4-BE49-F238E27FC236}">
                <a16:creationId xmlns:a16="http://schemas.microsoft.com/office/drawing/2014/main" id="{9257DF0E-A198-77D3-1F5B-6CF8B60A490D}"/>
              </a:ext>
            </a:extLst>
          </p:cNvPr>
          <p:cNvSpPr>
            <a:spLocks noGrp="1"/>
          </p:cNvSpPr>
          <p:nvPr>
            <p:ph type="body" sz="quarter" idx="12" hasCustomPrompt="1"/>
          </p:nvPr>
        </p:nvSpPr>
        <p:spPr>
          <a:xfrm>
            <a:off x="4356101" y="3214124"/>
            <a:ext cx="3474720"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19" name="Text Placeholder 4">
            <a:extLst>
              <a:ext uri="{FF2B5EF4-FFF2-40B4-BE49-F238E27FC236}">
                <a16:creationId xmlns:a16="http://schemas.microsoft.com/office/drawing/2014/main" id="{A65E358F-5CAF-2294-2C8A-0C65BE0A268F}"/>
              </a:ext>
            </a:extLst>
          </p:cNvPr>
          <p:cNvSpPr>
            <a:spLocks noGrp="1"/>
          </p:cNvSpPr>
          <p:nvPr>
            <p:ph type="body" sz="quarter" idx="13" hasCustomPrompt="1"/>
          </p:nvPr>
        </p:nvSpPr>
        <p:spPr>
          <a:xfrm>
            <a:off x="8128000" y="3214124"/>
            <a:ext cx="3474445"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20" name="Text Placeholder 4">
            <a:extLst>
              <a:ext uri="{FF2B5EF4-FFF2-40B4-BE49-F238E27FC236}">
                <a16:creationId xmlns:a16="http://schemas.microsoft.com/office/drawing/2014/main" id="{F55F1A17-F2A5-5652-4364-4C2289C1976A}"/>
              </a:ext>
            </a:extLst>
          </p:cNvPr>
          <p:cNvSpPr>
            <a:spLocks noGrp="1"/>
          </p:cNvSpPr>
          <p:nvPr>
            <p:ph type="body" sz="quarter" idx="17" hasCustomPrompt="1"/>
          </p:nvPr>
        </p:nvSpPr>
        <p:spPr>
          <a:xfrm>
            <a:off x="584200"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1" name="Text Placeholder 4">
            <a:extLst>
              <a:ext uri="{FF2B5EF4-FFF2-40B4-BE49-F238E27FC236}">
                <a16:creationId xmlns:a16="http://schemas.microsoft.com/office/drawing/2014/main" id="{E4A7EAE6-CBDF-702E-4BB2-0091C85D7DFA}"/>
              </a:ext>
            </a:extLst>
          </p:cNvPr>
          <p:cNvSpPr>
            <a:spLocks noGrp="1"/>
          </p:cNvSpPr>
          <p:nvPr>
            <p:ph type="body" sz="quarter" idx="18" hasCustomPrompt="1"/>
          </p:nvPr>
        </p:nvSpPr>
        <p:spPr>
          <a:xfrm>
            <a:off x="4356101" y="3521898"/>
            <a:ext cx="3474720"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22" name="Text Placeholder 4">
            <a:extLst>
              <a:ext uri="{FF2B5EF4-FFF2-40B4-BE49-F238E27FC236}">
                <a16:creationId xmlns:a16="http://schemas.microsoft.com/office/drawing/2014/main" id="{602E34F2-8AEC-5D82-A459-7615DC29B15F}"/>
              </a:ext>
            </a:extLst>
          </p:cNvPr>
          <p:cNvSpPr>
            <a:spLocks noGrp="1"/>
          </p:cNvSpPr>
          <p:nvPr>
            <p:ph type="body" sz="quarter" idx="19" hasCustomPrompt="1"/>
          </p:nvPr>
        </p:nvSpPr>
        <p:spPr>
          <a:xfrm>
            <a:off x="8134943" y="3521898"/>
            <a:ext cx="3474445" cy="2067104"/>
          </a:xfrm>
          <a:prstGeom prst="rect">
            <a:avLst/>
          </a:prstGeom>
        </p:spPr>
        <p:txBody>
          <a:bodyPr lIns="0" tIns="0" rIns="0" bIns="0"/>
          <a:lstStyle>
            <a:lvl1pPr marL="285750" indent="-285750">
              <a:lnSpc>
                <a:spcPts val="1800"/>
              </a:lnSpc>
              <a:spcBef>
                <a:spcPts val="0"/>
              </a:spcBef>
              <a:buFont typeface="Arial" panose="020B0604020202020204" pitchFamily="34" charset="0"/>
              <a:buChar char="•"/>
              <a:defRPr sz="1400" b="0" i="0" spc="0">
                <a:solidFill>
                  <a:schemeClr val="bg1"/>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Bulleted list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33156714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FBAE40"/>
          </p15:clr>
        </p15:guide>
      </p15:sldGuideLst>
    </p:ext>
  </p:extLst>
</p:sldLayout>
</file>

<file path=ppt/slideLayouts/slideLayout1954.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434578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465919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Oval 10">
            <a:extLst>
              <a:ext uri="{FF2B5EF4-FFF2-40B4-BE49-F238E27FC236}">
                <a16:creationId xmlns:a16="http://schemas.microsoft.com/office/drawing/2014/main" id="{F3C14C4D-447D-641B-9EE1-BB7D37876DFD}"/>
              </a:ext>
            </a:extLst>
          </p:cNvPr>
          <p:cNvSpPr/>
          <p:nvPr userDrawn="1"/>
        </p:nvSpPr>
        <p:spPr>
          <a:xfrm>
            <a:off x="8769505" y="1609347"/>
            <a:ext cx="2196790" cy="2196790"/>
          </a:xfrm>
          <a:prstGeom prst="ellipse">
            <a:avLst/>
          </a:prstGeom>
          <a:solidFill>
            <a:srgbClr val="8DC8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1A257B80-0E22-6118-D58C-8D479BE856CC}"/>
              </a:ext>
            </a:extLst>
          </p:cNvPr>
          <p:cNvSpPr/>
          <p:nvPr userDrawn="1"/>
        </p:nvSpPr>
        <p:spPr>
          <a:xfrm>
            <a:off x="1216757" y="1609347"/>
            <a:ext cx="2196790" cy="219679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F3C5F4DB-FE2F-3894-3C54-F1395F059BC1}"/>
              </a:ext>
            </a:extLst>
          </p:cNvPr>
          <p:cNvSpPr/>
          <p:nvPr userDrawn="1"/>
        </p:nvSpPr>
        <p:spPr>
          <a:xfrm>
            <a:off x="4997605" y="1609347"/>
            <a:ext cx="2196790" cy="2196790"/>
          </a:xfrm>
          <a:prstGeom prst="ellipse">
            <a:avLst/>
          </a:prstGeom>
          <a:solidFill>
            <a:srgbClr val="CD9B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9037727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955.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2"/>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1"/>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chemeClr val="accent3"/>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838240332"/>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956.xml><?xml version="1.0" encoding="utf-8"?>
<p:sldLayout xmlns:a="http://schemas.openxmlformats.org/drawingml/2006/main" xmlns:r="http://schemas.openxmlformats.org/officeDocument/2006/relationships" xmlns:p="http://schemas.openxmlformats.org/presentationml/2006/main" preserve="1" userDrawn="1">
  <p:cSld name="Three Column Bullet with Subtitles &amp; Icons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CD5746-9BA1-20FD-9CB7-A3691927C0E3}"/>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CFA1F03C-DE0D-0889-FCC9-7734D7000CD7}"/>
              </a:ext>
            </a:extLst>
          </p:cNvPr>
          <p:cNvSpPr>
            <a:spLocks noGrp="1"/>
          </p:cNvSpPr>
          <p:nvPr>
            <p:ph type="body" sz="quarter" idx="11" hasCustomPrompt="1"/>
          </p:nvPr>
        </p:nvSpPr>
        <p:spPr>
          <a:xfrm>
            <a:off x="582877"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6" name="Text Placeholder 4">
            <a:extLst>
              <a:ext uri="{FF2B5EF4-FFF2-40B4-BE49-F238E27FC236}">
                <a16:creationId xmlns:a16="http://schemas.microsoft.com/office/drawing/2014/main" id="{0E37D821-502E-74DC-DC4E-68278761741C}"/>
              </a:ext>
            </a:extLst>
          </p:cNvPr>
          <p:cNvSpPr>
            <a:spLocks noGrp="1"/>
          </p:cNvSpPr>
          <p:nvPr>
            <p:ph type="body" sz="quarter" idx="12" hasCustomPrompt="1"/>
          </p:nvPr>
        </p:nvSpPr>
        <p:spPr>
          <a:xfrm>
            <a:off x="4371341"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2"/>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7" name="Text Placeholder 4">
            <a:extLst>
              <a:ext uri="{FF2B5EF4-FFF2-40B4-BE49-F238E27FC236}">
                <a16:creationId xmlns:a16="http://schemas.microsoft.com/office/drawing/2014/main" id="{4D2E2D46-BA23-A30D-1C86-DE97B5955096}"/>
              </a:ext>
            </a:extLst>
          </p:cNvPr>
          <p:cNvSpPr>
            <a:spLocks noGrp="1"/>
          </p:cNvSpPr>
          <p:nvPr>
            <p:ph type="body" sz="quarter" idx="13" hasCustomPrompt="1"/>
          </p:nvPr>
        </p:nvSpPr>
        <p:spPr>
          <a:xfrm>
            <a:off x="8128084" y="3631266"/>
            <a:ext cx="3474720" cy="220510"/>
          </a:xfrm>
          <a:prstGeom prst="rect">
            <a:avLst/>
          </a:prstGeom>
        </p:spPr>
        <p:txBody>
          <a:bodyPr lIns="0" tIns="0" rIns="0" bIns="0" anchor="b" anchorCtr="0"/>
          <a:lstStyle>
            <a:lvl1pPr marL="0" indent="0" algn="ctr">
              <a:lnSpc>
                <a:spcPts val="1800"/>
              </a:lnSpc>
              <a:spcBef>
                <a:spcPts val="0"/>
              </a:spcBef>
              <a:spcAft>
                <a:spcPts val="600"/>
              </a:spcAft>
              <a:buNone/>
              <a:defRPr sz="1400" b="0" spc="0" baseline="0">
                <a:solidFill>
                  <a:schemeClr val="accent3"/>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Subheading Segoe UI </a:t>
            </a:r>
            <a:r>
              <a:rPr lang="en-US" err="1"/>
              <a:t>Semibold</a:t>
            </a:r>
            <a:r>
              <a:rPr lang="en-US"/>
              <a:t> 14/18</a:t>
            </a:r>
          </a:p>
        </p:txBody>
      </p:sp>
      <p:sp>
        <p:nvSpPr>
          <p:cNvPr id="8" name="Text Placeholder 4">
            <a:extLst>
              <a:ext uri="{FF2B5EF4-FFF2-40B4-BE49-F238E27FC236}">
                <a16:creationId xmlns:a16="http://schemas.microsoft.com/office/drawing/2014/main" id="{447B73CF-8C1B-E4F6-0587-AE345D837AAE}"/>
              </a:ext>
            </a:extLst>
          </p:cNvPr>
          <p:cNvSpPr>
            <a:spLocks noGrp="1"/>
          </p:cNvSpPr>
          <p:nvPr>
            <p:ph type="body" sz="quarter" idx="17" hasCustomPrompt="1"/>
          </p:nvPr>
        </p:nvSpPr>
        <p:spPr>
          <a:xfrm>
            <a:off x="582877"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9" name="Text Placeholder 4">
            <a:extLst>
              <a:ext uri="{FF2B5EF4-FFF2-40B4-BE49-F238E27FC236}">
                <a16:creationId xmlns:a16="http://schemas.microsoft.com/office/drawing/2014/main" id="{14841CA6-3B8D-C795-465C-4A88872E2AC6}"/>
              </a:ext>
            </a:extLst>
          </p:cNvPr>
          <p:cNvSpPr>
            <a:spLocks noGrp="1"/>
          </p:cNvSpPr>
          <p:nvPr>
            <p:ph type="body" sz="quarter" idx="18" hasCustomPrompt="1"/>
          </p:nvPr>
        </p:nvSpPr>
        <p:spPr>
          <a:xfrm>
            <a:off x="4371341"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0" name="Text Placeholder 4">
            <a:extLst>
              <a:ext uri="{FF2B5EF4-FFF2-40B4-BE49-F238E27FC236}">
                <a16:creationId xmlns:a16="http://schemas.microsoft.com/office/drawing/2014/main" id="{534BF609-1D4C-CCCF-8806-8229E9A2698F}"/>
              </a:ext>
            </a:extLst>
          </p:cNvPr>
          <p:cNvSpPr>
            <a:spLocks noGrp="1"/>
          </p:cNvSpPr>
          <p:nvPr>
            <p:ph type="body" sz="quarter" idx="19" hasCustomPrompt="1"/>
          </p:nvPr>
        </p:nvSpPr>
        <p:spPr>
          <a:xfrm>
            <a:off x="8128084" y="3944674"/>
            <a:ext cx="3474720" cy="906274"/>
          </a:xfrm>
          <a:prstGeom prst="rect">
            <a:avLst/>
          </a:prstGeom>
        </p:spPr>
        <p:txBody>
          <a:bodyPr lIns="0" tIns="0" rIns="0" bIns="0"/>
          <a:lstStyle>
            <a:lvl1pPr marL="0" indent="0" algn="ctr">
              <a:lnSpc>
                <a:spcPts val="1800"/>
              </a:lnSpc>
              <a:spcBef>
                <a:spcPts val="0"/>
              </a:spcBef>
              <a:buFont typeface="Arial" panose="020B0604020202020204" pitchFamily="34" charset="0"/>
              <a:buNone/>
              <a:defRPr lang="en-US" sz="1400" b="0" i="0" kern="1200" spc="0" baseline="0" dirty="0">
                <a:solidFill>
                  <a:schemeClr val="tx1"/>
                </a:solidFill>
                <a:latin typeface="+mn-lt"/>
                <a:ea typeface="+mn-ea"/>
                <a:cs typeface="Segoe UI" panose="020B0502040204020203" pitchFamily="34" charset="0"/>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marL="0" marR="0" lvl="0" indent="0" algn="ctr" defTabSz="932742" rtl="0" eaLnBrk="1" fontAlgn="auto" latinLnBrk="0" hangingPunct="1">
              <a:lnSpc>
                <a:spcPts val="1800"/>
              </a:lnSpc>
              <a:spcBef>
                <a:spcPts val="0"/>
              </a:spcBef>
              <a:spcAft>
                <a:spcPts val="0"/>
              </a:spcAft>
              <a:buClrTx/>
              <a:buSzPct val="90000"/>
              <a:buFont typeface="Arial" panose="020B0604020202020204" pitchFamily="34" charset="0"/>
              <a:buNone/>
              <a:tabLst/>
            </a:pPr>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4" name="Oval 13" descr="icon of a finger pushing a button">
            <a:extLst>
              <a:ext uri="{FF2B5EF4-FFF2-40B4-BE49-F238E27FC236}">
                <a16:creationId xmlns:a16="http://schemas.microsoft.com/office/drawing/2014/main" id="{A9082D92-8FAE-B4E1-1EBD-84F2832796CF}"/>
              </a:ext>
            </a:extLst>
          </p:cNvPr>
          <p:cNvSpPr/>
          <p:nvPr userDrawn="1"/>
        </p:nvSpPr>
        <p:spPr bwMode="auto">
          <a:xfrm>
            <a:off x="5724037" y="2319841"/>
            <a:ext cx="769327" cy="769327"/>
          </a:xfrm>
          <a:prstGeom prst="ellipse">
            <a:avLst/>
          </a:prstGeom>
          <a:solidFill>
            <a:schemeClr val="accent6"/>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descr="icon of a finger pushing a button">
            <a:extLst>
              <a:ext uri="{FF2B5EF4-FFF2-40B4-BE49-F238E27FC236}">
                <a16:creationId xmlns:a16="http://schemas.microsoft.com/office/drawing/2014/main" id="{91CE41BB-FD3B-0B43-6764-5F1E09FE7687}"/>
              </a:ext>
            </a:extLst>
          </p:cNvPr>
          <p:cNvSpPr/>
          <p:nvPr userDrawn="1"/>
        </p:nvSpPr>
        <p:spPr bwMode="auto">
          <a:xfrm>
            <a:off x="1935573" y="2319841"/>
            <a:ext cx="769327" cy="769327"/>
          </a:xfrm>
          <a:prstGeom prst="ellipse">
            <a:avLst/>
          </a:prstGeom>
          <a:solidFill>
            <a:schemeClr val="accent5"/>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descr="icon of a finger pushing a button">
            <a:extLst>
              <a:ext uri="{FF2B5EF4-FFF2-40B4-BE49-F238E27FC236}">
                <a16:creationId xmlns:a16="http://schemas.microsoft.com/office/drawing/2014/main" id="{60DC1A10-DF13-24FE-5A88-8BAF8EC3321F}"/>
              </a:ext>
            </a:extLst>
          </p:cNvPr>
          <p:cNvSpPr/>
          <p:nvPr userDrawn="1"/>
        </p:nvSpPr>
        <p:spPr bwMode="auto">
          <a:xfrm>
            <a:off x="9480780" y="2319841"/>
            <a:ext cx="769327" cy="769327"/>
          </a:xfrm>
          <a:prstGeom prst="ellipse">
            <a:avLst/>
          </a:prstGeom>
          <a:solidFill>
            <a:srgbClr val="8DC8E8"/>
          </a:solidFill>
          <a:ln>
            <a:noFill/>
          </a:ln>
          <a:effectLst>
            <a:outerShdw blurRad="762000" dist="254000" dir="5400000" algn="t" rotWithShape="0">
              <a:schemeClr val="tx1">
                <a:alpha val="20000"/>
              </a:scheme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R="0" lvl="0" indent="0" defTabSz="932472" fontAlgn="base">
              <a:lnSpc>
                <a:spcPct val="100000"/>
              </a:lnSpc>
              <a:spcBef>
                <a:spcPct val="0"/>
              </a:spcBef>
              <a:spcAft>
                <a:spcPct val="0"/>
              </a:spcAft>
              <a:buClrTx/>
              <a:buSzTx/>
              <a:buFontTx/>
              <a:buNone/>
              <a:tabLst/>
            </a:pPr>
            <a:endParaRPr kumimoji="0" lang="en-US" sz="2000" b="0" i="0" u="none" strike="noStrike"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392951494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guide id="5" pos="2549">
          <p15:clr>
            <a:srgbClr val="FBAE40"/>
          </p15:clr>
        </p15:guide>
        <p15:guide id="6" pos="2747">
          <p15:clr>
            <a:srgbClr val="FBAE40"/>
          </p15:clr>
        </p15:guide>
        <p15:guide id="7" pos="4944">
          <p15:clr>
            <a:srgbClr val="FBAE40"/>
          </p15:clr>
        </p15:guide>
        <p15:guide id="8" pos="5120">
          <p15:clr>
            <a:srgbClr val="FBAE40"/>
          </p15:clr>
        </p15:guide>
        <p15:guide id="9" pos="3840">
          <p15:clr>
            <a:srgbClr val="FBAE40"/>
          </p15:clr>
        </p15:guide>
        <p15:guide id="10" pos="1464">
          <p15:clr>
            <a:srgbClr val="FBAE40"/>
          </p15:clr>
        </p15:guide>
        <p15:guide id="11" pos="6216">
          <p15:clr>
            <a:srgbClr val="FBAE40"/>
          </p15:clr>
        </p15:guide>
      </p15:sldGuideLst>
    </p:ext>
  </p:extLst>
</p:sldLayout>
</file>

<file path=ppt/slideLayouts/slideLayout1957.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3413125"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3413125"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6244208" y="1438275"/>
            <a:ext cx="2532063"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6244208" y="228311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9073133" y="1438275"/>
            <a:ext cx="2533650" cy="276999"/>
          </a:xfrm>
        </p:spPr>
        <p:txBody>
          <a:bodyPr anchor="t"/>
          <a:lstStyle>
            <a:lvl1pPr marL="0" indent="0">
              <a:spcBef>
                <a:spcPts val="0"/>
              </a:spcBef>
              <a:buNone/>
              <a:defRPr sz="18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9073133" y="2276475"/>
            <a:ext cx="2532063" cy="1114151"/>
          </a:xfrm>
        </p:spPr>
        <p:txBody>
          <a:bodyPr wrap="square">
            <a:spAutoFit/>
          </a:bodyPr>
          <a:lstStyle>
            <a:lvl1pPr marL="141288" indent="-141288">
              <a:defRPr lang="en-US" sz="1600" dirty="0"/>
            </a:lvl1pPr>
            <a:lvl2pPr marL="285750" indent="-125413">
              <a:defRPr lang="en-US" sz="1400" dirty="0"/>
            </a:lvl2pPr>
            <a:lvl3pPr marL="438150" indent="-133350">
              <a:defRPr lang="en-US" sz="1100" dirty="0"/>
            </a:lvl3pPr>
            <a:lvl4pPr marL="566738" indent="-114300">
              <a:defRPr lang="en-US" sz="1050" dirty="0"/>
            </a:lvl4pPr>
            <a:lvl5pPr marL="685800" indent="-109538">
              <a:defRPr lang="en-US" sz="105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86028884"/>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1958.xml><?xml version="1.0" encoding="utf-8"?>
<p:sldLayout xmlns:a="http://schemas.openxmlformats.org/drawingml/2006/main" xmlns:r="http://schemas.openxmlformats.org/officeDocument/2006/relationships" xmlns:p="http://schemas.openxmlformats.org/presentationml/2006/main" preserve="1" userDrawn="1">
  <p:cSld name="Four Column Bullet with Subtitles 2">
    <p:bg>
      <p:bgPr>
        <a:solidFill>
          <a:srgbClr val="F4F3F5"/>
        </a:solidFill>
        <a:effectLst/>
      </p:bgPr>
    </p:bg>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AE4763AA-7A64-C315-54ED-405AA5F28928}"/>
              </a:ext>
            </a:extLst>
          </p:cNvPr>
          <p:cNvSpPr/>
          <p:nvPr userDrawn="1"/>
        </p:nvSpPr>
        <p:spPr bwMode="auto">
          <a:xfrm>
            <a:off x="0" y="0"/>
            <a:ext cx="12192000" cy="1208988"/>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chemeClr val="accent2"/>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7" name="Text Placeholder 11">
            <a:extLst>
              <a:ext uri="{FF2B5EF4-FFF2-40B4-BE49-F238E27FC236}">
                <a16:creationId xmlns:a16="http://schemas.microsoft.com/office/drawing/2014/main" id="{0EA42F63-B2F3-3A38-57BC-24F6164484E0}"/>
              </a:ext>
            </a:extLst>
          </p:cNvPr>
          <p:cNvSpPr>
            <a:spLocks noGrp="1"/>
          </p:cNvSpPr>
          <p:nvPr>
            <p:ph type="body" sz="quarter" idx="16"/>
          </p:nvPr>
        </p:nvSpPr>
        <p:spPr>
          <a:xfrm>
            <a:off x="584200"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9" name="Text Placeholder 7">
            <a:extLst>
              <a:ext uri="{FF2B5EF4-FFF2-40B4-BE49-F238E27FC236}">
                <a16:creationId xmlns:a16="http://schemas.microsoft.com/office/drawing/2014/main" id="{1F284777-927E-F267-62FB-0ADA3AB8ABEF}"/>
              </a:ext>
            </a:extLst>
          </p:cNvPr>
          <p:cNvSpPr>
            <a:spLocks noGrp="1"/>
          </p:cNvSpPr>
          <p:nvPr>
            <p:ph type="body" sz="quarter" idx="14"/>
          </p:nvPr>
        </p:nvSpPr>
        <p:spPr>
          <a:xfrm>
            <a:off x="584200"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11">
            <a:extLst>
              <a:ext uri="{FF2B5EF4-FFF2-40B4-BE49-F238E27FC236}">
                <a16:creationId xmlns:a16="http://schemas.microsoft.com/office/drawing/2014/main" id="{B6D7214D-CF27-5C85-22BE-C501CC3F79F6}"/>
              </a:ext>
            </a:extLst>
          </p:cNvPr>
          <p:cNvSpPr>
            <a:spLocks noGrp="1"/>
          </p:cNvSpPr>
          <p:nvPr>
            <p:ph type="body" sz="quarter" idx="17"/>
          </p:nvPr>
        </p:nvSpPr>
        <p:spPr>
          <a:xfrm>
            <a:off x="3413125"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1" name="Text Placeholder 9">
            <a:extLst>
              <a:ext uri="{FF2B5EF4-FFF2-40B4-BE49-F238E27FC236}">
                <a16:creationId xmlns:a16="http://schemas.microsoft.com/office/drawing/2014/main" id="{D0E08958-F760-A396-6DDC-ADDF12562EFC}"/>
              </a:ext>
            </a:extLst>
          </p:cNvPr>
          <p:cNvSpPr>
            <a:spLocks noGrp="1"/>
          </p:cNvSpPr>
          <p:nvPr>
            <p:ph type="body" sz="quarter" idx="15"/>
          </p:nvPr>
        </p:nvSpPr>
        <p:spPr>
          <a:xfrm>
            <a:off x="3413125"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11">
            <a:extLst>
              <a:ext uri="{FF2B5EF4-FFF2-40B4-BE49-F238E27FC236}">
                <a16:creationId xmlns:a16="http://schemas.microsoft.com/office/drawing/2014/main" id="{2E8EB955-55F0-24FF-CDCC-B5A5FFFC6B4A}"/>
              </a:ext>
            </a:extLst>
          </p:cNvPr>
          <p:cNvSpPr>
            <a:spLocks noGrp="1"/>
          </p:cNvSpPr>
          <p:nvPr>
            <p:ph type="body" sz="quarter" idx="18"/>
          </p:nvPr>
        </p:nvSpPr>
        <p:spPr>
          <a:xfrm>
            <a:off x="6244208" y="166618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3" name="Text Placeholder 7">
            <a:extLst>
              <a:ext uri="{FF2B5EF4-FFF2-40B4-BE49-F238E27FC236}">
                <a16:creationId xmlns:a16="http://schemas.microsoft.com/office/drawing/2014/main" id="{36792F0E-DEBA-6C31-5613-59E8E3706BAE}"/>
              </a:ext>
            </a:extLst>
          </p:cNvPr>
          <p:cNvSpPr>
            <a:spLocks noGrp="1"/>
          </p:cNvSpPr>
          <p:nvPr>
            <p:ph type="body" sz="quarter" idx="19"/>
          </p:nvPr>
        </p:nvSpPr>
        <p:spPr>
          <a:xfrm>
            <a:off x="6244208" y="251102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11">
            <a:extLst>
              <a:ext uri="{FF2B5EF4-FFF2-40B4-BE49-F238E27FC236}">
                <a16:creationId xmlns:a16="http://schemas.microsoft.com/office/drawing/2014/main" id="{2A858486-2BAB-90FA-E642-5FFCB8955993}"/>
              </a:ext>
            </a:extLst>
          </p:cNvPr>
          <p:cNvSpPr>
            <a:spLocks noGrp="1"/>
          </p:cNvSpPr>
          <p:nvPr>
            <p:ph type="body" sz="quarter" idx="20"/>
          </p:nvPr>
        </p:nvSpPr>
        <p:spPr>
          <a:xfrm>
            <a:off x="9073133" y="1666187"/>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15" name="Text Placeholder 9">
            <a:extLst>
              <a:ext uri="{FF2B5EF4-FFF2-40B4-BE49-F238E27FC236}">
                <a16:creationId xmlns:a16="http://schemas.microsoft.com/office/drawing/2014/main" id="{6614B332-A4F9-7C7C-FA27-45DE478DA645}"/>
              </a:ext>
            </a:extLst>
          </p:cNvPr>
          <p:cNvSpPr>
            <a:spLocks noGrp="1"/>
          </p:cNvSpPr>
          <p:nvPr>
            <p:ph type="body" sz="quarter" idx="21"/>
          </p:nvPr>
        </p:nvSpPr>
        <p:spPr>
          <a:xfrm>
            <a:off x="9073133" y="2504387"/>
            <a:ext cx="2532063" cy="1452705"/>
          </a:xfrm>
        </p:spPr>
        <p:txBody>
          <a:bodyPr wrap="square">
            <a:spAutoFit/>
          </a:bodyPr>
          <a:lstStyle>
            <a:lvl1pPr marL="141288" indent="-141288">
              <a:defRPr lang="en-US" sz="16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6914528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959.xml><?xml version="1.0" encoding="utf-8"?>
<p:sldLayout xmlns:a="http://schemas.openxmlformats.org/drawingml/2006/main" xmlns:r="http://schemas.openxmlformats.org/officeDocument/2006/relationships" xmlns:p="http://schemas.openxmlformats.org/presentationml/2006/main" preserve="1" userDrawn="1">
  <p:cSld name="Five Column Bullet with Subtitles">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spAutoFit/>
          </a:bodyPr>
          <a:lstStyle/>
          <a:p>
            <a:r>
              <a:rPr lang="en-US"/>
              <a:t>Click to edit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hasCustomPrompt="1"/>
          </p:nvPr>
        </p:nvSpPr>
        <p:spPr>
          <a:xfrm>
            <a:off x="584200"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hasCustomPrompt="1"/>
          </p:nvPr>
        </p:nvSpPr>
        <p:spPr>
          <a:xfrm>
            <a:off x="2849007"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hasCustomPrompt="1"/>
          </p:nvPr>
        </p:nvSpPr>
        <p:spPr>
          <a:xfrm>
            <a:off x="5113814" y="228311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hasCustomPrompt="1"/>
          </p:nvPr>
        </p:nvSpPr>
        <p:spPr>
          <a:xfrm>
            <a:off x="7378621"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215444"/>
          </a:xfrm>
        </p:spPr>
        <p:txBody>
          <a:bodyPr anchor="t"/>
          <a:lstStyle>
            <a:lvl1pPr marL="0" indent="0">
              <a:spcBef>
                <a:spcPts val="0"/>
              </a:spcBef>
              <a:buNone/>
              <a:defRPr sz="1400">
                <a:solidFill>
                  <a:schemeClr val="tx1"/>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hasCustomPrompt="1"/>
          </p:nvPr>
        </p:nvSpPr>
        <p:spPr>
          <a:xfrm>
            <a:off x="9643428" y="2276475"/>
            <a:ext cx="1965960" cy="1101840"/>
          </a:xfrm>
        </p:spPr>
        <p:txBody>
          <a:bodyPr wrap="square">
            <a:spAutoFit/>
          </a:bodyPr>
          <a:lstStyle>
            <a:lvl1pPr marL="141288" indent="-141288">
              <a:defRPr lang="en-US" sz="1400" dirty="0"/>
            </a:lvl1pPr>
            <a:lvl2pPr marL="285750" indent="-125413">
              <a:defRPr lang="en-US" sz="1200" dirty="0"/>
            </a:lvl2pPr>
            <a:lvl3pPr marL="438150" indent="-133350">
              <a:defRPr lang="en-US" sz="1200" dirty="0"/>
            </a:lvl3pPr>
            <a:lvl4pPr marL="566738" indent="-114300">
              <a:defRPr lang="en-US" sz="1100" dirty="0"/>
            </a:lvl4pPr>
            <a:lvl5pPr marL="685800" indent="-109538">
              <a:defRPr lang="en-US" sz="1100" dirty="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25195852"/>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1960.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p:txBody>
          <a:bodyPr/>
          <a:lstStyle/>
          <a:p>
            <a:r>
              <a:rPr lang="en-US"/>
              <a:t>Click to edit title style</a:t>
            </a:r>
          </a:p>
        </p:txBody>
      </p:sp>
    </p:spTree>
    <p:extLst>
      <p:ext uri="{BB962C8B-B14F-4D97-AF65-F5344CB8AC3E}">
        <p14:creationId xmlns:p14="http://schemas.microsoft.com/office/powerpoint/2010/main" val="320474966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6">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0">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961.xml><?xml version="1.0" encoding="utf-8"?>
<p:sldLayout xmlns:a="http://schemas.openxmlformats.org/drawingml/2006/main" xmlns:r="http://schemas.openxmlformats.org/officeDocument/2006/relationships" xmlns:p="http://schemas.openxmlformats.org/presentationml/2006/main" preserve="1" userDrawn="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4" y="2875002"/>
            <a:ext cx="4127692" cy="1107996"/>
          </a:xfrm>
        </p:spPr>
        <p:txBody>
          <a:bodyPr wrap="square" anchor="ctr">
            <a:spAutoFit/>
          </a:bodyPr>
          <a:lstStyle/>
          <a:p>
            <a:r>
              <a:rPr lang="en-US"/>
              <a:t>Click to edit title style</a:t>
            </a:r>
          </a:p>
        </p:txBody>
      </p:sp>
    </p:spTree>
    <p:extLst>
      <p:ext uri="{BB962C8B-B14F-4D97-AF65-F5344CB8AC3E}">
        <p14:creationId xmlns:p14="http://schemas.microsoft.com/office/powerpoint/2010/main" val="3078607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1962.xml><?xml version="1.0" encoding="utf-8"?>
<p:sldLayout xmlns:a="http://schemas.openxmlformats.org/drawingml/2006/main" xmlns:r="http://schemas.openxmlformats.org/officeDocument/2006/relationships" xmlns:p="http://schemas.openxmlformats.org/presentationml/2006/main"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hasCustomPrompt="1"/>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title style</a:t>
            </a:r>
          </a:p>
        </p:txBody>
      </p:sp>
    </p:spTree>
    <p:extLst>
      <p:ext uri="{BB962C8B-B14F-4D97-AF65-F5344CB8AC3E}">
        <p14:creationId xmlns:p14="http://schemas.microsoft.com/office/powerpoint/2010/main" val="250768035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963.xml><?xml version="1.0" encoding="utf-8"?>
<p:sldLayout xmlns:a="http://schemas.openxmlformats.org/drawingml/2006/main" xmlns:r="http://schemas.openxmlformats.org/officeDocument/2006/relationships" xmlns:p="http://schemas.openxmlformats.org/presentationml/2006/main" preserve="1" userDrawn="1">
  <p:cSld name="Title - spli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hasCustomPrompt="1"/>
          </p:nvPr>
        </p:nvSpPr>
        <p:spPr>
          <a:xfrm>
            <a:off x="588262" y="457200"/>
            <a:ext cx="5687568" cy="553998"/>
          </a:xfrm>
        </p:spPr>
        <p:txBody>
          <a:bodyPr/>
          <a:lstStyle/>
          <a:p>
            <a:r>
              <a:rPr lang="en-US"/>
              <a:t>Click to edit title style</a:t>
            </a:r>
          </a:p>
        </p:txBody>
      </p:sp>
      <p:sp>
        <p:nvSpPr>
          <p:cNvPr id="4" name="Rectangle 3">
            <a:extLst>
              <a:ext uri="{FF2B5EF4-FFF2-40B4-BE49-F238E27FC236}">
                <a16:creationId xmlns:a16="http://schemas.microsoft.com/office/drawing/2014/main" id="{66ED9561-2D36-C7A9-8121-647D44F28482}"/>
              </a:ext>
              <a:ext uri="{C183D7F6-B498-43B3-948B-1728B52AA6E4}">
                <adec:decorative xmlns:adec="http://schemas.microsoft.com/office/drawing/2017/decorative" val="1"/>
              </a:ext>
            </a:extLst>
          </p:cNvPr>
          <p:cNvSpPr/>
          <p:nvPr userDrawn="1"/>
        </p:nvSpPr>
        <p:spPr bwMode="auto">
          <a:xfrm>
            <a:off x="6858000" y="0"/>
            <a:ext cx="5333999" cy="6858000"/>
          </a:xfrm>
          <a:prstGeom prst="rect">
            <a:avLst/>
          </a:prstGeom>
          <a:solidFill>
            <a:schemeClr val="bg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err="1">
              <a:ln>
                <a:noFill/>
              </a:ln>
              <a:solidFill>
                <a:srgbClr val="FFFFFF"/>
              </a:soli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69599528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964.xml><?xml version="1.0" encoding="utf-8"?>
<p:sldLayout xmlns:a="http://schemas.openxmlformats.org/drawingml/2006/main" xmlns:r="http://schemas.openxmlformats.org/officeDocument/2006/relationships" xmlns:p="http://schemas.openxmlformats.org/presentationml/2006/main" preserve="1" userDrawn="1">
  <p:cSld name="Title - 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453303"/>
            <a:ext cx="4158362" cy="430887"/>
          </a:xfrm>
        </p:spPr>
        <p:txBody>
          <a:bodyPr anchor="b"/>
          <a:lstStyle>
            <a:lvl1pPr>
              <a:defRPr sz="2800"/>
            </a:lvl1pPr>
          </a:lstStyle>
          <a:p>
            <a:r>
              <a:rPr lang="en-US"/>
              <a:t>Click to edit title style</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1971020"/>
            <a:ext cx="4162425" cy="307777"/>
          </a:xfrm>
        </p:spPr>
        <p:txBody>
          <a:bodyPr/>
          <a:lstStyle>
            <a:lvl1pPr marL="0" indent="0">
              <a:lnSpc>
                <a:spcPts val="2400"/>
              </a:lnSpc>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8" name="Text Placeholder 4">
            <a:extLst>
              <a:ext uri="{FF2B5EF4-FFF2-40B4-BE49-F238E27FC236}">
                <a16:creationId xmlns:a16="http://schemas.microsoft.com/office/drawing/2014/main" id="{AA4A25BE-EEC4-2D45-6B51-A6D5FDC0CD9E}"/>
              </a:ext>
            </a:extLst>
          </p:cNvPr>
          <p:cNvSpPr>
            <a:spLocks noGrp="1"/>
          </p:cNvSpPr>
          <p:nvPr>
            <p:ph type="body" sz="quarter" idx="13" hasCustomPrompt="1"/>
          </p:nvPr>
        </p:nvSpPr>
        <p:spPr>
          <a:xfrm>
            <a:off x="586062" y="3084755"/>
            <a:ext cx="4167188" cy="220510"/>
          </a:xfrm>
          <a:prstGeom prst="rect">
            <a:avLst/>
          </a:prstGeom>
        </p:spPr>
        <p:txBody>
          <a:bodyPr lIns="0" tIns="0" rIns="0" bIns="0"/>
          <a:lstStyle>
            <a:lvl1pPr marL="0" indent="0">
              <a:lnSpc>
                <a:spcPts val="1800"/>
              </a:lnSpc>
              <a:spcBef>
                <a:spcPts val="0"/>
              </a:spcBef>
              <a:spcAft>
                <a:spcPts val="600"/>
              </a:spcAft>
              <a:buNone/>
              <a:defRPr sz="1400" b="0" spc="0" baseline="0">
                <a:solidFill>
                  <a:schemeClr val="accent1"/>
                </a:solidFill>
                <a:latin typeface="+mj-lt"/>
              </a:defRPr>
            </a:lvl1pPr>
            <a:lvl2pPr marL="285750" marR="0" indent="-285750" algn="l" defTabSz="932742" rtl="0" eaLnBrk="1" fontAlgn="auto" latinLnBrk="0" hangingPunct="1">
              <a:lnSpc>
                <a:spcPts val="1800"/>
              </a:lnSpc>
              <a:spcBef>
                <a:spcPts val="0"/>
              </a:spcBef>
              <a:spcAft>
                <a:spcPts val="600"/>
              </a:spcAft>
              <a:buClrTx/>
              <a:buSzPct val="90000"/>
              <a:buFont typeface="Arial" panose="020B0604020202020204" pitchFamily="34" charset="0"/>
              <a:buChar char="•"/>
              <a:tabLst/>
              <a:defRPr lang="en-US" sz="1400" kern="1200" spc="0" baseline="0" dirty="0">
                <a:solidFill>
                  <a:srgbClr val="000000"/>
                </a:solidFill>
                <a:latin typeface="+mn-lt"/>
                <a:ea typeface="+mn-ea"/>
                <a:cs typeface="+mn-cs"/>
              </a:defRPr>
            </a:lvl2pPr>
            <a:lvl3pPr marL="457200" indent="0">
              <a:buNone/>
              <a:defRPr/>
            </a:lvl3pPr>
            <a:lvl4pPr marL="685800" indent="0">
              <a:buNone/>
              <a:defRPr/>
            </a:lvl4pPr>
            <a:lvl5pPr marL="914400" indent="0">
              <a:buNone/>
              <a:defRPr/>
            </a:lvl5pPr>
          </a:lstStyle>
          <a:p>
            <a:pPr lvl="0"/>
            <a:r>
              <a:rPr lang="en-US"/>
              <a:t>Paragraph title Segoe UI </a:t>
            </a:r>
            <a:r>
              <a:rPr lang="en-US" err="1"/>
              <a:t>Semibold</a:t>
            </a:r>
            <a:r>
              <a:rPr lang="en-US"/>
              <a:t> 14/18</a:t>
            </a:r>
          </a:p>
        </p:txBody>
      </p:sp>
      <p:sp>
        <p:nvSpPr>
          <p:cNvPr id="9" name="Text Placeholder 4">
            <a:extLst>
              <a:ext uri="{FF2B5EF4-FFF2-40B4-BE49-F238E27FC236}">
                <a16:creationId xmlns:a16="http://schemas.microsoft.com/office/drawing/2014/main" id="{B898ECC2-F025-9F52-FDDA-2757DC69BA28}"/>
              </a:ext>
            </a:extLst>
          </p:cNvPr>
          <p:cNvSpPr>
            <a:spLocks noGrp="1"/>
          </p:cNvSpPr>
          <p:nvPr>
            <p:ph type="body" sz="quarter" idx="17" hasCustomPrompt="1"/>
          </p:nvPr>
        </p:nvSpPr>
        <p:spPr>
          <a:xfrm>
            <a:off x="584200" y="3392529"/>
            <a:ext cx="4167188" cy="1598771"/>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AB1F49BE-32CF-300B-48DC-B74CA09F2E96}"/>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2432088536"/>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28">
          <p15:clr>
            <a:srgbClr val="A4A3A4"/>
          </p15:clr>
        </p15:guide>
      </p15:sldGuideLst>
    </p:ext>
  </p:extLst>
</p:sldLayout>
</file>

<file path=ppt/slideLayouts/slideLayout1965.xml><?xml version="1.0" encoding="utf-8"?>
<p:sldLayout xmlns:a="http://schemas.openxmlformats.org/drawingml/2006/main" xmlns:r="http://schemas.openxmlformats.org/officeDocument/2006/relationships" xmlns:p="http://schemas.openxmlformats.org/presentationml/2006/main" preserve="1" userDrawn="1">
  <p:cSld name="Title - Square Photo 2">
    <p:bg>
      <p:bgPr>
        <a:solidFill>
          <a:schemeClr val="bg2"/>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hasCustomPrompt="1"/>
          </p:nvPr>
        </p:nvSpPr>
        <p:spPr>
          <a:xfrm>
            <a:off x="584200" y="3535540"/>
            <a:ext cx="4162425" cy="307777"/>
          </a:xfrm>
        </p:spPr>
        <p:txBody>
          <a:bodyPr/>
          <a:lstStyle>
            <a:lvl1pPr marL="0" indent="0">
              <a:buNone/>
              <a:defRPr sz="20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327750147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1966.xml><?xml version="1.0" encoding="utf-8"?>
<p:sldLayout xmlns:a="http://schemas.openxmlformats.org/drawingml/2006/main" xmlns:r="http://schemas.openxmlformats.org/officeDocument/2006/relationships" xmlns:p="http://schemas.openxmlformats.org/presentationml/2006/main" preserve="1" userDrawn="1">
  <p:cSld name="Square Photo ">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hasCustomPrompt="1"/>
          </p:nvPr>
        </p:nvSpPr>
        <p:spPr>
          <a:xfrm>
            <a:off x="588263" y="2873414"/>
            <a:ext cx="4159950" cy="1107996"/>
          </a:xfrm>
        </p:spPr>
        <p:txBody>
          <a:bodyPr anchor="ct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59072879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1967.xml><?xml version="1.0" encoding="utf-8"?>
<p:sldLayout xmlns:a="http://schemas.openxmlformats.org/drawingml/2006/main" xmlns:r="http://schemas.openxmlformats.org/officeDocument/2006/relationships" xmlns:p="http://schemas.openxmlformats.org/presentationml/2006/main" preserve="1" userDrawn="1">
  <p:cSld name="Square Photo 2">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738664"/>
          </a:xfrm>
        </p:spPr>
        <p:txBody>
          <a:bodyPr anchor="t"/>
          <a:lstStyle>
            <a:lvl1pPr>
              <a:defRPr sz="24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552095664"/>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1968.xml><?xml version="1.0" encoding="utf-8"?>
<p:sldLayout xmlns:a="http://schemas.openxmlformats.org/drawingml/2006/main" xmlns:r="http://schemas.openxmlformats.org/officeDocument/2006/relationships" xmlns:p="http://schemas.openxmlformats.org/presentationml/2006/main" preserve="1" userDrawn="1">
  <p:cSld name="Photo full bleed">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5159207"/>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969.xml><?xml version="1.0" encoding="utf-8"?>
<p:sldLayout xmlns:a="http://schemas.openxmlformats.org/drawingml/2006/main" xmlns:r="http://schemas.openxmlformats.org/officeDocument/2006/relationships" xmlns:p="http://schemas.openxmlformats.org/presentationml/2006/main" preserve="1" userDrawn="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200" spc="0">
                <a:solidFill>
                  <a:srgbClr val="FFFFFF"/>
                </a:solidFill>
              </a:defRPr>
            </a:lvl1pPr>
          </a:lstStyle>
          <a:p>
            <a:r>
              <a:rPr lang="en-US"/>
              <a:t>Click to edit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9917259"/>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970.xml><?xml version="1.0" encoding="utf-8"?>
<p:sldLayout xmlns:a="http://schemas.openxmlformats.org/drawingml/2006/main" xmlns:r="http://schemas.openxmlformats.org/officeDocument/2006/relationships" xmlns:p="http://schemas.openxmlformats.org/presentationml/2006/main" preserve="1" userDrawn="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627371179"/>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1971.xml><?xml version="1.0" encoding="utf-8"?>
<p:sldLayout xmlns:a="http://schemas.openxmlformats.org/drawingml/2006/main" xmlns:r="http://schemas.openxmlformats.org/officeDocument/2006/relationships" xmlns:p="http://schemas.openxmlformats.org/presentationml/2006/main" preserve="1" userDrawn="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200" spc="0">
                <a:solidFill>
                  <a:srgbClr val="FFFFFF"/>
                </a:solidFill>
              </a:defRPr>
            </a:lvl1pPr>
          </a:lstStyle>
          <a:p>
            <a:r>
              <a:rPr lang="en-US"/>
              <a:t>Click to edit </a:t>
            </a:r>
            <a:br>
              <a:rPr lang="en-US"/>
            </a:br>
            <a:r>
              <a:rPr lang="en-US"/>
              <a:t>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617601740"/>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1972.xml><?xml version="1.0" encoding="utf-8"?>
<p:sldLayout xmlns:a="http://schemas.openxmlformats.org/drawingml/2006/main" xmlns:r="http://schemas.openxmlformats.org/officeDocument/2006/relationships" xmlns:p="http://schemas.openxmlformats.org/presentationml/2006/main" preserve="1" userDrawn="1">
  <p:cSld name="Top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hasCustomPrompt="1"/>
          </p:nvPr>
        </p:nvSpPr>
        <p:spPr>
          <a:xfrm>
            <a:off x="588263" y="5436128"/>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66885463"/>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973.xml><?xml version="1.0" encoding="utf-8"?>
<p:sldLayout xmlns:a="http://schemas.openxmlformats.org/drawingml/2006/main" xmlns:r="http://schemas.openxmlformats.org/officeDocument/2006/relationships" xmlns:p="http://schemas.openxmlformats.org/presentationml/2006/main" preserve="1" userDrawn="1">
  <p:cSld name="Bottom horizontal photo and titl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hasCustomPrompt="1"/>
          </p:nvPr>
        </p:nvSpPr>
        <p:spPr>
          <a:xfrm>
            <a:off x="588263" y="866287"/>
            <a:ext cx="11018520" cy="553998"/>
          </a:xfrm>
        </p:spPr>
        <p:txBody>
          <a:bodyPr anchor="ctr"/>
          <a:lstStyle>
            <a:lvl1pPr algn="ctr">
              <a:defRPr/>
            </a:lvl1pPr>
          </a:lstStyle>
          <a:p>
            <a:r>
              <a:rPr lang="en-US"/>
              <a:t>Click to edit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14112850"/>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1974.xml><?xml version="1.0" encoding="utf-8"?>
<p:sldLayout xmlns:a="http://schemas.openxmlformats.org/drawingml/2006/main" xmlns:r="http://schemas.openxmlformats.org/officeDocument/2006/relationships" xmlns:p="http://schemas.openxmlformats.org/presentationml/2006/main" preserve="1" userDrawn="1">
  <p:cSld name="Two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4199"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prstGeom prst="roundRect">
            <a:avLst>
              <a:gd name="adj" fmla="val 8178"/>
            </a:avLst>
          </a:prstGeom>
          <a:blipFill>
            <a:blip r:embed="rId2"/>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1860" y="5689600"/>
            <a:ext cx="5367528"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prstGeom prst="roundRect">
            <a:avLst>
              <a:gd name="adj" fmla="val 7612"/>
            </a:avLst>
          </a:prstGeom>
          <a:blipFill>
            <a:blip r:embed="rId3"/>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807229046"/>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1975.xml><?xml version="1.0" encoding="utf-8"?>
<p:sldLayout xmlns:a="http://schemas.openxmlformats.org/drawingml/2006/main" xmlns:r="http://schemas.openxmlformats.org/officeDocument/2006/relationships" xmlns:p="http://schemas.openxmlformats.org/presentationml/2006/main" preserve="1" userDrawn="1">
  <p:cSld name="Three pictur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689600"/>
            <a:ext cx="3475037" cy="246221"/>
          </a:xfrm>
        </p:spPr>
        <p:txBody>
          <a:bodyPr/>
          <a:lstStyle>
            <a:lvl1pPr marL="0" indent="0" algn="l">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89540135"/>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976.xml><?xml version="1.0" encoding="utf-8"?>
<p:sldLayout xmlns:a="http://schemas.openxmlformats.org/drawingml/2006/main" xmlns:r="http://schemas.openxmlformats.org/officeDocument/2006/relationships" xmlns:p="http://schemas.openxmlformats.org/presentationml/2006/main" preserve="1" userDrawn="1">
  <p:cSld name="Three picture with subtitle content">
    <p:bg>
      <p:bgPr>
        <a:solidFill>
          <a:srgbClr val="F4F3F5"/>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1332631"/>
            <a:ext cx="3474720" cy="3474720"/>
          </a:xfrm>
          <a:prstGeom prst="roundRect">
            <a:avLst>
              <a:gd name="adj" fmla="val 7612"/>
            </a:avLst>
          </a:prstGeo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4358640"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1332631"/>
            <a:ext cx="3474720" cy="3474720"/>
          </a:xfrm>
          <a:prstGeom prst="roundRect">
            <a:avLst>
              <a:gd name="adj" fmla="val 7612"/>
            </a:avLst>
          </a:prstGeo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8134351" y="5005673"/>
            <a:ext cx="3475037" cy="215444"/>
          </a:xfrm>
        </p:spPr>
        <p:txBody>
          <a:bodyPr/>
          <a:lstStyle>
            <a:lvl1pPr marL="0" marR="0" indent="0" algn="l" defTabSz="932742" rtl="0" eaLnBrk="1" fontAlgn="auto" latinLnBrk="0" hangingPunct="1">
              <a:lnSpc>
                <a:spcPts val="1800"/>
              </a:lnSpc>
              <a:spcBef>
                <a:spcPts val="1200"/>
              </a:spcBef>
              <a:spcAft>
                <a:spcPts val="0"/>
              </a:spcAft>
              <a:buClrTx/>
              <a:buSzPct val="90000"/>
              <a:buFont typeface="Wingdings" panose="05000000000000000000" pitchFamily="2" charset="2"/>
              <a:buNone/>
              <a:tabLst/>
              <a:defRPr lang="en-US" sz="1400" b="0" kern="1200" spc="0" baseline="0" dirty="0">
                <a:solidFill>
                  <a:schemeClr val="accent3"/>
                </a:solidFill>
                <a:latin typeface="+mj-lt"/>
                <a:ea typeface="+mn-ea"/>
                <a:cs typeface="+mn-cs"/>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1332631"/>
            <a:ext cx="3474720" cy="3474720"/>
          </a:xfrm>
          <a:prstGeom prst="roundRect">
            <a:avLst>
              <a:gd name="adj" fmla="val 7895"/>
            </a:avLst>
          </a:prstGeo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4">
            <a:extLst>
              <a:ext uri="{FF2B5EF4-FFF2-40B4-BE49-F238E27FC236}">
                <a16:creationId xmlns:a16="http://schemas.microsoft.com/office/drawing/2014/main" id="{2BFE283E-20EE-6783-BD84-82B4E8AD3588}"/>
              </a:ext>
            </a:extLst>
          </p:cNvPr>
          <p:cNvSpPr>
            <a:spLocks noGrp="1"/>
          </p:cNvSpPr>
          <p:nvPr>
            <p:ph type="body" sz="quarter" idx="19" hasCustomPrompt="1"/>
          </p:nvPr>
        </p:nvSpPr>
        <p:spPr>
          <a:xfrm>
            <a:off x="584200"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7" name="Text Placeholder 4">
            <a:extLst>
              <a:ext uri="{FF2B5EF4-FFF2-40B4-BE49-F238E27FC236}">
                <a16:creationId xmlns:a16="http://schemas.microsoft.com/office/drawing/2014/main" id="{4F92DA75-7E4D-567F-ECD8-2CA3158E6DF4}"/>
              </a:ext>
            </a:extLst>
          </p:cNvPr>
          <p:cNvSpPr>
            <a:spLocks noGrp="1"/>
          </p:cNvSpPr>
          <p:nvPr>
            <p:ph type="body" sz="quarter" idx="20" hasCustomPrompt="1"/>
          </p:nvPr>
        </p:nvSpPr>
        <p:spPr>
          <a:xfrm>
            <a:off x="4356101" y="5354468"/>
            <a:ext cx="3474720"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8" name="Text Placeholder 4">
            <a:extLst>
              <a:ext uri="{FF2B5EF4-FFF2-40B4-BE49-F238E27FC236}">
                <a16:creationId xmlns:a16="http://schemas.microsoft.com/office/drawing/2014/main" id="{1341BE00-329F-B62F-D11D-64896AE5DD0E}"/>
              </a:ext>
            </a:extLst>
          </p:cNvPr>
          <p:cNvSpPr>
            <a:spLocks noGrp="1"/>
          </p:cNvSpPr>
          <p:nvPr>
            <p:ph type="body" sz="quarter" idx="21" hasCustomPrompt="1"/>
          </p:nvPr>
        </p:nvSpPr>
        <p:spPr>
          <a:xfrm>
            <a:off x="8134943" y="5354468"/>
            <a:ext cx="3474445" cy="906274"/>
          </a:xfrm>
          <a:prstGeom prst="rect">
            <a:avLst/>
          </a:prstGeom>
        </p:spPr>
        <p:txBody>
          <a:bodyPr lIns="0" tIns="0" rIns="0" bIns="0"/>
          <a:lstStyle>
            <a:lvl1pPr marL="0" indent="0">
              <a:lnSpc>
                <a:spcPts val="1800"/>
              </a:lnSpc>
              <a:spcBef>
                <a:spcPts val="0"/>
              </a:spcBef>
              <a:buFont typeface="Arial" panose="020B0604020202020204" pitchFamily="34" charset="0"/>
              <a:buNone/>
              <a:defRPr sz="1400" b="0" i="0" spc="0">
                <a:solidFill>
                  <a:srgbClr val="000000"/>
                </a:solidFill>
                <a:latin typeface="+mn-lt"/>
              </a:defRPr>
            </a:lvl1pPr>
            <a:lvl2pPr marL="0" indent="0">
              <a:lnSpc>
                <a:spcPts val="1800"/>
              </a:lnSpc>
              <a:spcBef>
                <a:spcPts val="0"/>
              </a:spcBef>
              <a:buNone/>
              <a:defRPr sz="1400">
                <a:solidFill>
                  <a:schemeClr val="tx1"/>
                </a:solidFill>
              </a:defRPr>
            </a:lvl2pPr>
            <a:lvl3pPr marL="457200" indent="0">
              <a:buNone/>
              <a:defRPr/>
            </a:lvl3pPr>
            <a:lvl4pPr marL="685800" indent="0">
              <a:buNone/>
              <a:defRPr/>
            </a:lvl4pPr>
            <a:lvl5pPr marL="914400"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Tree>
    <p:extLst>
      <p:ext uri="{BB962C8B-B14F-4D97-AF65-F5344CB8AC3E}">
        <p14:creationId xmlns:p14="http://schemas.microsoft.com/office/powerpoint/2010/main" val="721669192"/>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977.xml><?xml version="1.0" encoding="utf-8"?>
<p:sldLayout xmlns:a="http://schemas.openxmlformats.org/drawingml/2006/main" xmlns:r="http://schemas.openxmlformats.org/officeDocument/2006/relationships" xmlns:p="http://schemas.openxmlformats.org/presentationml/2006/main" preserve="1" userDrawn="1">
  <p:cSld name="Four picture content">
    <p:bg>
      <p:bgPr>
        <a:solidFill>
          <a:srgbClr val="F4F3F5"/>
        </a:solidFill>
        <a:effectLst/>
      </p:bgPr>
    </p:bg>
    <p:spTree>
      <p:nvGrpSpPr>
        <p:cNvPr id="1" name=""/>
        <p:cNvGrpSpPr/>
        <p:nvPr/>
      </p:nvGrpSpPr>
      <p:grpSpPr>
        <a:xfrm>
          <a:off x="0" y="0"/>
          <a:ext cx="0" cy="0"/>
          <a:chOff x="0" y="0"/>
          <a:chExt cx="0" cy="0"/>
        </a:xfrm>
      </p:grpSpPr>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prstGeom prst="roundRect">
            <a:avLst>
              <a:gd name="adj" fmla="val 9291"/>
            </a:avLst>
          </a:prstGeo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prstGeom prst="roundRect">
            <a:avLst>
              <a:gd name="adj" fmla="val 9680"/>
            </a:avLst>
          </a:prstGeo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prstGeom prst="roundRect">
            <a:avLst>
              <a:gd name="adj" fmla="val 9679"/>
            </a:avLst>
          </a:prstGeo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87A434B7-D4B9-4D45-A31C-F0CC4D227945}"/>
              </a:ext>
            </a:extLst>
          </p:cNvPr>
          <p:cNvSpPr>
            <a:spLocks noGrp="1"/>
          </p:cNvSpPr>
          <p:nvPr>
            <p:ph type="title" hasCustomPrompt="1"/>
          </p:nvPr>
        </p:nvSpPr>
        <p:spPr>
          <a:xfrm>
            <a:off x="588263" y="457200"/>
            <a:ext cx="11018520" cy="553998"/>
          </a:xfrm>
        </p:spPr>
        <p:txBody>
          <a:bodyPr/>
          <a:lstStyle/>
          <a:p>
            <a:r>
              <a:rPr lang="en-US"/>
              <a:t>Click to edit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hasCustomPrompt="1"/>
          </p:nvPr>
        </p:nvSpPr>
        <p:spPr>
          <a:xfrm>
            <a:off x="582613"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prstGeom prst="roundRect">
            <a:avLst>
              <a:gd name="adj" fmla="val 9680"/>
            </a:avLst>
          </a:prstGeo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hasCustomPrompt="1"/>
          </p:nvPr>
        </p:nvSpPr>
        <p:spPr>
          <a:xfrm>
            <a:off x="3413908"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6245204"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hasCustomPrompt="1"/>
          </p:nvPr>
        </p:nvSpPr>
        <p:spPr>
          <a:xfrm>
            <a:off x="9076500" y="4753938"/>
            <a:ext cx="2532888" cy="246221"/>
          </a:xfrm>
        </p:spPr>
        <p:txBody>
          <a:bodyPr/>
          <a:lstStyle>
            <a:lvl1pPr marL="0" indent="0" algn="l">
              <a:spcBef>
                <a:spcPts val="0"/>
              </a:spcBef>
              <a:buNone/>
              <a:defRPr sz="1600">
                <a:latin typeface="+mj-lt"/>
              </a:defRPr>
            </a:lvl1pPr>
          </a:lstStyle>
          <a:p>
            <a:pPr lvl="0"/>
            <a:r>
              <a:rPr lang="en-US"/>
              <a:t>Click to edit text styles</a:t>
            </a:r>
          </a:p>
        </p:txBody>
      </p:sp>
    </p:spTree>
    <p:extLst>
      <p:ext uri="{BB962C8B-B14F-4D97-AF65-F5344CB8AC3E}">
        <p14:creationId xmlns:p14="http://schemas.microsoft.com/office/powerpoint/2010/main" val="3906914797"/>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1978.xml><?xml version="1.0" encoding="utf-8"?>
<p:sldLayout xmlns:a="http://schemas.openxmlformats.org/drawingml/2006/main" xmlns:r="http://schemas.openxmlformats.org/officeDocument/2006/relationships" xmlns:p="http://schemas.openxmlformats.org/presentationml/2006/main" preserve="1" userDrawn="1">
  <p:cSld name="Two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6714744" y="5334000"/>
            <a:ext cx="4892040"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8CE10F07-B8D9-4B69-A567-8BEDE6973D9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87595012"/>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1979.xml><?xml version="1.0" encoding="utf-8"?>
<p:sldLayout xmlns:a="http://schemas.openxmlformats.org/drawingml/2006/main" xmlns:r="http://schemas.openxmlformats.org/officeDocument/2006/relationships" xmlns:p="http://schemas.openxmlformats.org/presentationml/2006/main" preserve="1" userDrawn="1">
  <p:cSld name="Thre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2"/>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4669536" y="4799409"/>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8753856" y="4799410"/>
            <a:ext cx="2852928"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025569780"/>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1980.xml><?xml version="1.0" encoding="utf-8"?>
<p:sldLayout xmlns:a="http://schemas.openxmlformats.org/drawingml/2006/main" xmlns:r="http://schemas.openxmlformats.org/officeDocument/2006/relationships" xmlns:p="http://schemas.openxmlformats.org/presentationml/2006/main" preserve="1" userDrawn="1">
  <p:cSld name="Four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585216" y="480060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3649472"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6713728" y="4799410"/>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9777984" y="4799409"/>
            <a:ext cx="182880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803520036"/>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1981.xml><?xml version="1.0" encoding="utf-8"?>
<p:sldLayout xmlns:a="http://schemas.openxmlformats.org/drawingml/2006/main" xmlns:r="http://schemas.openxmlformats.org/officeDocument/2006/relationships" xmlns:p="http://schemas.openxmlformats.org/presentationml/2006/main" preserve="1" userDrawn="1">
  <p:cSld name="Five filmstrip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hasCustomPrompt="1"/>
          </p:nvPr>
        </p:nvSpPr>
        <p:spPr>
          <a:xfrm>
            <a:off x="588263" y="866573"/>
            <a:ext cx="11018520" cy="553998"/>
          </a:xfrm>
        </p:spPr>
        <p:txBody>
          <a:bodyPr anchor="ctr"/>
          <a:lstStyle>
            <a:lvl1pPr algn="ctr">
              <a:defRPr/>
            </a:lvl1pPr>
          </a:lstStyle>
          <a:p>
            <a:r>
              <a:rPr lang="en-US"/>
              <a:t>Click to edit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hasCustomPrompt="1"/>
          </p:nvPr>
        </p:nvSpPr>
        <p:spPr>
          <a:xfrm>
            <a:off x="292608" y="4800600"/>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hasCustomPrompt="1"/>
          </p:nvPr>
        </p:nvSpPr>
        <p:spPr>
          <a:xfrm>
            <a:off x="2743962" y="4799409"/>
            <a:ext cx="1801368" cy="492443"/>
          </a:xfrm>
        </p:spPr>
        <p:txBody>
          <a:bodyPr/>
          <a:lstStyle>
            <a:lvl1pPr marL="0" indent="0" algn="ctr">
              <a:spcBef>
                <a:spcPts val="0"/>
              </a:spcBef>
              <a:buNone/>
              <a:defRPr sz="1600">
                <a:solidFill>
                  <a:schemeClr val="tx1"/>
                </a:solidFill>
                <a:latin typeface="+mj-lt"/>
              </a:defRPr>
            </a:lvl1pPr>
          </a:lstStyle>
          <a:p>
            <a:pPr lvl="0"/>
            <a:r>
              <a:rPr lang="en-US"/>
              <a:t>Click to edit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hasCustomPrompt="1"/>
          </p:nvPr>
        </p:nvSpPr>
        <p:spPr>
          <a:xfrm>
            <a:off x="5195316" y="4799410"/>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hasCustomPrompt="1"/>
          </p:nvPr>
        </p:nvSpPr>
        <p:spPr>
          <a:xfrm>
            <a:off x="7646670"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hasCustomPrompt="1"/>
          </p:nvPr>
        </p:nvSpPr>
        <p:spPr>
          <a:xfrm>
            <a:off x="10098024" y="4799409"/>
            <a:ext cx="1801368" cy="492443"/>
          </a:xfrm>
        </p:spPr>
        <p:txBody>
          <a:bodyPr/>
          <a:lstStyle>
            <a:lvl1pPr marL="0" indent="0" algn="ctr">
              <a:spcBef>
                <a:spcPts val="0"/>
              </a:spcBef>
              <a:buNone/>
              <a:defRPr sz="1600">
                <a:latin typeface="+mj-lt"/>
              </a:defRPr>
            </a:lvl1pPr>
          </a:lstStyle>
          <a:p>
            <a:pPr lvl="0"/>
            <a:r>
              <a:rPr lang="en-US"/>
              <a:t>Click to edit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20176245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1982.xml><?xml version="1.0" encoding="utf-8"?>
<p:sldLayout xmlns:a="http://schemas.openxmlformats.org/drawingml/2006/main" xmlns:r="http://schemas.openxmlformats.org/officeDocument/2006/relationships" xmlns:p="http://schemas.openxmlformats.org/presentationml/2006/main" preserve="1" userDrawn="1">
  <p:cSld name="Thre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9747"/>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2037906"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4939284"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7840663"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57734870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1983.xml><?xml version="1.0" encoding="utf-8"?>
<p:sldLayout xmlns:a="http://schemas.openxmlformats.org/drawingml/2006/main" xmlns:r="http://schemas.openxmlformats.org/officeDocument/2006/relationships" xmlns:p="http://schemas.openxmlformats.org/presentationml/2006/main" preserve="1" userDrawn="1">
  <p:cSld name="Four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348725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6390300"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9293351" y="4800600"/>
            <a:ext cx="2313432" cy="246221"/>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7342212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1984.xml><?xml version="1.0" encoding="utf-8"?>
<p:sldLayout xmlns:a="http://schemas.openxmlformats.org/drawingml/2006/main" xmlns:r="http://schemas.openxmlformats.org/officeDocument/2006/relationships" xmlns:p="http://schemas.openxmlformats.org/presentationml/2006/main" preserve="1" userDrawn="1">
  <p:cSld name="Five round photos">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hasCustomPrompt="1"/>
          </p:nvPr>
        </p:nvSpPr>
        <p:spPr>
          <a:xfrm>
            <a:off x="588263" y="863792"/>
            <a:ext cx="11018520" cy="553998"/>
          </a:xfrm>
        </p:spPr>
        <p:txBody>
          <a:bodyPr anchor="ctr"/>
          <a:lstStyle>
            <a:lvl1pPr algn="ctr">
              <a:defRPr/>
            </a:lvl1pPr>
          </a:lstStyle>
          <a:p>
            <a:r>
              <a:rPr lang="en-US"/>
              <a:t>Click to edit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hasCustomPrompt="1"/>
          </p:nvPr>
        </p:nvSpPr>
        <p:spPr>
          <a:xfrm>
            <a:off x="584200"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hasCustomPrompt="1"/>
          </p:nvPr>
        </p:nvSpPr>
        <p:spPr>
          <a:xfrm>
            <a:off x="2905506"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hasCustomPrompt="1"/>
          </p:nvPr>
        </p:nvSpPr>
        <p:spPr>
          <a:xfrm>
            <a:off x="5227320" y="4235451"/>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hasCustomPrompt="1"/>
          </p:nvPr>
        </p:nvSpPr>
        <p:spPr>
          <a:xfrm>
            <a:off x="7548118"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hasCustomPrompt="1"/>
          </p:nvPr>
        </p:nvSpPr>
        <p:spPr>
          <a:xfrm>
            <a:off x="9869423" y="4235450"/>
            <a:ext cx="1737360" cy="492443"/>
          </a:xfrm>
        </p:spPr>
        <p:txBody>
          <a:bodyPr/>
          <a:lstStyle>
            <a:lvl1pPr marL="0" indent="0" algn="ctr">
              <a:spcBef>
                <a:spcPts val="0"/>
              </a:spcBef>
              <a:buNone/>
              <a:defRPr sz="1600">
                <a:latin typeface="+mj-lt"/>
              </a:defRPr>
            </a:lvl1pPr>
          </a:lstStyle>
          <a:p>
            <a:pPr lvl="0"/>
            <a:r>
              <a:rPr lang="en-US"/>
              <a:t>Click to edit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44772515"/>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1985.xml><?xml version="1.0" encoding="utf-8"?>
<p:sldLayout xmlns:a="http://schemas.openxmlformats.org/drawingml/2006/main" xmlns:r="http://schemas.openxmlformats.org/officeDocument/2006/relationships" xmlns:p="http://schemas.openxmlformats.org/presentationml/2006/main" preserve="1" userDrawn="1">
  <p:cSld name="Title and text side by side">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hasCustomPrompt="1"/>
          </p:nvPr>
        </p:nvSpPr>
        <p:spPr>
          <a:xfrm>
            <a:off x="4356100" y="2309812"/>
            <a:ext cx="7253288" cy="3959225"/>
          </a:xfrm>
        </p:spPr>
        <p:txBody>
          <a:bodyPr anchor="t"/>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948370C-2FF9-EB05-1275-F0B9E34E40E3}"/>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2573620"/>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986.xml><?xml version="1.0" encoding="utf-8"?>
<p:sldLayout xmlns:a="http://schemas.openxmlformats.org/drawingml/2006/main" xmlns:r="http://schemas.openxmlformats.org/officeDocument/2006/relationships" xmlns:p="http://schemas.openxmlformats.org/presentationml/2006/main" preserve="1" userDrawn="1">
  <p:cSld name="Title and text side by side 2">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FD366496-0526-A79B-C195-310BDEC5329D}"/>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8B9282B-2098-430D-B57F-67ED8C920ADA}"/>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F917A19-5353-F019-737D-CB017D70B4F9}"/>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9" name="Text Placeholder 2">
            <a:extLst>
              <a:ext uri="{FF2B5EF4-FFF2-40B4-BE49-F238E27FC236}">
                <a16:creationId xmlns:a16="http://schemas.microsoft.com/office/drawing/2014/main" id="{E9EDB421-EDBF-FF28-16C9-56834DF21C4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20" name="Text Placeholder 2">
            <a:extLst>
              <a:ext uri="{FF2B5EF4-FFF2-40B4-BE49-F238E27FC236}">
                <a16:creationId xmlns:a16="http://schemas.microsoft.com/office/drawing/2014/main" id="{8C86039A-AC59-0AA2-3B10-E7EE56A2CD57}"/>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84126602"/>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987.xml><?xml version="1.0" encoding="utf-8"?>
<p:sldLayout xmlns:a="http://schemas.openxmlformats.org/drawingml/2006/main" xmlns:r="http://schemas.openxmlformats.org/officeDocument/2006/relationships" xmlns:p="http://schemas.openxmlformats.org/presentationml/2006/main" preserve="1" userDrawn="1">
  <p:cSld name="Title and text side by side 3">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hasCustomPrompt="1"/>
          </p:nvPr>
        </p:nvSpPr>
        <p:spPr>
          <a:xfrm>
            <a:off x="4941888" y="585789"/>
            <a:ext cx="6667500" cy="5683248"/>
          </a:xfrm>
        </p:spPr>
        <p:txBody>
          <a:bodyPr anchor="ctr"/>
          <a:lstStyle>
            <a:lvl1pPr marL="231775" indent="-231775">
              <a:spcAft>
                <a:spcPts val="600"/>
              </a:spcAft>
              <a:buFont typeface="Wingdings" panose="05000000000000000000" pitchFamily="2" charset="2"/>
              <a:buChar char=""/>
              <a:defRPr sz="1800"/>
            </a:lvl1pPr>
          </a:lstStyle>
          <a:p>
            <a:pPr lvl="0"/>
            <a:r>
              <a:rPr lang="en-US"/>
              <a:t>Click to edit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082075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988.xml><?xml version="1.0" encoding="utf-8"?>
<p:sldLayout xmlns:a="http://schemas.openxmlformats.org/drawingml/2006/main" xmlns:r="http://schemas.openxmlformats.org/officeDocument/2006/relationships" xmlns:p="http://schemas.openxmlformats.org/presentationml/2006/main" preserve="1" userDrawn="1">
  <p:cSld name="Title and text side by side 4">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76200" cap="rnd">
            <a:gradFill>
              <a:gsLst>
                <a:gs pos="0">
                  <a:srgbClr val="FFA38B"/>
                </a:gs>
                <a:gs pos="97531">
                  <a:srgbClr val="8DC8E8"/>
                </a:gs>
                <a:gs pos="65000">
                  <a:srgbClr val="CD9BCF"/>
                </a:gs>
                <a:gs pos="34000">
                  <a:srgbClr val="FFB3BB"/>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EFC8378B-6E45-F469-0519-68B9FC5BEEA8}"/>
              </a:ext>
            </a:extLst>
          </p:cNvPr>
          <p:cNvSpPr>
            <a:spLocks noGrp="1"/>
          </p:cNvSpPr>
          <p:nvPr>
            <p:ph type="body" sz="quarter" idx="11" hasCustomPrompt="1"/>
          </p:nvPr>
        </p:nvSpPr>
        <p:spPr>
          <a:xfrm>
            <a:off x="5654082" y="1857800"/>
            <a:ext cx="5966418"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6" name="Text Placeholder 2">
            <a:extLst>
              <a:ext uri="{FF2B5EF4-FFF2-40B4-BE49-F238E27FC236}">
                <a16:creationId xmlns:a16="http://schemas.microsoft.com/office/drawing/2014/main" id="{6763BA2C-322D-A7E8-7431-EF84FFCD9B12}"/>
              </a:ext>
            </a:extLst>
          </p:cNvPr>
          <p:cNvSpPr>
            <a:spLocks noGrp="1"/>
          </p:cNvSpPr>
          <p:nvPr>
            <p:ph type="body" sz="quarter" idx="25" hasCustomPrompt="1"/>
          </p:nvPr>
        </p:nvSpPr>
        <p:spPr>
          <a:xfrm>
            <a:off x="5095668" y="1857800"/>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233279391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989.xml><?xml version="1.0" encoding="utf-8"?>
<p:sldLayout xmlns:a="http://schemas.openxmlformats.org/drawingml/2006/main" xmlns:r="http://schemas.openxmlformats.org/officeDocument/2006/relationships" xmlns:p="http://schemas.openxmlformats.org/presentationml/2006/main" preserve="1" userDrawn="1">
  <p:cSld name="Title and text side by side 5">
    <p:bg>
      <p:bgPr>
        <a:solidFill>
          <a:srgbClr val="F4F3F5"/>
        </a:solidFill>
        <a:effectLst/>
      </p:bgPr>
    </p:bg>
    <p:spTree>
      <p:nvGrpSpPr>
        <p:cNvPr id="1" name=""/>
        <p:cNvGrpSpPr/>
        <p:nvPr/>
      </p:nvGrpSpPr>
      <p:grpSpPr>
        <a:xfrm>
          <a:off x="0" y="0"/>
          <a:ext cx="0" cy="0"/>
          <a:chOff x="0" y="0"/>
          <a:chExt cx="0" cy="0"/>
        </a:xfrm>
      </p:grpSpPr>
      <p:cxnSp>
        <p:nvCxnSpPr>
          <p:cNvPr id="36" name="Straight Connector 35">
            <a:extLst>
              <a:ext uri="{FF2B5EF4-FFF2-40B4-BE49-F238E27FC236}">
                <a16:creationId xmlns:a16="http://schemas.microsoft.com/office/drawing/2014/main" id="{50BFCD8B-853E-92A8-FD5C-C5659CCB744A}"/>
              </a:ext>
              <a:ext uri="{C183D7F6-B498-43B3-948B-1728B52AA6E4}">
                <adec:decorative xmlns:adec="http://schemas.microsoft.com/office/drawing/2017/decorative" val="1"/>
              </a:ext>
            </a:extLst>
          </p:cNvPr>
          <p:cNvCxnSpPr>
            <a:cxnSpLocks/>
          </p:cNvCxnSpPr>
          <p:nvPr userDrawn="1"/>
        </p:nvCxnSpPr>
        <p:spPr>
          <a:xfrm>
            <a:off x="584200" y="2019300"/>
            <a:ext cx="3182112" cy="0"/>
          </a:xfrm>
          <a:prstGeom prst="line">
            <a:avLst/>
          </a:prstGeom>
          <a:ln w="76200" cap="rnd">
            <a:gradFill>
              <a:gsLst>
                <a:gs pos="0">
                  <a:schemeClr val="accent1"/>
                </a:gs>
                <a:gs pos="100000">
                  <a:schemeClr val="accent2"/>
                </a:gs>
              </a:gsLst>
              <a:lin ang="3900000" scaled="0"/>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cxnSp>
        <p:nvCxnSpPr>
          <p:cNvPr id="13" name="Straight Connector 12">
            <a:extLst>
              <a:ext uri="{FF2B5EF4-FFF2-40B4-BE49-F238E27FC236}">
                <a16:creationId xmlns:a16="http://schemas.microsoft.com/office/drawing/2014/main" id="{1698F6FE-FA89-D09B-0F56-2F89F05F6E1E}"/>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8" name="Text Placeholder 2">
            <a:extLst>
              <a:ext uri="{FF2B5EF4-FFF2-40B4-BE49-F238E27FC236}">
                <a16:creationId xmlns:a16="http://schemas.microsoft.com/office/drawing/2014/main" id="{1DBC7FD1-5168-7C9E-36DD-EFCBEFE2FACE}"/>
              </a:ext>
            </a:extLst>
          </p:cNvPr>
          <p:cNvSpPr>
            <a:spLocks noGrp="1"/>
          </p:cNvSpPr>
          <p:nvPr>
            <p:ph type="body" sz="quarter" idx="24" hasCustomPrompt="1"/>
          </p:nvPr>
        </p:nvSpPr>
        <p:spPr>
          <a:xfrm>
            <a:off x="4912936" y="2309812"/>
            <a:ext cx="6693847" cy="3293209"/>
          </a:xfrm>
        </p:spPr>
        <p:txBody>
          <a:bodyPr anchor="t"/>
          <a:lstStyle>
            <a:lvl1pPr marL="0" indent="0">
              <a:spcBef>
                <a:spcPts val="600"/>
              </a:spcBef>
              <a:spcAft>
                <a:spcPts val="600"/>
              </a:spcAft>
              <a:buFont typeface="Wingdings" panose="05000000000000000000" pitchFamily="2" charset="2"/>
              <a:buNone/>
              <a:defRPr sz="1800"/>
            </a:lvl1pPr>
          </a:lstStyle>
          <a:p>
            <a:pPr lvl="0"/>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a:p>
            <a:pPr marL="0" marR="0" lvl="0" indent="0" algn="l" defTabSz="932742" rtl="0" eaLnBrk="1" fontAlgn="auto" latinLnBrk="0" hangingPunct="1">
              <a:lnSpc>
                <a:spcPct val="100000"/>
              </a:lnSpc>
              <a:spcBef>
                <a:spcPts val="600"/>
              </a:spcBef>
              <a:spcAft>
                <a:spcPts val="600"/>
              </a:spcAft>
              <a:buClrTx/>
              <a:buSzPct val="90000"/>
              <a:buFont typeface="Wingdings" panose="05000000000000000000" pitchFamily="2" charset="2"/>
              <a:buNone/>
              <a:tabLst/>
              <a:defRPr/>
            </a:pPr>
            <a:r>
              <a:rPr lang="en-US"/>
              <a:t>Click to edit text</a:t>
            </a:r>
          </a:p>
        </p:txBody>
      </p:sp>
      <p:sp>
        <p:nvSpPr>
          <p:cNvPr id="19" name="Text Placeholder 2">
            <a:extLst>
              <a:ext uri="{FF2B5EF4-FFF2-40B4-BE49-F238E27FC236}">
                <a16:creationId xmlns:a16="http://schemas.microsoft.com/office/drawing/2014/main" id="{AC81A518-CF66-2BAF-FE9A-48CB9F7E9C5C}"/>
              </a:ext>
            </a:extLst>
          </p:cNvPr>
          <p:cNvSpPr>
            <a:spLocks noGrp="1"/>
          </p:cNvSpPr>
          <p:nvPr>
            <p:ph type="body" sz="quarter" idx="25" hasCustomPrompt="1"/>
          </p:nvPr>
        </p:nvSpPr>
        <p:spPr>
          <a:xfrm>
            <a:off x="4354523" y="2309812"/>
            <a:ext cx="472010" cy="3293209"/>
          </a:xfrm>
        </p:spPr>
        <p:txBody>
          <a:bodyPr anchor="t"/>
          <a:lstStyle>
            <a:lvl1pPr marL="0" indent="0">
              <a:spcBef>
                <a:spcPts val="600"/>
              </a:spcBef>
              <a:spcAft>
                <a:spcPts val="600"/>
              </a:spcAft>
              <a:buFont typeface="Wingdings" panose="05000000000000000000" pitchFamily="2" charset="2"/>
              <a:buNone/>
              <a:defRPr sz="1800">
                <a:latin typeface="+mj-lt"/>
              </a:defRPr>
            </a:lvl1pPr>
          </a:lstStyle>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a:p>
            <a:pPr lvl="0"/>
            <a:r>
              <a:rPr lang="en-US"/>
              <a:t>##</a:t>
            </a:r>
          </a:p>
        </p:txBody>
      </p:sp>
    </p:spTree>
    <p:extLst>
      <p:ext uri="{BB962C8B-B14F-4D97-AF65-F5344CB8AC3E}">
        <p14:creationId xmlns:p14="http://schemas.microsoft.com/office/powerpoint/2010/main" val="3363125809"/>
      </p:ext>
    </p:extLst>
  </p:cSld>
  <p:clrMapOvr>
    <a:masterClrMapping/>
  </p:clrMapOvr>
  <p:transition>
    <p:fade/>
  </p:transition>
  <p:extLst>
    <p:ext uri="{DCECCB84-F9BA-43D5-87BE-67443E8EF086}">
      <p15:sldGuideLst xmlns:p15="http://schemas.microsoft.com/office/powerpoint/2012/main">
        <p15:guide id="13" pos="2736">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990.xml><?xml version="1.0" encoding="utf-8"?>
<p:sldLayout xmlns:a="http://schemas.openxmlformats.org/drawingml/2006/main" xmlns:r="http://schemas.openxmlformats.org/officeDocument/2006/relationships" xmlns:p="http://schemas.openxmlformats.org/presentationml/2006/main" preserve="1" userDrawn="1">
  <p:cSld name="Developer code full page">
    <p:bg>
      <p:bgPr>
        <a:solidFill>
          <a:srgbClr val="F4F3F5"/>
        </a:solidFill>
        <a:effectLst/>
      </p:bgPr>
    </p:bg>
    <p:spTree>
      <p:nvGrpSpPr>
        <p:cNvPr id="1" name=""/>
        <p:cNvGrpSpPr/>
        <p:nvPr/>
      </p:nvGrpSpPr>
      <p:grpSpPr>
        <a:xfrm>
          <a:off x="0" y="0"/>
          <a:ext cx="0" cy="0"/>
          <a:chOff x="0" y="0"/>
          <a:chExt cx="0" cy="0"/>
        </a:xfrm>
      </p:grpSpPr>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91438" y="710247"/>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
        <p:nvSpPr>
          <p:cNvPr id="7" name="Text Placeholder 14">
            <a:extLst>
              <a:ext uri="{FF2B5EF4-FFF2-40B4-BE49-F238E27FC236}">
                <a16:creationId xmlns:a16="http://schemas.microsoft.com/office/drawing/2014/main" id="{A2F35014-FB65-ACD9-730E-E1D616E56103}"/>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vert="horz" wrap="square" lIns="585216" tIns="91440" rIns="0" bIns="45720" rtlCol="0">
            <a:spAutoFit/>
          </a:bodyPr>
          <a:lstStyle>
            <a:lvl1pPr marL="0" indent="0">
              <a:buNone/>
              <a:defRPr kumimoji="0" lang="en-US" sz="1999" b="0" i="0" u="none" strike="noStrike" cap="none" normalizeH="0" dirty="0">
                <a:ln>
                  <a:noFill/>
                </a:ln>
                <a:solidFill>
                  <a:srgbClr val="FFFFFF"/>
                </a:solidFill>
                <a:effectLst/>
                <a:uLnTx/>
                <a:uFillTx/>
                <a:latin typeface="Segoe UI Semibold"/>
              </a:defRPr>
            </a:lvl1pPr>
          </a:lstStyle>
          <a:p>
            <a:pPr marL="228600" lvl="0" indent="-228600"/>
            <a:r>
              <a:rPr lang="en-US"/>
              <a:t>Click to enter title</a:t>
            </a:r>
          </a:p>
        </p:txBody>
      </p:sp>
    </p:spTree>
    <p:extLst>
      <p:ext uri="{BB962C8B-B14F-4D97-AF65-F5344CB8AC3E}">
        <p14:creationId xmlns:p14="http://schemas.microsoft.com/office/powerpoint/2010/main" val="258680701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991.xml><?xml version="1.0" encoding="utf-8"?>
<p:sldLayout xmlns:a="http://schemas.openxmlformats.org/drawingml/2006/main" xmlns:r="http://schemas.openxmlformats.org/officeDocument/2006/relationships" xmlns:p="http://schemas.openxmlformats.org/presentationml/2006/main" preserve="1" userDrawn="1">
  <p:cSld name="Developer code 2">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636FE-845C-418D-82A1-1DA6DB73D781}"/>
              </a:ext>
            </a:extLst>
          </p:cNvPr>
          <p:cNvSpPr>
            <a:spLocks noGrp="1"/>
          </p:cNvSpPr>
          <p:nvPr>
            <p:ph type="title" hasCustomPrompt="1"/>
          </p:nvPr>
        </p:nvSpPr>
        <p:spPr/>
        <p:txBody>
          <a:bodyPr anchor="ctr"/>
          <a:lstStyle/>
          <a:p>
            <a:r>
              <a:rPr lang="en-US"/>
              <a:t>Click to edit title style</a:t>
            </a:r>
          </a:p>
        </p:txBody>
      </p:sp>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userDrawn="1"/>
        </p:nvSpPr>
        <p:spPr bwMode="auto">
          <a:xfrm>
            <a:off x="0" y="1436688"/>
            <a:ext cx="12192000" cy="542131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143668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hasCustomPrompt="1"/>
          </p:nvPr>
        </p:nvSpPr>
        <p:spPr>
          <a:xfrm>
            <a:off x="588263" y="2099310"/>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text styles</a:t>
            </a:r>
          </a:p>
        </p:txBody>
      </p:sp>
    </p:spTree>
    <p:extLst>
      <p:ext uri="{BB962C8B-B14F-4D97-AF65-F5344CB8AC3E}">
        <p14:creationId xmlns:p14="http://schemas.microsoft.com/office/powerpoint/2010/main" val="1156783305"/>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992.xml><?xml version="1.0" encoding="utf-8"?>
<p:sldLayout xmlns:a="http://schemas.openxmlformats.org/drawingml/2006/main" xmlns:r="http://schemas.openxmlformats.org/officeDocument/2006/relationships" xmlns:p="http://schemas.openxmlformats.org/presentationml/2006/main" preserve="1" userDrawn="1">
  <p:cSld name="Developer code bottom">
    <p:bg>
      <p:bgRef idx="1001">
        <a:schemeClr val="bg2"/>
      </p:bgRef>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86390" y="1230681"/>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2827138"/>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282713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3491219"/>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27917578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1776">
          <p15:clr>
            <a:srgbClr val="5ACBF0"/>
          </p15:clr>
        </p15:guide>
        <p15:guide id="5" orient="horz" pos="2197">
          <p15:clr>
            <a:srgbClr val="5ACBF0"/>
          </p15:clr>
        </p15:guide>
        <p15:guide id="6" orient="horz" pos="773">
          <p15:clr>
            <a:srgbClr val="5ACBF0"/>
          </p15:clr>
        </p15:guide>
      </p15:sldGuideLst>
    </p:ext>
  </p:extLst>
</p:sldLayout>
</file>

<file path=ppt/slideLayouts/slideLayout1993.xml><?xml version="1.0" encoding="utf-8"?>
<p:sldLayout xmlns:a="http://schemas.openxmlformats.org/drawingml/2006/main" xmlns:r="http://schemas.openxmlformats.org/officeDocument/2006/relationships" xmlns:p="http://schemas.openxmlformats.org/presentationml/2006/main" preserve="1" userDrawn="1">
  <p:cSld name="Developer code top">
    <p:bg>
      <p:bgRef idx="1001">
        <a:schemeClr val="bg2"/>
      </p:bgRef>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0"/>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itle 2">
            <a:extLst>
              <a:ext uri="{FF2B5EF4-FFF2-40B4-BE49-F238E27FC236}">
                <a16:creationId xmlns:a16="http://schemas.microsoft.com/office/drawing/2014/main" id="{71845FFD-6B9A-4013-932A-5E4D7E849D10}"/>
              </a:ext>
            </a:extLst>
          </p:cNvPr>
          <p:cNvSpPr>
            <a:spLocks noGrp="1"/>
          </p:cNvSpPr>
          <p:nvPr>
            <p:ph type="title" hasCustomPrompt="1"/>
          </p:nvPr>
        </p:nvSpPr>
        <p:spPr>
          <a:xfrm>
            <a:off x="588263" y="4224580"/>
            <a:ext cx="11018520" cy="492443"/>
          </a:xfrm>
        </p:spPr>
        <p:txBody>
          <a:bodyPr/>
          <a:lstStyle>
            <a:lvl1pPr>
              <a:defRPr sz="3200">
                <a:solidFill>
                  <a:schemeClr val="tx1"/>
                </a:solidFill>
              </a:defRPr>
            </a:lvl1pPr>
          </a:lstStyle>
          <a:p>
            <a:r>
              <a:rPr lang="en-US"/>
              <a:t>Click to edit title style</a:t>
            </a: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660508"/>
            <a:ext cx="11018520" cy="307777"/>
          </a:xfrm>
        </p:spPr>
        <p:txBody>
          <a:bodyPr/>
          <a:lstStyle>
            <a:lvl1pPr marL="0" indent="0">
              <a:buNone/>
              <a:tabLst/>
              <a:defRPr sz="20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91152" y="4996505"/>
            <a:ext cx="11018520" cy="307777"/>
          </a:xfrm>
        </p:spPr>
        <p:txBody>
          <a:bodyPr wrap="square">
            <a:spAutoFit/>
          </a:bodyPr>
          <a:lstStyle>
            <a:lvl1pPr marL="0" indent="0">
              <a:spcBef>
                <a:spcPts val="600"/>
              </a:spcBef>
              <a:spcAft>
                <a:spcPts val="0"/>
              </a:spcAft>
              <a:buNone/>
              <a:defRPr sz="20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3093210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2661">
          <p15:clr>
            <a:srgbClr val="5ACBF0"/>
          </p15:clr>
        </p15:guide>
        <p15:guide id="5" orient="horz" pos="3147">
          <p15:clr>
            <a:srgbClr val="5ACBF0"/>
          </p15:clr>
        </p15:guide>
        <p15:guide id="6" orient="horz" pos="419">
          <p15:clr>
            <a:srgbClr val="5ACBF0"/>
          </p15:clr>
        </p15:guide>
      </p15:sldGuideLst>
    </p:ext>
  </p:extLst>
</p:sldLayout>
</file>

<file path=ppt/slideLayouts/slideLayout1994.xml><?xml version="1.0" encoding="utf-8"?>
<p:sldLayout xmlns:a="http://schemas.openxmlformats.org/drawingml/2006/main" xmlns:r="http://schemas.openxmlformats.org/officeDocument/2006/relationships" xmlns:p="http://schemas.openxmlformats.org/presentationml/2006/main" preserve="1" userDrawn="1">
  <p:cSld name="Developer code right">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82BB27-7DA5-4478-8C18-C1FFEE20AAC1}"/>
              </a:ext>
            </a:extLst>
          </p:cNvPr>
          <p:cNvSpPr>
            <a:spLocks noGrp="1"/>
          </p:cNvSpPr>
          <p:nvPr>
            <p:ph type="title" hasCustomPrompt="1"/>
          </p:nvPr>
        </p:nvSpPr>
        <p:spPr>
          <a:xfrm>
            <a:off x="588263" y="457200"/>
            <a:ext cx="4040887" cy="492443"/>
          </a:xfrm>
        </p:spPr>
        <p:txBody>
          <a:bodyPr/>
          <a:lstStyle>
            <a:lvl1pPr>
              <a:defRPr sz="3200">
                <a:solidFill>
                  <a:schemeClr val="tx1"/>
                </a:solidFill>
              </a:defRPr>
            </a:lvl1pPr>
          </a:lstStyle>
          <a:p>
            <a:r>
              <a:rPr lang="en-US"/>
              <a:t>Click to edit title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588965" y="1338139"/>
            <a:ext cx="4040185"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5211763"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00725" y="709187"/>
            <a:ext cx="5801961" cy="307777"/>
          </a:xfrm>
        </p:spPr>
        <p:txBody>
          <a:bodyPr/>
          <a:lstStyle>
            <a:lvl1pPr marL="0" indent="0">
              <a:buNone/>
              <a:tabLst/>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68270880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995.xml><?xml version="1.0" encoding="utf-8"?>
<p:sldLayout xmlns:a="http://schemas.openxmlformats.org/drawingml/2006/main" xmlns:r="http://schemas.openxmlformats.org/officeDocument/2006/relationships" xmlns:p="http://schemas.openxmlformats.org/presentationml/2006/main" preserve="1" userDrawn="1">
  <p:cSld name="Developer code left">
    <p:bg>
      <p:bgRef idx="1001">
        <a:schemeClr val="bg2"/>
      </p:bgRef>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2"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6BB14A7D-C409-4A7C-9D82-A2E5DBB8AB72}"/>
              </a:ext>
            </a:extLst>
          </p:cNvPr>
          <p:cNvSpPr>
            <a:spLocks noGrp="1"/>
          </p:cNvSpPr>
          <p:nvPr>
            <p:ph type="title" hasCustomPrompt="1"/>
          </p:nvPr>
        </p:nvSpPr>
        <p:spPr>
          <a:xfrm>
            <a:off x="7575549" y="457200"/>
            <a:ext cx="4031233" cy="492443"/>
          </a:xfrm>
        </p:spPr>
        <p:txBody>
          <a:bodyPr/>
          <a:lstStyle>
            <a:lvl1pPr>
              <a:defRPr sz="3200">
                <a:solidFill>
                  <a:schemeClr val="tx1"/>
                </a:solidFill>
              </a:defRPr>
            </a:lvl1pPr>
          </a:lstStyle>
          <a:p>
            <a:r>
              <a:rPr lang="en-US"/>
              <a:t>Click to edit title</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7575550" y="1336675"/>
            <a:ext cx="4033838" cy="307777"/>
          </a:xfrm>
        </p:spPr>
        <p:txBody>
          <a:bodyPr wrap="square">
            <a:spAutoFit/>
          </a:bodyPr>
          <a:lstStyle>
            <a:lvl1pPr marL="0" indent="0">
              <a:lnSpc>
                <a:spcPct val="100000"/>
              </a:lnSpc>
              <a:spcBef>
                <a:spcPts val="600"/>
              </a:spcBef>
              <a:spcAft>
                <a:spcPts val="0"/>
              </a:spcAft>
              <a:buNone/>
              <a:defRPr sz="20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930225123"/>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996.xml><?xml version="1.0" encoding="utf-8"?>
<p:sldLayout xmlns:a="http://schemas.openxmlformats.org/drawingml/2006/main" xmlns:r="http://schemas.openxmlformats.org/officeDocument/2006/relationships" xmlns:p="http://schemas.openxmlformats.org/presentationml/2006/main" preserve="1" userDrawn="1">
  <p:cSld name="Developer code left, image right">
    <p:bg>
      <p:bgPr>
        <a:solidFill>
          <a:srgbClr val="F4F3F5"/>
        </a:solidFill>
        <a:effectLst/>
      </p:bgPr>
    </p:bg>
    <p:spTree>
      <p:nvGrpSpPr>
        <p:cNvPr id="1" name=""/>
        <p:cNvGrpSpPr/>
        <p:nvPr/>
      </p:nvGrpSpPr>
      <p:grpSpPr>
        <a:xfrm>
          <a:off x="0" y="0"/>
          <a:ext cx="0" cy="0"/>
          <a:chOff x="0" y="0"/>
          <a:chExt cx="0" cy="0"/>
        </a:xfrm>
      </p:grpSpPr>
      <p:sp>
        <p:nvSpPr>
          <p:cNvPr id="9" name="Picture Placeholder 7" descr="This photo is a 'placeholder' only. Drag or drop your photo here, or click and tap the center to insert a photo.">
            <a:extLst>
              <a:ext uri="{FF2B5EF4-FFF2-40B4-BE49-F238E27FC236}">
                <a16:creationId xmlns:a16="http://schemas.microsoft.com/office/drawing/2014/main" id="{8456ECE7-2FD2-0E8A-D0BD-61173814D9B7}"/>
              </a:ext>
            </a:extLst>
          </p:cNvPr>
          <p:cNvSpPr>
            <a:spLocks noGrp="1"/>
          </p:cNvSpPr>
          <p:nvPr>
            <p:ph type="pic" sz="quarter" idx="10" hasCustomPrompt="1"/>
          </p:nvPr>
        </p:nvSpPr>
        <p:spPr bwMode="ltGray">
          <a:xfrm>
            <a:off x="8490856" y="707231"/>
            <a:ext cx="3116945" cy="5561808"/>
          </a:xfrm>
          <a:prstGeom prst="roundRect">
            <a:avLst>
              <a:gd name="adj" fmla="val 4445"/>
            </a:avLst>
          </a:prstGeom>
          <a:blipFill>
            <a:blip r:embed="rId2"/>
            <a:stretch>
              <a:fillRect l="-107368" r="-109854"/>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07777"/>
          </a:xfrm>
        </p:spPr>
        <p:txBody>
          <a:bodyPr/>
          <a:lstStyle>
            <a:lvl1pPr marL="0" indent="0">
              <a:buNone/>
              <a:defRPr sz="20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410421373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997.xml><?xml version="1.0" encoding="utf-8"?>
<p:sldLayout xmlns:a="http://schemas.openxmlformats.org/drawingml/2006/main" xmlns:r="http://schemas.openxmlformats.org/officeDocument/2006/relationships" xmlns:p="http://schemas.openxmlformats.org/presentationml/2006/main" preserve="1" userDrawn="1">
  <p:cSld name="Device 1">
    <p:bg>
      <p:bgPr>
        <a:solidFill>
          <a:srgbClr val="F4F3F5"/>
        </a:soli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C4B95F29-56C3-4C85-A12B-0B0BE769E70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2" name="Title 1"/>
          <p:cNvSpPr>
            <a:spLocks noGrp="1"/>
          </p:cNvSpPr>
          <p:nvPr>
            <p:ph type="title" hasCustomPrompt="1"/>
          </p:nvPr>
        </p:nvSpPr>
        <p:spPr>
          <a:xfrm>
            <a:off x="584200" y="464817"/>
            <a:ext cx="11023600"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1: one column</a:t>
            </a:r>
          </a:p>
        </p:txBody>
      </p:sp>
      <p:sp>
        <p:nvSpPr>
          <p:cNvPr id="4" name="Text Placeholder 3"/>
          <p:cNvSpPr>
            <a:spLocks noGrp="1"/>
          </p:cNvSpPr>
          <p:nvPr>
            <p:ph type="body" sz="quarter" idx="10" hasCustomPrompt="1"/>
          </p:nvPr>
        </p:nvSpPr>
        <p:spPr>
          <a:xfrm>
            <a:off x="584200" y="1922802"/>
            <a:ext cx="4630006" cy="615553"/>
          </a:xfrm>
          <a:prstGeom prst="rect">
            <a:avLst/>
          </a:prstGeom>
        </p:spPr>
        <p:txBody>
          <a:bodyPr wrap="square" lIns="0" tIns="0" rIns="0" bIns="0">
            <a:spAutoFit/>
          </a:bodyPr>
          <a:lstStyle>
            <a:lvl1pPr marL="0" indent="0">
              <a:lnSpc>
                <a:spcPts val="2400"/>
              </a:lnSpc>
              <a:buNone/>
              <a:defRPr sz="2000" b="0" i="0">
                <a:solidFill>
                  <a:srgbClr val="000000"/>
                </a:solidFill>
                <a:latin typeface="+mn-lt"/>
              </a:defRPr>
            </a:lvl1pPr>
            <a:lvl2pPr marL="224097" indent="0">
              <a:buNone/>
              <a:defRPr/>
            </a:lvl2pPr>
            <a:lvl3pPr marL="448193" indent="0">
              <a:buNone/>
              <a:defRPr/>
            </a:lvl3pPr>
            <a:lvl4pPr marL="672290" indent="0">
              <a:buNone/>
              <a:defRPr/>
            </a:lvl4pPr>
            <a:lvl5pPr marL="896386" indent="0">
              <a:buNone/>
              <a:defRPr/>
            </a:lvl5pPr>
          </a:lstStyle>
          <a:p>
            <a:pPr lvl="0"/>
            <a:r>
              <a:rPr lang="pt-BR"/>
              <a:t>Large subhead Segoe UI Regular 20/24. </a:t>
            </a:r>
            <a:r>
              <a:rPr lang="da-DK"/>
              <a:t>Lorem ipsum dolor sit amet</a:t>
            </a:r>
            <a:r>
              <a:rPr lang="pt-BR"/>
              <a:t>.</a:t>
            </a:r>
            <a:endParaRPr lang="en-US"/>
          </a:p>
        </p:txBody>
      </p:sp>
      <p:sp>
        <p:nvSpPr>
          <p:cNvPr id="5" name="Text Placeholder 4"/>
          <p:cNvSpPr>
            <a:spLocks noGrp="1"/>
          </p:cNvSpPr>
          <p:nvPr>
            <p:ph type="body" sz="quarter" idx="11" hasCustomPrompt="1"/>
          </p:nvPr>
        </p:nvSpPr>
        <p:spPr>
          <a:xfrm>
            <a:off x="584199" y="2707597"/>
            <a:ext cx="4630005" cy="2521331"/>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a:p>
            <a:pPr lvl="0"/>
            <a:endParaRPr lang="en-US"/>
          </a:p>
          <a:p>
            <a:pPr lvl="0"/>
            <a:r>
              <a:rPr lang="en-US"/>
              <a:t>Body copy 14 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2" name="Picture Placeholder 11">
            <a:extLst>
              <a:ext uri="{FF2B5EF4-FFF2-40B4-BE49-F238E27FC236}">
                <a16:creationId xmlns:a16="http://schemas.microsoft.com/office/drawing/2014/main" id="{934476FE-7091-4DE7-A55E-3EF5A6569A7D}"/>
              </a:ext>
            </a:extLst>
          </p:cNvPr>
          <p:cNvSpPr>
            <a:spLocks noGrp="1"/>
          </p:cNvSpPr>
          <p:nvPr>
            <p:ph type="pic" sz="quarter" idx="12"/>
          </p:nvPr>
        </p:nvSpPr>
        <p:spPr>
          <a:xfrm>
            <a:off x="6358812" y="1519688"/>
            <a:ext cx="5833188" cy="4343375"/>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690846582"/>
      </p:ext>
    </p:extLst>
  </p:cSld>
  <p:clrMapOvr>
    <a:masterClrMapping/>
  </p:clrMapOvr>
  <p:transition>
    <p:fade/>
  </p:transition>
</p:sldLayout>
</file>

<file path=ppt/slideLayouts/slideLayout1998.xml><?xml version="1.0" encoding="utf-8"?>
<p:sldLayout xmlns:a="http://schemas.openxmlformats.org/drawingml/2006/main" xmlns:r="http://schemas.openxmlformats.org/officeDocument/2006/relationships" xmlns:p="http://schemas.openxmlformats.org/presentationml/2006/main" preserve="1" userDrawn="1">
  <p:cSld name="Device 2">
    <p:bg>
      <p:bgPr>
        <a:solidFill>
          <a:srgbClr val="F4F3F5"/>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C99DE98C-91A8-4163-A280-8BB561692C8E}"/>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44774" y="418150"/>
            <a:ext cx="7747227" cy="6439851"/>
          </a:xfrm>
          <a:prstGeom prst="rect">
            <a:avLst/>
          </a:prstGeom>
        </p:spPr>
      </p:pic>
      <p:sp>
        <p:nvSpPr>
          <p:cNvPr id="9" name="Picture Placeholder 11">
            <a:extLst>
              <a:ext uri="{FF2B5EF4-FFF2-40B4-BE49-F238E27FC236}">
                <a16:creationId xmlns:a16="http://schemas.microsoft.com/office/drawing/2014/main" id="{784CA30E-A92E-4E40-944A-73B1CF9EEE0A}"/>
              </a:ext>
            </a:extLst>
          </p:cNvPr>
          <p:cNvSpPr>
            <a:spLocks noGrp="1"/>
          </p:cNvSpPr>
          <p:nvPr>
            <p:ph type="pic" sz="quarter" idx="12"/>
          </p:nvPr>
        </p:nvSpPr>
        <p:spPr>
          <a:xfrm>
            <a:off x="6357959" y="1535104"/>
            <a:ext cx="5834041" cy="4315059"/>
          </a:xfrm>
          <a:prstGeom prst="rect">
            <a:avLst/>
          </a:prstGeom>
        </p:spPr>
        <p:txBody>
          <a:bodyPr anchor="ctr" anchorCtr="0">
            <a:noAutofit/>
          </a:bodyPr>
          <a:lstStyle>
            <a:lvl1pPr algn="ctr">
              <a:defRPr>
                <a:solidFill>
                  <a:srgbClr val="000000"/>
                </a:solidFill>
              </a:defRPr>
            </a:lvl1pPr>
          </a:lstStyle>
          <a:p>
            <a:r>
              <a:rPr lang="en-US"/>
              <a:t>Click icon to add picture</a:t>
            </a:r>
          </a:p>
        </p:txBody>
      </p:sp>
      <p:sp>
        <p:nvSpPr>
          <p:cNvPr id="13" name="Text Placeholder 4">
            <a:extLst>
              <a:ext uri="{FF2B5EF4-FFF2-40B4-BE49-F238E27FC236}">
                <a16:creationId xmlns:a16="http://schemas.microsoft.com/office/drawing/2014/main" id="{8D17D4B4-B6B9-4273-ACCB-7A5ED46F35A8}"/>
              </a:ext>
            </a:extLst>
          </p:cNvPr>
          <p:cNvSpPr>
            <a:spLocks noGrp="1"/>
          </p:cNvSpPr>
          <p:nvPr>
            <p:ph type="body" sz="quarter" idx="11" hasCustomPrompt="1"/>
          </p:nvPr>
        </p:nvSpPr>
        <p:spPr>
          <a:xfrm>
            <a:off x="593750"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4" name="Text Placeholder 4">
            <a:extLst>
              <a:ext uri="{FF2B5EF4-FFF2-40B4-BE49-F238E27FC236}">
                <a16:creationId xmlns:a16="http://schemas.microsoft.com/office/drawing/2014/main" id="{FB204BE2-B985-4315-8D5B-9C54B1074DD6}"/>
              </a:ext>
            </a:extLst>
          </p:cNvPr>
          <p:cNvSpPr>
            <a:spLocks noGrp="1"/>
          </p:cNvSpPr>
          <p:nvPr>
            <p:ph type="body" sz="quarter" idx="13" hasCustomPrompt="1"/>
          </p:nvPr>
        </p:nvSpPr>
        <p:spPr>
          <a:xfrm>
            <a:off x="2521876" y="2000739"/>
            <a:ext cx="1693247" cy="442532"/>
          </a:xfrm>
          <a:prstGeom prst="rect">
            <a:avLst/>
          </a:prstGeom>
        </p:spPr>
        <p:txBody>
          <a:bodyPr lIns="0" tIns="0" rIns="0" bIns="0"/>
          <a:lstStyle>
            <a:lvl1pPr marL="0" indent="0">
              <a:lnSpc>
                <a:spcPts val="1765"/>
              </a:lnSpc>
              <a:spcBef>
                <a:spcPts val="882"/>
              </a:spcBef>
              <a:buNone/>
              <a:defRPr lang="en-US" sz="1400" b="0" kern="1200" spc="0" baseline="0" dirty="0">
                <a:solidFill>
                  <a:schemeClr val="tx2"/>
                </a:solidFill>
                <a:latin typeface="+mj-lt"/>
                <a:ea typeface="+mn-ea"/>
                <a:cs typeface="+mn-cs"/>
              </a:defRPr>
            </a:lvl1pPr>
            <a:lvl2pPr marL="0" marR="0" indent="0" algn="l" defTabSz="914367" rtl="0" eaLnBrk="1" fontAlgn="auto" latinLnBrk="0" hangingPunct="1">
              <a:lnSpc>
                <a:spcPts val="1765"/>
              </a:lnSpc>
              <a:spcBef>
                <a:spcPts val="441"/>
              </a:spcBef>
              <a:spcAft>
                <a:spcPts val="0"/>
              </a:spcAft>
              <a:buClrTx/>
              <a:buSzPct val="90000"/>
              <a:buFont typeface="Arial" panose="020B0604020202020204" pitchFamily="34" charset="0"/>
              <a:buNone/>
              <a:tabLst/>
              <a:defRPr sz="1372">
                <a:solidFill>
                  <a:srgbClr val="000000"/>
                </a:solidFill>
              </a:defRPr>
            </a:lvl2pPr>
            <a:lvl3pPr marL="448193" indent="0">
              <a:buNone/>
              <a:defRPr/>
            </a:lvl3pPr>
            <a:lvl4pPr marL="672290" indent="0">
              <a:buNone/>
              <a:defRPr/>
            </a:lvl4pPr>
            <a:lvl5pPr marL="896386" indent="0">
              <a:buNone/>
              <a:defRPr/>
            </a:lvl5pPr>
          </a:lstStyle>
          <a:p>
            <a:pPr marL="0" marR="0" lvl="0" indent="0" algn="l" defTabSz="914367" rtl="0" eaLnBrk="1" fontAlgn="auto" latinLnBrk="0" hangingPunct="1">
              <a:lnSpc>
                <a:spcPts val="1765"/>
              </a:lnSpc>
              <a:spcBef>
                <a:spcPts val="882"/>
              </a:spcBef>
              <a:spcAft>
                <a:spcPts val="0"/>
              </a:spcAft>
              <a:buClrTx/>
              <a:buSzPct val="90000"/>
              <a:buFont typeface="Wingdings" panose="05000000000000000000" pitchFamily="2" charset="2"/>
              <a:buNone/>
              <a:tabLst/>
            </a:pPr>
            <a:r>
              <a:rPr lang="en-US"/>
              <a:t>Paragraph title Segoe UI </a:t>
            </a:r>
            <a:r>
              <a:rPr lang="en-US" err="1"/>
              <a:t>Semibold</a:t>
            </a:r>
            <a:endParaRPr lang="en-US"/>
          </a:p>
        </p:txBody>
      </p:sp>
      <p:sp>
        <p:nvSpPr>
          <p:cNvPr id="18" name="Text Placeholder 4">
            <a:extLst>
              <a:ext uri="{FF2B5EF4-FFF2-40B4-BE49-F238E27FC236}">
                <a16:creationId xmlns:a16="http://schemas.microsoft.com/office/drawing/2014/main" id="{02963930-27DC-A146-BED0-307A0CE5F43A}"/>
              </a:ext>
            </a:extLst>
          </p:cNvPr>
          <p:cNvSpPr>
            <a:spLocks noGrp="1"/>
          </p:cNvSpPr>
          <p:nvPr>
            <p:ph type="body" sz="quarter" idx="42" hasCustomPrompt="1"/>
          </p:nvPr>
        </p:nvSpPr>
        <p:spPr>
          <a:xfrm>
            <a:off x="59024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9" name="Text Placeholder 4">
            <a:extLst>
              <a:ext uri="{FF2B5EF4-FFF2-40B4-BE49-F238E27FC236}">
                <a16:creationId xmlns:a16="http://schemas.microsoft.com/office/drawing/2014/main" id="{8EE99189-A4FF-8C44-809C-285F33AF913B}"/>
              </a:ext>
            </a:extLst>
          </p:cNvPr>
          <p:cNvSpPr>
            <a:spLocks noGrp="1"/>
          </p:cNvSpPr>
          <p:nvPr>
            <p:ph type="body" sz="quarter" idx="43" hasCustomPrompt="1"/>
          </p:nvPr>
        </p:nvSpPr>
        <p:spPr>
          <a:xfrm>
            <a:off x="2521608" y="2528961"/>
            <a:ext cx="1693247" cy="1828834"/>
          </a:xfrm>
          <a:prstGeom prst="rect">
            <a:avLst/>
          </a:prstGeom>
        </p:spPr>
        <p:txBody>
          <a:bodyPr lIns="0" tIns="0" rIns="0" bIns="0"/>
          <a:lstStyle>
            <a:lvl1pPr marL="0" indent="0">
              <a:lnSpc>
                <a:spcPts val="1765"/>
              </a:lnSpc>
              <a:spcBef>
                <a:spcPts val="0"/>
              </a:spcBef>
              <a:buFont typeface="Arial" panose="020B0604020202020204" pitchFamily="34" charset="0"/>
              <a:buNone/>
              <a:defRPr sz="1400" b="0" i="0" spc="0">
                <a:solidFill>
                  <a:srgbClr val="000000"/>
                </a:solidFill>
                <a:latin typeface="+mn-lt"/>
              </a:defRPr>
            </a:lvl1pPr>
            <a:lvl2pPr marL="0" indent="0">
              <a:lnSpc>
                <a:spcPts val="1765"/>
              </a:lnSpc>
              <a:spcBef>
                <a:spcPts val="0"/>
              </a:spcBef>
              <a:buNone/>
              <a:defRPr sz="1372">
                <a:solidFill>
                  <a:schemeClr val="tx1"/>
                </a:solidFill>
              </a:defRPr>
            </a:lvl2pPr>
            <a:lvl3pPr marL="448193" indent="0">
              <a:buNone/>
              <a:defRPr/>
            </a:lvl3pPr>
            <a:lvl4pPr marL="672290" indent="0">
              <a:buNone/>
              <a:defRPr/>
            </a:lvl4pPr>
            <a:lvl5pPr marL="896386" indent="0">
              <a:buNone/>
              <a:defRPr/>
            </a:lvl5pPr>
          </a:lstStyle>
          <a:p>
            <a:pPr lvl="0"/>
            <a:r>
              <a:rPr lang="en-US"/>
              <a:t>Body copy 14 Lorem ipsum dolor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a:t>
            </a:r>
            <a:r>
              <a:rPr lang="en-US" err="1"/>
              <a:t>ut</a:t>
            </a:r>
            <a:r>
              <a:rPr lang="en-US"/>
              <a:t> labore et dolore magna </a:t>
            </a:r>
            <a:r>
              <a:rPr lang="en-US" err="1"/>
              <a:t>aliqua</a:t>
            </a:r>
            <a:r>
              <a:rPr lang="en-US"/>
              <a:t>.</a:t>
            </a:r>
          </a:p>
        </p:txBody>
      </p:sp>
      <p:sp>
        <p:nvSpPr>
          <p:cNvPr id="11" name="Title 1">
            <a:extLst>
              <a:ext uri="{FF2B5EF4-FFF2-40B4-BE49-F238E27FC236}">
                <a16:creationId xmlns:a16="http://schemas.microsoft.com/office/drawing/2014/main" id="{41C62C6E-6C8D-E263-ED20-65125864F2C8}"/>
              </a:ext>
            </a:extLst>
          </p:cNvPr>
          <p:cNvSpPr>
            <a:spLocks noGrp="1"/>
          </p:cNvSpPr>
          <p:nvPr>
            <p:ph type="title" hasCustomPrompt="1"/>
          </p:nvPr>
        </p:nvSpPr>
        <p:spPr>
          <a:xfrm>
            <a:off x="582612" y="462415"/>
            <a:ext cx="11026776"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2: two columns</a:t>
            </a:r>
          </a:p>
        </p:txBody>
      </p:sp>
    </p:spTree>
    <p:extLst>
      <p:ext uri="{BB962C8B-B14F-4D97-AF65-F5344CB8AC3E}">
        <p14:creationId xmlns:p14="http://schemas.microsoft.com/office/powerpoint/2010/main" val="993326050"/>
      </p:ext>
    </p:extLst>
  </p:cSld>
  <p:clrMapOvr>
    <a:masterClrMapping/>
  </p:clrMapOvr>
  <p:transition>
    <p:fade/>
  </p:transition>
</p:sldLayout>
</file>

<file path=ppt/slideLayouts/slideLayout1999.xml><?xml version="1.0" encoding="utf-8"?>
<p:sldLayout xmlns:a="http://schemas.openxmlformats.org/drawingml/2006/main" xmlns:r="http://schemas.openxmlformats.org/officeDocument/2006/relationships" xmlns:p="http://schemas.openxmlformats.org/presentationml/2006/main" preserve="1" userDrawn="1">
  <p:cSld name="Device 3">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Device layout 3</a:t>
            </a:r>
          </a:p>
        </p:txBody>
      </p:sp>
      <p:pic>
        <p:nvPicPr>
          <p:cNvPr id="10" name="Picture 9">
            <a:extLst>
              <a:ext uri="{FF2B5EF4-FFF2-40B4-BE49-F238E27FC236}">
                <a16:creationId xmlns:a16="http://schemas.microsoft.com/office/drawing/2014/main" id="{73CDB1EA-72FB-46B3-89D4-DEE1F2EF724A}"/>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384249" y="486947"/>
            <a:ext cx="10869930" cy="6371053"/>
          </a:xfrm>
          <a:prstGeom prst="rect">
            <a:avLst/>
          </a:prstGeom>
        </p:spPr>
      </p:pic>
      <p:sp>
        <p:nvSpPr>
          <p:cNvPr id="8" name="Picture Placeholder 11">
            <a:extLst>
              <a:ext uri="{FF2B5EF4-FFF2-40B4-BE49-F238E27FC236}">
                <a16:creationId xmlns:a16="http://schemas.microsoft.com/office/drawing/2014/main" id="{0473E679-3B6D-497A-A0F6-454C968B7607}"/>
              </a:ext>
            </a:extLst>
          </p:cNvPr>
          <p:cNvSpPr>
            <a:spLocks noGrp="1"/>
          </p:cNvSpPr>
          <p:nvPr>
            <p:ph type="pic" sz="quarter" idx="12"/>
          </p:nvPr>
        </p:nvSpPr>
        <p:spPr>
          <a:xfrm>
            <a:off x="2293976" y="1599603"/>
            <a:ext cx="7678751" cy="4327960"/>
          </a:xfrm>
          <a:prstGeom prst="rect">
            <a:avLst/>
          </a:prstGeom>
        </p:spPr>
        <p:txBody>
          <a:bodyPr anchor="ctr" anchorCtr="0">
            <a:noAutofit/>
          </a:bodyPr>
          <a:lstStyle>
            <a:lvl1pPr algn="ctr">
              <a:defRPr>
                <a:solidFill>
                  <a:srgbClr val="000000"/>
                </a:solidFill>
              </a:defRPr>
            </a:lvl1pPr>
          </a:lstStyle>
          <a:p>
            <a:r>
              <a:rPr lang="en-US"/>
              <a:t>Click icon to add picture</a:t>
            </a:r>
          </a:p>
        </p:txBody>
      </p:sp>
    </p:spTree>
    <p:extLst>
      <p:ext uri="{BB962C8B-B14F-4D97-AF65-F5344CB8AC3E}">
        <p14:creationId xmlns:p14="http://schemas.microsoft.com/office/powerpoint/2010/main" val="1165843007"/>
      </p:ext>
    </p:extLst>
  </p:cSld>
  <p:clrMapOvr>
    <a:masterClrMapping/>
  </p:clrMapOvr>
  <p:transition>
    <p:fade/>
  </p:transition>
</p:sldLayout>
</file>

<file path=ppt/slideLayouts/slideLayout2000.xml><?xml version="1.0" encoding="utf-8"?>
<p:sldLayout xmlns:a="http://schemas.openxmlformats.org/drawingml/2006/main" xmlns:r="http://schemas.openxmlformats.org/officeDocument/2006/relationships" xmlns:p="http://schemas.openxmlformats.org/presentationml/2006/main" preserve="1" userDrawn="1">
  <p:cSld name="Chart with caption">
    <p:bg>
      <p:bgPr>
        <a:solidFill>
          <a:srgbClr val="F4F3F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4200" y="466045"/>
            <a:ext cx="11025188" cy="403137"/>
          </a:xfrm>
          <a:prstGeom prst="rect">
            <a:avLst/>
          </a:prstGeom>
        </p:spPr>
        <p:txBody>
          <a:bodyPr wrap="square" lIns="0" tIns="0" rIns="0" bIns="0">
            <a:spAutoFit/>
          </a:bodyPr>
          <a:lstStyle>
            <a:lvl1pPr>
              <a:lnSpc>
                <a:spcPts val="3137"/>
              </a:lnSpc>
              <a:defRPr sz="2745">
                <a:solidFill>
                  <a:srgbClr val="000000"/>
                </a:solidFill>
              </a:defRPr>
            </a:lvl1pPr>
          </a:lstStyle>
          <a:p>
            <a:r>
              <a:rPr lang="en-US"/>
              <a:t>Chart layout examples</a:t>
            </a:r>
          </a:p>
        </p:txBody>
      </p:sp>
      <p:sp>
        <p:nvSpPr>
          <p:cNvPr id="5" name="Chart Placeholder 6">
            <a:extLst>
              <a:ext uri="{FF2B5EF4-FFF2-40B4-BE49-F238E27FC236}">
                <a16:creationId xmlns:a16="http://schemas.microsoft.com/office/drawing/2014/main" id="{D9638BF3-12D1-2694-0190-0AB19FCB5432}"/>
              </a:ext>
            </a:extLst>
          </p:cNvPr>
          <p:cNvSpPr>
            <a:spLocks noGrp="1"/>
          </p:cNvSpPr>
          <p:nvPr>
            <p:ph type="chart" sz="quarter" idx="21"/>
          </p:nvPr>
        </p:nvSpPr>
        <p:spPr>
          <a:xfrm>
            <a:off x="584200"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6" name="Text Placeholder 4">
            <a:extLst>
              <a:ext uri="{FF2B5EF4-FFF2-40B4-BE49-F238E27FC236}">
                <a16:creationId xmlns:a16="http://schemas.microsoft.com/office/drawing/2014/main" id="{9FDA6635-EE72-35BC-5065-7C47B07E2AF7}"/>
              </a:ext>
            </a:extLst>
          </p:cNvPr>
          <p:cNvSpPr>
            <a:spLocks noGrp="1"/>
          </p:cNvSpPr>
          <p:nvPr>
            <p:ph type="body" sz="quarter" idx="12" hasCustomPrompt="1"/>
          </p:nvPr>
        </p:nvSpPr>
        <p:spPr>
          <a:xfrm>
            <a:off x="584201" y="5973763"/>
            <a:ext cx="3474720" cy="307777"/>
          </a:xfrm>
          <a:prstGeom prst="rect">
            <a:avLst/>
          </a:prstGeom>
        </p:spPr>
        <p:txBody>
          <a:bodyPr lIns="0" tIns="0" rIns="0" bIns="0"/>
          <a:lstStyle>
            <a:lvl1pPr marL="0" indent="0">
              <a:lnSpc>
                <a:spcPts val="1200"/>
              </a:lnSpc>
              <a:spcBef>
                <a:spcPts val="900"/>
              </a:spcBef>
              <a:buFont typeface="Arial" panose="020B0604020202020204" pitchFamily="34" charset="0"/>
              <a:buNone/>
              <a:defRPr sz="1000" b="0" i="0" spc="0">
                <a:solidFill>
                  <a:srgbClr val="000000"/>
                </a:solidFill>
                <a:latin typeface="+mn-lt"/>
              </a:defRPr>
            </a:lvl1pPr>
            <a:lvl2pPr marL="0" marR="0" indent="0" algn="l" defTabSz="932742" rtl="0" eaLnBrk="1" fontAlgn="auto" latinLnBrk="0" hangingPunct="1">
              <a:lnSpc>
                <a:spcPts val="1200"/>
              </a:lnSpc>
              <a:spcBef>
                <a:spcPts val="450"/>
              </a:spcBef>
              <a:spcAft>
                <a:spcPts val="0"/>
              </a:spcAft>
              <a:buClrTx/>
              <a:buSzPct val="90000"/>
              <a:buFont typeface="Arial" panose="020B0604020202020204" pitchFamily="34" charset="0"/>
              <a:buNone/>
              <a:tabLst/>
              <a:defRPr sz="1000">
                <a:solidFill>
                  <a:schemeClr val="tx1"/>
                </a:solidFill>
              </a:defRPr>
            </a:lvl2pPr>
            <a:lvl3pPr marL="457200" indent="0">
              <a:buNone/>
              <a:defRPr/>
            </a:lvl3pPr>
            <a:lvl4pPr marL="685800" indent="0">
              <a:buNone/>
              <a:defRPr/>
            </a:lvl4pPr>
            <a:lvl5pPr marL="914400" indent="0">
              <a:buNone/>
              <a:defRPr/>
            </a:lvl5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7" name="Text Placeholder 4">
            <a:extLst>
              <a:ext uri="{FF2B5EF4-FFF2-40B4-BE49-F238E27FC236}">
                <a16:creationId xmlns:a16="http://schemas.microsoft.com/office/drawing/2014/main" id="{426EF772-758C-C1A7-A309-173E2AB9C395}"/>
              </a:ext>
            </a:extLst>
          </p:cNvPr>
          <p:cNvSpPr>
            <a:spLocks noGrp="1"/>
          </p:cNvSpPr>
          <p:nvPr>
            <p:ph type="body" sz="quarter" idx="18" hasCustomPrompt="1"/>
          </p:nvPr>
        </p:nvSpPr>
        <p:spPr>
          <a:xfrm>
            <a:off x="4358640"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
        <p:nvSpPr>
          <p:cNvPr id="9" name="Chart Placeholder 6">
            <a:extLst>
              <a:ext uri="{FF2B5EF4-FFF2-40B4-BE49-F238E27FC236}">
                <a16:creationId xmlns:a16="http://schemas.microsoft.com/office/drawing/2014/main" id="{C01D8C54-5478-2BF6-769F-9F0FC6FB57EA}"/>
              </a:ext>
            </a:extLst>
          </p:cNvPr>
          <p:cNvSpPr>
            <a:spLocks noGrp="1"/>
          </p:cNvSpPr>
          <p:nvPr>
            <p:ph type="chart" sz="quarter" idx="22"/>
          </p:nvPr>
        </p:nvSpPr>
        <p:spPr>
          <a:xfrm>
            <a:off x="4358641"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1" name="Chart Placeholder 6">
            <a:extLst>
              <a:ext uri="{FF2B5EF4-FFF2-40B4-BE49-F238E27FC236}">
                <a16:creationId xmlns:a16="http://schemas.microsoft.com/office/drawing/2014/main" id="{657835EA-5000-4043-FCC9-D8A17E147B1F}"/>
              </a:ext>
            </a:extLst>
          </p:cNvPr>
          <p:cNvSpPr>
            <a:spLocks noGrp="1"/>
          </p:cNvSpPr>
          <p:nvPr>
            <p:ph type="chart" sz="quarter" idx="23"/>
          </p:nvPr>
        </p:nvSpPr>
        <p:spPr>
          <a:xfrm>
            <a:off x="8132064" y="1989614"/>
            <a:ext cx="3474720" cy="3605213"/>
          </a:xfrm>
          <a:prstGeom prst="rect">
            <a:avLst/>
          </a:prstGeom>
        </p:spPr>
        <p:txBody>
          <a:bodyPr anchor="ctr">
            <a:noAutofit/>
          </a:bodyPr>
          <a:lstStyle>
            <a:lvl1pPr marL="0" indent="0" algn="ctr">
              <a:buNone/>
              <a:defRPr sz="2400">
                <a:solidFill>
                  <a:srgbClr val="000000"/>
                </a:solidFill>
              </a:defRPr>
            </a:lvl1pPr>
          </a:lstStyle>
          <a:p>
            <a:r>
              <a:rPr lang="en-US"/>
              <a:t>Click icon to add chart</a:t>
            </a:r>
          </a:p>
        </p:txBody>
      </p:sp>
      <p:sp>
        <p:nvSpPr>
          <p:cNvPr id="12" name="Text Placeholder 3">
            <a:extLst>
              <a:ext uri="{FF2B5EF4-FFF2-40B4-BE49-F238E27FC236}">
                <a16:creationId xmlns:a16="http://schemas.microsoft.com/office/drawing/2014/main" id="{D11E6A22-8ABF-B71A-3401-3376773ED9AC}"/>
              </a:ext>
            </a:extLst>
          </p:cNvPr>
          <p:cNvSpPr>
            <a:spLocks noGrp="1"/>
          </p:cNvSpPr>
          <p:nvPr>
            <p:ph type="body" sz="quarter" idx="24" hasCustomPrompt="1"/>
          </p:nvPr>
        </p:nvSpPr>
        <p:spPr>
          <a:xfrm>
            <a:off x="584200"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3" name="Text Placeholder 3">
            <a:extLst>
              <a:ext uri="{FF2B5EF4-FFF2-40B4-BE49-F238E27FC236}">
                <a16:creationId xmlns:a16="http://schemas.microsoft.com/office/drawing/2014/main" id="{608861AB-092C-6472-7C72-ED6E47461F7C}"/>
              </a:ext>
            </a:extLst>
          </p:cNvPr>
          <p:cNvSpPr>
            <a:spLocks noGrp="1"/>
          </p:cNvSpPr>
          <p:nvPr>
            <p:ph type="body" sz="quarter" idx="25" hasCustomPrompt="1"/>
          </p:nvPr>
        </p:nvSpPr>
        <p:spPr>
          <a:xfrm>
            <a:off x="4369751"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4" name="Text Placeholder 3">
            <a:extLst>
              <a:ext uri="{FF2B5EF4-FFF2-40B4-BE49-F238E27FC236}">
                <a16:creationId xmlns:a16="http://schemas.microsoft.com/office/drawing/2014/main" id="{000561FE-DBFA-4AC4-AFCD-6B19B0C28254}"/>
              </a:ext>
            </a:extLst>
          </p:cNvPr>
          <p:cNvSpPr>
            <a:spLocks noGrp="1"/>
          </p:cNvSpPr>
          <p:nvPr>
            <p:ph type="body" sz="quarter" idx="26" hasCustomPrompt="1"/>
          </p:nvPr>
        </p:nvSpPr>
        <p:spPr>
          <a:xfrm>
            <a:off x="8132063" y="5783263"/>
            <a:ext cx="3474720" cy="153888"/>
          </a:xfrm>
          <a:prstGeom prst="rect">
            <a:avLst/>
          </a:prstGeom>
        </p:spPr>
        <p:txBody>
          <a:bodyPr tIns="0"/>
          <a:lstStyle>
            <a:lvl1pPr marL="0" indent="0">
              <a:buNone/>
              <a:defRPr lang="en-US" sz="1000" b="1" kern="1200" spc="0" dirty="0" smtClean="0">
                <a:solidFill>
                  <a:srgbClr val="000000"/>
                </a:solidFill>
                <a:latin typeface="+mn-lt"/>
                <a:ea typeface="+mn-ea"/>
                <a:cs typeface="+mn-cs"/>
              </a:defRPr>
            </a:lvl1pPr>
          </a:lstStyle>
          <a:p>
            <a:pPr lvl="0"/>
            <a:r>
              <a:rPr lang="en-US"/>
              <a:t>Caption title Segoe bold 10/12 </a:t>
            </a:r>
          </a:p>
        </p:txBody>
      </p:sp>
      <p:sp>
        <p:nvSpPr>
          <p:cNvPr id="15" name="Text Placeholder 4">
            <a:extLst>
              <a:ext uri="{FF2B5EF4-FFF2-40B4-BE49-F238E27FC236}">
                <a16:creationId xmlns:a16="http://schemas.microsoft.com/office/drawing/2014/main" id="{ABB165B4-FDFD-ADBC-4A1C-58CA8748A55C}"/>
              </a:ext>
            </a:extLst>
          </p:cNvPr>
          <p:cNvSpPr>
            <a:spLocks noGrp="1"/>
          </p:cNvSpPr>
          <p:nvPr>
            <p:ph type="body" sz="quarter" idx="27" hasCustomPrompt="1"/>
          </p:nvPr>
        </p:nvSpPr>
        <p:spPr>
          <a:xfrm>
            <a:off x="8132063" y="5973763"/>
            <a:ext cx="3474720" cy="307777"/>
          </a:xfrm>
          <a:prstGeom prst="rect">
            <a:avLst/>
          </a:prstGeom>
        </p:spPr>
        <p:txBody>
          <a:bodyPr vert="horz" wrap="square" lIns="0" tIns="0" rIns="0" bIns="0" rtlCol="0">
            <a:spAutoFit/>
          </a:bodyPr>
          <a:lstStyle>
            <a:lvl1pPr marL="0" indent="0">
              <a:buNone/>
              <a:tabLst/>
              <a:defRPr lang="en-US" sz="1000" b="0" i="0" spc="0" dirty="0" smtClean="0">
                <a:solidFill>
                  <a:srgbClr val="000000"/>
                </a:solidFill>
                <a:latin typeface="+mn-lt"/>
              </a:defRPr>
            </a:lvl1pPr>
          </a:lstStyle>
          <a:p>
            <a:pPr lvl="0"/>
            <a:r>
              <a:rPr lang="en-US"/>
              <a:t>Caption body copy Segoe Regular 10/12. </a:t>
            </a:r>
            <a:r>
              <a:rPr lang="en-US" err="1"/>
              <a:t>Cavorest</a:t>
            </a:r>
            <a:r>
              <a:rPr lang="en-US"/>
              <a:t> a </a:t>
            </a:r>
            <a:r>
              <a:rPr lang="en-US" err="1"/>
              <a:t>aut</a:t>
            </a:r>
            <a:r>
              <a:rPr lang="en-US"/>
              <a:t> arum </a:t>
            </a:r>
            <a:r>
              <a:rPr lang="en-US" err="1"/>
              <a:t>quam</a:t>
            </a:r>
            <a:r>
              <a:rPr lang="en-US"/>
              <a:t> id eat.</a:t>
            </a:r>
          </a:p>
        </p:txBody>
      </p:sp>
    </p:spTree>
    <p:extLst>
      <p:ext uri="{BB962C8B-B14F-4D97-AF65-F5344CB8AC3E}">
        <p14:creationId xmlns:p14="http://schemas.microsoft.com/office/powerpoint/2010/main" val="1982342779"/>
      </p:ext>
    </p:extLst>
  </p:cSld>
  <p:clrMapOvr>
    <a:masterClrMapping/>
  </p:clrMapOvr>
  <p:transition>
    <p:fade/>
  </p:transition>
</p:sldLayout>
</file>

<file path=ppt/slideLayouts/slideLayout2001.xml><?xml version="1.0" encoding="utf-8"?>
<p:sldLayout xmlns:a="http://schemas.openxmlformats.org/drawingml/2006/main" xmlns:r="http://schemas.openxmlformats.org/officeDocument/2006/relationships" xmlns:p="http://schemas.openxmlformats.org/presentationml/2006/main" preserve="1" userDrawn="1">
  <p:cSld name="Table ">
    <p:bg>
      <p:bgPr>
        <a:solidFill>
          <a:srgbClr val="F4F3F5"/>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9F1098-5BDB-3A14-0BC4-F3DC4A76BABB}"/>
              </a:ext>
            </a:extLst>
          </p:cNvPr>
          <p:cNvSpPr>
            <a:spLocks noGrp="1"/>
          </p:cNvSpPr>
          <p:nvPr>
            <p:ph type="title" hasCustomPrompt="1"/>
          </p:nvPr>
        </p:nvSpPr>
        <p:spPr/>
        <p:txBody>
          <a:bodyPr/>
          <a:lstStyle>
            <a:lvl1pPr>
              <a:defRPr/>
            </a:lvl1pPr>
          </a:lstStyle>
          <a:p>
            <a:r>
              <a:rPr lang="en-US"/>
              <a:t>Table layout</a:t>
            </a:r>
          </a:p>
        </p:txBody>
      </p:sp>
      <p:sp>
        <p:nvSpPr>
          <p:cNvPr id="4" name="Table Placeholder 3">
            <a:extLst>
              <a:ext uri="{FF2B5EF4-FFF2-40B4-BE49-F238E27FC236}">
                <a16:creationId xmlns:a16="http://schemas.microsoft.com/office/drawing/2014/main" id="{6DAF7D07-1867-0A94-96A1-88DE5F76DCC0}"/>
              </a:ext>
            </a:extLst>
          </p:cNvPr>
          <p:cNvSpPr>
            <a:spLocks noGrp="1"/>
          </p:cNvSpPr>
          <p:nvPr>
            <p:ph type="tbl" sz="quarter" idx="10"/>
          </p:nvPr>
        </p:nvSpPr>
        <p:spPr>
          <a:xfrm>
            <a:off x="584201" y="2201863"/>
            <a:ext cx="11025188" cy="4067176"/>
          </a:xfrm>
          <a:prstGeom prst="rect">
            <a:avLst/>
          </a:prstGeom>
        </p:spPr>
        <p:txBody>
          <a:bodyPr anchor="ctr" anchorCtr="0"/>
          <a:lstStyle>
            <a:lvl1pPr algn="ctr">
              <a:defRPr/>
            </a:lvl1pPr>
          </a:lstStyle>
          <a:p>
            <a:r>
              <a:rPr lang="en-US"/>
              <a:t>Click icon to add table</a:t>
            </a:r>
          </a:p>
        </p:txBody>
      </p:sp>
    </p:spTree>
    <p:extLst>
      <p:ext uri="{BB962C8B-B14F-4D97-AF65-F5344CB8AC3E}">
        <p14:creationId xmlns:p14="http://schemas.microsoft.com/office/powerpoint/2010/main" val="687834266"/>
      </p:ext>
    </p:extLst>
  </p:cSld>
  <p:clrMapOvr>
    <a:masterClrMapping/>
  </p:clrMapOvr>
  <p:transition>
    <p:fade/>
  </p:transition>
</p:sldLayout>
</file>

<file path=ppt/slideLayouts/slideLayout2002.xml><?xml version="1.0" encoding="utf-8"?>
<p:sldLayout xmlns:a="http://schemas.openxmlformats.org/drawingml/2006/main" xmlns:r="http://schemas.openxmlformats.org/officeDocument/2006/relationships" xmlns:p="http://schemas.openxmlformats.org/presentationml/2006/main" preserve="1" userDrawn="1">
  <p:cSld name="Quote slide">
    <p:bg>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68FF295-4867-A99B-E458-6E9396360BC0}"/>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1163637"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1163637"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1163637" y="850900"/>
            <a:ext cx="7256463" cy="3238500"/>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spTree>
    <p:extLst>
      <p:ext uri="{BB962C8B-B14F-4D97-AF65-F5344CB8AC3E}">
        <p14:creationId xmlns:p14="http://schemas.microsoft.com/office/powerpoint/2010/main" val="27085728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2003.xml><?xml version="1.0" encoding="utf-8"?>
<p:sldLayout xmlns:a="http://schemas.openxmlformats.org/drawingml/2006/main" xmlns:r="http://schemas.openxmlformats.org/officeDocument/2006/relationships" xmlns:p="http://schemas.openxmlformats.org/presentationml/2006/main" preserve="1" userDrawn="1">
  <p:cSld name="1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A95A0AA-74F0-F906-FF6C-5C3C4846A891}"/>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8" name="Picture 7" descr="Quotation marks">
            <a:extLst>
              <a:ext uri="{FF2B5EF4-FFF2-40B4-BE49-F238E27FC236}">
                <a16:creationId xmlns:a16="http://schemas.microsoft.com/office/drawing/2014/main" id="{04EC2229-8FBE-426A-CDA3-79B76E4E64E9}"/>
              </a:ext>
            </a:extLst>
          </p:cNvPr>
          <p:cNvPicPr>
            <a:picLocks noChangeAspect="1"/>
          </p:cNvPicPr>
          <p:nvPr userDrawn="1"/>
        </p:nvPicPr>
        <p:blipFill>
          <a:blip r:embed="rId3"/>
          <a:stretch>
            <a:fillRect/>
          </a:stretch>
        </p:blipFill>
        <p:spPr bwMode="black">
          <a:xfrm>
            <a:off x="549201" y="1033463"/>
            <a:ext cx="1555824" cy="1392940"/>
          </a:xfrm>
          <a:prstGeom prst="rect">
            <a:avLst/>
          </a:prstGeom>
        </p:spPr>
      </p:pic>
    </p:spTree>
    <p:extLst>
      <p:ext uri="{BB962C8B-B14F-4D97-AF65-F5344CB8AC3E}">
        <p14:creationId xmlns:p14="http://schemas.microsoft.com/office/powerpoint/2010/main" val="245950691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2004.xml><?xml version="1.0" encoding="utf-8"?>
<p:sldLayout xmlns:a="http://schemas.openxmlformats.org/drawingml/2006/main" xmlns:r="http://schemas.openxmlformats.org/officeDocument/2006/relationships" xmlns:p="http://schemas.openxmlformats.org/presentationml/2006/main" preserve="1" userDrawn="1">
  <p:cSld name="2_Quote slide">
    <p:bg>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EE79450-F76B-B7C6-BF65-EFBA04ADB473}"/>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5640" y="3172"/>
            <a:ext cx="12180719" cy="6851655"/>
          </a:xfrm>
          <a:prstGeom prst="rect">
            <a:avLst/>
          </a:prstGeom>
        </p:spPr>
      </p:pic>
      <p:sp>
        <p:nvSpPr>
          <p:cNvPr id="9" name="Text Placeholder 4">
            <a:extLst>
              <a:ext uri="{FF2B5EF4-FFF2-40B4-BE49-F238E27FC236}">
                <a16:creationId xmlns:a16="http://schemas.microsoft.com/office/drawing/2014/main" id="{A7C05C3C-EB57-9CE3-8D71-4524D615C665}"/>
              </a:ext>
            </a:extLst>
          </p:cNvPr>
          <p:cNvSpPr>
            <a:spLocks noGrp="1"/>
          </p:cNvSpPr>
          <p:nvPr>
            <p:ph type="body" sz="quarter" idx="12" hasCustomPrompt="1"/>
          </p:nvPr>
        </p:nvSpPr>
        <p:spPr>
          <a:xfrm>
            <a:off x="2482850" y="4485319"/>
            <a:ext cx="7256463" cy="276999"/>
          </a:xfrm>
          <a:noFill/>
        </p:spPr>
        <p:txBody>
          <a:bodyPr wrap="square" lIns="0" tIns="0" rIns="0" bIns="0">
            <a:spAutoFit/>
          </a:bodyPr>
          <a:lstStyle>
            <a:lvl1pPr marL="0" indent="0">
              <a:spcBef>
                <a:spcPts val="0"/>
              </a:spcBef>
              <a:spcAft>
                <a:spcPts val="0"/>
              </a:spcAft>
              <a:buFont typeface="Arial" panose="020B0604020202020204" pitchFamily="34" charset="0"/>
              <a:buNone/>
              <a:defRPr sz="1800" spc="0" baseline="0">
                <a:solidFill>
                  <a:schemeClr val="bg1"/>
                </a:solidFill>
                <a:latin typeface="+mj-lt"/>
              </a:defRPr>
            </a:lvl1pPr>
          </a:lstStyle>
          <a:p>
            <a:pPr lvl="0"/>
            <a:r>
              <a:rPr lang="en-US"/>
              <a:t>Name attribute</a:t>
            </a:r>
          </a:p>
        </p:txBody>
      </p:sp>
      <p:sp>
        <p:nvSpPr>
          <p:cNvPr id="10" name="Text Placeholder 4">
            <a:extLst>
              <a:ext uri="{FF2B5EF4-FFF2-40B4-BE49-F238E27FC236}">
                <a16:creationId xmlns:a16="http://schemas.microsoft.com/office/drawing/2014/main" id="{A0CDB07D-2FEA-8773-9F92-922A8CE70D0E}"/>
              </a:ext>
            </a:extLst>
          </p:cNvPr>
          <p:cNvSpPr>
            <a:spLocks noGrp="1"/>
          </p:cNvSpPr>
          <p:nvPr>
            <p:ph type="body" sz="quarter" idx="13" hasCustomPrompt="1"/>
          </p:nvPr>
        </p:nvSpPr>
        <p:spPr>
          <a:xfrm>
            <a:off x="2482850" y="4891719"/>
            <a:ext cx="7256463" cy="215444"/>
          </a:xfrm>
          <a:noFill/>
        </p:spPr>
        <p:txBody>
          <a:bodyPr wrap="square" lIns="0" tIns="0" rIns="0" bIns="0">
            <a:spAutoFit/>
          </a:bodyPr>
          <a:lstStyle>
            <a:lvl1pPr marL="0" indent="0">
              <a:spcBef>
                <a:spcPts val="0"/>
              </a:spcBef>
              <a:spcAft>
                <a:spcPts val="0"/>
              </a:spcAft>
              <a:buFont typeface="Arial" panose="020B0604020202020204" pitchFamily="34" charset="0"/>
              <a:buNone/>
              <a:defRPr sz="1400" spc="0" baseline="0">
                <a:solidFill>
                  <a:schemeClr val="bg1"/>
                </a:solidFill>
                <a:latin typeface="+mn-lt"/>
              </a:defRPr>
            </a:lvl1pPr>
          </a:lstStyle>
          <a:p>
            <a:pPr lvl="0"/>
            <a:r>
              <a:rPr lang="en-US"/>
              <a:t>Job title or another attribute</a:t>
            </a:r>
          </a:p>
        </p:txBody>
      </p:sp>
      <p:sp>
        <p:nvSpPr>
          <p:cNvPr id="3" name="Title 2">
            <a:extLst>
              <a:ext uri="{FF2B5EF4-FFF2-40B4-BE49-F238E27FC236}">
                <a16:creationId xmlns:a16="http://schemas.microsoft.com/office/drawing/2014/main" id="{893AADA0-6CA3-9903-2ECD-86BEBBEE6411}"/>
              </a:ext>
            </a:extLst>
          </p:cNvPr>
          <p:cNvSpPr>
            <a:spLocks noGrp="1"/>
          </p:cNvSpPr>
          <p:nvPr>
            <p:ph type="title"/>
          </p:nvPr>
        </p:nvSpPr>
        <p:spPr>
          <a:xfrm>
            <a:off x="2482850" y="1177602"/>
            <a:ext cx="7256463" cy="2911798"/>
          </a:xfrm>
        </p:spPr>
        <p:txBody>
          <a:bodyPr anchor="b" anchorCtr="0">
            <a:normAutofit/>
          </a:bodyPr>
          <a:lstStyle>
            <a:lvl1pPr>
              <a:lnSpc>
                <a:spcPct val="90000"/>
              </a:lnSpc>
              <a:defRPr sz="3600">
                <a:solidFill>
                  <a:schemeClr val="bg1"/>
                </a:solidFill>
                <a:latin typeface="+mj-lt"/>
              </a:defRPr>
            </a:lvl1pPr>
          </a:lstStyle>
          <a:p>
            <a:r>
              <a:rPr lang="en-US"/>
              <a:t>Click to edit Master title style</a:t>
            </a:r>
          </a:p>
        </p:txBody>
      </p:sp>
      <p:pic>
        <p:nvPicPr>
          <p:cNvPr id="11" name="Picture 10" descr="Quotation marks">
            <a:extLst>
              <a:ext uri="{FF2B5EF4-FFF2-40B4-BE49-F238E27FC236}">
                <a16:creationId xmlns:a16="http://schemas.microsoft.com/office/drawing/2014/main" id="{3425CD53-2A7D-2007-E862-FDADC36307A1}"/>
              </a:ext>
            </a:extLst>
          </p:cNvPr>
          <p:cNvPicPr>
            <a:picLocks noChangeAspect="1"/>
          </p:cNvPicPr>
          <p:nvPr userDrawn="1"/>
        </p:nvPicPr>
        <p:blipFill>
          <a:blip r:embed="rId3"/>
          <a:srcRect/>
          <a:stretch/>
        </p:blipFill>
        <p:spPr bwMode="black">
          <a:xfrm>
            <a:off x="564441" y="1042185"/>
            <a:ext cx="1271081" cy="1132055"/>
          </a:xfrm>
          <a:prstGeom prst="rect">
            <a:avLst/>
          </a:prstGeom>
        </p:spPr>
      </p:pic>
    </p:spTree>
    <p:extLst>
      <p:ext uri="{BB962C8B-B14F-4D97-AF65-F5344CB8AC3E}">
        <p14:creationId xmlns:p14="http://schemas.microsoft.com/office/powerpoint/2010/main" val="422430217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2005.xml><?xml version="1.0" encoding="utf-8"?>
<p:sldLayout xmlns:a="http://schemas.openxmlformats.org/drawingml/2006/main" xmlns:r="http://schemas.openxmlformats.org/officeDocument/2006/relationships" xmlns:p="http://schemas.openxmlformats.org/presentationml/2006/main" preserve="1" userDrawn="1">
  <p:cSld name="Section Titl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8C42C5-9D1B-8547-8199-B0D8C17707CB}"/>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5" y="3091208"/>
            <a:ext cx="4773168"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86576453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2006.xml><?xml version="1.0" encoding="utf-8"?>
<p:sldLayout xmlns:a="http://schemas.openxmlformats.org/drawingml/2006/main" xmlns:r="http://schemas.openxmlformats.org/officeDocument/2006/relationships" xmlns:p="http://schemas.openxmlformats.org/presentationml/2006/main" preserve="1" userDrawn="1">
  <p:cSld name="Demo slide 1">
    <p:bg>
      <p:bgPr>
        <a:solidFill>
          <a:schemeClr val="bg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2A6AA0B9-027D-8539-FF20-AFB01D1F7528}"/>
              </a:ext>
              <a:ext uri="{C183D7F6-B498-43B3-948B-1728B52AA6E4}">
                <adec:decorative xmlns:adec="http://schemas.microsoft.com/office/drawing/2017/decorative" val="1"/>
              </a:ext>
            </a:extLst>
          </p:cNvPr>
          <p:cNvPicPr>
            <a:picLocks noChangeAspect="1"/>
          </p:cNvPicPr>
          <p:nvPr userDrawn="1"/>
        </p:nvPicPr>
        <p:blipFill rotWithShape="1">
          <a:blip r:embed="rId2">
            <a:alphaModFix/>
          </a:blip>
          <a:srcRect r="19824"/>
          <a:stretch/>
        </p:blipFill>
        <p:spPr>
          <a:xfrm>
            <a:off x="2417010" y="0"/>
            <a:ext cx="9774990"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137566451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2007.xml><?xml version="1.0" encoding="utf-8"?>
<p:sldLayout xmlns:a="http://schemas.openxmlformats.org/drawingml/2006/main" xmlns:r="http://schemas.openxmlformats.org/officeDocument/2006/relationships" xmlns:p="http://schemas.openxmlformats.org/presentationml/2006/main" preserve="1" userDrawn="1">
  <p:cSld name="Section Title 2">
    <p:bg>
      <p:bgPr>
        <a:solidFill>
          <a:schemeClr val="tx2"/>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2D5FC56-4517-D1AD-EA54-49ECDFA7612A}"/>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244793605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2008.xml><?xml version="1.0" encoding="utf-8"?>
<p:sldLayout xmlns:a="http://schemas.openxmlformats.org/drawingml/2006/main" xmlns:r="http://schemas.openxmlformats.org/officeDocument/2006/relationships" xmlns:p="http://schemas.openxmlformats.org/presentationml/2006/main" preserve="1" userDrawn="1">
  <p:cSld name="Demo slide 2">
    <p:bg>
      <p:bgPr>
        <a:solidFill>
          <a:schemeClr val="bg2"/>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9A79DAA2-FFF6-E1D5-7BF6-E98C822B2F58}"/>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4772847"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772847" cy="307777"/>
          </a:xfrm>
          <a:noFill/>
        </p:spPr>
        <p:txBody>
          <a:bodyPr wrap="square" lIns="0" tIns="0" rIns="0" bIns="0">
            <a:spAutoFit/>
          </a:bodyPr>
          <a:lstStyle>
            <a:lvl1pPr marL="0" indent="0">
              <a:spcBef>
                <a:spcPts val="0"/>
              </a:spcBef>
              <a:spcAft>
                <a:spcPts val="0"/>
              </a:spcAft>
              <a:buFont typeface="Arial" panose="020B0604020202020204" pitchFamily="34" charset="0"/>
              <a:buNone/>
              <a:defRPr sz="20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226360842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2009.xml><?xml version="1.0" encoding="utf-8"?>
<p:sldLayout xmlns:a="http://schemas.openxmlformats.org/drawingml/2006/main" xmlns:r="http://schemas.openxmlformats.org/officeDocument/2006/relationships" xmlns:p="http://schemas.openxmlformats.org/presentationml/2006/main" preserve="1" userDrawn="1">
  <p:cSld name="Section Title 3">
    <p:bg bwMode="gray">
      <p:bgPr>
        <a:solidFill>
          <a:schemeClr val="tx2"/>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3756D10-0030-D9D3-52FE-13D839CE63BE}"/>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91208"/>
            <a:ext cx="8542742" cy="4431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36836294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2010.xml><?xml version="1.0" encoding="utf-8"?>
<p:sldLayout xmlns:a="http://schemas.openxmlformats.org/drawingml/2006/main" xmlns:r="http://schemas.openxmlformats.org/officeDocument/2006/relationships" xmlns:p="http://schemas.openxmlformats.org/presentationml/2006/main" preserve="1" userDrawn="1">
  <p:cSld name="Demo slide 3">
    <p:bg bwMode="gray">
      <p:bgPr>
        <a:solidFill>
          <a:schemeClr val="tx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84A2250-4B7E-6E63-E698-996FB39D2C14}"/>
              </a:ext>
              <a:ext uri="{C183D7F6-B498-43B3-948B-1728B52AA6E4}">
                <adec:decorative xmlns:adec="http://schemas.microsoft.com/office/drawing/2017/decorative" val="1"/>
              </a:ext>
            </a:extLst>
          </p:cNvPr>
          <p:cNvPicPr>
            <a:picLocks noChangeAspect="1"/>
          </p:cNvPicPr>
          <p:nvPr userDrawn="1"/>
        </p:nvPicPr>
        <p:blipFill>
          <a:blip r:embed="rId2"/>
          <a:srcRect/>
          <a:stretch/>
        </p:blipFill>
        <p:spPr>
          <a:xfrm>
            <a:off x="0" y="0"/>
            <a:ext cx="12191999" cy="6858000"/>
          </a:xfrm>
          <a:prstGeom prst="rect">
            <a:avLst/>
          </a:prstGeom>
        </p:spPr>
      </p:pic>
      <p:sp>
        <p:nvSpPr>
          <p:cNvPr id="2" name="Title 1"/>
          <p:cNvSpPr>
            <a:spLocks noGrp="1"/>
          </p:cNvSpPr>
          <p:nvPr>
            <p:ph type="title" hasCustomPrompt="1"/>
          </p:nvPr>
        </p:nvSpPr>
        <p:spPr>
          <a:xfrm>
            <a:off x="585216" y="3088623"/>
            <a:ext cx="9144000" cy="443198"/>
          </a:xfrm>
          <a:noFill/>
        </p:spPr>
        <p:txBody>
          <a:bodyPr lIns="0" tIns="0" rIns="0" bIns="0" anchor="b" anchorCtr="0">
            <a:spAutoFit/>
          </a:bodyPr>
          <a:lstStyle>
            <a:lvl1pPr algn="l" defTabSz="932742" rtl="0" eaLnBrk="1" latinLnBrk="0" hangingPunct="1">
              <a:lnSpc>
                <a:spcPct val="90000"/>
              </a:lnSpc>
              <a:spcBef>
                <a:spcPct val="0"/>
              </a:spcBef>
              <a:buNone/>
              <a:defRPr lang="en-US" sz="3200" b="0" kern="1200" cap="none" spc="-50" baseline="0" dirty="0">
                <a:ln w="3175">
                  <a:noFill/>
                </a:ln>
                <a:solidFill>
                  <a:schemeClr val="accent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07777"/>
          </a:xfrm>
          <a:noFill/>
        </p:spPr>
        <p:txBody>
          <a:bodyPr lIns="0" tIns="0" rIns="0" bIns="0">
            <a:spAutoFit/>
          </a:bodyPr>
          <a:lstStyle>
            <a:lvl1pPr marL="0" indent="0">
              <a:spcBef>
                <a:spcPts val="0"/>
              </a:spcBef>
              <a:spcAft>
                <a:spcPts val="0"/>
              </a:spcAft>
              <a:buFont typeface="Arial" panose="020B0604020202020204" pitchFamily="34" charset="0"/>
              <a:buNone/>
              <a:defRPr sz="2000" spc="0" baseline="0">
                <a:solidFill>
                  <a:schemeClr val="bg1"/>
                </a:solidFill>
                <a:latin typeface="+mn-lt"/>
              </a:defRPr>
            </a:lvl1pPr>
          </a:lstStyle>
          <a:p>
            <a:pPr lvl="0"/>
            <a:r>
              <a:rPr lang="en-US"/>
              <a:t>Speaker name</a:t>
            </a:r>
          </a:p>
        </p:txBody>
      </p:sp>
    </p:spTree>
    <p:extLst>
      <p:ext uri="{BB962C8B-B14F-4D97-AF65-F5344CB8AC3E}">
        <p14:creationId xmlns:p14="http://schemas.microsoft.com/office/powerpoint/2010/main" val="43931212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2011.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443789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12">
          <p15:clr>
            <a:srgbClr val="5ACBF0"/>
          </p15:clr>
        </p15:guide>
        <p15:guide id="29" orient="horz" pos="1272">
          <p15:clr>
            <a:srgbClr val="5ACBF0"/>
          </p15:clr>
        </p15:guide>
        <p15:guide id="30" orient="horz" pos="288">
          <p15:clr>
            <a:srgbClr val="5ACBF0"/>
          </p15:clr>
        </p15:guide>
      </p15:sldGuideLst>
    </p:ext>
  </p:extLst>
</p:sldLayout>
</file>

<file path=ppt/slideLayouts/slideLayout2012.xml><?xml version="1.0" encoding="utf-8"?>
<p:sldLayout xmlns:a="http://schemas.openxmlformats.org/drawingml/2006/main" xmlns:r="http://schemas.openxmlformats.org/officeDocument/2006/relationships" xmlns:p="http://schemas.openxmlformats.org/presentationml/2006/main" preserve="1" userDrawn="1">
  <p:cSld name="Blank 2">
    <p:bg>
      <p:bgPr>
        <a:solidFill>
          <a:schemeClr val="tx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0965439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2013.xml><?xml version="1.0" encoding="utf-8"?>
<p:sldLayout xmlns:a="http://schemas.openxmlformats.org/drawingml/2006/main" xmlns:r="http://schemas.openxmlformats.org/officeDocument/2006/relationships" xmlns:p="http://schemas.openxmlformats.org/presentationml/2006/main" preserve="1" userDrawn="1">
  <p:cSld name="Closing logo slide">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6" name="Title 1">
            <a:extLst>
              <a:ext uri="{FF2B5EF4-FFF2-40B4-BE49-F238E27FC236}">
                <a16:creationId xmlns:a16="http://schemas.microsoft.com/office/drawing/2014/main" id="{08079CCE-8626-53E5-1C9C-E9081D2B67CD}"/>
              </a:ext>
            </a:extLst>
          </p:cNvPr>
          <p:cNvSpPr>
            <a:spLocks noGrp="1"/>
          </p:cNvSpPr>
          <p:nvPr>
            <p:ph type="title"/>
          </p:nvPr>
        </p:nvSpPr>
        <p:spPr>
          <a:xfrm>
            <a:off x="4255769" y="1769814"/>
            <a:ext cx="550468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
        <p:nvSpPr>
          <p:cNvPr id="7" name="Text Placeholder 4">
            <a:extLst>
              <a:ext uri="{FF2B5EF4-FFF2-40B4-BE49-F238E27FC236}">
                <a16:creationId xmlns:a16="http://schemas.microsoft.com/office/drawing/2014/main" id="{8845B3A2-DAC2-0B7B-1866-377A5A244AC2}"/>
              </a:ext>
            </a:extLst>
          </p:cNvPr>
          <p:cNvSpPr>
            <a:spLocks noGrp="1"/>
          </p:cNvSpPr>
          <p:nvPr>
            <p:ph type="body" sz="quarter" idx="12" hasCustomPrompt="1"/>
          </p:nvPr>
        </p:nvSpPr>
        <p:spPr>
          <a:xfrm>
            <a:off x="585216" y="1572227"/>
            <a:ext cx="3361943" cy="553998"/>
          </a:xfrm>
          <a:noFill/>
        </p:spPr>
        <p:txBody>
          <a:bodyPr wrap="square" lIns="0" tIns="0" rIns="0" bIns="0">
            <a:spAutoFit/>
          </a:bodyPr>
          <a:lstStyle>
            <a:lvl1pPr marL="0" indent="0" algn="l"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Tree>
    <p:extLst>
      <p:ext uri="{BB962C8B-B14F-4D97-AF65-F5344CB8AC3E}">
        <p14:creationId xmlns:p14="http://schemas.microsoft.com/office/powerpoint/2010/main" val="89739085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1272">
          <p15:clr>
            <a:srgbClr val="FBAE40"/>
          </p15:clr>
        </p15:guide>
        <p15:guide id="3" orient="horz" pos="912">
          <p15:clr>
            <a:srgbClr val="FBAE40"/>
          </p15:clr>
        </p15:guide>
      </p15:sldGuideLst>
    </p:ext>
  </p:extLst>
</p:sldLayout>
</file>

<file path=ppt/slideLayouts/slideLayout2014.xml><?xml version="1.0" encoding="utf-8"?>
<p:sldLayout xmlns:a="http://schemas.openxmlformats.org/drawingml/2006/main" xmlns:r="http://schemas.openxmlformats.org/officeDocument/2006/relationships" xmlns:p="http://schemas.openxmlformats.org/presentationml/2006/main" preserve="1" userDrawn="1">
  <p:cSld name="Closing logo slide 2">
    <p:bg>
      <p:bgPr>
        <a:solidFill>
          <a:schemeClr val="tx2"/>
        </a:solidFill>
        <a:effectLst/>
      </p:bgPr>
    </p:bg>
    <p:spTree>
      <p:nvGrpSpPr>
        <p:cNvPr id="1" name=""/>
        <p:cNvGrpSpPr/>
        <p:nvPr/>
      </p:nvGrpSpPr>
      <p:grpSpPr>
        <a:xfrm>
          <a:off x="0" y="0"/>
          <a:ext cx="0" cy="0"/>
          <a:chOff x="0" y="0"/>
          <a:chExt cx="0" cy="0"/>
        </a:xfrm>
      </p:grpSpPr>
      <p:sp>
        <p:nvSpPr>
          <p:cNvPr id="10" name="Text Placeholder 4">
            <a:extLst>
              <a:ext uri="{FF2B5EF4-FFF2-40B4-BE49-F238E27FC236}">
                <a16:creationId xmlns:a16="http://schemas.microsoft.com/office/drawing/2014/main" id="{4F0F127D-8512-846C-2C30-5A85666BF445}"/>
              </a:ext>
            </a:extLst>
          </p:cNvPr>
          <p:cNvSpPr>
            <a:spLocks noGrp="1"/>
          </p:cNvSpPr>
          <p:nvPr>
            <p:ph type="body" sz="quarter" idx="12" hasCustomPrompt="1"/>
          </p:nvPr>
        </p:nvSpPr>
        <p:spPr>
          <a:xfrm>
            <a:off x="6090921" y="4612614"/>
            <a:ext cx="5524500" cy="553998"/>
          </a:xfrm>
          <a:noFill/>
        </p:spPr>
        <p:txBody>
          <a:bodyPr wrap="square" lIns="0" tIns="0" rIns="0" bIns="0">
            <a:spAutoFit/>
          </a:bodyPr>
          <a:lstStyle>
            <a:lvl1pPr marL="0" indent="0" algn="r" defTabSz="457200" rtl="0" eaLnBrk="1" latinLnBrk="0" hangingPunct="1">
              <a:lnSpc>
                <a:spcPct val="100000"/>
              </a:lnSpc>
              <a:spcBef>
                <a:spcPct val="0"/>
              </a:spcBef>
              <a:spcAft>
                <a:spcPts val="0"/>
              </a:spcAft>
              <a:buFont typeface="Arial" panose="020B0604020202020204" pitchFamily="34" charset="0"/>
              <a:buNone/>
              <a:defRPr lang="en-US" sz="3600" b="0" kern="1200" cap="none" spc="-50" baseline="0" dirty="0">
                <a:ln w="3175">
                  <a:noFill/>
                </a:ln>
                <a:solidFill>
                  <a:schemeClr val="accent1"/>
                </a:solidFill>
                <a:effectLst/>
                <a:latin typeface="+mj-lt"/>
                <a:ea typeface="+mn-ea"/>
                <a:cs typeface="Segoe UI" panose="020B0502040204020203" pitchFamily="34" charset="0"/>
              </a:defRPr>
            </a:lvl1pPr>
          </a:lstStyle>
          <a:p>
            <a:pPr lvl="0"/>
            <a:r>
              <a:rPr lang="en-US"/>
              <a:t>Thank you.</a:t>
            </a:r>
          </a:p>
        </p:txBody>
      </p:sp>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7A38A2C9-D8C3-D252-BC8C-25222F314054}"/>
              </a:ext>
            </a:extLst>
          </p:cNvPr>
          <p:cNvSpPr>
            <a:spLocks noGrp="1"/>
          </p:cNvSpPr>
          <p:nvPr>
            <p:ph type="title"/>
          </p:nvPr>
        </p:nvSpPr>
        <p:spPr>
          <a:xfrm>
            <a:off x="588263" y="1766555"/>
            <a:ext cx="5502658" cy="307777"/>
          </a:xfrm>
        </p:spPr>
        <p:txBody>
          <a:bodyPr/>
          <a:lstStyle>
            <a:lvl1pPr marL="0" algn="l" defTabSz="457200" rtl="0" eaLnBrk="1" latinLnBrk="0" hangingPunct="1">
              <a:lnSpc>
                <a:spcPct val="100000"/>
              </a:lnSpc>
              <a:spcBef>
                <a:spcPct val="0"/>
              </a:spcBef>
              <a:buNone/>
              <a:defRPr lang="en-US" sz="2000" b="0" kern="1200" cap="none" spc="-50" baseline="0" dirty="0">
                <a:ln w="3175">
                  <a:noFill/>
                </a:ln>
                <a:solidFill>
                  <a:schemeClr val="bg1"/>
                </a:solidFill>
                <a:effectLst/>
                <a:latin typeface="+mn-lt"/>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542775558"/>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160">
          <p15:clr>
            <a:srgbClr val="FBAE40"/>
          </p15:clr>
        </p15:guide>
        <p15:guide id="2" orient="horz" pos="912">
          <p15:clr>
            <a:srgbClr val="FBAE40"/>
          </p15:clr>
        </p15:guide>
        <p15:guide id="3" orient="horz" pos="1272">
          <p15:clr>
            <a:srgbClr val="FBAE40"/>
          </p15:clr>
        </p15:guide>
      </p15:sldGuideLst>
    </p:ext>
  </p:extLst>
</p:sldLayout>
</file>

<file path=ppt/slideLayouts/slideLayout2015.xml><?xml version="1.0" encoding="utf-8"?>
<p:sldLayout xmlns:a="http://schemas.openxmlformats.org/drawingml/2006/main" xmlns:r="http://schemas.openxmlformats.org/officeDocument/2006/relationships" xmlns:p="http://schemas.openxmlformats.org/presentationml/2006/main" preserve="1" userDrawn="1">
  <p:cSld name="Closing logo slide 3">
    <p:bg>
      <p:bgPr>
        <a:solidFill>
          <a:schemeClr val="tx2"/>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5" name="MS logo gray - EMF" descr="Microsoft logo, gray text version">
            <a:extLst>
              <a:ext uri="{FF2B5EF4-FFF2-40B4-BE49-F238E27FC236}">
                <a16:creationId xmlns:a16="http://schemas.microsoft.com/office/drawing/2014/main" id="{65B203D6-28D8-49EF-2E9F-2825A9C395D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8" name="Title 1">
            <a:extLst>
              <a:ext uri="{FF2B5EF4-FFF2-40B4-BE49-F238E27FC236}">
                <a16:creationId xmlns:a16="http://schemas.microsoft.com/office/drawing/2014/main" id="{4F8C85E6-DBED-FCF3-8B7D-1F82C6DBBCB7}"/>
              </a:ext>
            </a:extLst>
          </p:cNvPr>
          <p:cNvSpPr>
            <a:spLocks noGrp="1"/>
          </p:cNvSpPr>
          <p:nvPr>
            <p:ph type="title"/>
          </p:nvPr>
        </p:nvSpPr>
        <p:spPr>
          <a:xfrm>
            <a:off x="588263" y="1845276"/>
            <a:ext cx="11018520" cy="553998"/>
          </a:xfrm>
        </p:spPr>
        <p:txBody>
          <a:bodyPr/>
          <a:lstStyle>
            <a:lvl1pPr marL="0" algn="l" defTabSz="457200" rtl="0" eaLnBrk="1" latinLnBrk="0" hangingPunct="1">
              <a:defRPr lang="en-US" sz="3600" b="1" kern="1200" dirty="0">
                <a:gradFill>
                  <a:gsLst>
                    <a:gs pos="0">
                      <a:srgbClr val="FF5C39"/>
                    </a:gs>
                    <a:gs pos="100000">
                      <a:srgbClr val="C73ECC"/>
                    </a:gs>
                  </a:gsLst>
                  <a:lin ang="3900000" scaled="0"/>
                </a:gradFill>
                <a:latin typeface="Segoe UI" panose="020B0502040204020203" pitchFamily="34" charset="0"/>
                <a:ea typeface="+mn-ea"/>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1814380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2016.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gray">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solidFill>
                  <a:schemeClr val="tx1"/>
                </a:soli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1286506"/>
          </a:xfrm>
        </p:spPr>
        <p:txBody>
          <a:bodyPr>
            <a:spAutoFit/>
          </a:bodyPr>
          <a:lstStyle>
            <a:lvl1pPr>
              <a:defRPr sz="2000">
                <a:latin typeface="+mn-lt"/>
              </a:defRPr>
            </a:lvl1pPr>
            <a:lvl2pPr>
              <a:defRPr sz="1600">
                <a:latin typeface="+mn-lt"/>
              </a:defRPr>
            </a:lvl2pPr>
            <a:lvl3pPr>
              <a:defRPr sz="1400">
                <a:latin typeface="+mn-lt"/>
              </a:defRPr>
            </a:lvl3pPr>
            <a:lvl4pPr>
              <a:defRPr sz="1200">
                <a:latin typeface="+mn-lt"/>
              </a:defRPr>
            </a:lvl4pPr>
            <a:lvl5pPr>
              <a:defRPr sz="11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solidFill>
                  <a:srgbClr val="000000"/>
                </a:soli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3907401261"/>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slideLayout" Target="../slideLayouts/slideLayout50.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8" Type="http://schemas.openxmlformats.org/officeDocument/2006/relationships/slideLayout" Target="../slideLayouts/slideLayout8.xml"/><Relationship Id="rId51" Type="http://schemas.openxmlformats.org/officeDocument/2006/relationships/theme" Target="../theme/theme1.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1" Type="http://schemas.openxmlformats.org/officeDocument/2006/relationships/slideLayout" Target="../slideLayouts/slideLayout1.xml"/><Relationship Id="rId6" Type="http://schemas.openxmlformats.org/officeDocument/2006/relationships/slideLayout" Target="../slideLayouts/slideLayout6.xml"/></Relationships>
</file>

<file path=ppt/slideMasters/_rels/slideMaster2.xml.rels><?xml version="1.0" encoding="UTF-8" standalone="yes"?>
<Relationships xmlns="http://schemas.openxmlformats.org/package/2006/relationships"><Relationship Id="rId13" Type="http://schemas.openxmlformats.org/officeDocument/2006/relationships/slideLayout" Target="../slideLayouts/slideLayout63.xml"/><Relationship Id="rId18" Type="http://schemas.openxmlformats.org/officeDocument/2006/relationships/slideLayout" Target="../slideLayouts/slideLayout68.xml"/><Relationship Id="rId26" Type="http://schemas.openxmlformats.org/officeDocument/2006/relationships/slideLayout" Target="../slideLayouts/slideLayout76.xml"/><Relationship Id="rId39" Type="http://schemas.openxmlformats.org/officeDocument/2006/relationships/slideLayout" Target="../slideLayouts/slideLayout89.xml"/><Relationship Id="rId21" Type="http://schemas.openxmlformats.org/officeDocument/2006/relationships/slideLayout" Target="../slideLayouts/slideLayout71.xml"/><Relationship Id="rId34" Type="http://schemas.openxmlformats.org/officeDocument/2006/relationships/slideLayout" Target="../slideLayouts/slideLayout84.xml"/><Relationship Id="rId42" Type="http://schemas.openxmlformats.org/officeDocument/2006/relationships/slideLayout" Target="../slideLayouts/slideLayout92.xml"/><Relationship Id="rId47" Type="http://schemas.openxmlformats.org/officeDocument/2006/relationships/slideLayout" Target="../slideLayouts/slideLayout97.xml"/><Relationship Id="rId50" Type="http://schemas.openxmlformats.org/officeDocument/2006/relationships/theme" Target="../theme/theme2.xml"/><Relationship Id="rId7" Type="http://schemas.openxmlformats.org/officeDocument/2006/relationships/slideLayout" Target="../slideLayouts/slideLayout57.xml"/><Relationship Id="rId2" Type="http://schemas.openxmlformats.org/officeDocument/2006/relationships/slideLayout" Target="../slideLayouts/slideLayout52.xml"/><Relationship Id="rId16" Type="http://schemas.openxmlformats.org/officeDocument/2006/relationships/slideLayout" Target="../slideLayouts/slideLayout66.xml"/><Relationship Id="rId29" Type="http://schemas.openxmlformats.org/officeDocument/2006/relationships/slideLayout" Target="../slideLayouts/slideLayout79.xml"/><Relationship Id="rId11" Type="http://schemas.openxmlformats.org/officeDocument/2006/relationships/slideLayout" Target="../slideLayouts/slideLayout61.xml"/><Relationship Id="rId24" Type="http://schemas.openxmlformats.org/officeDocument/2006/relationships/slideLayout" Target="../slideLayouts/slideLayout74.xml"/><Relationship Id="rId32" Type="http://schemas.openxmlformats.org/officeDocument/2006/relationships/slideLayout" Target="../slideLayouts/slideLayout82.xml"/><Relationship Id="rId37" Type="http://schemas.openxmlformats.org/officeDocument/2006/relationships/slideLayout" Target="../slideLayouts/slideLayout87.xml"/><Relationship Id="rId40" Type="http://schemas.openxmlformats.org/officeDocument/2006/relationships/slideLayout" Target="../slideLayouts/slideLayout90.xml"/><Relationship Id="rId45" Type="http://schemas.openxmlformats.org/officeDocument/2006/relationships/slideLayout" Target="../slideLayouts/slideLayout95.xml"/><Relationship Id="rId5" Type="http://schemas.openxmlformats.org/officeDocument/2006/relationships/slideLayout" Target="../slideLayouts/slideLayout55.xml"/><Relationship Id="rId15" Type="http://schemas.openxmlformats.org/officeDocument/2006/relationships/slideLayout" Target="../slideLayouts/slideLayout65.xml"/><Relationship Id="rId23" Type="http://schemas.openxmlformats.org/officeDocument/2006/relationships/slideLayout" Target="../slideLayouts/slideLayout73.xml"/><Relationship Id="rId28" Type="http://schemas.openxmlformats.org/officeDocument/2006/relationships/slideLayout" Target="../slideLayouts/slideLayout78.xml"/><Relationship Id="rId36" Type="http://schemas.openxmlformats.org/officeDocument/2006/relationships/slideLayout" Target="../slideLayouts/slideLayout86.xml"/><Relationship Id="rId49" Type="http://schemas.openxmlformats.org/officeDocument/2006/relationships/slideLayout" Target="../slideLayouts/slideLayout99.xml"/><Relationship Id="rId10" Type="http://schemas.openxmlformats.org/officeDocument/2006/relationships/slideLayout" Target="../slideLayouts/slideLayout60.xml"/><Relationship Id="rId19" Type="http://schemas.openxmlformats.org/officeDocument/2006/relationships/slideLayout" Target="../slideLayouts/slideLayout69.xml"/><Relationship Id="rId31" Type="http://schemas.openxmlformats.org/officeDocument/2006/relationships/slideLayout" Target="../slideLayouts/slideLayout81.xml"/><Relationship Id="rId44" Type="http://schemas.openxmlformats.org/officeDocument/2006/relationships/slideLayout" Target="../slideLayouts/slideLayout94.xml"/><Relationship Id="rId4" Type="http://schemas.openxmlformats.org/officeDocument/2006/relationships/slideLayout" Target="../slideLayouts/slideLayout54.xml"/><Relationship Id="rId9" Type="http://schemas.openxmlformats.org/officeDocument/2006/relationships/slideLayout" Target="../slideLayouts/slideLayout59.xml"/><Relationship Id="rId14" Type="http://schemas.openxmlformats.org/officeDocument/2006/relationships/slideLayout" Target="../slideLayouts/slideLayout64.xml"/><Relationship Id="rId22" Type="http://schemas.openxmlformats.org/officeDocument/2006/relationships/slideLayout" Target="../slideLayouts/slideLayout72.xml"/><Relationship Id="rId27" Type="http://schemas.openxmlformats.org/officeDocument/2006/relationships/slideLayout" Target="../slideLayouts/slideLayout77.xml"/><Relationship Id="rId30" Type="http://schemas.openxmlformats.org/officeDocument/2006/relationships/slideLayout" Target="../slideLayouts/slideLayout80.xml"/><Relationship Id="rId35" Type="http://schemas.openxmlformats.org/officeDocument/2006/relationships/slideLayout" Target="../slideLayouts/slideLayout85.xml"/><Relationship Id="rId43" Type="http://schemas.openxmlformats.org/officeDocument/2006/relationships/slideLayout" Target="../slideLayouts/slideLayout93.xml"/><Relationship Id="rId48" Type="http://schemas.openxmlformats.org/officeDocument/2006/relationships/slideLayout" Target="../slideLayouts/slideLayout98.xml"/><Relationship Id="rId8" Type="http://schemas.openxmlformats.org/officeDocument/2006/relationships/slideLayout" Target="../slideLayouts/slideLayout58.xml"/><Relationship Id="rId3" Type="http://schemas.openxmlformats.org/officeDocument/2006/relationships/slideLayout" Target="../slideLayouts/slideLayout53.xml"/><Relationship Id="rId12" Type="http://schemas.openxmlformats.org/officeDocument/2006/relationships/slideLayout" Target="../slideLayouts/slideLayout62.xml"/><Relationship Id="rId17" Type="http://schemas.openxmlformats.org/officeDocument/2006/relationships/slideLayout" Target="../slideLayouts/slideLayout67.xml"/><Relationship Id="rId25" Type="http://schemas.openxmlformats.org/officeDocument/2006/relationships/slideLayout" Target="../slideLayouts/slideLayout75.xml"/><Relationship Id="rId33" Type="http://schemas.openxmlformats.org/officeDocument/2006/relationships/slideLayout" Target="../slideLayouts/slideLayout83.xml"/><Relationship Id="rId38" Type="http://schemas.openxmlformats.org/officeDocument/2006/relationships/slideLayout" Target="../slideLayouts/slideLayout88.xml"/><Relationship Id="rId46" Type="http://schemas.openxmlformats.org/officeDocument/2006/relationships/slideLayout" Target="../slideLayouts/slideLayout96.xml"/><Relationship Id="rId20" Type="http://schemas.openxmlformats.org/officeDocument/2006/relationships/slideLayout" Target="../slideLayouts/slideLayout70.xml"/><Relationship Id="rId41" Type="http://schemas.openxmlformats.org/officeDocument/2006/relationships/slideLayout" Target="../slideLayouts/slideLayout91.xml"/><Relationship Id="rId1" Type="http://schemas.openxmlformats.org/officeDocument/2006/relationships/slideLayout" Target="../slideLayouts/slideLayout51.xml"/><Relationship Id="rId6" Type="http://schemas.openxmlformats.org/officeDocument/2006/relationships/slideLayout" Target="../slideLayouts/slideLayout56.xml"/></Relationships>
</file>

<file path=ppt/slideMasters/_rels/slideMaster3.xml.rels><?xml version="1.0" encoding="UTF-8" standalone="yes"?>
<Relationships xmlns="http://schemas.openxmlformats.org/package/2006/relationships"><Relationship Id="rId26" Type="http://schemas.openxmlformats.org/officeDocument/2006/relationships/slideLayout" Target="../slideLayouts/slideLayout125.xml"/><Relationship Id="rId21" Type="http://schemas.openxmlformats.org/officeDocument/2006/relationships/slideLayout" Target="../slideLayouts/slideLayout120.xml"/><Relationship Id="rId42" Type="http://schemas.openxmlformats.org/officeDocument/2006/relationships/slideLayout" Target="../slideLayouts/slideLayout141.xml"/><Relationship Id="rId47" Type="http://schemas.openxmlformats.org/officeDocument/2006/relationships/slideLayout" Target="../slideLayouts/slideLayout146.xml"/><Relationship Id="rId63" Type="http://schemas.openxmlformats.org/officeDocument/2006/relationships/slideLayout" Target="../slideLayouts/slideLayout162.xml"/><Relationship Id="rId68" Type="http://schemas.openxmlformats.org/officeDocument/2006/relationships/slideLayout" Target="../slideLayouts/slideLayout167.xml"/><Relationship Id="rId84" Type="http://schemas.openxmlformats.org/officeDocument/2006/relationships/slideLayout" Target="../slideLayouts/slideLayout183.xml"/><Relationship Id="rId16" Type="http://schemas.openxmlformats.org/officeDocument/2006/relationships/slideLayout" Target="../slideLayouts/slideLayout115.xml"/><Relationship Id="rId11" Type="http://schemas.openxmlformats.org/officeDocument/2006/relationships/slideLayout" Target="../slideLayouts/slideLayout110.xml"/><Relationship Id="rId32" Type="http://schemas.openxmlformats.org/officeDocument/2006/relationships/slideLayout" Target="../slideLayouts/slideLayout131.xml"/><Relationship Id="rId37" Type="http://schemas.openxmlformats.org/officeDocument/2006/relationships/slideLayout" Target="../slideLayouts/slideLayout136.xml"/><Relationship Id="rId53" Type="http://schemas.openxmlformats.org/officeDocument/2006/relationships/slideLayout" Target="../slideLayouts/slideLayout152.xml"/><Relationship Id="rId58" Type="http://schemas.openxmlformats.org/officeDocument/2006/relationships/slideLayout" Target="../slideLayouts/slideLayout157.xml"/><Relationship Id="rId74" Type="http://schemas.openxmlformats.org/officeDocument/2006/relationships/slideLayout" Target="../slideLayouts/slideLayout173.xml"/><Relationship Id="rId79" Type="http://schemas.openxmlformats.org/officeDocument/2006/relationships/slideLayout" Target="../slideLayouts/slideLayout178.xml"/><Relationship Id="rId5" Type="http://schemas.openxmlformats.org/officeDocument/2006/relationships/slideLayout" Target="../slideLayouts/slideLayout104.xml"/><Relationship Id="rId19" Type="http://schemas.openxmlformats.org/officeDocument/2006/relationships/slideLayout" Target="../slideLayouts/slideLayout118.xml"/><Relationship Id="rId14" Type="http://schemas.openxmlformats.org/officeDocument/2006/relationships/slideLayout" Target="../slideLayouts/slideLayout113.xml"/><Relationship Id="rId22" Type="http://schemas.openxmlformats.org/officeDocument/2006/relationships/slideLayout" Target="../slideLayouts/slideLayout121.xml"/><Relationship Id="rId27" Type="http://schemas.openxmlformats.org/officeDocument/2006/relationships/slideLayout" Target="../slideLayouts/slideLayout126.xml"/><Relationship Id="rId30" Type="http://schemas.openxmlformats.org/officeDocument/2006/relationships/slideLayout" Target="../slideLayouts/slideLayout129.xml"/><Relationship Id="rId35" Type="http://schemas.openxmlformats.org/officeDocument/2006/relationships/slideLayout" Target="../slideLayouts/slideLayout134.xml"/><Relationship Id="rId43" Type="http://schemas.openxmlformats.org/officeDocument/2006/relationships/slideLayout" Target="../slideLayouts/slideLayout142.xml"/><Relationship Id="rId48" Type="http://schemas.openxmlformats.org/officeDocument/2006/relationships/slideLayout" Target="../slideLayouts/slideLayout147.xml"/><Relationship Id="rId56" Type="http://schemas.openxmlformats.org/officeDocument/2006/relationships/slideLayout" Target="../slideLayouts/slideLayout155.xml"/><Relationship Id="rId64" Type="http://schemas.openxmlformats.org/officeDocument/2006/relationships/slideLayout" Target="../slideLayouts/slideLayout163.xml"/><Relationship Id="rId69" Type="http://schemas.openxmlformats.org/officeDocument/2006/relationships/slideLayout" Target="../slideLayouts/slideLayout168.xml"/><Relationship Id="rId77" Type="http://schemas.openxmlformats.org/officeDocument/2006/relationships/slideLayout" Target="../slideLayouts/slideLayout176.xml"/><Relationship Id="rId8" Type="http://schemas.openxmlformats.org/officeDocument/2006/relationships/slideLayout" Target="../slideLayouts/slideLayout107.xml"/><Relationship Id="rId51" Type="http://schemas.openxmlformats.org/officeDocument/2006/relationships/slideLayout" Target="../slideLayouts/slideLayout150.xml"/><Relationship Id="rId72" Type="http://schemas.openxmlformats.org/officeDocument/2006/relationships/slideLayout" Target="../slideLayouts/slideLayout171.xml"/><Relationship Id="rId80" Type="http://schemas.openxmlformats.org/officeDocument/2006/relationships/slideLayout" Target="../slideLayouts/slideLayout179.xml"/><Relationship Id="rId85" Type="http://schemas.openxmlformats.org/officeDocument/2006/relationships/theme" Target="../theme/theme3.xml"/><Relationship Id="rId3" Type="http://schemas.openxmlformats.org/officeDocument/2006/relationships/slideLayout" Target="../slideLayouts/slideLayout102.xml"/><Relationship Id="rId12" Type="http://schemas.openxmlformats.org/officeDocument/2006/relationships/slideLayout" Target="../slideLayouts/slideLayout111.xml"/><Relationship Id="rId17" Type="http://schemas.openxmlformats.org/officeDocument/2006/relationships/slideLayout" Target="../slideLayouts/slideLayout116.xml"/><Relationship Id="rId25" Type="http://schemas.openxmlformats.org/officeDocument/2006/relationships/slideLayout" Target="../slideLayouts/slideLayout124.xml"/><Relationship Id="rId33" Type="http://schemas.openxmlformats.org/officeDocument/2006/relationships/slideLayout" Target="../slideLayouts/slideLayout132.xml"/><Relationship Id="rId38" Type="http://schemas.openxmlformats.org/officeDocument/2006/relationships/slideLayout" Target="../slideLayouts/slideLayout137.xml"/><Relationship Id="rId46" Type="http://schemas.openxmlformats.org/officeDocument/2006/relationships/slideLayout" Target="../slideLayouts/slideLayout145.xml"/><Relationship Id="rId59" Type="http://schemas.openxmlformats.org/officeDocument/2006/relationships/slideLayout" Target="../slideLayouts/slideLayout158.xml"/><Relationship Id="rId67" Type="http://schemas.openxmlformats.org/officeDocument/2006/relationships/slideLayout" Target="../slideLayouts/slideLayout166.xml"/><Relationship Id="rId20" Type="http://schemas.openxmlformats.org/officeDocument/2006/relationships/slideLayout" Target="../slideLayouts/slideLayout119.xml"/><Relationship Id="rId41" Type="http://schemas.openxmlformats.org/officeDocument/2006/relationships/slideLayout" Target="../slideLayouts/slideLayout140.xml"/><Relationship Id="rId54" Type="http://schemas.openxmlformats.org/officeDocument/2006/relationships/slideLayout" Target="../slideLayouts/slideLayout153.xml"/><Relationship Id="rId62" Type="http://schemas.openxmlformats.org/officeDocument/2006/relationships/slideLayout" Target="../slideLayouts/slideLayout161.xml"/><Relationship Id="rId70" Type="http://schemas.openxmlformats.org/officeDocument/2006/relationships/slideLayout" Target="../slideLayouts/slideLayout169.xml"/><Relationship Id="rId75" Type="http://schemas.openxmlformats.org/officeDocument/2006/relationships/slideLayout" Target="../slideLayouts/slideLayout174.xml"/><Relationship Id="rId83" Type="http://schemas.openxmlformats.org/officeDocument/2006/relationships/slideLayout" Target="../slideLayouts/slideLayout182.xml"/><Relationship Id="rId1" Type="http://schemas.openxmlformats.org/officeDocument/2006/relationships/slideLayout" Target="../slideLayouts/slideLayout100.xml"/><Relationship Id="rId6" Type="http://schemas.openxmlformats.org/officeDocument/2006/relationships/slideLayout" Target="../slideLayouts/slideLayout105.xml"/><Relationship Id="rId15" Type="http://schemas.openxmlformats.org/officeDocument/2006/relationships/slideLayout" Target="../slideLayouts/slideLayout114.xml"/><Relationship Id="rId23" Type="http://schemas.openxmlformats.org/officeDocument/2006/relationships/slideLayout" Target="../slideLayouts/slideLayout122.xml"/><Relationship Id="rId28" Type="http://schemas.openxmlformats.org/officeDocument/2006/relationships/slideLayout" Target="../slideLayouts/slideLayout127.xml"/><Relationship Id="rId36" Type="http://schemas.openxmlformats.org/officeDocument/2006/relationships/slideLayout" Target="../slideLayouts/slideLayout135.xml"/><Relationship Id="rId49" Type="http://schemas.openxmlformats.org/officeDocument/2006/relationships/slideLayout" Target="../slideLayouts/slideLayout148.xml"/><Relationship Id="rId57" Type="http://schemas.openxmlformats.org/officeDocument/2006/relationships/slideLayout" Target="../slideLayouts/slideLayout156.xml"/><Relationship Id="rId10" Type="http://schemas.openxmlformats.org/officeDocument/2006/relationships/slideLayout" Target="../slideLayouts/slideLayout109.xml"/><Relationship Id="rId31" Type="http://schemas.openxmlformats.org/officeDocument/2006/relationships/slideLayout" Target="../slideLayouts/slideLayout130.xml"/><Relationship Id="rId44" Type="http://schemas.openxmlformats.org/officeDocument/2006/relationships/slideLayout" Target="../slideLayouts/slideLayout143.xml"/><Relationship Id="rId52" Type="http://schemas.openxmlformats.org/officeDocument/2006/relationships/slideLayout" Target="../slideLayouts/slideLayout151.xml"/><Relationship Id="rId60" Type="http://schemas.openxmlformats.org/officeDocument/2006/relationships/slideLayout" Target="../slideLayouts/slideLayout159.xml"/><Relationship Id="rId65" Type="http://schemas.openxmlformats.org/officeDocument/2006/relationships/slideLayout" Target="../slideLayouts/slideLayout164.xml"/><Relationship Id="rId73" Type="http://schemas.openxmlformats.org/officeDocument/2006/relationships/slideLayout" Target="../slideLayouts/slideLayout172.xml"/><Relationship Id="rId78" Type="http://schemas.openxmlformats.org/officeDocument/2006/relationships/slideLayout" Target="../slideLayouts/slideLayout177.xml"/><Relationship Id="rId81" Type="http://schemas.openxmlformats.org/officeDocument/2006/relationships/slideLayout" Target="../slideLayouts/slideLayout180.xml"/><Relationship Id="rId4" Type="http://schemas.openxmlformats.org/officeDocument/2006/relationships/slideLayout" Target="../slideLayouts/slideLayout103.xml"/><Relationship Id="rId9" Type="http://schemas.openxmlformats.org/officeDocument/2006/relationships/slideLayout" Target="../slideLayouts/slideLayout108.xml"/><Relationship Id="rId13" Type="http://schemas.openxmlformats.org/officeDocument/2006/relationships/slideLayout" Target="../slideLayouts/slideLayout112.xml"/><Relationship Id="rId18" Type="http://schemas.openxmlformats.org/officeDocument/2006/relationships/slideLayout" Target="../slideLayouts/slideLayout117.xml"/><Relationship Id="rId39" Type="http://schemas.openxmlformats.org/officeDocument/2006/relationships/slideLayout" Target="../slideLayouts/slideLayout138.xml"/><Relationship Id="rId34" Type="http://schemas.openxmlformats.org/officeDocument/2006/relationships/slideLayout" Target="../slideLayouts/slideLayout133.xml"/><Relationship Id="rId50" Type="http://schemas.openxmlformats.org/officeDocument/2006/relationships/slideLayout" Target="../slideLayouts/slideLayout149.xml"/><Relationship Id="rId55" Type="http://schemas.openxmlformats.org/officeDocument/2006/relationships/slideLayout" Target="../slideLayouts/slideLayout154.xml"/><Relationship Id="rId76" Type="http://schemas.openxmlformats.org/officeDocument/2006/relationships/slideLayout" Target="../slideLayouts/slideLayout175.xml"/><Relationship Id="rId7" Type="http://schemas.openxmlformats.org/officeDocument/2006/relationships/slideLayout" Target="../slideLayouts/slideLayout106.xml"/><Relationship Id="rId71" Type="http://schemas.openxmlformats.org/officeDocument/2006/relationships/slideLayout" Target="../slideLayouts/slideLayout170.xml"/><Relationship Id="rId2" Type="http://schemas.openxmlformats.org/officeDocument/2006/relationships/slideLayout" Target="../slideLayouts/slideLayout101.xml"/><Relationship Id="rId29" Type="http://schemas.openxmlformats.org/officeDocument/2006/relationships/slideLayout" Target="../slideLayouts/slideLayout128.xml"/><Relationship Id="rId24" Type="http://schemas.openxmlformats.org/officeDocument/2006/relationships/slideLayout" Target="../slideLayouts/slideLayout123.xml"/><Relationship Id="rId40" Type="http://schemas.openxmlformats.org/officeDocument/2006/relationships/slideLayout" Target="../slideLayouts/slideLayout139.xml"/><Relationship Id="rId45" Type="http://schemas.openxmlformats.org/officeDocument/2006/relationships/slideLayout" Target="../slideLayouts/slideLayout144.xml"/><Relationship Id="rId66" Type="http://schemas.openxmlformats.org/officeDocument/2006/relationships/slideLayout" Target="../slideLayouts/slideLayout165.xml"/><Relationship Id="rId61" Type="http://schemas.openxmlformats.org/officeDocument/2006/relationships/slideLayout" Target="../slideLayouts/slideLayout160.xml"/><Relationship Id="rId82" Type="http://schemas.openxmlformats.org/officeDocument/2006/relationships/slideLayout" Target="../slideLayouts/slideLayout181.xml"/></Relationships>
</file>

<file path=ppt/slideMasters/_rels/slideMaster4.xml.rels><?xml version="1.0" encoding="UTF-8" standalone="yes"?>
<Relationships xmlns="http://schemas.openxmlformats.org/package/2006/relationships"><Relationship Id="rId13" Type="http://schemas.openxmlformats.org/officeDocument/2006/relationships/slideLayout" Target="../slideLayouts/slideLayout196.xml"/><Relationship Id="rId18" Type="http://schemas.openxmlformats.org/officeDocument/2006/relationships/slideLayout" Target="../slideLayouts/slideLayout201.xml"/><Relationship Id="rId26" Type="http://schemas.openxmlformats.org/officeDocument/2006/relationships/slideLayout" Target="../slideLayouts/slideLayout209.xml"/><Relationship Id="rId39" Type="http://schemas.openxmlformats.org/officeDocument/2006/relationships/slideLayout" Target="../slideLayouts/slideLayout222.xml"/><Relationship Id="rId21" Type="http://schemas.openxmlformats.org/officeDocument/2006/relationships/slideLayout" Target="../slideLayouts/slideLayout204.xml"/><Relationship Id="rId34" Type="http://schemas.openxmlformats.org/officeDocument/2006/relationships/slideLayout" Target="../slideLayouts/slideLayout217.xml"/><Relationship Id="rId42" Type="http://schemas.openxmlformats.org/officeDocument/2006/relationships/slideLayout" Target="../slideLayouts/slideLayout225.xml"/><Relationship Id="rId47" Type="http://schemas.openxmlformats.org/officeDocument/2006/relationships/slideLayout" Target="../slideLayouts/slideLayout230.xml"/><Relationship Id="rId50" Type="http://schemas.openxmlformats.org/officeDocument/2006/relationships/slideLayout" Target="../slideLayouts/slideLayout233.xml"/><Relationship Id="rId7" Type="http://schemas.openxmlformats.org/officeDocument/2006/relationships/slideLayout" Target="../slideLayouts/slideLayout190.xml"/><Relationship Id="rId2" Type="http://schemas.openxmlformats.org/officeDocument/2006/relationships/slideLayout" Target="../slideLayouts/slideLayout185.xml"/><Relationship Id="rId16" Type="http://schemas.openxmlformats.org/officeDocument/2006/relationships/slideLayout" Target="../slideLayouts/slideLayout199.xml"/><Relationship Id="rId29" Type="http://schemas.openxmlformats.org/officeDocument/2006/relationships/slideLayout" Target="../slideLayouts/slideLayout212.xml"/><Relationship Id="rId11" Type="http://schemas.openxmlformats.org/officeDocument/2006/relationships/slideLayout" Target="../slideLayouts/slideLayout194.xml"/><Relationship Id="rId24" Type="http://schemas.openxmlformats.org/officeDocument/2006/relationships/slideLayout" Target="../slideLayouts/slideLayout207.xml"/><Relationship Id="rId32" Type="http://schemas.openxmlformats.org/officeDocument/2006/relationships/slideLayout" Target="../slideLayouts/slideLayout215.xml"/><Relationship Id="rId37" Type="http://schemas.openxmlformats.org/officeDocument/2006/relationships/slideLayout" Target="../slideLayouts/slideLayout220.xml"/><Relationship Id="rId40" Type="http://schemas.openxmlformats.org/officeDocument/2006/relationships/slideLayout" Target="../slideLayouts/slideLayout223.xml"/><Relationship Id="rId45" Type="http://schemas.openxmlformats.org/officeDocument/2006/relationships/slideLayout" Target="../slideLayouts/slideLayout228.xml"/><Relationship Id="rId5" Type="http://schemas.openxmlformats.org/officeDocument/2006/relationships/slideLayout" Target="../slideLayouts/slideLayout188.xml"/><Relationship Id="rId15" Type="http://schemas.openxmlformats.org/officeDocument/2006/relationships/slideLayout" Target="../slideLayouts/slideLayout198.xml"/><Relationship Id="rId23" Type="http://schemas.openxmlformats.org/officeDocument/2006/relationships/slideLayout" Target="../slideLayouts/slideLayout206.xml"/><Relationship Id="rId28" Type="http://schemas.openxmlformats.org/officeDocument/2006/relationships/slideLayout" Target="../slideLayouts/slideLayout211.xml"/><Relationship Id="rId36" Type="http://schemas.openxmlformats.org/officeDocument/2006/relationships/slideLayout" Target="../slideLayouts/slideLayout219.xml"/><Relationship Id="rId49" Type="http://schemas.openxmlformats.org/officeDocument/2006/relationships/slideLayout" Target="../slideLayouts/slideLayout232.xml"/><Relationship Id="rId10" Type="http://schemas.openxmlformats.org/officeDocument/2006/relationships/slideLayout" Target="../slideLayouts/slideLayout193.xml"/><Relationship Id="rId19" Type="http://schemas.openxmlformats.org/officeDocument/2006/relationships/slideLayout" Target="../slideLayouts/slideLayout202.xml"/><Relationship Id="rId31" Type="http://schemas.openxmlformats.org/officeDocument/2006/relationships/slideLayout" Target="../slideLayouts/slideLayout214.xml"/><Relationship Id="rId44" Type="http://schemas.openxmlformats.org/officeDocument/2006/relationships/slideLayout" Target="../slideLayouts/slideLayout227.xml"/><Relationship Id="rId52" Type="http://schemas.openxmlformats.org/officeDocument/2006/relationships/theme" Target="../theme/theme4.xml"/><Relationship Id="rId4" Type="http://schemas.openxmlformats.org/officeDocument/2006/relationships/slideLayout" Target="../slideLayouts/slideLayout187.xml"/><Relationship Id="rId9" Type="http://schemas.openxmlformats.org/officeDocument/2006/relationships/slideLayout" Target="../slideLayouts/slideLayout192.xml"/><Relationship Id="rId14" Type="http://schemas.openxmlformats.org/officeDocument/2006/relationships/slideLayout" Target="../slideLayouts/slideLayout197.xml"/><Relationship Id="rId22" Type="http://schemas.openxmlformats.org/officeDocument/2006/relationships/slideLayout" Target="../slideLayouts/slideLayout205.xml"/><Relationship Id="rId27" Type="http://schemas.openxmlformats.org/officeDocument/2006/relationships/slideLayout" Target="../slideLayouts/slideLayout210.xml"/><Relationship Id="rId30" Type="http://schemas.openxmlformats.org/officeDocument/2006/relationships/slideLayout" Target="../slideLayouts/slideLayout213.xml"/><Relationship Id="rId35" Type="http://schemas.openxmlformats.org/officeDocument/2006/relationships/slideLayout" Target="../slideLayouts/slideLayout218.xml"/><Relationship Id="rId43" Type="http://schemas.openxmlformats.org/officeDocument/2006/relationships/slideLayout" Target="../slideLayouts/slideLayout226.xml"/><Relationship Id="rId48" Type="http://schemas.openxmlformats.org/officeDocument/2006/relationships/slideLayout" Target="../slideLayouts/slideLayout231.xml"/><Relationship Id="rId8" Type="http://schemas.openxmlformats.org/officeDocument/2006/relationships/slideLayout" Target="../slideLayouts/slideLayout191.xml"/><Relationship Id="rId51" Type="http://schemas.openxmlformats.org/officeDocument/2006/relationships/slideLayout" Target="../slideLayouts/slideLayout234.xml"/><Relationship Id="rId3" Type="http://schemas.openxmlformats.org/officeDocument/2006/relationships/slideLayout" Target="../slideLayouts/slideLayout186.xml"/><Relationship Id="rId12" Type="http://schemas.openxmlformats.org/officeDocument/2006/relationships/slideLayout" Target="../slideLayouts/slideLayout195.xml"/><Relationship Id="rId17" Type="http://schemas.openxmlformats.org/officeDocument/2006/relationships/slideLayout" Target="../slideLayouts/slideLayout200.xml"/><Relationship Id="rId25" Type="http://schemas.openxmlformats.org/officeDocument/2006/relationships/slideLayout" Target="../slideLayouts/slideLayout208.xml"/><Relationship Id="rId33" Type="http://schemas.openxmlformats.org/officeDocument/2006/relationships/slideLayout" Target="../slideLayouts/slideLayout216.xml"/><Relationship Id="rId38" Type="http://schemas.openxmlformats.org/officeDocument/2006/relationships/slideLayout" Target="../slideLayouts/slideLayout221.xml"/><Relationship Id="rId46" Type="http://schemas.openxmlformats.org/officeDocument/2006/relationships/slideLayout" Target="../slideLayouts/slideLayout229.xml"/><Relationship Id="rId20" Type="http://schemas.openxmlformats.org/officeDocument/2006/relationships/slideLayout" Target="../slideLayouts/slideLayout203.xml"/><Relationship Id="rId41" Type="http://schemas.openxmlformats.org/officeDocument/2006/relationships/slideLayout" Target="../slideLayouts/slideLayout224.xml"/><Relationship Id="rId1" Type="http://schemas.openxmlformats.org/officeDocument/2006/relationships/slideLayout" Target="../slideLayouts/slideLayout184.xml"/><Relationship Id="rId6" Type="http://schemas.openxmlformats.org/officeDocument/2006/relationships/slideLayout" Target="../slideLayouts/slideLayout189.xml"/></Relationships>
</file>

<file path=ppt/slideMasters/_rels/slideMaster5.xml.rels><?xml version="1.0" encoding="UTF-8" standalone="yes"?>
<Relationships xmlns="http://schemas.openxmlformats.org/package/2006/relationships"><Relationship Id="rId13" Type="http://schemas.openxmlformats.org/officeDocument/2006/relationships/slideLayout" Target="../slideLayouts/slideLayout247.xml"/><Relationship Id="rId18" Type="http://schemas.openxmlformats.org/officeDocument/2006/relationships/slideLayout" Target="../slideLayouts/slideLayout252.xml"/><Relationship Id="rId26" Type="http://schemas.openxmlformats.org/officeDocument/2006/relationships/slideLayout" Target="../slideLayouts/slideLayout260.xml"/><Relationship Id="rId39" Type="http://schemas.openxmlformats.org/officeDocument/2006/relationships/slideLayout" Target="../slideLayouts/slideLayout273.xml"/><Relationship Id="rId21" Type="http://schemas.openxmlformats.org/officeDocument/2006/relationships/slideLayout" Target="../slideLayouts/slideLayout255.xml"/><Relationship Id="rId34" Type="http://schemas.openxmlformats.org/officeDocument/2006/relationships/slideLayout" Target="../slideLayouts/slideLayout268.xml"/><Relationship Id="rId42" Type="http://schemas.openxmlformats.org/officeDocument/2006/relationships/slideLayout" Target="../slideLayouts/slideLayout276.xml"/><Relationship Id="rId47" Type="http://schemas.openxmlformats.org/officeDocument/2006/relationships/slideLayout" Target="../slideLayouts/slideLayout281.xml"/><Relationship Id="rId50" Type="http://schemas.openxmlformats.org/officeDocument/2006/relationships/theme" Target="../theme/theme5.xml"/><Relationship Id="rId7" Type="http://schemas.openxmlformats.org/officeDocument/2006/relationships/slideLayout" Target="../slideLayouts/slideLayout241.xml"/><Relationship Id="rId2" Type="http://schemas.openxmlformats.org/officeDocument/2006/relationships/slideLayout" Target="../slideLayouts/slideLayout236.xml"/><Relationship Id="rId16" Type="http://schemas.openxmlformats.org/officeDocument/2006/relationships/slideLayout" Target="../slideLayouts/slideLayout250.xml"/><Relationship Id="rId29" Type="http://schemas.openxmlformats.org/officeDocument/2006/relationships/slideLayout" Target="../slideLayouts/slideLayout263.xml"/><Relationship Id="rId11" Type="http://schemas.openxmlformats.org/officeDocument/2006/relationships/slideLayout" Target="../slideLayouts/slideLayout245.xml"/><Relationship Id="rId24" Type="http://schemas.openxmlformats.org/officeDocument/2006/relationships/slideLayout" Target="../slideLayouts/slideLayout258.xml"/><Relationship Id="rId32" Type="http://schemas.openxmlformats.org/officeDocument/2006/relationships/slideLayout" Target="../slideLayouts/slideLayout266.xml"/><Relationship Id="rId37" Type="http://schemas.openxmlformats.org/officeDocument/2006/relationships/slideLayout" Target="../slideLayouts/slideLayout271.xml"/><Relationship Id="rId40" Type="http://schemas.openxmlformats.org/officeDocument/2006/relationships/slideLayout" Target="../slideLayouts/slideLayout274.xml"/><Relationship Id="rId45" Type="http://schemas.openxmlformats.org/officeDocument/2006/relationships/slideLayout" Target="../slideLayouts/slideLayout279.xml"/><Relationship Id="rId5" Type="http://schemas.openxmlformats.org/officeDocument/2006/relationships/slideLayout" Target="../slideLayouts/slideLayout239.xml"/><Relationship Id="rId15" Type="http://schemas.openxmlformats.org/officeDocument/2006/relationships/slideLayout" Target="../slideLayouts/slideLayout249.xml"/><Relationship Id="rId23" Type="http://schemas.openxmlformats.org/officeDocument/2006/relationships/slideLayout" Target="../slideLayouts/slideLayout257.xml"/><Relationship Id="rId28" Type="http://schemas.openxmlformats.org/officeDocument/2006/relationships/slideLayout" Target="../slideLayouts/slideLayout262.xml"/><Relationship Id="rId36" Type="http://schemas.openxmlformats.org/officeDocument/2006/relationships/slideLayout" Target="../slideLayouts/slideLayout270.xml"/><Relationship Id="rId49" Type="http://schemas.openxmlformats.org/officeDocument/2006/relationships/slideLayout" Target="../slideLayouts/slideLayout283.xml"/><Relationship Id="rId10" Type="http://schemas.openxmlformats.org/officeDocument/2006/relationships/slideLayout" Target="../slideLayouts/slideLayout244.xml"/><Relationship Id="rId19" Type="http://schemas.openxmlformats.org/officeDocument/2006/relationships/slideLayout" Target="../slideLayouts/slideLayout253.xml"/><Relationship Id="rId31" Type="http://schemas.openxmlformats.org/officeDocument/2006/relationships/slideLayout" Target="../slideLayouts/slideLayout265.xml"/><Relationship Id="rId44" Type="http://schemas.openxmlformats.org/officeDocument/2006/relationships/slideLayout" Target="../slideLayouts/slideLayout278.xml"/><Relationship Id="rId4" Type="http://schemas.openxmlformats.org/officeDocument/2006/relationships/slideLayout" Target="../slideLayouts/slideLayout238.xml"/><Relationship Id="rId9" Type="http://schemas.openxmlformats.org/officeDocument/2006/relationships/slideLayout" Target="../slideLayouts/slideLayout243.xml"/><Relationship Id="rId14" Type="http://schemas.openxmlformats.org/officeDocument/2006/relationships/slideLayout" Target="../slideLayouts/slideLayout248.xml"/><Relationship Id="rId22" Type="http://schemas.openxmlformats.org/officeDocument/2006/relationships/slideLayout" Target="../slideLayouts/slideLayout256.xml"/><Relationship Id="rId27" Type="http://schemas.openxmlformats.org/officeDocument/2006/relationships/slideLayout" Target="../slideLayouts/slideLayout261.xml"/><Relationship Id="rId30" Type="http://schemas.openxmlformats.org/officeDocument/2006/relationships/slideLayout" Target="../slideLayouts/slideLayout264.xml"/><Relationship Id="rId35" Type="http://schemas.openxmlformats.org/officeDocument/2006/relationships/slideLayout" Target="../slideLayouts/slideLayout269.xml"/><Relationship Id="rId43" Type="http://schemas.openxmlformats.org/officeDocument/2006/relationships/slideLayout" Target="../slideLayouts/slideLayout277.xml"/><Relationship Id="rId48" Type="http://schemas.openxmlformats.org/officeDocument/2006/relationships/slideLayout" Target="../slideLayouts/slideLayout282.xml"/><Relationship Id="rId8" Type="http://schemas.openxmlformats.org/officeDocument/2006/relationships/slideLayout" Target="../slideLayouts/slideLayout242.xml"/><Relationship Id="rId3" Type="http://schemas.openxmlformats.org/officeDocument/2006/relationships/slideLayout" Target="../slideLayouts/slideLayout237.xml"/><Relationship Id="rId12" Type="http://schemas.openxmlformats.org/officeDocument/2006/relationships/slideLayout" Target="../slideLayouts/slideLayout246.xml"/><Relationship Id="rId17" Type="http://schemas.openxmlformats.org/officeDocument/2006/relationships/slideLayout" Target="../slideLayouts/slideLayout251.xml"/><Relationship Id="rId25" Type="http://schemas.openxmlformats.org/officeDocument/2006/relationships/slideLayout" Target="../slideLayouts/slideLayout259.xml"/><Relationship Id="rId33" Type="http://schemas.openxmlformats.org/officeDocument/2006/relationships/slideLayout" Target="../slideLayouts/slideLayout267.xml"/><Relationship Id="rId38" Type="http://schemas.openxmlformats.org/officeDocument/2006/relationships/slideLayout" Target="../slideLayouts/slideLayout272.xml"/><Relationship Id="rId46" Type="http://schemas.openxmlformats.org/officeDocument/2006/relationships/slideLayout" Target="../slideLayouts/slideLayout280.xml"/><Relationship Id="rId20" Type="http://schemas.openxmlformats.org/officeDocument/2006/relationships/slideLayout" Target="../slideLayouts/slideLayout254.xml"/><Relationship Id="rId41" Type="http://schemas.openxmlformats.org/officeDocument/2006/relationships/slideLayout" Target="../slideLayouts/slideLayout275.xml"/><Relationship Id="rId1" Type="http://schemas.openxmlformats.org/officeDocument/2006/relationships/slideLayout" Target="../slideLayouts/slideLayout235.xml"/><Relationship Id="rId6" Type="http://schemas.openxmlformats.org/officeDocument/2006/relationships/slideLayout" Target="../slideLayouts/slideLayout240.xml"/></Relationships>
</file>

<file path=ppt/slideMasters/_rels/slideMaster6.xml.rels><?xml version="1.0" encoding="UTF-8" standalone="yes"?>
<Relationships xmlns="http://schemas.openxmlformats.org/package/2006/relationships"><Relationship Id="rId26" Type="http://schemas.openxmlformats.org/officeDocument/2006/relationships/slideLayout" Target="../slideLayouts/slideLayout309.xml"/><Relationship Id="rId21" Type="http://schemas.openxmlformats.org/officeDocument/2006/relationships/slideLayout" Target="../slideLayouts/slideLayout304.xml"/><Relationship Id="rId42" Type="http://schemas.openxmlformats.org/officeDocument/2006/relationships/slideLayout" Target="../slideLayouts/slideLayout325.xml"/><Relationship Id="rId47" Type="http://schemas.openxmlformats.org/officeDocument/2006/relationships/slideLayout" Target="../slideLayouts/slideLayout330.xml"/><Relationship Id="rId63" Type="http://schemas.openxmlformats.org/officeDocument/2006/relationships/slideLayout" Target="../slideLayouts/slideLayout346.xml"/><Relationship Id="rId68" Type="http://schemas.openxmlformats.org/officeDocument/2006/relationships/slideLayout" Target="../slideLayouts/slideLayout351.xml"/><Relationship Id="rId84" Type="http://schemas.openxmlformats.org/officeDocument/2006/relationships/slideLayout" Target="../slideLayouts/slideLayout367.xml"/><Relationship Id="rId16" Type="http://schemas.openxmlformats.org/officeDocument/2006/relationships/slideLayout" Target="../slideLayouts/slideLayout299.xml"/><Relationship Id="rId11" Type="http://schemas.openxmlformats.org/officeDocument/2006/relationships/slideLayout" Target="../slideLayouts/slideLayout294.xml"/><Relationship Id="rId32" Type="http://schemas.openxmlformats.org/officeDocument/2006/relationships/slideLayout" Target="../slideLayouts/slideLayout315.xml"/><Relationship Id="rId37" Type="http://schemas.openxmlformats.org/officeDocument/2006/relationships/slideLayout" Target="../slideLayouts/slideLayout320.xml"/><Relationship Id="rId53" Type="http://schemas.openxmlformats.org/officeDocument/2006/relationships/slideLayout" Target="../slideLayouts/slideLayout336.xml"/><Relationship Id="rId58" Type="http://schemas.openxmlformats.org/officeDocument/2006/relationships/slideLayout" Target="../slideLayouts/slideLayout341.xml"/><Relationship Id="rId74" Type="http://schemas.openxmlformats.org/officeDocument/2006/relationships/slideLayout" Target="../slideLayouts/slideLayout357.xml"/><Relationship Id="rId79" Type="http://schemas.openxmlformats.org/officeDocument/2006/relationships/slideLayout" Target="../slideLayouts/slideLayout362.xml"/><Relationship Id="rId5" Type="http://schemas.openxmlformats.org/officeDocument/2006/relationships/slideLayout" Target="../slideLayouts/slideLayout288.xml"/><Relationship Id="rId19" Type="http://schemas.openxmlformats.org/officeDocument/2006/relationships/slideLayout" Target="../slideLayouts/slideLayout302.xml"/><Relationship Id="rId14" Type="http://schemas.openxmlformats.org/officeDocument/2006/relationships/slideLayout" Target="../slideLayouts/slideLayout297.xml"/><Relationship Id="rId22" Type="http://schemas.openxmlformats.org/officeDocument/2006/relationships/slideLayout" Target="../slideLayouts/slideLayout305.xml"/><Relationship Id="rId27" Type="http://schemas.openxmlformats.org/officeDocument/2006/relationships/slideLayout" Target="../slideLayouts/slideLayout310.xml"/><Relationship Id="rId30" Type="http://schemas.openxmlformats.org/officeDocument/2006/relationships/slideLayout" Target="../slideLayouts/slideLayout313.xml"/><Relationship Id="rId35" Type="http://schemas.openxmlformats.org/officeDocument/2006/relationships/slideLayout" Target="../slideLayouts/slideLayout318.xml"/><Relationship Id="rId43" Type="http://schemas.openxmlformats.org/officeDocument/2006/relationships/slideLayout" Target="../slideLayouts/slideLayout326.xml"/><Relationship Id="rId48" Type="http://schemas.openxmlformats.org/officeDocument/2006/relationships/slideLayout" Target="../slideLayouts/slideLayout331.xml"/><Relationship Id="rId56" Type="http://schemas.openxmlformats.org/officeDocument/2006/relationships/slideLayout" Target="../slideLayouts/slideLayout339.xml"/><Relationship Id="rId64" Type="http://schemas.openxmlformats.org/officeDocument/2006/relationships/slideLayout" Target="../slideLayouts/slideLayout347.xml"/><Relationship Id="rId69" Type="http://schemas.openxmlformats.org/officeDocument/2006/relationships/slideLayout" Target="../slideLayouts/slideLayout352.xml"/><Relationship Id="rId77" Type="http://schemas.openxmlformats.org/officeDocument/2006/relationships/slideLayout" Target="../slideLayouts/slideLayout360.xml"/><Relationship Id="rId8" Type="http://schemas.openxmlformats.org/officeDocument/2006/relationships/slideLayout" Target="../slideLayouts/slideLayout291.xml"/><Relationship Id="rId51" Type="http://schemas.openxmlformats.org/officeDocument/2006/relationships/slideLayout" Target="../slideLayouts/slideLayout334.xml"/><Relationship Id="rId72" Type="http://schemas.openxmlformats.org/officeDocument/2006/relationships/slideLayout" Target="../slideLayouts/slideLayout355.xml"/><Relationship Id="rId80" Type="http://schemas.openxmlformats.org/officeDocument/2006/relationships/slideLayout" Target="../slideLayouts/slideLayout363.xml"/><Relationship Id="rId85" Type="http://schemas.openxmlformats.org/officeDocument/2006/relationships/theme" Target="../theme/theme6.xml"/><Relationship Id="rId3" Type="http://schemas.openxmlformats.org/officeDocument/2006/relationships/slideLayout" Target="../slideLayouts/slideLayout286.xml"/><Relationship Id="rId12" Type="http://schemas.openxmlformats.org/officeDocument/2006/relationships/slideLayout" Target="../slideLayouts/slideLayout295.xml"/><Relationship Id="rId17" Type="http://schemas.openxmlformats.org/officeDocument/2006/relationships/slideLayout" Target="../slideLayouts/slideLayout300.xml"/><Relationship Id="rId25" Type="http://schemas.openxmlformats.org/officeDocument/2006/relationships/slideLayout" Target="../slideLayouts/slideLayout308.xml"/><Relationship Id="rId33" Type="http://schemas.openxmlformats.org/officeDocument/2006/relationships/slideLayout" Target="../slideLayouts/slideLayout316.xml"/><Relationship Id="rId38" Type="http://schemas.openxmlformats.org/officeDocument/2006/relationships/slideLayout" Target="../slideLayouts/slideLayout321.xml"/><Relationship Id="rId46" Type="http://schemas.openxmlformats.org/officeDocument/2006/relationships/slideLayout" Target="../slideLayouts/slideLayout329.xml"/><Relationship Id="rId59" Type="http://schemas.openxmlformats.org/officeDocument/2006/relationships/slideLayout" Target="../slideLayouts/slideLayout342.xml"/><Relationship Id="rId67" Type="http://schemas.openxmlformats.org/officeDocument/2006/relationships/slideLayout" Target="../slideLayouts/slideLayout350.xml"/><Relationship Id="rId20" Type="http://schemas.openxmlformats.org/officeDocument/2006/relationships/slideLayout" Target="../slideLayouts/slideLayout303.xml"/><Relationship Id="rId41" Type="http://schemas.openxmlformats.org/officeDocument/2006/relationships/slideLayout" Target="../slideLayouts/slideLayout324.xml"/><Relationship Id="rId54" Type="http://schemas.openxmlformats.org/officeDocument/2006/relationships/slideLayout" Target="../slideLayouts/slideLayout337.xml"/><Relationship Id="rId62" Type="http://schemas.openxmlformats.org/officeDocument/2006/relationships/slideLayout" Target="../slideLayouts/slideLayout345.xml"/><Relationship Id="rId70" Type="http://schemas.openxmlformats.org/officeDocument/2006/relationships/slideLayout" Target="../slideLayouts/slideLayout353.xml"/><Relationship Id="rId75" Type="http://schemas.openxmlformats.org/officeDocument/2006/relationships/slideLayout" Target="../slideLayouts/slideLayout358.xml"/><Relationship Id="rId83" Type="http://schemas.openxmlformats.org/officeDocument/2006/relationships/slideLayout" Target="../slideLayouts/slideLayout366.xml"/><Relationship Id="rId1" Type="http://schemas.openxmlformats.org/officeDocument/2006/relationships/slideLayout" Target="../slideLayouts/slideLayout284.xml"/><Relationship Id="rId6" Type="http://schemas.openxmlformats.org/officeDocument/2006/relationships/slideLayout" Target="../slideLayouts/slideLayout289.xml"/><Relationship Id="rId15" Type="http://schemas.openxmlformats.org/officeDocument/2006/relationships/slideLayout" Target="../slideLayouts/slideLayout298.xml"/><Relationship Id="rId23" Type="http://schemas.openxmlformats.org/officeDocument/2006/relationships/slideLayout" Target="../slideLayouts/slideLayout306.xml"/><Relationship Id="rId28" Type="http://schemas.openxmlformats.org/officeDocument/2006/relationships/slideLayout" Target="../slideLayouts/slideLayout311.xml"/><Relationship Id="rId36" Type="http://schemas.openxmlformats.org/officeDocument/2006/relationships/slideLayout" Target="../slideLayouts/slideLayout319.xml"/><Relationship Id="rId49" Type="http://schemas.openxmlformats.org/officeDocument/2006/relationships/slideLayout" Target="../slideLayouts/slideLayout332.xml"/><Relationship Id="rId57" Type="http://schemas.openxmlformats.org/officeDocument/2006/relationships/slideLayout" Target="../slideLayouts/slideLayout340.xml"/><Relationship Id="rId10" Type="http://schemas.openxmlformats.org/officeDocument/2006/relationships/slideLayout" Target="../slideLayouts/slideLayout293.xml"/><Relationship Id="rId31" Type="http://schemas.openxmlformats.org/officeDocument/2006/relationships/slideLayout" Target="../slideLayouts/slideLayout314.xml"/><Relationship Id="rId44" Type="http://schemas.openxmlformats.org/officeDocument/2006/relationships/slideLayout" Target="../slideLayouts/slideLayout327.xml"/><Relationship Id="rId52" Type="http://schemas.openxmlformats.org/officeDocument/2006/relationships/slideLayout" Target="../slideLayouts/slideLayout335.xml"/><Relationship Id="rId60" Type="http://schemas.openxmlformats.org/officeDocument/2006/relationships/slideLayout" Target="../slideLayouts/slideLayout343.xml"/><Relationship Id="rId65" Type="http://schemas.openxmlformats.org/officeDocument/2006/relationships/slideLayout" Target="../slideLayouts/slideLayout348.xml"/><Relationship Id="rId73" Type="http://schemas.openxmlformats.org/officeDocument/2006/relationships/slideLayout" Target="../slideLayouts/slideLayout356.xml"/><Relationship Id="rId78" Type="http://schemas.openxmlformats.org/officeDocument/2006/relationships/slideLayout" Target="../slideLayouts/slideLayout361.xml"/><Relationship Id="rId81" Type="http://schemas.openxmlformats.org/officeDocument/2006/relationships/slideLayout" Target="../slideLayouts/slideLayout364.xml"/><Relationship Id="rId4" Type="http://schemas.openxmlformats.org/officeDocument/2006/relationships/slideLayout" Target="../slideLayouts/slideLayout287.xml"/><Relationship Id="rId9" Type="http://schemas.openxmlformats.org/officeDocument/2006/relationships/slideLayout" Target="../slideLayouts/slideLayout292.xml"/><Relationship Id="rId13" Type="http://schemas.openxmlformats.org/officeDocument/2006/relationships/slideLayout" Target="../slideLayouts/slideLayout296.xml"/><Relationship Id="rId18" Type="http://schemas.openxmlformats.org/officeDocument/2006/relationships/slideLayout" Target="../slideLayouts/slideLayout301.xml"/><Relationship Id="rId39" Type="http://schemas.openxmlformats.org/officeDocument/2006/relationships/slideLayout" Target="../slideLayouts/slideLayout322.xml"/><Relationship Id="rId34" Type="http://schemas.openxmlformats.org/officeDocument/2006/relationships/slideLayout" Target="../slideLayouts/slideLayout317.xml"/><Relationship Id="rId50" Type="http://schemas.openxmlformats.org/officeDocument/2006/relationships/slideLayout" Target="../slideLayouts/slideLayout333.xml"/><Relationship Id="rId55" Type="http://schemas.openxmlformats.org/officeDocument/2006/relationships/slideLayout" Target="../slideLayouts/slideLayout338.xml"/><Relationship Id="rId76" Type="http://schemas.openxmlformats.org/officeDocument/2006/relationships/slideLayout" Target="../slideLayouts/slideLayout359.xml"/><Relationship Id="rId7" Type="http://schemas.openxmlformats.org/officeDocument/2006/relationships/slideLayout" Target="../slideLayouts/slideLayout290.xml"/><Relationship Id="rId71" Type="http://schemas.openxmlformats.org/officeDocument/2006/relationships/slideLayout" Target="../slideLayouts/slideLayout354.xml"/><Relationship Id="rId2" Type="http://schemas.openxmlformats.org/officeDocument/2006/relationships/slideLayout" Target="../slideLayouts/slideLayout285.xml"/><Relationship Id="rId29" Type="http://schemas.openxmlformats.org/officeDocument/2006/relationships/slideLayout" Target="../slideLayouts/slideLayout312.xml"/><Relationship Id="rId24" Type="http://schemas.openxmlformats.org/officeDocument/2006/relationships/slideLayout" Target="../slideLayouts/slideLayout307.xml"/><Relationship Id="rId40" Type="http://schemas.openxmlformats.org/officeDocument/2006/relationships/slideLayout" Target="../slideLayouts/slideLayout323.xml"/><Relationship Id="rId45" Type="http://schemas.openxmlformats.org/officeDocument/2006/relationships/slideLayout" Target="../slideLayouts/slideLayout328.xml"/><Relationship Id="rId66" Type="http://schemas.openxmlformats.org/officeDocument/2006/relationships/slideLayout" Target="../slideLayouts/slideLayout349.xml"/><Relationship Id="rId61" Type="http://schemas.openxmlformats.org/officeDocument/2006/relationships/slideLayout" Target="../slideLayouts/slideLayout344.xml"/><Relationship Id="rId82" Type="http://schemas.openxmlformats.org/officeDocument/2006/relationships/slideLayout" Target="../slideLayouts/slideLayout365.xml"/></Relationships>
</file>

<file path=ppt/slideMasters/_rels/slideMaster7.xml.rels><?xml version="1.0" encoding="UTF-8" standalone="yes"?>
<Relationships xmlns="http://schemas.openxmlformats.org/package/2006/relationships"><Relationship Id="rId13" Type="http://schemas.openxmlformats.org/officeDocument/2006/relationships/slideLayout" Target="../slideLayouts/slideLayout380.xml"/><Relationship Id="rId18" Type="http://schemas.openxmlformats.org/officeDocument/2006/relationships/slideLayout" Target="../slideLayouts/slideLayout385.xml"/><Relationship Id="rId26" Type="http://schemas.openxmlformats.org/officeDocument/2006/relationships/slideLayout" Target="../slideLayouts/slideLayout393.xml"/><Relationship Id="rId39" Type="http://schemas.openxmlformats.org/officeDocument/2006/relationships/slideLayout" Target="../slideLayouts/slideLayout406.xml"/><Relationship Id="rId21" Type="http://schemas.openxmlformats.org/officeDocument/2006/relationships/slideLayout" Target="../slideLayouts/slideLayout388.xml"/><Relationship Id="rId34" Type="http://schemas.openxmlformats.org/officeDocument/2006/relationships/slideLayout" Target="../slideLayouts/slideLayout401.xml"/><Relationship Id="rId42" Type="http://schemas.openxmlformats.org/officeDocument/2006/relationships/slideLayout" Target="../slideLayouts/slideLayout409.xml"/><Relationship Id="rId47" Type="http://schemas.openxmlformats.org/officeDocument/2006/relationships/slideLayout" Target="../slideLayouts/slideLayout414.xml"/><Relationship Id="rId50" Type="http://schemas.openxmlformats.org/officeDocument/2006/relationships/slideLayout" Target="../slideLayouts/slideLayout417.xml"/><Relationship Id="rId7" Type="http://schemas.openxmlformats.org/officeDocument/2006/relationships/slideLayout" Target="../slideLayouts/slideLayout374.xml"/><Relationship Id="rId2" Type="http://schemas.openxmlformats.org/officeDocument/2006/relationships/slideLayout" Target="../slideLayouts/slideLayout369.xml"/><Relationship Id="rId16" Type="http://schemas.openxmlformats.org/officeDocument/2006/relationships/slideLayout" Target="../slideLayouts/slideLayout383.xml"/><Relationship Id="rId29" Type="http://schemas.openxmlformats.org/officeDocument/2006/relationships/slideLayout" Target="../slideLayouts/slideLayout396.xml"/><Relationship Id="rId11" Type="http://schemas.openxmlformats.org/officeDocument/2006/relationships/slideLayout" Target="../slideLayouts/slideLayout378.xml"/><Relationship Id="rId24" Type="http://schemas.openxmlformats.org/officeDocument/2006/relationships/slideLayout" Target="../slideLayouts/slideLayout391.xml"/><Relationship Id="rId32" Type="http://schemas.openxmlformats.org/officeDocument/2006/relationships/slideLayout" Target="../slideLayouts/slideLayout399.xml"/><Relationship Id="rId37" Type="http://schemas.openxmlformats.org/officeDocument/2006/relationships/slideLayout" Target="../slideLayouts/slideLayout404.xml"/><Relationship Id="rId40" Type="http://schemas.openxmlformats.org/officeDocument/2006/relationships/slideLayout" Target="../slideLayouts/slideLayout407.xml"/><Relationship Id="rId45" Type="http://schemas.openxmlformats.org/officeDocument/2006/relationships/slideLayout" Target="../slideLayouts/slideLayout412.xml"/><Relationship Id="rId5" Type="http://schemas.openxmlformats.org/officeDocument/2006/relationships/slideLayout" Target="../slideLayouts/slideLayout372.xml"/><Relationship Id="rId15" Type="http://schemas.openxmlformats.org/officeDocument/2006/relationships/slideLayout" Target="../slideLayouts/slideLayout382.xml"/><Relationship Id="rId23" Type="http://schemas.openxmlformats.org/officeDocument/2006/relationships/slideLayout" Target="../slideLayouts/slideLayout390.xml"/><Relationship Id="rId28" Type="http://schemas.openxmlformats.org/officeDocument/2006/relationships/slideLayout" Target="../slideLayouts/slideLayout395.xml"/><Relationship Id="rId36" Type="http://schemas.openxmlformats.org/officeDocument/2006/relationships/slideLayout" Target="../slideLayouts/slideLayout403.xml"/><Relationship Id="rId49" Type="http://schemas.openxmlformats.org/officeDocument/2006/relationships/slideLayout" Target="../slideLayouts/slideLayout416.xml"/><Relationship Id="rId10" Type="http://schemas.openxmlformats.org/officeDocument/2006/relationships/slideLayout" Target="../slideLayouts/slideLayout377.xml"/><Relationship Id="rId19" Type="http://schemas.openxmlformats.org/officeDocument/2006/relationships/slideLayout" Target="../slideLayouts/slideLayout386.xml"/><Relationship Id="rId31" Type="http://schemas.openxmlformats.org/officeDocument/2006/relationships/slideLayout" Target="../slideLayouts/slideLayout398.xml"/><Relationship Id="rId44" Type="http://schemas.openxmlformats.org/officeDocument/2006/relationships/slideLayout" Target="../slideLayouts/slideLayout411.xml"/><Relationship Id="rId52" Type="http://schemas.openxmlformats.org/officeDocument/2006/relationships/theme" Target="../theme/theme7.xml"/><Relationship Id="rId4" Type="http://schemas.openxmlformats.org/officeDocument/2006/relationships/slideLayout" Target="../slideLayouts/slideLayout371.xml"/><Relationship Id="rId9" Type="http://schemas.openxmlformats.org/officeDocument/2006/relationships/slideLayout" Target="../slideLayouts/slideLayout376.xml"/><Relationship Id="rId14" Type="http://schemas.openxmlformats.org/officeDocument/2006/relationships/slideLayout" Target="../slideLayouts/slideLayout381.xml"/><Relationship Id="rId22" Type="http://schemas.openxmlformats.org/officeDocument/2006/relationships/slideLayout" Target="../slideLayouts/slideLayout389.xml"/><Relationship Id="rId27" Type="http://schemas.openxmlformats.org/officeDocument/2006/relationships/slideLayout" Target="../slideLayouts/slideLayout394.xml"/><Relationship Id="rId30" Type="http://schemas.openxmlformats.org/officeDocument/2006/relationships/slideLayout" Target="../slideLayouts/slideLayout397.xml"/><Relationship Id="rId35" Type="http://schemas.openxmlformats.org/officeDocument/2006/relationships/slideLayout" Target="../slideLayouts/slideLayout402.xml"/><Relationship Id="rId43" Type="http://schemas.openxmlformats.org/officeDocument/2006/relationships/slideLayout" Target="../slideLayouts/slideLayout410.xml"/><Relationship Id="rId48" Type="http://schemas.openxmlformats.org/officeDocument/2006/relationships/slideLayout" Target="../slideLayouts/slideLayout415.xml"/><Relationship Id="rId8" Type="http://schemas.openxmlformats.org/officeDocument/2006/relationships/slideLayout" Target="../slideLayouts/slideLayout375.xml"/><Relationship Id="rId51" Type="http://schemas.openxmlformats.org/officeDocument/2006/relationships/slideLayout" Target="../slideLayouts/slideLayout418.xml"/><Relationship Id="rId3" Type="http://schemas.openxmlformats.org/officeDocument/2006/relationships/slideLayout" Target="../slideLayouts/slideLayout370.xml"/><Relationship Id="rId12" Type="http://schemas.openxmlformats.org/officeDocument/2006/relationships/slideLayout" Target="../slideLayouts/slideLayout379.xml"/><Relationship Id="rId17" Type="http://schemas.openxmlformats.org/officeDocument/2006/relationships/slideLayout" Target="../slideLayouts/slideLayout384.xml"/><Relationship Id="rId25" Type="http://schemas.openxmlformats.org/officeDocument/2006/relationships/slideLayout" Target="../slideLayouts/slideLayout392.xml"/><Relationship Id="rId33" Type="http://schemas.openxmlformats.org/officeDocument/2006/relationships/slideLayout" Target="../slideLayouts/slideLayout400.xml"/><Relationship Id="rId38" Type="http://schemas.openxmlformats.org/officeDocument/2006/relationships/slideLayout" Target="../slideLayouts/slideLayout405.xml"/><Relationship Id="rId46" Type="http://schemas.openxmlformats.org/officeDocument/2006/relationships/slideLayout" Target="../slideLayouts/slideLayout413.xml"/><Relationship Id="rId20" Type="http://schemas.openxmlformats.org/officeDocument/2006/relationships/slideLayout" Target="../slideLayouts/slideLayout387.xml"/><Relationship Id="rId41" Type="http://schemas.openxmlformats.org/officeDocument/2006/relationships/slideLayout" Target="../slideLayouts/slideLayout408.xml"/><Relationship Id="rId1" Type="http://schemas.openxmlformats.org/officeDocument/2006/relationships/slideLayout" Target="../slideLayouts/slideLayout368.xml"/><Relationship Id="rId6" Type="http://schemas.openxmlformats.org/officeDocument/2006/relationships/slideLayout" Target="../slideLayouts/slideLayout373.xml"/></Relationships>
</file>

<file path=ppt/slideMasters/_rels/slideMaster8.xml.rels><?xml version="1.0" encoding="UTF-8" standalone="yes"?>
<Relationships xmlns="http://schemas.openxmlformats.org/package/2006/relationships"><Relationship Id="rId13" Type="http://schemas.openxmlformats.org/officeDocument/2006/relationships/slideLayout" Target="../slideLayouts/slideLayout431.xml"/><Relationship Id="rId18" Type="http://schemas.openxmlformats.org/officeDocument/2006/relationships/slideLayout" Target="../slideLayouts/slideLayout436.xml"/><Relationship Id="rId26" Type="http://schemas.openxmlformats.org/officeDocument/2006/relationships/slideLayout" Target="../slideLayouts/slideLayout444.xml"/><Relationship Id="rId39" Type="http://schemas.openxmlformats.org/officeDocument/2006/relationships/slideLayout" Target="../slideLayouts/slideLayout457.xml"/><Relationship Id="rId21" Type="http://schemas.openxmlformats.org/officeDocument/2006/relationships/slideLayout" Target="../slideLayouts/slideLayout439.xml"/><Relationship Id="rId34" Type="http://schemas.openxmlformats.org/officeDocument/2006/relationships/slideLayout" Target="../slideLayouts/slideLayout452.xml"/><Relationship Id="rId42" Type="http://schemas.openxmlformats.org/officeDocument/2006/relationships/slideLayout" Target="../slideLayouts/slideLayout460.xml"/><Relationship Id="rId47" Type="http://schemas.openxmlformats.org/officeDocument/2006/relationships/slideLayout" Target="../slideLayouts/slideLayout465.xml"/><Relationship Id="rId50" Type="http://schemas.openxmlformats.org/officeDocument/2006/relationships/theme" Target="../theme/theme8.xml"/><Relationship Id="rId7" Type="http://schemas.openxmlformats.org/officeDocument/2006/relationships/slideLayout" Target="../slideLayouts/slideLayout425.xml"/><Relationship Id="rId2" Type="http://schemas.openxmlformats.org/officeDocument/2006/relationships/slideLayout" Target="../slideLayouts/slideLayout420.xml"/><Relationship Id="rId16" Type="http://schemas.openxmlformats.org/officeDocument/2006/relationships/slideLayout" Target="../slideLayouts/slideLayout434.xml"/><Relationship Id="rId29" Type="http://schemas.openxmlformats.org/officeDocument/2006/relationships/slideLayout" Target="../slideLayouts/slideLayout447.xml"/><Relationship Id="rId11" Type="http://schemas.openxmlformats.org/officeDocument/2006/relationships/slideLayout" Target="../slideLayouts/slideLayout429.xml"/><Relationship Id="rId24" Type="http://schemas.openxmlformats.org/officeDocument/2006/relationships/slideLayout" Target="../slideLayouts/slideLayout442.xml"/><Relationship Id="rId32" Type="http://schemas.openxmlformats.org/officeDocument/2006/relationships/slideLayout" Target="../slideLayouts/slideLayout450.xml"/><Relationship Id="rId37" Type="http://schemas.openxmlformats.org/officeDocument/2006/relationships/slideLayout" Target="../slideLayouts/slideLayout455.xml"/><Relationship Id="rId40" Type="http://schemas.openxmlformats.org/officeDocument/2006/relationships/slideLayout" Target="../slideLayouts/slideLayout458.xml"/><Relationship Id="rId45" Type="http://schemas.openxmlformats.org/officeDocument/2006/relationships/slideLayout" Target="../slideLayouts/slideLayout463.xml"/><Relationship Id="rId5" Type="http://schemas.openxmlformats.org/officeDocument/2006/relationships/slideLayout" Target="../slideLayouts/slideLayout423.xml"/><Relationship Id="rId15" Type="http://schemas.openxmlformats.org/officeDocument/2006/relationships/slideLayout" Target="../slideLayouts/slideLayout433.xml"/><Relationship Id="rId23" Type="http://schemas.openxmlformats.org/officeDocument/2006/relationships/slideLayout" Target="../slideLayouts/slideLayout441.xml"/><Relationship Id="rId28" Type="http://schemas.openxmlformats.org/officeDocument/2006/relationships/slideLayout" Target="../slideLayouts/slideLayout446.xml"/><Relationship Id="rId36" Type="http://schemas.openxmlformats.org/officeDocument/2006/relationships/slideLayout" Target="../slideLayouts/slideLayout454.xml"/><Relationship Id="rId49" Type="http://schemas.openxmlformats.org/officeDocument/2006/relationships/slideLayout" Target="../slideLayouts/slideLayout467.xml"/><Relationship Id="rId10" Type="http://schemas.openxmlformats.org/officeDocument/2006/relationships/slideLayout" Target="../slideLayouts/slideLayout428.xml"/><Relationship Id="rId19" Type="http://schemas.openxmlformats.org/officeDocument/2006/relationships/slideLayout" Target="../slideLayouts/slideLayout437.xml"/><Relationship Id="rId31" Type="http://schemas.openxmlformats.org/officeDocument/2006/relationships/slideLayout" Target="../slideLayouts/slideLayout449.xml"/><Relationship Id="rId44" Type="http://schemas.openxmlformats.org/officeDocument/2006/relationships/slideLayout" Target="../slideLayouts/slideLayout462.xml"/><Relationship Id="rId4" Type="http://schemas.openxmlformats.org/officeDocument/2006/relationships/slideLayout" Target="../slideLayouts/slideLayout422.xml"/><Relationship Id="rId9" Type="http://schemas.openxmlformats.org/officeDocument/2006/relationships/slideLayout" Target="../slideLayouts/slideLayout427.xml"/><Relationship Id="rId14" Type="http://schemas.openxmlformats.org/officeDocument/2006/relationships/slideLayout" Target="../slideLayouts/slideLayout432.xml"/><Relationship Id="rId22" Type="http://schemas.openxmlformats.org/officeDocument/2006/relationships/slideLayout" Target="../slideLayouts/slideLayout440.xml"/><Relationship Id="rId27" Type="http://schemas.openxmlformats.org/officeDocument/2006/relationships/slideLayout" Target="../slideLayouts/slideLayout445.xml"/><Relationship Id="rId30" Type="http://schemas.openxmlformats.org/officeDocument/2006/relationships/slideLayout" Target="../slideLayouts/slideLayout448.xml"/><Relationship Id="rId35" Type="http://schemas.openxmlformats.org/officeDocument/2006/relationships/slideLayout" Target="../slideLayouts/slideLayout453.xml"/><Relationship Id="rId43" Type="http://schemas.openxmlformats.org/officeDocument/2006/relationships/slideLayout" Target="../slideLayouts/slideLayout461.xml"/><Relationship Id="rId48" Type="http://schemas.openxmlformats.org/officeDocument/2006/relationships/slideLayout" Target="../slideLayouts/slideLayout466.xml"/><Relationship Id="rId8" Type="http://schemas.openxmlformats.org/officeDocument/2006/relationships/slideLayout" Target="../slideLayouts/slideLayout426.xml"/><Relationship Id="rId3" Type="http://schemas.openxmlformats.org/officeDocument/2006/relationships/slideLayout" Target="../slideLayouts/slideLayout421.xml"/><Relationship Id="rId12" Type="http://schemas.openxmlformats.org/officeDocument/2006/relationships/slideLayout" Target="../slideLayouts/slideLayout430.xml"/><Relationship Id="rId17" Type="http://schemas.openxmlformats.org/officeDocument/2006/relationships/slideLayout" Target="../slideLayouts/slideLayout435.xml"/><Relationship Id="rId25" Type="http://schemas.openxmlformats.org/officeDocument/2006/relationships/slideLayout" Target="../slideLayouts/slideLayout443.xml"/><Relationship Id="rId33" Type="http://schemas.openxmlformats.org/officeDocument/2006/relationships/slideLayout" Target="../slideLayouts/slideLayout451.xml"/><Relationship Id="rId38" Type="http://schemas.openxmlformats.org/officeDocument/2006/relationships/slideLayout" Target="../slideLayouts/slideLayout456.xml"/><Relationship Id="rId46" Type="http://schemas.openxmlformats.org/officeDocument/2006/relationships/slideLayout" Target="../slideLayouts/slideLayout464.xml"/><Relationship Id="rId20" Type="http://schemas.openxmlformats.org/officeDocument/2006/relationships/slideLayout" Target="../slideLayouts/slideLayout438.xml"/><Relationship Id="rId41" Type="http://schemas.openxmlformats.org/officeDocument/2006/relationships/slideLayout" Target="../slideLayouts/slideLayout459.xml"/><Relationship Id="rId1" Type="http://schemas.openxmlformats.org/officeDocument/2006/relationships/slideLayout" Target="../slideLayouts/slideLayout419.xml"/><Relationship Id="rId6" Type="http://schemas.openxmlformats.org/officeDocument/2006/relationships/slideLayout" Target="../slideLayouts/slideLayout424.xml"/></Relationships>
</file>

<file path=ppt/slideMasters/_rels/slideMaster9.xml.rels><?xml version="1.0" encoding="UTF-8" standalone="yes"?>
<Relationships xmlns="http://schemas.openxmlformats.org/package/2006/relationships"><Relationship Id="rId26" Type="http://schemas.openxmlformats.org/officeDocument/2006/relationships/slideLayout" Target="../slideLayouts/slideLayout493.xml"/><Relationship Id="rId21" Type="http://schemas.openxmlformats.org/officeDocument/2006/relationships/slideLayout" Target="../slideLayouts/slideLayout488.xml"/><Relationship Id="rId42" Type="http://schemas.openxmlformats.org/officeDocument/2006/relationships/slideLayout" Target="../slideLayouts/slideLayout509.xml"/><Relationship Id="rId47" Type="http://schemas.openxmlformats.org/officeDocument/2006/relationships/slideLayout" Target="../slideLayouts/slideLayout514.xml"/><Relationship Id="rId63" Type="http://schemas.openxmlformats.org/officeDocument/2006/relationships/slideLayout" Target="../slideLayouts/slideLayout530.xml"/><Relationship Id="rId68" Type="http://schemas.openxmlformats.org/officeDocument/2006/relationships/slideLayout" Target="../slideLayouts/slideLayout535.xml"/><Relationship Id="rId84" Type="http://schemas.openxmlformats.org/officeDocument/2006/relationships/slideLayout" Target="../slideLayouts/slideLayout551.xml"/><Relationship Id="rId16" Type="http://schemas.openxmlformats.org/officeDocument/2006/relationships/slideLayout" Target="../slideLayouts/slideLayout483.xml"/><Relationship Id="rId11" Type="http://schemas.openxmlformats.org/officeDocument/2006/relationships/slideLayout" Target="../slideLayouts/slideLayout478.xml"/><Relationship Id="rId32" Type="http://schemas.openxmlformats.org/officeDocument/2006/relationships/slideLayout" Target="../slideLayouts/slideLayout499.xml"/><Relationship Id="rId37" Type="http://schemas.openxmlformats.org/officeDocument/2006/relationships/slideLayout" Target="../slideLayouts/slideLayout504.xml"/><Relationship Id="rId53" Type="http://schemas.openxmlformats.org/officeDocument/2006/relationships/slideLayout" Target="../slideLayouts/slideLayout520.xml"/><Relationship Id="rId58" Type="http://schemas.openxmlformats.org/officeDocument/2006/relationships/slideLayout" Target="../slideLayouts/slideLayout525.xml"/><Relationship Id="rId74" Type="http://schemas.openxmlformats.org/officeDocument/2006/relationships/slideLayout" Target="../slideLayouts/slideLayout541.xml"/><Relationship Id="rId79" Type="http://schemas.openxmlformats.org/officeDocument/2006/relationships/slideLayout" Target="../slideLayouts/slideLayout546.xml"/><Relationship Id="rId5" Type="http://schemas.openxmlformats.org/officeDocument/2006/relationships/slideLayout" Target="../slideLayouts/slideLayout472.xml"/><Relationship Id="rId19" Type="http://schemas.openxmlformats.org/officeDocument/2006/relationships/slideLayout" Target="../slideLayouts/slideLayout486.xml"/><Relationship Id="rId14" Type="http://schemas.openxmlformats.org/officeDocument/2006/relationships/slideLayout" Target="../slideLayouts/slideLayout481.xml"/><Relationship Id="rId22" Type="http://schemas.openxmlformats.org/officeDocument/2006/relationships/slideLayout" Target="../slideLayouts/slideLayout489.xml"/><Relationship Id="rId27" Type="http://schemas.openxmlformats.org/officeDocument/2006/relationships/slideLayout" Target="../slideLayouts/slideLayout494.xml"/><Relationship Id="rId30" Type="http://schemas.openxmlformats.org/officeDocument/2006/relationships/slideLayout" Target="../slideLayouts/slideLayout497.xml"/><Relationship Id="rId35" Type="http://schemas.openxmlformats.org/officeDocument/2006/relationships/slideLayout" Target="../slideLayouts/slideLayout502.xml"/><Relationship Id="rId43" Type="http://schemas.openxmlformats.org/officeDocument/2006/relationships/slideLayout" Target="../slideLayouts/slideLayout510.xml"/><Relationship Id="rId48" Type="http://schemas.openxmlformats.org/officeDocument/2006/relationships/slideLayout" Target="../slideLayouts/slideLayout515.xml"/><Relationship Id="rId56" Type="http://schemas.openxmlformats.org/officeDocument/2006/relationships/slideLayout" Target="../slideLayouts/slideLayout523.xml"/><Relationship Id="rId64" Type="http://schemas.openxmlformats.org/officeDocument/2006/relationships/slideLayout" Target="../slideLayouts/slideLayout531.xml"/><Relationship Id="rId69" Type="http://schemas.openxmlformats.org/officeDocument/2006/relationships/slideLayout" Target="../slideLayouts/slideLayout536.xml"/><Relationship Id="rId77" Type="http://schemas.openxmlformats.org/officeDocument/2006/relationships/slideLayout" Target="../slideLayouts/slideLayout544.xml"/><Relationship Id="rId8" Type="http://schemas.openxmlformats.org/officeDocument/2006/relationships/slideLayout" Target="../slideLayouts/slideLayout475.xml"/><Relationship Id="rId51" Type="http://schemas.openxmlformats.org/officeDocument/2006/relationships/slideLayout" Target="../slideLayouts/slideLayout518.xml"/><Relationship Id="rId72" Type="http://schemas.openxmlformats.org/officeDocument/2006/relationships/slideLayout" Target="../slideLayouts/slideLayout539.xml"/><Relationship Id="rId80" Type="http://schemas.openxmlformats.org/officeDocument/2006/relationships/slideLayout" Target="../slideLayouts/slideLayout547.xml"/><Relationship Id="rId85" Type="http://schemas.openxmlformats.org/officeDocument/2006/relationships/theme" Target="../theme/theme9.xml"/><Relationship Id="rId3" Type="http://schemas.openxmlformats.org/officeDocument/2006/relationships/slideLayout" Target="../slideLayouts/slideLayout470.xml"/><Relationship Id="rId12" Type="http://schemas.openxmlformats.org/officeDocument/2006/relationships/slideLayout" Target="../slideLayouts/slideLayout479.xml"/><Relationship Id="rId17" Type="http://schemas.openxmlformats.org/officeDocument/2006/relationships/slideLayout" Target="../slideLayouts/slideLayout484.xml"/><Relationship Id="rId25" Type="http://schemas.openxmlformats.org/officeDocument/2006/relationships/slideLayout" Target="../slideLayouts/slideLayout492.xml"/><Relationship Id="rId33" Type="http://schemas.openxmlformats.org/officeDocument/2006/relationships/slideLayout" Target="../slideLayouts/slideLayout500.xml"/><Relationship Id="rId38" Type="http://schemas.openxmlformats.org/officeDocument/2006/relationships/slideLayout" Target="../slideLayouts/slideLayout505.xml"/><Relationship Id="rId46" Type="http://schemas.openxmlformats.org/officeDocument/2006/relationships/slideLayout" Target="../slideLayouts/slideLayout513.xml"/><Relationship Id="rId59" Type="http://schemas.openxmlformats.org/officeDocument/2006/relationships/slideLayout" Target="../slideLayouts/slideLayout526.xml"/><Relationship Id="rId67" Type="http://schemas.openxmlformats.org/officeDocument/2006/relationships/slideLayout" Target="../slideLayouts/slideLayout534.xml"/><Relationship Id="rId20" Type="http://schemas.openxmlformats.org/officeDocument/2006/relationships/slideLayout" Target="../slideLayouts/slideLayout487.xml"/><Relationship Id="rId41" Type="http://schemas.openxmlformats.org/officeDocument/2006/relationships/slideLayout" Target="../slideLayouts/slideLayout508.xml"/><Relationship Id="rId54" Type="http://schemas.openxmlformats.org/officeDocument/2006/relationships/slideLayout" Target="../slideLayouts/slideLayout521.xml"/><Relationship Id="rId62" Type="http://schemas.openxmlformats.org/officeDocument/2006/relationships/slideLayout" Target="../slideLayouts/slideLayout529.xml"/><Relationship Id="rId70" Type="http://schemas.openxmlformats.org/officeDocument/2006/relationships/slideLayout" Target="../slideLayouts/slideLayout537.xml"/><Relationship Id="rId75" Type="http://schemas.openxmlformats.org/officeDocument/2006/relationships/slideLayout" Target="../slideLayouts/slideLayout542.xml"/><Relationship Id="rId83" Type="http://schemas.openxmlformats.org/officeDocument/2006/relationships/slideLayout" Target="../slideLayouts/slideLayout550.xml"/><Relationship Id="rId1" Type="http://schemas.openxmlformats.org/officeDocument/2006/relationships/slideLayout" Target="../slideLayouts/slideLayout468.xml"/><Relationship Id="rId6" Type="http://schemas.openxmlformats.org/officeDocument/2006/relationships/slideLayout" Target="../slideLayouts/slideLayout473.xml"/><Relationship Id="rId15" Type="http://schemas.openxmlformats.org/officeDocument/2006/relationships/slideLayout" Target="../slideLayouts/slideLayout482.xml"/><Relationship Id="rId23" Type="http://schemas.openxmlformats.org/officeDocument/2006/relationships/slideLayout" Target="../slideLayouts/slideLayout490.xml"/><Relationship Id="rId28" Type="http://schemas.openxmlformats.org/officeDocument/2006/relationships/slideLayout" Target="../slideLayouts/slideLayout495.xml"/><Relationship Id="rId36" Type="http://schemas.openxmlformats.org/officeDocument/2006/relationships/slideLayout" Target="../slideLayouts/slideLayout503.xml"/><Relationship Id="rId49" Type="http://schemas.openxmlformats.org/officeDocument/2006/relationships/slideLayout" Target="../slideLayouts/slideLayout516.xml"/><Relationship Id="rId57" Type="http://schemas.openxmlformats.org/officeDocument/2006/relationships/slideLayout" Target="../slideLayouts/slideLayout524.xml"/><Relationship Id="rId10" Type="http://schemas.openxmlformats.org/officeDocument/2006/relationships/slideLayout" Target="../slideLayouts/slideLayout477.xml"/><Relationship Id="rId31" Type="http://schemas.openxmlformats.org/officeDocument/2006/relationships/slideLayout" Target="../slideLayouts/slideLayout498.xml"/><Relationship Id="rId44" Type="http://schemas.openxmlformats.org/officeDocument/2006/relationships/slideLayout" Target="../slideLayouts/slideLayout511.xml"/><Relationship Id="rId52" Type="http://schemas.openxmlformats.org/officeDocument/2006/relationships/slideLayout" Target="../slideLayouts/slideLayout519.xml"/><Relationship Id="rId60" Type="http://schemas.openxmlformats.org/officeDocument/2006/relationships/slideLayout" Target="../slideLayouts/slideLayout527.xml"/><Relationship Id="rId65" Type="http://schemas.openxmlformats.org/officeDocument/2006/relationships/slideLayout" Target="../slideLayouts/slideLayout532.xml"/><Relationship Id="rId73" Type="http://schemas.openxmlformats.org/officeDocument/2006/relationships/slideLayout" Target="../slideLayouts/slideLayout540.xml"/><Relationship Id="rId78" Type="http://schemas.openxmlformats.org/officeDocument/2006/relationships/slideLayout" Target="../slideLayouts/slideLayout545.xml"/><Relationship Id="rId81" Type="http://schemas.openxmlformats.org/officeDocument/2006/relationships/slideLayout" Target="../slideLayouts/slideLayout548.xml"/><Relationship Id="rId4" Type="http://schemas.openxmlformats.org/officeDocument/2006/relationships/slideLayout" Target="../slideLayouts/slideLayout471.xml"/><Relationship Id="rId9" Type="http://schemas.openxmlformats.org/officeDocument/2006/relationships/slideLayout" Target="../slideLayouts/slideLayout476.xml"/><Relationship Id="rId13" Type="http://schemas.openxmlformats.org/officeDocument/2006/relationships/slideLayout" Target="../slideLayouts/slideLayout480.xml"/><Relationship Id="rId18" Type="http://schemas.openxmlformats.org/officeDocument/2006/relationships/slideLayout" Target="../slideLayouts/slideLayout485.xml"/><Relationship Id="rId39" Type="http://schemas.openxmlformats.org/officeDocument/2006/relationships/slideLayout" Target="../slideLayouts/slideLayout506.xml"/><Relationship Id="rId34" Type="http://schemas.openxmlformats.org/officeDocument/2006/relationships/slideLayout" Target="../slideLayouts/slideLayout501.xml"/><Relationship Id="rId50" Type="http://schemas.openxmlformats.org/officeDocument/2006/relationships/slideLayout" Target="../slideLayouts/slideLayout517.xml"/><Relationship Id="rId55" Type="http://schemas.openxmlformats.org/officeDocument/2006/relationships/slideLayout" Target="../slideLayouts/slideLayout522.xml"/><Relationship Id="rId76" Type="http://schemas.openxmlformats.org/officeDocument/2006/relationships/slideLayout" Target="../slideLayouts/slideLayout543.xml"/><Relationship Id="rId7" Type="http://schemas.openxmlformats.org/officeDocument/2006/relationships/slideLayout" Target="../slideLayouts/slideLayout474.xml"/><Relationship Id="rId71" Type="http://schemas.openxmlformats.org/officeDocument/2006/relationships/slideLayout" Target="../slideLayouts/slideLayout538.xml"/><Relationship Id="rId2" Type="http://schemas.openxmlformats.org/officeDocument/2006/relationships/slideLayout" Target="../slideLayouts/slideLayout469.xml"/><Relationship Id="rId29" Type="http://schemas.openxmlformats.org/officeDocument/2006/relationships/slideLayout" Target="../slideLayouts/slideLayout496.xml"/><Relationship Id="rId24" Type="http://schemas.openxmlformats.org/officeDocument/2006/relationships/slideLayout" Target="../slideLayouts/slideLayout491.xml"/><Relationship Id="rId40" Type="http://schemas.openxmlformats.org/officeDocument/2006/relationships/slideLayout" Target="../slideLayouts/slideLayout507.xml"/><Relationship Id="rId45" Type="http://schemas.openxmlformats.org/officeDocument/2006/relationships/slideLayout" Target="../slideLayouts/slideLayout512.xml"/><Relationship Id="rId66" Type="http://schemas.openxmlformats.org/officeDocument/2006/relationships/slideLayout" Target="../slideLayouts/slideLayout533.xml"/><Relationship Id="rId61" Type="http://schemas.openxmlformats.org/officeDocument/2006/relationships/slideLayout" Target="../slideLayouts/slideLayout528.xml"/><Relationship Id="rId82" Type="http://schemas.openxmlformats.org/officeDocument/2006/relationships/slideLayout" Target="../slideLayouts/slideLayout549.xml"/></Relationships>
</file>

<file path=ppt/slideMasters/_rels/slideMaster10.xml.rels><?xml version="1.0" encoding="UTF-8" standalone="yes"?>
<Relationships xmlns="http://schemas.openxmlformats.org/package/2006/relationships"><Relationship Id="rId13" Type="http://schemas.openxmlformats.org/officeDocument/2006/relationships/slideLayout" Target="../slideLayouts/slideLayout564.xml"/><Relationship Id="rId18" Type="http://schemas.openxmlformats.org/officeDocument/2006/relationships/slideLayout" Target="../slideLayouts/slideLayout569.xml"/><Relationship Id="rId26" Type="http://schemas.openxmlformats.org/officeDocument/2006/relationships/slideLayout" Target="../slideLayouts/slideLayout577.xml"/><Relationship Id="rId39" Type="http://schemas.openxmlformats.org/officeDocument/2006/relationships/slideLayout" Target="../slideLayouts/slideLayout590.xml"/><Relationship Id="rId21" Type="http://schemas.openxmlformats.org/officeDocument/2006/relationships/slideLayout" Target="../slideLayouts/slideLayout572.xml"/><Relationship Id="rId34" Type="http://schemas.openxmlformats.org/officeDocument/2006/relationships/slideLayout" Target="../slideLayouts/slideLayout585.xml"/><Relationship Id="rId42" Type="http://schemas.openxmlformats.org/officeDocument/2006/relationships/slideLayout" Target="../slideLayouts/slideLayout593.xml"/><Relationship Id="rId47" Type="http://schemas.openxmlformats.org/officeDocument/2006/relationships/slideLayout" Target="../slideLayouts/slideLayout598.xml"/><Relationship Id="rId50" Type="http://schemas.openxmlformats.org/officeDocument/2006/relationships/slideLayout" Target="../slideLayouts/slideLayout601.xml"/><Relationship Id="rId7" Type="http://schemas.openxmlformats.org/officeDocument/2006/relationships/slideLayout" Target="../slideLayouts/slideLayout558.xml"/><Relationship Id="rId2" Type="http://schemas.openxmlformats.org/officeDocument/2006/relationships/slideLayout" Target="../slideLayouts/slideLayout553.xml"/><Relationship Id="rId16" Type="http://schemas.openxmlformats.org/officeDocument/2006/relationships/slideLayout" Target="../slideLayouts/slideLayout567.xml"/><Relationship Id="rId29" Type="http://schemas.openxmlformats.org/officeDocument/2006/relationships/slideLayout" Target="../slideLayouts/slideLayout580.xml"/><Relationship Id="rId11" Type="http://schemas.openxmlformats.org/officeDocument/2006/relationships/slideLayout" Target="../slideLayouts/slideLayout562.xml"/><Relationship Id="rId24" Type="http://schemas.openxmlformats.org/officeDocument/2006/relationships/slideLayout" Target="../slideLayouts/slideLayout575.xml"/><Relationship Id="rId32" Type="http://schemas.openxmlformats.org/officeDocument/2006/relationships/slideLayout" Target="../slideLayouts/slideLayout583.xml"/><Relationship Id="rId37" Type="http://schemas.openxmlformats.org/officeDocument/2006/relationships/slideLayout" Target="../slideLayouts/slideLayout588.xml"/><Relationship Id="rId40" Type="http://schemas.openxmlformats.org/officeDocument/2006/relationships/slideLayout" Target="../slideLayouts/slideLayout591.xml"/><Relationship Id="rId45" Type="http://schemas.openxmlformats.org/officeDocument/2006/relationships/slideLayout" Target="../slideLayouts/slideLayout596.xml"/><Relationship Id="rId5" Type="http://schemas.openxmlformats.org/officeDocument/2006/relationships/slideLayout" Target="../slideLayouts/slideLayout556.xml"/><Relationship Id="rId15" Type="http://schemas.openxmlformats.org/officeDocument/2006/relationships/slideLayout" Target="../slideLayouts/slideLayout566.xml"/><Relationship Id="rId23" Type="http://schemas.openxmlformats.org/officeDocument/2006/relationships/slideLayout" Target="../slideLayouts/slideLayout574.xml"/><Relationship Id="rId28" Type="http://schemas.openxmlformats.org/officeDocument/2006/relationships/slideLayout" Target="../slideLayouts/slideLayout579.xml"/><Relationship Id="rId36" Type="http://schemas.openxmlformats.org/officeDocument/2006/relationships/slideLayout" Target="../slideLayouts/slideLayout587.xml"/><Relationship Id="rId49" Type="http://schemas.openxmlformats.org/officeDocument/2006/relationships/slideLayout" Target="../slideLayouts/slideLayout600.xml"/><Relationship Id="rId10" Type="http://schemas.openxmlformats.org/officeDocument/2006/relationships/slideLayout" Target="../slideLayouts/slideLayout561.xml"/><Relationship Id="rId19" Type="http://schemas.openxmlformats.org/officeDocument/2006/relationships/slideLayout" Target="../slideLayouts/slideLayout570.xml"/><Relationship Id="rId31" Type="http://schemas.openxmlformats.org/officeDocument/2006/relationships/slideLayout" Target="../slideLayouts/slideLayout582.xml"/><Relationship Id="rId44" Type="http://schemas.openxmlformats.org/officeDocument/2006/relationships/slideLayout" Target="../slideLayouts/slideLayout595.xml"/><Relationship Id="rId52" Type="http://schemas.openxmlformats.org/officeDocument/2006/relationships/theme" Target="../theme/theme10.xml"/><Relationship Id="rId4" Type="http://schemas.openxmlformats.org/officeDocument/2006/relationships/slideLayout" Target="../slideLayouts/slideLayout555.xml"/><Relationship Id="rId9" Type="http://schemas.openxmlformats.org/officeDocument/2006/relationships/slideLayout" Target="../slideLayouts/slideLayout560.xml"/><Relationship Id="rId14" Type="http://schemas.openxmlformats.org/officeDocument/2006/relationships/slideLayout" Target="../slideLayouts/slideLayout565.xml"/><Relationship Id="rId22" Type="http://schemas.openxmlformats.org/officeDocument/2006/relationships/slideLayout" Target="../slideLayouts/slideLayout573.xml"/><Relationship Id="rId27" Type="http://schemas.openxmlformats.org/officeDocument/2006/relationships/slideLayout" Target="../slideLayouts/slideLayout578.xml"/><Relationship Id="rId30" Type="http://schemas.openxmlformats.org/officeDocument/2006/relationships/slideLayout" Target="../slideLayouts/slideLayout581.xml"/><Relationship Id="rId35" Type="http://schemas.openxmlformats.org/officeDocument/2006/relationships/slideLayout" Target="../slideLayouts/slideLayout586.xml"/><Relationship Id="rId43" Type="http://schemas.openxmlformats.org/officeDocument/2006/relationships/slideLayout" Target="../slideLayouts/slideLayout594.xml"/><Relationship Id="rId48" Type="http://schemas.openxmlformats.org/officeDocument/2006/relationships/slideLayout" Target="../slideLayouts/slideLayout599.xml"/><Relationship Id="rId8" Type="http://schemas.openxmlformats.org/officeDocument/2006/relationships/slideLayout" Target="../slideLayouts/slideLayout559.xml"/><Relationship Id="rId51" Type="http://schemas.openxmlformats.org/officeDocument/2006/relationships/slideLayout" Target="../slideLayouts/slideLayout602.xml"/><Relationship Id="rId3" Type="http://schemas.openxmlformats.org/officeDocument/2006/relationships/slideLayout" Target="../slideLayouts/slideLayout554.xml"/><Relationship Id="rId12" Type="http://schemas.openxmlformats.org/officeDocument/2006/relationships/slideLayout" Target="../slideLayouts/slideLayout563.xml"/><Relationship Id="rId17" Type="http://schemas.openxmlformats.org/officeDocument/2006/relationships/slideLayout" Target="../slideLayouts/slideLayout568.xml"/><Relationship Id="rId25" Type="http://schemas.openxmlformats.org/officeDocument/2006/relationships/slideLayout" Target="../slideLayouts/slideLayout576.xml"/><Relationship Id="rId33" Type="http://schemas.openxmlformats.org/officeDocument/2006/relationships/slideLayout" Target="../slideLayouts/slideLayout584.xml"/><Relationship Id="rId38" Type="http://schemas.openxmlformats.org/officeDocument/2006/relationships/slideLayout" Target="../slideLayouts/slideLayout589.xml"/><Relationship Id="rId46" Type="http://schemas.openxmlformats.org/officeDocument/2006/relationships/slideLayout" Target="../slideLayouts/slideLayout597.xml"/><Relationship Id="rId20" Type="http://schemas.openxmlformats.org/officeDocument/2006/relationships/slideLayout" Target="../slideLayouts/slideLayout571.xml"/><Relationship Id="rId41" Type="http://schemas.openxmlformats.org/officeDocument/2006/relationships/slideLayout" Target="../slideLayouts/slideLayout592.xml"/><Relationship Id="rId1" Type="http://schemas.openxmlformats.org/officeDocument/2006/relationships/slideLayout" Target="../slideLayouts/slideLayout552.xml"/><Relationship Id="rId6" Type="http://schemas.openxmlformats.org/officeDocument/2006/relationships/slideLayout" Target="../slideLayouts/slideLayout557.xml"/></Relationships>
</file>

<file path=ppt/slideMasters/_rels/slideMaster11.xml.rels><?xml version="1.0" encoding="UTF-8" standalone="yes"?>
<Relationships xmlns="http://schemas.openxmlformats.org/package/2006/relationships"><Relationship Id="rId13" Type="http://schemas.openxmlformats.org/officeDocument/2006/relationships/slideLayout" Target="../slideLayouts/slideLayout615.xml"/><Relationship Id="rId18" Type="http://schemas.openxmlformats.org/officeDocument/2006/relationships/slideLayout" Target="../slideLayouts/slideLayout620.xml"/><Relationship Id="rId26" Type="http://schemas.openxmlformats.org/officeDocument/2006/relationships/slideLayout" Target="../slideLayouts/slideLayout628.xml"/><Relationship Id="rId39" Type="http://schemas.openxmlformats.org/officeDocument/2006/relationships/slideLayout" Target="../slideLayouts/slideLayout641.xml"/><Relationship Id="rId21" Type="http://schemas.openxmlformats.org/officeDocument/2006/relationships/slideLayout" Target="../slideLayouts/slideLayout623.xml"/><Relationship Id="rId34" Type="http://schemas.openxmlformats.org/officeDocument/2006/relationships/slideLayout" Target="../slideLayouts/slideLayout636.xml"/><Relationship Id="rId42" Type="http://schemas.openxmlformats.org/officeDocument/2006/relationships/slideLayout" Target="../slideLayouts/slideLayout644.xml"/><Relationship Id="rId47" Type="http://schemas.openxmlformats.org/officeDocument/2006/relationships/slideLayout" Target="../slideLayouts/slideLayout649.xml"/><Relationship Id="rId50" Type="http://schemas.openxmlformats.org/officeDocument/2006/relationships/theme" Target="../theme/theme11.xml"/><Relationship Id="rId7" Type="http://schemas.openxmlformats.org/officeDocument/2006/relationships/slideLayout" Target="../slideLayouts/slideLayout609.xml"/><Relationship Id="rId2" Type="http://schemas.openxmlformats.org/officeDocument/2006/relationships/slideLayout" Target="../slideLayouts/slideLayout604.xml"/><Relationship Id="rId16" Type="http://schemas.openxmlformats.org/officeDocument/2006/relationships/slideLayout" Target="../slideLayouts/slideLayout618.xml"/><Relationship Id="rId29" Type="http://schemas.openxmlformats.org/officeDocument/2006/relationships/slideLayout" Target="../slideLayouts/slideLayout631.xml"/><Relationship Id="rId11" Type="http://schemas.openxmlformats.org/officeDocument/2006/relationships/slideLayout" Target="../slideLayouts/slideLayout613.xml"/><Relationship Id="rId24" Type="http://schemas.openxmlformats.org/officeDocument/2006/relationships/slideLayout" Target="../slideLayouts/slideLayout626.xml"/><Relationship Id="rId32" Type="http://schemas.openxmlformats.org/officeDocument/2006/relationships/slideLayout" Target="../slideLayouts/slideLayout634.xml"/><Relationship Id="rId37" Type="http://schemas.openxmlformats.org/officeDocument/2006/relationships/slideLayout" Target="../slideLayouts/slideLayout639.xml"/><Relationship Id="rId40" Type="http://schemas.openxmlformats.org/officeDocument/2006/relationships/slideLayout" Target="../slideLayouts/slideLayout642.xml"/><Relationship Id="rId45" Type="http://schemas.openxmlformats.org/officeDocument/2006/relationships/slideLayout" Target="../slideLayouts/slideLayout647.xml"/><Relationship Id="rId5" Type="http://schemas.openxmlformats.org/officeDocument/2006/relationships/slideLayout" Target="../slideLayouts/slideLayout607.xml"/><Relationship Id="rId15" Type="http://schemas.openxmlformats.org/officeDocument/2006/relationships/slideLayout" Target="../slideLayouts/slideLayout617.xml"/><Relationship Id="rId23" Type="http://schemas.openxmlformats.org/officeDocument/2006/relationships/slideLayout" Target="../slideLayouts/slideLayout625.xml"/><Relationship Id="rId28" Type="http://schemas.openxmlformats.org/officeDocument/2006/relationships/slideLayout" Target="../slideLayouts/slideLayout630.xml"/><Relationship Id="rId36" Type="http://schemas.openxmlformats.org/officeDocument/2006/relationships/slideLayout" Target="../slideLayouts/slideLayout638.xml"/><Relationship Id="rId49" Type="http://schemas.openxmlformats.org/officeDocument/2006/relationships/slideLayout" Target="../slideLayouts/slideLayout651.xml"/><Relationship Id="rId10" Type="http://schemas.openxmlformats.org/officeDocument/2006/relationships/slideLayout" Target="../slideLayouts/slideLayout612.xml"/><Relationship Id="rId19" Type="http://schemas.openxmlformats.org/officeDocument/2006/relationships/slideLayout" Target="../slideLayouts/slideLayout621.xml"/><Relationship Id="rId31" Type="http://schemas.openxmlformats.org/officeDocument/2006/relationships/slideLayout" Target="../slideLayouts/slideLayout633.xml"/><Relationship Id="rId44" Type="http://schemas.openxmlformats.org/officeDocument/2006/relationships/slideLayout" Target="../slideLayouts/slideLayout646.xml"/><Relationship Id="rId4" Type="http://schemas.openxmlformats.org/officeDocument/2006/relationships/slideLayout" Target="../slideLayouts/slideLayout606.xml"/><Relationship Id="rId9" Type="http://schemas.openxmlformats.org/officeDocument/2006/relationships/slideLayout" Target="../slideLayouts/slideLayout611.xml"/><Relationship Id="rId14" Type="http://schemas.openxmlformats.org/officeDocument/2006/relationships/slideLayout" Target="../slideLayouts/slideLayout616.xml"/><Relationship Id="rId22" Type="http://schemas.openxmlformats.org/officeDocument/2006/relationships/slideLayout" Target="../slideLayouts/slideLayout624.xml"/><Relationship Id="rId27" Type="http://schemas.openxmlformats.org/officeDocument/2006/relationships/slideLayout" Target="../slideLayouts/slideLayout629.xml"/><Relationship Id="rId30" Type="http://schemas.openxmlformats.org/officeDocument/2006/relationships/slideLayout" Target="../slideLayouts/slideLayout632.xml"/><Relationship Id="rId35" Type="http://schemas.openxmlformats.org/officeDocument/2006/relationships/slideLayout" Target="../slideLayouts/slideLayout637.xml"/><Relationship Id="rId43" Type="http://schemas.openxmlformats.org/officeDocument/2006/relationships/slideLayout" Target="../slideLayouts/slideLayout645.xml"/><Relationship Id="rId48" Type="http://schemas.openxmlformats.org/officeDocument/2006/relationships/slideLayout" Target="../slideLayouts/slideLayout650.xml"/><Relationship Id="rId8" Type="http://schemas.openxmlformats.org/officeDocument/2006/relationships/slideLayout" Target="../slideLayouts/slideLayout610.xml"/><Relationship Id="rId3" Type="http://schemas.openxmlformats.org/officeDocument/2006/relationships/slideLayout" Target="../slideLayouts/slideLayout605.xml"/><Relationship Id="rId12" Type="http://schemas.openxmlformats.org/officeDocument/2006/relationships/slideLayout" Target="../slideLayouts/slideLayout614.xml"/><Relationship Id="rId17" Type="http://schemas.openxmlformats.org/officeDocument/2006/relationships/slideLayout" Target="../slideLayouts/slideLayout619.xml"/><Relationship Id="rId25" Type="http://schemas.openxmlformats.org/officeDocument/2006/relationships/slideLayout" Target="../slideLayouts/slideLayout627.xml"/><Relationship Id="rId33" Type="http://schemas.openxmlformats.org/officeDocument/2006/relationships/slideLayout" Target="../slideLayouts/slideLayout635.xml"/><Relationship Id="rId38" Type="http://schemas.openxmlformats.org/officeDocument/2006/relationships/slideLayout" Target="../slideLayouts/slideLayout640.xml"/><Relationship Id="rId46" Type="http://schemas.openxmlformats.org/officeDocument/2006/relationships/slideLayout" Target="../slideLayouts/slideLayout648.xml"/><Relationship Id="rId20" Type="http://schemas.openxmlformats.org/officeDocument/2006/relationships/slideLayout" Target="../slideLayouts/slideLayout622.xml"/><Relationship Id="rId41" Type="http://schemas.openxmlformats.org/officeDocument/2006/relationships/slideLayout" Target="../slideLayouts/slideLayout643.xml"/><Relationship Id="rId1" Type="http://schemas.openxmlformats.org/officeDocument/2006/relationships/slideLayout" Target="../slideLayouts/slideLayout603.xml"/><Relationship Id="rId6" Type="http://schemas.openxmlformats.org/officeDocument/2006/relationships/slideLayout" Target="../slideLayouts/slideLayout608.xml"/></Relationships>
</file>

<file path=ppt/slideMasters/_rels/slideMaster12.xml.rels><?xml version="1.0" encoding="UTF-8" standalone="yes"?>
<Relationships xmlns="http://schemas.openxmlformats.org/package/2006/relationships"><Relationship Id="rId26" Type="http://schemas.openxmlformats.org/officeDocument/2006/relationships/slideLayout" Target="../slideLayouts/slideLayout677.xml"/><Relationship Id="rId21" Type="http://schemas.openxmlformats.org/officeDocument/2006/relationships/slideLayout" Target="../slideLayouts/slideLayout672.xml"/><Relationship Id="rId42" Type="http://schemas.openxmlformats.org/officeDocument/2006/relationships/slideLayout" Target="../slideLayouts/slideLayout693.xml"/><Relationship Id="rId47" Type="http://schemas.openxmlformats.org/officeDocument/2006/relationships/slideLayout" Target="../slideLayouts/slideLayout698.xml"/><Relationship Id="rId63" Type="http://schemas.openxmlformats.org/officeDocument/2006/relationships/slideLayout" Target="../slideLayouts/slideLayout714.xml"/><Relationship Id="rId68" Type="http://schemas.openxmlformats.org/officeDocument/2006/relationships/slideLayout" Target="../slideLayouts/slideLayout719.xml"/><Relationship Id="rId84" Type="http://schemas.openxmlformats.org/officeDocument/2006/relationships/slideLayout" Target="../slideLayouts/slideLayout735.xml"/><Relationship Id="rId16" Type="http://schemas.openxmlformats.org/officeDocument/2006/relationships/slideLayout" Target="../slideLayouts/slideLayout667.xml"/><Relationship Id="rId11" Type="http://schemas.openxmlformats.org/officeDocument/2006/relationships/slideLayout" Target="../slideLayouts/slideLayout662.xml"/><Relationship Id="rId32" Type="http://schemas.openxmlformats.org/officeDocument/2006/relationships/slideLayout" Target="../slideLayouts/slideLayout683.xml"/><Relationship Id="rId37" Type="http://schemas.openxmlformats.org/officeDocument/2006/relationships/slideLayout" Target="../slideLayouts/slideLayout688.xml"/><Relationship Id="rId53" Type="http://schemas.openxmlformats.org/officeDocument/2006/relationships/slideLayout" Target="../slideLayouts/slideLayout704.xml"/><Relationship Id="rId58" Type="http://schemas.openxmlformats.org/officeDocument/2006/relationships/slideLayout" Target="../slideLayouts/slideLayout709.xml"/><Relationship Id="rId74" Type="http://schemas.openxmlformats.org/officeDocument/2006/relationships/slideLayout" Target="../slideLayouts/slideLayout725.xml"/><Relationship Id="rId79" Type="http://schemas.openxmlformats.org/officeDocument/2006/relationships/slideLayout" Target="../slideLayouts/slideLayout730.xml"/><Relationship Id="rId5" Type="http://schemas.openxmlformats.org/officeDocument/2006/relationships/slideLayout" Target="../slideLayouts/slideLayout656.xml"/><Relationship Id="rId19" Type="http://schemas.openxmlformats.org/officeDocument/2006/relationships/slideLayout" Target="../slideLayouts/slideLayout670.xml"/><Relationship Id="rId14" Type="http://schemas.openxmlformats.org/officeDocument/2006/relationships/slideLayout" Target="../slideLayouts/slideLayout665.xml"/><Relationship Id="rId22" Type="http://schemas.openxmlformats.org/officeDocument/2006/relationships/slideLayout" Target="../slideLayouts/slideLayout673.xml"/><Relationship Id="rId27" Type="http://schemas.openxmlformats.org/officeDocument/2006/relationships/slideLayout" Target="../slideLayouts/slideLayout678.xml"/><Relationship Id="rId30" Type="http://schemas.openxmlformats.org/officeDocument/2006/relationships/slideLayout" Target="../slideLayouts/slideLayout681.xml"/><Relationship Id="rId35" Type="http://schemas.openxmlformats.org/officeDocument/2006/relationships/slideLayout" Target="../slideLayouts/slideLayout686.xml"/><Relationship Id="rId43" Type="http://schemas.openxmlformats.org/officeDocument/2006/relationships/slideLayout" Target="../slideLayouts/slideLayout694.xml"/><Relationship Id="rId48" Type="http://schemas.openxmlformats.org/officeDocument/2006/relationships/slideLayout" Target="../slideLayouts/slideLayout699.xml"/><Relationship Id="rId56" Type="http://schemas.openxmlformats.org/officeDocument/2006/relationships/slideLayout" Target="../slideLayouts/slideLayout707.xml"/><Relationship Id="rId64" Type="http://schemas.openxmlformats.org/officeDocument/2006/relationships/slideLayout" Target="../slideLayouts/slideLayout715.xml"/><Relationship Id="rId69" Type="http://schemas.openxmlformats.org/officeDocument/2006/relationships/slideLayout" Target="../slideLayouts/slideLayout720.xml"/><Relationship Id="rId77" Type="http://schemas.openxmlformats.org/officeDocument/2006/relationships/slideLayout" Target="../slideLayouts/slideLayout728.xml"/><Relationship Id="rId8" Type="http://schemas.openxmlformats.org/officeDocument/2006/relationships/slideLayout" Target="../slideLayouts/slideLayout659.xml"/><Relationship Id="rId51" Type="http://schemas.openxmlformats.org/officeDocument/2006/relationships/slideLayout" Target="../slideLayouts/slideLayout702.xml"/><Relationship Id="rId72" Type="http://schemas.openxmlformats.org/officeDocument/2006/relationships/slideLayout" Target="../slideLayouts/slideLayout723.xml"/><Relationship Id="rId80" Type="http://schemas.openxmlformats.org/officeDocument/2006/relationships/slideLayout" Target="../slideLayouts/slideLayout731.xml"/><Relationship Id="rId85" Type="http://schemas.openxmlformats.org/officeDocument/2006/relationships/theme" Target="../theme/theme12.xml"/><Relationship Id="rId3" Type="http://schemas.openxmlformats.org/officeDocument/2006/relationships/slideLayout" Target="../slideLayouts/slideLayout654.xml"/><Relationship Id="rId12" Type="http://schemas.openxmlformats.org/officeDocument/2006/relationships/slideLayout" Target="../slideLayouts/slideLayout663.xml"/><Relationship Id="rId17" Type="http://schemas.openxmlformats.org/officeDocument/2006/relationships/slideLayout" Target="../slideLayouts/slideLayout668.xml"/><Relationship Id="rId25" Type="http://schemas.openxmlformats.org/officeDocument/2006/relationships/slideLayout" Target="../slideLayouts/slideLayout676.xml"/><Relationship Id="rId33" Type="http://schemas.openxmlformats.org/officeDocument/2006/relationships/slideLayout" Target="../slideLayouts/slideLayout684.xml"/><Relationship Id="rId38" Type="http://schemas.openxmlformats.org/officeDocument/2006/relationships/slideLayout" Target="../slideLayouts/slideLayout689.xml"/><Relationship Id="rId46" Type="http://schemas.openxmlformats.org/officeDocument/2006/relationships/slideLayout" Target="../slideLayouts/slideLayout697.xml"/><Relationship Id="rId59" Type="http://schemas.openxmlformats.org/officeDocument/2006/relationships/slideLayout" Target="../slideLayouts/slideLayout710.xml"/><Relationship Id="rId67" Type="http://schemas.openxmlformats.org/officeDocument/2006/relationships/slideLayout" Target="../slideLayouts/slideLayout718.xml"/><Relationship Id="rId20" Type="http://schemas.openxmlformats.org/officeDocument/2006/relationships/slideLayout" Target="../slideLayouts/slideLayout671.xml"/><Relationship Id="rId41" Type="http://schemas.openxmlformats.org/officeDocument/2006/relationships/slideLayout" Target="../slideLayouts/slideLayout692.xml"/><Relationship Id="rId54" Type="http://schemas.openxmlformats.org/officeDocument/2006/relationships/slideLayout" Target="../slideLayouts/slideLayout705.xml"/><Relationship Id="rId62" Type="http://schemas.openxmlformats.org/officeDocument/2006/relationships/slideLayout" Target="../slideLayouts/slideLayout713.xml"/><Relationship Id="rId70" Type="http://schemas.openxmlformats.org/officeDocument/2006/relationships/slideLayout" Target="../slideLayouts/slideLayout721.xml"/><Relationship Id="rId75" Type="http://schemas.openxmlformats.org/officeDocument/2006/relationships/slideLayout" Target="../slideLayouts/slideLayout726.xml"/><Relationship Id="rId83" Type="http://schemas.openxmlformats.org/officeDocument/2006/relationships/slideLayout" Target="../slideLayouts/slideLayout734.xml"/><Relationship Id="rId1" Type="http://schemas.openxmlformats.org/officeDocument/2006/relationships/slideLayout" Target="../slideLayouts/slideLayout652.xml"/><Relationship Id="rId6" Type="http://schemas.openxmlformats.org/officeDocument/2006/relationships/slideLayout" Target="../slideLayouts/slideLayout657.xml"/><Relationship Id="rId15" Type="http://schemas.openxmlformats.org/officeDocument/2006/relationships/slideLayout" Target="../slideLayouts/slideLayout666.xml"/><Relationship Id="rId23" Type="http://schemas.openxmlformats.org/officeDocument/2006/relationships/slideLayout" Target="../slideLayouts/slideLayout674.xml"/><Relationship Id="rId28" Type="http://schemas.openxmlformats.org/officeDocument/2006/relationships/slideLayout" Target="../slideLayouts/slideLayout679.xml"/><Relationship Id="rId36" Type="http://schemas.openxmlformats.org/officeDocument/2006/relationships/slideLayout" Target="../slideLayouts/slideLayout687.xml"/><Relationship Id="rId49" Type="http://schemas.openxmlformats.org/officeDocument/2006/relationships/slideLayout" Target="../slideLayouts/slideLayout700.xml"/><Relationship Id="rId57" Type="http://schemas.openxmlformats.org/officeDocument/2006/relationships/slideLayout" Target="../slideLayouts/slideLayout708.xml"/><Relationship Id="rId10" Type="http://schemas.openxmlformats.org/officeDocument/2006/relationships/slideLayout" Target="../slideLayouts/slideLayout661.xml"/><Relationship Id="rId31" Type="http://schemas.openxmlformats.org/officeDocument/2006/relationships/slideLayout" Target="../slideLayouts/slideLayout682.xml"/><Relationship Id="rId44" Type="http://schemas.openxmlformats.org/officeDocument/2006/relationships/slideLayout" Target="../slideLayouts/slideLayout695.xml"/><Relationship Id="rId52" Type="http://schemas.openxmlformats.org/officeDocument/2006/relationships/slideLayout" Target="../slideLayouts/slideLayout703.xml"/><Relationship Id="rId60" Type="http://schemas.openxmlformats.org/officeDocument/2006/relationships/slideLayout" Target="../slideLayouts/slideLayout711.xml"/><Relationship Id="rId65" Type="http://schemas.openxmlformats.org/officeDocument/2006/relationships/slideLayout" Target="../slideLayouts/slideLayout716.xml"/><Relationship Id="rId73" Type="http://schemas.openxmlformats.org/officeDocument/2006/relationships/slideLayout" Target="../slideLayouts/slideLayout724.xml"/><Relationship Id="rId78" Type="http://schemas.openxmlformats.org/officeDocument/2006/relationships/slideLayout" Target="../slideLayouts/slideLayout729.xml"/><Relationship Id="rId81" Type="http://schemas.openxmlformats.org/officeDocument/2006/relationships/slideLayout" Target="../slideLayouts/slideLayout732.xml"/><Relationship Id="rId4" Type="http://schemas.openxmlformats.org/officeDocument/2006/relationships/slideLayout" Target="../slideLayouts/slideLayout655.xml"/><Relationship Id="rId9" Type="http://schemas.openxmlformats.org/officeDocument/2006/relationships/slideLayout" Target="../slideLayouts/slideLayout660.xml"/><Relationship Id="rId13" Type="http://schemas.openxmlformats.org/officeDocument/2006/relationships/slideLayout" Target="../slideLayouts/slideLayout664.xml"/><Relationship Id="rId18" Type="http://schemas.openxmlformats.org/officeDocument/2006/relationships/slideLayout" Target="../slideLayouts/slideLayout669.xml"/><Relationship Id="rId39" Type="http://schemas.openxmlformats.org/officeDocument/2006/relationships/slideLayout" Target="../slideLayouts/slideLayout690.xml"/><Relationship Id="rId34" Type="http://schemas.openxmlformats.org/officeDocument/2006/relationships/slideLayout" Target="../slideLayouts/slideLayout685.xml"/><Relationship Id="rId50" Type="http://schemas.openxmlformats.org/officeDocument/2006/relationships/slideLayout" Target="../slideLayouts/slideLayout701.xml"/><Relationship Id="rId55" Type="http://schemas.openxmlformats.org/officeDocument/2006/relationships/slideLayout" Target="../slideLayouts/slideLayout706.xml"/><Relationship Id="rId76" Type="http://schemas.openxmlformats.org/officeDocument/2006/relationships/slideLayout" Target="../slideLayouts/slideLayout727.xml"/><Relationship Id="rId7" Type="http://schemas.openxmlformats.org/officeDocument/2006/relationships/slideLayout" Target="../slideLayouts/slideLayout658.xml"/><Relationship Id="rId71" Type="http://schemas.openxmlformats.org/officeDocument/2006/relationships/slideLayout" Target="../slideLayouts/slideLayout722.xml"/><Relationship Id="rId2" Type="http://schemas.openxmlformats.org/officeDocument/2006/relationships/slideLayout" Target="../slideLayouts/slideLayout653.xml"/><Relationship Id="rId29" Type="http://schemas.openxmlformats.org/officeDocument/2006/relationships/slideLayout" Target="../slideLayouts/slideLayout680.xml"/><Relationship Id="rId24" Type="http://schemas.openxmlformats.org/officeDocument/2006/relationships/slideLayout" Target="../slideLayouts/slideLayout675.xml"/><Relationship Id="rId40" Type="http://schemas.openxmlformats.org/officeDocument/2006/relationships/slideLayout" Target="../slideLayouts/slideLayout691.xml"/><Relationship Id="rId45" Type="http://schemas.openxmlformats.org/officeDocument/2006/relationships/slideLayout" Target="../slideLayouts/slideLayout696.xml"/><Relationship Id="rId66" Type="http://schemas.openxmlformats.org/officeDocument/2006/relationships/slideLayout" Target="../slideLayouts/slideLayout717.xml"/><Relationship Id="rId61" Type="http://schemas.openxmlformats.org/officeDocument/2006/relationships/slideLayout" Target="../slideLayouts/slideLayout712.xml"/><Relationship Id="rId82" Type="http://schemas.openxmlformats.org/officeDocument/2006/relationships/slideLayout" Target="../slideLayouts/slideLayout733.xml"/></Relationships>
</file>

<file path=ppt/slideMasters/_rels/slideMaster13.xml.rels><?xml version="1.0" encoding="UTF-8" standalone="yes"?>
<Relationships xmlns="http://schemas.openxmlformats.org/package/2006/relationships"><Relationship Id="rId13" Type="http://schemas.openxmlformats.org/officeDocument/2006/relationships/slideLayout" Target="../slideLayouts/slideLayout748.xml"/><Relationship Id="rId18" Type="http://schemas.openxmlformats.org/officeDocument/2006/relationships/slideLayout" Target="../slideLayouts/slideLayout753.xml"/><Relationship Id="rId26" Type="http://schemas.openxmlformats.org/officeDocument/2006/relationships/slideLayout" Target="../slideLayouts/slideLayout761.xml"/><Relationship Id="rId39" Type="http://schemas.openxmlformats.org/officeDocument/2006/relationships/slideLayout" Target="../slideLayouts/slideLayout774.xml"/><Relationship Id="rId21" Type="http://schemas.openxmlformats.org/officeDocument/2006/relationships/slideLayout" Target="../slideLayouts/slideLayout756.xml"/><Relationship Id="rId34" Type="http://schemas.openxmlformats.org/officeDocument/2006/relationships/slideLayout" Target="../slideLayouts/slideLayout769.xml"/><Relationship Id="rId42" Type="http://schemas.openxmlformats.org/officeDocument/2006/relationships/slideLayout" Target="../slideLayouts/slideLayout777.xml"/><Relationship Id="rId47" Type="http://schemas.openxmlformats.org/officeDocument/2006/relationships/slideLayout" Target="../slideLayouts/slideLayout782.xml"/><Relationship Id="rId50" Type="http://schemas.openxmlformats.org/officeDocument/2006/relationships/slideLayout" Target="../slideLayouts/slideLayout785.xml"/><Relationship Id="rId7" Type="http://schemas.openxmlformats.org/officeDocument/2006/relationships/slideLayout" Target="../slideLayouts/slideLayout742.xml"/><Relationship Id="rId2" Type="http://schemas.openxmlformats.org/officeDocument/2006/relationships/slideLayout" Target="../slideLayouts/slideLayout737.xml"/><Relationship Id="rId16" Type="http://schemas.openxmlformats.org/officeDocument/2006/relationships/slideLayout" Target="../slideLayouts/slideLayout751.xml"/><Relationship Id="rId29" Type="http://schemas.openxmlformats.org/officeDocument/2006/relationships/slideLayout" Target="../slideLayouts/slideLayout764.xml"/><Relationship Id="rId11" Type="http://schemas.openxmlformats.org/officeDocument/2006/relationships/slideLayout" Target="../slideLayouts/slideLayout746.xml"/><Relationship Id="rId24" Type="http://schemas.openxmlformats.org/officeDocument/2006/relationships/slideLayout" Target="../slideLayouts/slideLayout759.xml"/><Relationship Id="rId32" Type="http://schemas.openxmlformats.org/officeDocument/2006/relationships/slideLayout" Target="../slideLayouts/slideLayout767.xml"/><Relationship Id="rId37" Type="http://schemas.openxmlformats.org/officeDocument/2006/relationships/slideLayout" Target="../slideLayouts/slideLayout772.xml"/><Relationship Id="rId40" Type="http://schemas.openxmlformats.org/officeDocument/2006/relationships/slideLayout" Target="../slideLayouts/slideLayout775.xml"/><Relationship Id="rId45" Type="http://schemas.openxmlformats.org/officeDocument/2006/relationships/slideLayout" Target="../slideLayouts/slideLayout780.xml"/><Relationship Id="rId5" Type="http://schemas.openxmlformats.org/officeDocument/2006/relationships/slideLayout" Target="../slideLayouts/slideLayout740.xml"/><Relationship Id="rId15" Type="http://schemas.openxmlformats.org/officeDocument/2006/relationships/slideLayout" Target="../slideLayouts/slideLayout750.xml"/><Relationship Id="rId23" Type="http://schemas.openxmlformats.org/officeDocument/2006/relationships/slideLayout" Target="../slideLayouts/slideLayout758.xml"/><Relationship Id="rId28" Type="http://schemas.openxmlformats.org/officeDocument/2006/relationships/slideLayout" Target="../slideLayouts/slideLayout763.xml"/><Relationship Id="rId36" Type="http://schemas.openxmlformats.org/officeDocument/2006/relationships/slideLayout" Target="../slideLayouts/slideLayout771.xml"/><Relationship Id="rId49" Type="http://schemas.openxmlformats.org/officeDocument/2006/relationships/slideLayout" Target="../slideLayouts/slideLayout784.xml"/><Relationship Id="rId10" Type="http://schemas.openxmlformats.org/officeDocument/2006/relationships/slideLayout" Target="../slideLayouts/slideLayout745.xml"/><Relationship Id="rId19" Type="http://schemas.openxmlformats.org/officeDocument/2006/relationships/slideLayout" Target="../slideLayouts/slideLayout754.xml"/><Relationship Id="rId31" Type="http://schemas.openxmlformats.org/officeDocument/2006/relationships/slideLayout" Target="../slideLayouts/slideLayout766.xml"/><Relationship Id="rId44" Type="http://schemas.openxmlformats.org/officeDocument/2006/relationships/slideLayout" Target="../slideLayouts/slideLayout779.xml"/><Relationship Id="rId4" Type="http://schemas.openxmlformats.org/officeDocument/2006/relationships/slideLayout" Target="../slideLayouts/slideLayout739.xml"/><Relationship Id="rId9" Type="http://schemas.openxmlformats.org/officeDocument/2006/relationships/slideLayout" Target="../slideLayouts/slideLayout744.xml"/><Relationship Id="rId14" Type="http://schemas.openxmlformats.org/officeDocument/2006/relationships/slideLayout" Target="../slideLayouts/slideLayout749.xml"/><Relationship Id="rId22" Type="http://schemas.openxmlformats.org/officeDocument/2006/relationships/slideLayout" Target="../slideLayouts/slideLayout757.xml"/><Relationship Id="rId27" Type="http://schemas.openxmlformats.org/officeDocument/2006/relationships/slideLayout" Target="../slideLayouts/slideLayout762.xml"/><Relationship Id="rId30" Type="http://schemas.openxmlformats.org/officeDocument/2006/relationships/slideLayout" Target="../slideLayouts/slideLayout765.xml"/><Relationship Id="rId35" Type="http://schemas.openxmlformats.org/officeDocument/2006/relationships/slideLayout" Target="../slideLayouts/slideLayout770.xml"/><Relationship Id="rId43" Type="http://schemas.openxmlformats.org/officeDocument/2006/relationships/slideLayout" Target="../slideLayouts/slideLayout778.xml"/><Relationship Id="rId48" Type="http://schemas.openxmlformats.org/officeDocument/2006/relationships/slideLayout" Target="../slideLayouts/slideLayout783.xml"/><Relationship Id="rId8" Type="http://schemas.openxmlformats.org/officeDocument/2006/relationships/slideLayout" Target="../slideLayouts/slideLayout743.xml"/><Relationship Id="rId51" Type="http://schemas.openxmlformats.org/officeDocument/2006/relationships/theme" Target="../theme/theme13.xml"/><Relationship Id="rId3" Type="http://schemas.openxmlformats.org/officeDocument/2006/relationships/slideLayout" Target="../slideLayouts/slideLayout738.xml"/><Relationship Id="rId12" Type="http://schemas.openxmlformats.org/officeDocument/2006/relationships/slideLayout" Target="../slideLayouts/slideLayout747.xml"/><Relationship Id="rId17" Type="http://schemas.openxmlformats.org/officeDocument/2006/relationships/slideLayout" Target="../slideLayouts/slideLayout752.xml"/><Relationship Id="rId25" Type="http://schemas.openxmlformats.org/officeDocument/2006/relationships/slideLayout" Target="../slideLayouts/slideLayout760.xml"/><Relationship Id="rId33" Type="http://schemas.openxmlformats.org/officeDocument/2006/relationships/slideLayout" Target="../slideLayouts/slideLayout768.xml"/><Relationship Id="rId38" Type="http://schemas.openxmlformats.org/officeDocument/2006/relationships/slideLayout" Target="../slideLayouts/slideLayout773.xml"/><Relationship Id="rId46" Type="http://schemas.openxmlformats.org/officeDocument/2006/relationships/slideLayout" Target="../slideLayouts/slideLayout781.xml"/><Relationship Id="rId20" Type="http://schemas.openxmlformats.org/officeDocument/2006/relationships/slideLayout" Target="../slideLayouts/slideLayout755.xml"/><Relationship Id="rId41" Type="http://schemas.openxmlformats.org/officeDocument/2006/relationships/slideLayout" Target="../slideLayouts/slideLayout776.xml"/><Relationship Id="rId1" Type="http://schemas.openxmlformats.org/officeDocument/2006/relationships/slideLayout" Target="../slideLayouts/slideLayout736.xml"/><Relationship Id="rId6" Type="http://schemas.openxmlformats.org/officeDocument/2006/relationships/slideLayout" Target="../slideLayouts/slideLayout741.xml"/></Relationships>
</file>

<file path=ppt/slideMasters/_rels/slideMaster14.xml.rels><?xml version="1.0" encoding="UTF-8" standalone="yes"?>
<Relationships xmlns="http://schemas.openxmlformats.org/package/2006/relationships"><Relationship Id="rId13" Type="http://schemas.openxmlformats.org/officeDocument/2006/relationships/slideLayout" Target="../slideLayouts/slideLayout798.xml"/><Relationship Id="rId18" Type="http://schemas.openxmlformats.org/officeDocument/2006/relationships/slideLayout" Target="../slideLayouts/slideLayout803.xml"/><Relationship Id="rId26" Type="http://schemas.openxmlformats.org/officeDocument/2006/relationships/slideLayout" Target="../slideLayouts/slideLayout811.xml"/><Relationship Id="rId39" Type="http://schemas.openxmlformats.org/officeDocument/2006/relationships/slideLayout" Target="../slideLayouts/slideLayout824.xml"/><Relationship Id="rId21" Type="http://schemas.openxmlformats.org/officeDocument/2006/relationships/slideLayout" Target="../slideLayouts/slideLayout806.xml"/><Relationship Id="rId34" Type="http://schemas.openxmlformats.org/officeDocument/2006/relationships/slideLayout" Target="../slideLayouts/slideLayout819.xml"/><Relationship Id="rId42" Type="http://schemas.openxmlformats.org/officeDocument/2006/relationships/slideLayout" Target="../slideLayouts/slideLayout827.xml"/><Relationship Id="rId47" Type="http://schemas.openxmlformats.org/officeDocument/2006/relationships/slideLayout" Target="../slideLayouts/slideLayout832.xml"/><Relationship Id="rId50" Type="http://schemas.openxmlformats.org/officeDocument/2006/relationships/theme" Target="../theme/theme14.xml"/><Relationship Id="rId7" Type="http://schemas.openxmlformats.org/officeDocument/2006/relationships/slideLayout" Target="../slideLayouts/slideLayout792.xml"/><Relationship Id="rId2" Type="http://schemas.openxmlformats.org/officeDocument/2006/relationships/slideLayout" Target="../slideLayouts/slideLayout787.xml"/><Relationship Id="rId16" Type="http://schemas.openxmlformats.org/officeDocument/2006/relationships/slideLayout" Target="../slideLayouts/slideLayout801.xml"/><Relationship Id="rId29" Type="http://schemas.openxmlformats.org/officeDocument/2006/relationships/slideLayout" Target="../slideLayouts/slideLayout814.xml"/><Relationship Id="rId11" Type="http://schemas.openxmlformats.org/officeDocument/2006/relationships/slideLayout" Target="../slideLayouts/slideLayout796.xml"/><Relationship Id="rId24" Type="http://schemas.openxmlformats.org/officeDocument/2006/relationships/slideLayout" Target="../slideLayouts/slideLayout809.xml"/><Relationship Id="rId32" Type="http://schemas.openxmlformats.org/officeDocument/2006/relationships/slideLayout" Target="../slideLayouts/slideLayout817.xml"/><Relationship Id="rId37" Type="http://schemas.openxmlformats.org/officeDocument/2006/relationships/slideLayout" Target="../slideLayouts/slideLayout822.xml"/><Relationship Id="rId40" Type="http://schemas.openxmlformats.org/officeDocument/2006/relationships/slideLayout" Target="../slideLayouts/slideLayout825.xml"/><Relationship Id="rId45" Type="http://schemas.openxmlformats.org/officeDocument/2006/relationships/slideLayout" Target="../slideLayouts/slideLayout830.xml"/><Relationship Id="rId5" Type="http://schemas.openxmlformats.org/officeDocument/2006/relationships/slideLayout" Target="../slideLayouts/slideLayout790.xml"/><Relationship Id="rId15" Type="http://schemas.openxmlformats.org/officeDocument/2006/relationships/slideLayout" Target="../slideLayouts/slideLayout800.xml"/><Relationship Id="rId23" Type="http://schemas.openxmlformats.org/officeDocument/2006/relationships/slideLayout" Target="../slideLayouts/slideLayout808.xml"/><Relationship Id="rId28" Type="http://schemas.openxmlformats.org/officeDocument/2006/relationships/slideLayout" Target="../slideLayouts/slideLayout813.xml"/><Relationship Id="rId36" Type="http://schemas.openxmlformats.org/officeDocument/2006/relationships/slideLayout" Target="../slideLayouts/slideLayout821.xml"/><Relationship Id="rId49" Type="http://schemas.openxmlformats.org/officeDocument/2006/relationships/slideLayout" Target="../slideLayouts/slideLayout834.xml"/><Relationship Id="rId10" Type="http://schemas.openxmlformats.org/officeDocument/2006/relationships/slideLayout" Target="../slideLayouts/slideLayout795.xml"/><Relationship Id="rId19" Type="http://schemas.openxmlformats.org/officeDocument/2006/relationships/slideLayout" Target="../slideLayouts/slideLayout804.xml"/><Relationship Id="rId31" Type="http://schemas.openxmlformats.org/officeDocument/2006/relationships/slideLayout" Target="../slideLayouts/slideLayout816.xml"/><Relationship Id="rId44" Type="http://schemas.openxmlformats.org/officeDocument/2006/relationships/slideLayout" Target="../slideLayouts/slideLayout829.xml"/><Relationship Id="rId4" Type="http://schemas.openxmlformats.org/officeDocument/2006/relationships/slideLayout" Target="../slideLayouts/slideLayout789.xml"/><Relationship Id="rId9" Type="http://schemas.openxmlformats.org/officeDocument/2006/relationships/slideLayout" Target="../slideLayouts/slideLayout794.xml"/><Relationship Id="rId14" Type="http://schemas.openxmlformats.org/officeDocument/2006/relationships/slideLayout" Target="../slideLayouts/slideLayout799.xml"/><Relationship Id="rId22" Type="http://schemas.openxmlformats.org/officeDocument/2006/relationships/slideLayout" Target="../slideLayouts/slideLayout807.xml"/><Relationship Id="rId27" Type="http://schemas.openxmlformats.org/officeDocument/2006/relationships/slideLayout" Target="../slideLayouts/slideLayout812.xml"/><Relationship Id="rId30" Type="http://schemas.openxmlformats.org/officeDocument/2006/relationships/slideLayout" Target="../slideLayouts/slideLayout815.xml"/><Relationship Id="rId35" Type="http://schemas.openxmlformats.org/officeDocument/2006/relationships/slideLayout" Target="../slideLayouts/slideLayout820.xml"/><Relationship Id="rId43" Type="http://schemas.openxmlformats.org/officeDocument/2006/relationships/slideLayout" Target="../slideLayouts/slideLayout828.xml"/><Relationship Id="rId48" Type="http://schemas.openxmlformats.org/officeDocument/2006/relationships/slideLayout" Target="../slideLayouts/slideLayout833.xml"/><Relationship Id="rId8" Type="http://schemas.openxmlformats.org/officeDocument/2006/relationships/slideLayout" Target="../slideLayouts/slideLayout793.xml"/><Relationship Id="rId3" Type="http://schemas.openxmlformats.org/officeDocument/2006/relationships/slideLayout" Target="../slideLayouts/slideLayout788.xml"/><Relationship Id="rId12" Type="http://schemas.openxmlformats.org/officeDocument/2006/relationships/slideLayout" Target="../slideLayouts/slideLayout797.xml"/><Relationship Id="rId17" Type="http://schemas.openxmlformats.org/officeDocument/2006/relationships/slideLayout" Target="../slideLayouts/slideLayout802.xml"/><Relationship Id="rId25" Type="http://schemas.openxmlformats.org/officeDocument/2006/relationships/slideLayout" Target="../slideLayouts/slideLayout810.xml"/><Relationship Id="rId33" Type="http://schemas.openxmlformats.org/officeDocument/2006/relationships/slideLayout" Target="../slideLayouts/slideLayout818.xml"/><Relationship Id="rId38" Type="http://schemas.openxmlformats.org/officeDocument/2006/relationships/slideLayout" Target="../slideLayouts/slideLayout823.xml"/><Relationship Id="rId46" Type="http://schemas.openxmlformats.org/officeDocument/2006/relationships/slideLayout" Target="../slideLayouts/slideLayout831.xml"/><Relationship Id="rId20" Type="http://schemas.openxmlformats.org/officeDocument/2006/relationships/slideLayout" Target="../slideLayouts/slideLayout805.xml"/><Relationship Id="rId41" Type="http://schemas.openxmlformats.org/officeDocument/2006/relationships/slideLayout" Target="../slideLayouts/slideLayout826.xml"/><Relationship Id="rId1" Type="http://schemas.openxmlformats.org/officeDocument/2006/relationships/slideLayout" Target="../slideLayouts/slideLayout786.xml"/><Relationship Id="rId6" Type="http://schemas.openxmlformats.org/officeDocument/2006/relationships/slideLayout" Target="../slideLayouts/slideLayout791.xml"/></Relationships>
</file>

<file path=ppt/slideMasters/_rels/slideMaster15.xml.rels><?xml version="1.0" encoding="UTF-8" standalone="yes"?>
<Relationships xmlns="http://schemas.openxmlformats.org/package/2006/relationships"><Relationship Id="rId26" Type="http://schemas.openxmlformats.org/officeDocument/2006/relationships/slideLayout" Target="../slideLayouts/slideLayout860.xml"/><Relationship Id="rId21" Type="http://schemas.openxmlformats.org/officeDocument/2006/relationships/slideLayout" Target="../slideLayouts/slideLayout855.xml"/><Relationship Id="rId42" Type="http://schemas.openxmlformats.org/officeDocument/2006/relationships/slideLayout" Target="../slideLayouts/slideLayout876.xml"/><Relationship Id="rId47" Type="http://schemas.openxmlformats.org/officeDocument/2006/relationships/slideLayout" Target="../slideLayouts/slideLayout881.xml"/><Relationship Id="rId63" Type="http://schemas.openxmlformats.org/officeDocument/2006/relationships/slideLayout" Target="../slideLayouts/slideLayout897.xml"/><Relationship Id="rId68" Type="http://schemas.openxmlformats.org/officeDocument/2006/relationships/slideLayout" Target="../slideLayouts/slideLayout902.xml"/><Relationship Id="rId84" Type="http://schemas.openxmlformats.org/officeDocument/2006/relationships/slideLayout" Target="../slideLayouts/slideLayout918.xml"/><Relationship Id="rId16" Type="http://schemas.openxmlformats.org/officeDocument/2006/relationships/slideLayout" Target="../slideLayouts/slideLayout850.xml"/><Relationship Id="rId11" Type="http://schemas.openxmlformats.org/officeDocument/2006/relationships/slideLayout" Target="../slideLayouts/slideLayout845.xml"/><Relationship Id="rId32" Type="http://schemas.openxmlformats.org/officeDocument/2006/relationships/slideLayout" Target="../slideLayouts/slideLayout866.xml"/><Relationship Id="rId37" Type="http://schemas.openxmlformats.org/officeDocument/2006/relationships/slideLayout" Target="../slideLayouts/slideLayout871.xml"/><Relationship Id="rId53" Type="http://schemas.openxmlformats.org/officeDocument/2006/relationships/slideLayout" Target="../slideLayouts/slideLayout887.xml"/><Relationship Id="rId58" Type="http://schemas.openxmlformats.org/officeDocument/2006/relationships/slideLayout" Target="../slideLayouts/slideLayout892.xml"/><Relationship Id="rId74" Type="http://schemas.openxmlformats.org/officeDocument/2006/relationships/slideLayout" Target="../slideLayouts/slideLayout908.xml"/><Relationship Id="rId79" Type="http://schemas.openxmlformats.org/officeDocument/2006/relationships/slideLayout" Target="../slideLayouts/slideLayout913.xml"/><Relationship Id="rId5" Type="http://schemas.openxmlformats.org/officeDocument/2006/relationships/slideLayout" Target="../slideLayouts/slideLayout839.xml"/><Relationship Id="rId19" Type="http://schemas.openxmlformats.org/officeDocument/2006/relationships/slideLayout" Target="../slideLayouts/slideLayout853.xml"/><Relationship Id="rId14" Type="http://schemas.openxmlformats.org/officeDocument/2006/relationships/slideLayout" Target="../slideLayouts/slideLayout848.xml"/><Relationship Id="rId22" Type="http://schemas.openxmlformats.org/officeDocument/2006/relationships/slideLayout" Target="../slideLayouts/slideLayout856.xml"/><Relationship Id="rId27" Type="http://schemas.openxmlformats.org/officeDocument/2006/relationships/slideLayout" Target="../slideLayouts/slideLayout861.xml"/><Relationship Id="rId30" Type="http://schemas.openxmlformats.org/officeDocument/2006/relationships/slideLayout" Target="../slideLayouts/slideLayout864.xml"/><Relationship Id="rId35" Type="http://schemas.openxmlformats.org/officeDocument/2006/relationships/slideLayout" Target="../slideLayouts/slideLayout869.xml"/><Relationship Id="rId43" Type="http://schemas.openxmlformats.org/officeDocument/2006/relationships/slideLayout" Target="../slideLayouts/slideLayout877.xml"/><Relationship Id="rId48" Type="http://schemas.openxmlformats.org/officeDocument/2006/relationships/slideLayout" Target="../slideLayouts/slideLayout882.xml"/><Relationship Id="rId56" Type="http://schemas.openxmlformats.org/officeDocument/2006/relationships/slideLayout" Target="../slideLayouts/slideLayout890.xml"/><Relationship Id="rId64" Type="http://schemas.openxmlformats.org/officeDocument/2006/relationships/slideLayout" Target="../slideLayouts/slideLayout898.xml"/><Relationship Id="rId69" Type="http://schemas.openxmlformats.org/officeDocument/2006/relationships/slideLayout" Target="../slideLayouts/slideLayout903.xml"/><Relationship Id="rId77" Type="http://schemas.openxmlformats.org/officeDocument/2006/relationships/slideLayout" Target="../slideLayouts/slideLayout911.xml"/><Relationship Id="rId8" Type="http://schemas.openxmlformats.org/officeDocument/2006/relationships/slideLayout" Target="../slideLayouts/slideLayout842.xml"/><Relationship Id="rId51" Type="http://schemas.openxmlformats.org/officeDocument/2006/relationships/slideLayout" Target="../slideLayouts/slideLayout885.xml"/><Relationship Id="rId72" Type="http://schemas.openxmlformats.org/officeDocument/2006/relationships/slideLayout" Target="../slideLayouts/slideLayout906.xml"/><Relationship Id="rId80" Type="http://schemas.openxmlformats.org/officeDocument/2006/relationships/slideLayout" Target="../slideLayouts/slideLayout914.xml"/><Relationship Id="rId85" Type="http://schemas.openxmlformats.org/officeDocument/2006/relationships/theme" Target="../theme/theme15.xml"/><Relationship Id="rId3" Type="http://schemas.openxmlformats.org/officeDocument/2006/relationships/slideLayout" Target="../slideLayouts/slideLayout837.xml"/><Relationship Id="rId12" Type="http://schemas.openxmlformats.org/officeDocument/2006/relationships/slideLayout" Target="../slideLayouts/slideLayout846.xml"/><Relationship Id="rId17" Type="http://schemas.openxmlformats.org/officeDocument/2006/relationships/slideLayout" Target="../slideLayouts/slideLayout851.xml"/><Relationship Id="rId25" Type="http://schemas.openxmlformats.org/officeDocument/2006/relationships/slideLayout" Target="../slideLayouts/slideLayout859.xml"/><Relationship Id="rId33" Type="http://schemas.openxmlformats.org/officeDocument/2006/relationships/slideLayout" Target="../slideLayouts/slideLayout867.xml"/><Relationship Id="rId38" Type="http://schemas.openxmlformats.org/officeDocument/2006/relationships/slideLayout" Target="../slideLayouts/slideLayout872.xml"/><Relationship Id="rId46" Type="http://schemas.openxmlformats.org/officeDocument/2006/relationships/slideLayout" Target="../slideLayouts/slideLayout880.xml"/><Relationship Id="rId59" Type="http://schemas.openxmlformats.org/officeDocument/2006/relationships/slideLayout" Target="../slideLayouts/slideLayout893.xml"/><Relationship Id="rId67" Type="http://schemas.openxmlformats.org/officeDocument/2006/relationships/slideLayout" Target="../slideLayouts/slideLayout901.xml"/><Relationship Id="rId20" Type="http://schemas.openxmlformats.org/officeDocument/2006/relationships/slideLayout" Target="../slideLayouts/slideLayout854.xml"/><Relationship Id="rId41" Type="http://schemas.openxmlformats.org/officeDocument/2006/relationships/slideLayout" Target="../slideLayouts/slideLayout875.xml"/><Relationship Id="rId54" Type="http://schemas.openxmlformats.org/officeDocument/2006/relationships/slideLayout" Target="../slideLayouts/slideLayout888.xml"/><Relationship Id="rId62" Type="http://schemas.openxmlformats.org/officeDocument/2006/relationships/slideLayout" Target="../slideLayouts/slideLayout896.xml"/><Relationship Id="rId70" Type="http://schemas.openxmlformats.org/officeDocument/2006/relationships/slideLayout" Target="../slideLayouts/slideLayout904.xml"/><Relationship Id="rId75" Type="http://schemas.openxmlformats.org/officeDocument/2006/relationships/slideLayout" Target="../slideLayouts/slideLayout909.xml"/><Relationship Id="rId83" Type="http://schemas.openxmlformats.org/officeDocument/2006/relationships/slideLayout" Target="../slideLayouts/slideLayout917.xml"/><Relationship Id="rId1" Type="http://schemas.openxmlformats.org/officeDocument/2006/relationships/slideLayout" Target="../slideLayouts/slideLayout835.xml"/><Relationship Id="rId6" Type="http://schemas.openxmlformats.org/officeDocument/2006/relationships/slideLayout" Target="../slideLayouts/slideLayout840.xml"/><Relationship Id="rId15" Type="http://schemas.openxmlformats.org/officeDocument/2006/relationships/slideLayout" Target="../slideLayouts/slideLayout849.xml"/><Relationship Id="rId23" Type="http://schemas.openxmlformats.org/officeDocument/2006/relationships/slideLayout" Target="../slideLayouts/slideLayout857.xml"/><Relationship Id="rId28" Type="http://schemas.openxmlformats.org/officeDocument/2006/relationships/slideLayout" Target="../slideLayouts/slideLayout862.xml"/><Relationship Id="rId36" Type="http://schemas.openxmlformats.org/officeDocument/2006/relationships/slideLayout" Target="../slideLayouts/slideLayout870.xml"/><Relationship Id="rId49" Type="http://schemas.openxmlformats.org/officeDocument/2006/relationships/slideLayout" Target="../slideLayouts/slideLayout883.xml"/><Relationship Id="rId57" Type="http://schemas.openxmlformats.org/officeDocument/2006/relationships/slideLayout" Target="../slideLayouts/slideLayout891.xml"/><Relationship Id="rId10" Type="http://schemas.openxmlformats.org/officeDocument/2006/relationships/slideLayout" Target="../slideLayouts/slideLayout844.xml"/><Relationship Id="rId31" Type="http://schemas.openxmlformats.org/officeDocument/2006/relationships/slideLayout" Target="../slideLayouts/slideLayout865.xml"/><Relationship Id="rId44" Type="http://schemas.openxmlformats.org/officeDocument/2006/relationships/slideLayout" Target="../slideLayouts/slideLayout878.xml"/><Relationship Id="rId52" Type="http://schemas.openxmlformats.org/officeDocument/2006/relationships/slideLayout" Target="../slideLayouts/slideLayout886.xml"/><Relationship Id="rId60" Type="http://schemas.openxmlformats.org/officeDocument/2006/relationships/slideLayout" Target="../slideLayouts/slideLayout894.xml"/><Relationship Id="rId65" Type="http://schemas.openxmlformats.org/officeDocument/2006/relationships/slideLayout" Target="../slideLayouts/slideLayout899.xml"/><Relationship Id="rId73" Type="http://schemas.openxmlformats.org/officeDocument/2006/relationships/slideLayout" Target="../slideLayouts/slideLayout907.xml"/><Relationship Id="rId78" Type="http://schemas.openxmlformats.org/officeDocument/2006/relationships/slideLayout" Target="../slideLayouts/slideLayout912.xml"/><Relationship Id="rId81" Type="http://schemas.openxmlformats.org/officeDocument/2006/relationships/slideLayout" Target="../slideLayouts/slideLayout915.xml"/><Relationship Id="rId4" Type="http://schemas.openxmlformats.org/officeDocument/2006/relationships/slideLayout" Target="../slideLayouts/slideLayout838.xml"/><Relationship Id="rId9" Type="http://schemas.openxmlformats.org/officeDocument/2006/relationships/slideLayout" Target="../slideLayouts/slideLayout843.xml"/><Relationship Id="rId13" Type="http://schemas.openxmlformats.org/officeDocument/2006/relationships/slideLayout" Target="../slideLayouts/slideLayout847.xml"/><Relationship Id="rId18" Type="http://schemas.openxmlformats.org/officeDocument/2006/relationships/slideLayout" Target="../slideLayouts/slideLayout852.xml"/><Relationship Id="rId39" Type="http://schemas.openxmlformats.org/officeDocument/2006/relationships/slideLayout" Target="../slideLayouts/slideLayout873.xml"/><Relationship Id="rId34" Type="http://schemas.openxmlformats.org/officeDocument/2006/relationships/slideLayout" Target="../slideLayouts/slideLayout868.xml"/><Relationship Id="rId50" Type="http://schemas.openxmlformats.org/officeDocument/2006/relationships/slideLayout" Target="../slideLayouts/slideLayout884.xml"/><Relationship Id="rId55" Type="http://schemas.openxmlformats.org/officeDocument/2006/relationships/slideLayout" Target="../slideLayouts/slideLayout889.xml"/><Relationship Id="rId76" Type="http://schemas.openxmlformats.org/officeDocument/2006/relationships/slideLayout" Target="../slideLayouts/slideLayout910.xml"/><Relationship Id="rId7" Type="http://schemas.openxmlformats.org/officeDocument/2006/relationships/slideLayout" Target="../slideLayouts/slideLayout841.xml"/><Relationship Id="rId71" Type="http://schemas.openxmlformats.org/officeDocument/2006/relationships/slideLayout" Target="../slideLayouts/slideLayout905.xml"/><Relationship Id="rId2" Type="http://schemas.openxmlformats.org/officeDocument/2006/relationships/slideLayout" Target="../slideLayouts/slideLayout836.xml"/><Relationship Id="rId29" Type="http://schemas.openxmlformats.org/officeDocument/2006/relationships/slideLayout" Target="../slideLayouts/slideLayout863.xml"/><Relationship Id="rId24" Type="http://schemas.openxmlformats.org/officeDocument/2006/relationships/slideLayout" Target="../slideLayouts/slideLayout858.xml"/><Relationship Id="rId40" Type="http://schemas.openxmlformats.org/officeDocument/2006/relationships/slideLayout" Target="../slideLayouts/slideLayout874.xml"/><Relationship Id="rId45" Type="http://schemas.openxmlformats.org/officeDocument/2006/relationships/slideLayout" Target="../slideLayouts/slideLayout879.xml"/><Relationship Id="rId66" Type="http://schemas.openxmlformats.org/officeDocument/2006/relationships/slideLayout" Target="../slideLayouts/slideLayout900.xml"/><Relationship Id="rId61" Type="http://schemas.openxmlformats.org/officeDocument/2006/relationships/slideLayout" Target="../slideLayouts/slideLayout895.xml"/><Relationship Id="rId82" Type="http://schemas.openxmlformats.org/officeDocument/2006/relationships/slideLayout" Target="../slideLayouts/slideLayout916.xml"/></Relationships>
</file>

<file path=ppt/slideMasters/_rels/slideMaster16.xml.rels><?xml version="1.0" encoding="UTF-8" standalone="yes"?>
<Relationships xmlns="http://schemas.openxmlformats.org/package/2006/relationships"><Relationship Id="rId13" Type="http://schemas.openxmlformats.org/officeDocument/2006/relationships/slideLayout" Target="../slideLayouts/slideLayout931.xml"/><Relationship Id="rId18" Type="http://schemas.openxmlformats.org/officeDocument/2006/relationships/slideLayout" Target="../slideLayouts/slideLayout936.xml"/><Relationship Id="rId26" Type="http://schemas.openxmlformats.org/officeDocument/2006/relationships/slideLayout" Target="../slideLayouts/slideLayout944.xml"/><Relationship Id="rId39" Type="http://schemas.openxmlformats.org/officeDocument/2006/relationships/slideLayout" Target="../slideLayouts/slideLayout957.xml"/><Relationship Id="rId21" Type="http://schemas.openxmlformats.org/officeDocument/2006/relationships/slideLayout" Target="../slideLayouts/slideLayout939.xml"/><Relationship Id="rId34" Type="http://schemas.openxmlformats.org/officeDocument/2006/relationships/slideLayout" Target="../slideLayouts/slideLayout952.xml"/><Relationship Id="rId42" Type="http://schemas.openxmlformats.org/officeDocument/2006/relationships/slideLayout" Target="../slideLayouts/slideLayout960.xml"/><Relationship Id="rId47" Type="http://schemas.openxmlformats.org/officeDocument/2006/relationships/slideLayout" Target="../slideLayouts/slideLayout965.xml"/><Relationship Id="rId50" Type="http://schemas.openxmlformats.org/officeDocument/2006/relationships/slideLayout" Target="../slideLayouts/slideLayout968.xml"/><Relationship Id="rId7" Type="http://schemas.openxmlformats.org/officeDocument/2006/relationships/slideLayout" Target="../slideLayouts/slideLayout925.xml"/><Relationship Id="rId2" Type="http://schemas.openxmlformats.org/officeDocument/2006/relationships/slideLayout" Target="../slideLayouts/slideLayout920.xml"/><Relationship Id="rId16" Type="http://schemas.openxmlformats.org/officeDocument/2006/relationships/slideLayout" Target="../slideLayouts/slideLayout934.xml"/><Relationship Id="rId29" Type="http://schemas.openxmlformats.org/officeDocument/2006/relationships/slideLayout" Target="../slideLayouts/slideLayout947.xml"/><Relationship Id="rId11" Type="http://schemas.openxmlformats.org/officeDocument/2006/relationships/slideLayout" Target="../slideLayouts/slideLayout929.xml"/><Relationship Id="rId24" Type="http://schemas.openxmlformats.org/officeDocument/2006/relationships/slideLayout" Target="../slideLayouts/slideLayout942.xml"/><Relationship Id="rId32" Type="http://schemas.openxmlformats.org/officeDocument/2006/relationships/slideLayout" Target="../slideLayouts/slideLayout950.xml"/><Relationship Id="rId37" Type="http://schemas.openxmlformats.org/officeDocument/2006/relationships/slideLayout" Target="../slideLayouts/slideLayout955.xml"/><Relationship Id="rId40" Type="http://schemas.openxmlformats.org/officeDocument/2006/relationships/slideLayout" Target="../slideLayouts/slideLayout958.xml"/><Relationship Id="rId45" Type="http://schemas.openxmlformats.org/officeDocument/2006/relationships/slideLayout" Target="../slideLayouts/slideLayout963.xml"/><Relationship Id="rId5" Type="http://schemas.openxmlformats.org/officeDocument/2006/relationships/slideLayout" Target="../slideLayouts/slideLayout923.xml"/><Relationship Id="rId15" Type="http://schemas.openxmlformats.org/officeDocument/2006/relationships/slideLayout" Target="../slideLayouts/slideLayout933.xml"/><Relationship Id="rId23" Type="http://schemas.openxmlformats.org/officeDocument/2006/relationships/slideLayout" Target="../slideLayouts/slideLayout941.xml"/><Relationship Id="rId28" Type="http://schemas.openxmlformats.org/officeDocument/2006/relationships/slideLayout" Target="../slideLayouts/slideLayout946.xml"/><Relationship Id="rId36" Type="http://schemas.openxmlformats.org/officeDocument/2006/relationships/slideLayout" Target="../slideLayouts/slideLayout954.xml"/><Relationship Id="rId49" Type="http://schemas.openxmlformats.org/officeDocument/2006/relationships/slideLayout" Target="../slideLayouts/slideLayout967.xml"/><Relationship Id="rId10" Type="http://schemas.openxmlformats.org/officeDocument/2006/relationships/slideLayout" Target="../slideLayouts/slideLayout928.xml"/><Relationship Id="rId19" Type="http://schemas.openxmlformats.org/officeDocument/2006/relationships/slideLayout" Target="../slideLayouts/slideLayout937.xml"/><Relationship Id="rId31" Type="http://schemas.openxmlformats.org/officeDocument/2006/relationships/slideLayout" Target="../slideLayouts/slideLayout949.xml"/><Relationship Id="rId44" Type="http://schemas.openxmlformats.org/officeDocument/2006/relationships/slideLayout" Target="../slideLayouts/slideLayout962.xml"/><Relationship Id="rId4" Type="http://schemas.openxmlformats.org/officeDocument/2006/relationships/slideLayout" Target="../slideLayouts/slideLayout922.xml"/><Relationship Id="rId9" Type="http://schemas.openxmlformats.org/officeDocument/2006/relationships/slideLayout" Target="../slideLayouts/slideLayout927.xml"/><Relationship Id="rId14" Type="http://schemas.openxmlformats.org/officeDocument/2006/relationships/slideLayout" Target="../slideLayouts/slideLayout932.xml"/><Relationship Id="rId22" Type="http://schemas.openxmlformats.org/officeDocument/2006/relationships/slideLayout" Target="../slideLayouts/slideLayout940.xml"/><Relationship Id="rId27" Type="http://schemas.openxmlformats.org/officeDocument/2006/relationships/slideLayout" Target="../slideLayouts/slideLayout945.xml"/><Relationship Id="rId30" Type="http://schemas.openxmlformats.org/officeDocument/2006/relationships/slideLayout" Target="../slideLayouts/slideLayout948.xml"/><Relationship Id="rId35" Type="http://schemas.openxmlformats.org/officeDocument/2006/relationships/slideLayout" Target="../slideLayouts/slideLayout953.xml"/><Relationship Id="rId43" Type="http://schemas.openxmlformats.org/officeDocument/2006/relationships/slideLayout" Target="../slideLayouts/slideLayout961.xml"/><Relationship Id="rId48" Type="http://schemas.openxmlformats.org/officeDocument/2006/relationships/slideLayout" Target="../slideLayouts/slideLayout966.xml"/><Relationship Id="rId8" Type="http://schemas.openxmlformats.org/officeDocument/2006/relationships/slideLayout" Target="../slideLayouts/slideLayout926.xml"/><Relationship Id="rId51" Type="http://schemas.openxmlformats.org/officeDocument/2006/relationships/theme" Target="../theme/theme16.xml"/><Relationship Id="rId3" Type="http://schemas.openxmlformats.org/officeDocument/2006/relationships/slideLayout" Target="../slideLayouts/slideLayout921.xml"/><Relationship Id="rId12" Type="http://schemas.openxmlformats.org/officeDocument/2006/relationships/slideLayout" Target="../slideLayouts/slideLayout930.xml"/><Relationship Id="rId17" Type="http://schemas.openxmlformats.org/officeDocument/2006/relationships/slideLayout" Target="../slideLayouts/slideLayout935.xml"/><Relationship Id="rId25" Type="http://schemas.openxmlformats.org/officeDocument/2006/relationships/slideLayout" Target="../slideLayouts/slideLayout943.xml"/><Relationship Id="rId33" Type="http://schemas.openxmlformats.org/officeDocument/2006/relationships/slideLayout" Target="../slideLayouts/slideLayout951.xml"/><Relationship Id="rId38" Type="http://schemas.openxmlformats.org/officeDocument/2006/relationships/slideLayout" Target="../slideLayouts/slideLayout956.xml"/><Relationship Id="rId46" Type="http://schemas.openxmlformats.org/officeDocument/2006/relationships/slideLayout" Target="../slideLayouts/slideLayout964.xml"/><Relationship Id="rId20" Type="http://schemas.openxmlformats.org/officeDocument/2006/relationships/slideLayout" Target="../slideLayouts/slideLayout938.xml"/><Relationship Id="rId41" Type="http://schemas.openxmlformats.org/officeDocument/2006/relationships/slideLayout" Target="../slideLayouts/slideLayout959.xml"/><Relationship Id="rId1" Type="http://schemas.openxmlformats.org/officeDocument/2006/relationships/slideLayout" Target="../slideLayouts/slideLayout919.xml"/><Relationship Id="rId6" Type="http://schemas.openxmlformats.org/officeDocument/2006/relationships/slideLayout" Target="../slideLayouts/slideLayout924.xml"/></Relationships>
</file>

<file path=ppt/slideMasters/_rels/slideMaster17.xml.rels><?xml version="1.0" encoding="UTF-8" standalone="yes"?>
<Relationships xmlns="http://schemas.openxmlformats.org/package/2006/relationships"><Relationship Id="rId13" Type="http://schemas.openxmlformats.org/officeDocument/2006/relationships/slideLayout" Target="../slideLayouts/slideLayout981.xml"/><Relationship Id="rId18" Type="http://schemas.openxmlformats.org/officeDocument/2006/relationships/slideLayout" Target="../slideLayouts/slideLayout986.xml"/><Relationship Id="rId26" Type="http://schemas.openxmlformats.org/officeDocument/2006/relationships/slideLayout" Target="../slideLayouts/slideLayout994.xml"/><Relationship Id="rId39" Type="http://schemas.openxmlformats.org/officeDocument/2006/relationships/slideLayout" Target="../slideLayouts/slideLayout1007.xml"/><Relationship Id="rId21" Type="http://schemas.openxmlformats.org/officeDocument/2006/relationships/slideLayout" Target="../slideLayouts/slideLayout989.xml"/><Relationship Id="rId34" Type="http://schemas.openxmlformats.org/officeDocument/2006/relationships/slideLayout" Target="../slideLayouts/slideLayout1002.xml"/><Relationship Id="rId42" Type="http://schemas.openxmlformats.org/officeDocument/2006/relationships/slideLayout" Target="../slideLayouts/slideLayout1010.xml"/><Relationship Id="rId47" Type="http://schemas.openxmlformats.org/officeDocument/2006/relationships/slideLayout" Target="../slideLayouts/slideLayout1015.xml"/><Relationship Id="rId50" Type="http://schemas.openxmlformats.org/officeDocument/2006/relationships/theme" Target="../theme/theme17.xml"/><Relationship Id="rId7" Type="http://schemas.openxmlformats.org/officeDocument/2006/relationships/slideLayout" Target="../slideLayouts/slideLayout975.xml"/><Relationship Id="rId2" Type="http://schemas.openxmlformats.org/officeDocument/2006/relationships/slideLayout" Target="../slideLayouts/slideLayout970.xml"/><Relationship Id="rId16" Type="http://schemas.openxmlformats.org/officeDocument/2006/relationships/slideLayout" Target="../slideLayouts/slideLayout984.xml"/><Relationship Id="rId29" Type="http://schemas.openxmlformats.org/officeDocument/2006/relationships/slideLayout" Target="../slideLayouts/slideLayout997.xml"/><Relationship Id="rId11" Type="http://schemas.openxmlformats.org/officeDocument/2006/relationships/slideLayout" Target="../slideLayouts/slideLayout979.xml"/><Relationship Id="rId24" Type="http://schemas.openxmlformats.org/officeDocument/2006/relationships/slideLayout" Target="../slideLayouts/slideLayout992.xml"/><Relationship Id="rId32" Type="http://schemas.openxmlformats.org/officeDocument/2006/relationships/slideLayout" Target="../slideLayouts/slideLayout1000.xml"/><Relationship Id="rId37" Type="http://schemas.openxmlformats.org/officeDocument/2006/relationships/slideLayout" Target="../slideLayouts/slideLayout1005.xml"/><Relationship Id="rId40" Type="http://schemas.openxmlformats.org/officeDocument/2006/relationships/slideLayout" Target="../slideLayouts/slideLayout1008.xml"/><Relationship Id="rId45" Type="http://schemas.openxmlformats.org/officeDocument/2006/relationships/slideLayout" Target="../slideLayouts/slideLayout1013.xml"/><Relationship Id="rId5" Type="http://schemas.openxmlformats.org/officeDocument/2006/relationships/slideLayout" Target="../slideLayouts/slideLayout973.xml"/><Relationship Id="rId15" Type="http://schemas.openxmlformats.org/officeDocument/2006/relationships/slideLayout" Target="../slideLayouts/slideLayout983.xml"/><Relationship Id="rId23" Type="http://schemas.openxmlformats.org/officeDocument/2006/relationships/slideLayout" Target="../slideLayouts/slideLayout991.xml"/><Relationship Id="rId28" Type="http://schemas.openxmlformats.org/officeDocument/2006/relationships/slideLayout" Target="../slideLayouts/slideLayout996.xml"/><Relationship Id="rId36" Type="http://schemas.openxmlformats.org/officeDocument/2006/relationships/slideLayout" Target="../slideLayouts/slideLayout1004.xml"/><Relationship Id="rId49" Type="http://schemas.openxmlformats.org/officeDocument/2006/relationships/slideLayout" Target="../slideLayouts/slideLayout1017.xml"/><Relationship Id="rId10" Type="http://schemas.openxmlformats.org/officeDocument/2006/relationships/slideLayout" Target="../slideLayouts/slideLayout978.xml"/><Relationship Id="rId19" Type="http://schemas.openxmlformats.org/officeDocument/2006/relationships/slideLayout" Target="../slideLayouts/slideLayout987.xml"/><Relationship Id="rId31" Type="http://schemas.openxmlformats.org/officeDocument/2006/relationships/slideLayout" Target="../slideLayouts/slideLayout999.xml"/><Relationship Id="rId44" Type="http://schemas.openxmlformats.org/officeDocument/2006/relationships/slideLayout" Target="../slideLayouts/slideLayout1012.xml"/><Relationship Id="rId4" Type="http://schemas.openxmlformats.org/officeDocument/2006/relationships/slideLayout" Target="../slideLayouts/slideLayout972.xml"/><Relationship Id="rId9" Type="http://schemas.openxmlformats.org/officeDocument/2006/relationships/slideLayout" Target="../slideLayouts/slideLayout977.xml"/><Relationship Id="rId14" Type="http://schemas.openxmlformats.org/officeDocument/2006/relationships/slideLayout" Target="../slideLayouts/slideLayout982.xml"/><Relationship Id="rId22" Type="http://schemas.openxmlformats.org/officeDocument/2006/relationships/slideLayout" Target="../slideLayouts/slideLayout990.xml"/><Relationship Id="rId27" Type="http://schemas.openxmlformats.org/officeDocument/2006/relationships/slideLayout" Target="../slideLayouts/slideLayout995.xml"/><Relationship Id="rId30" Type="http://schemas.openxmlformats.org/officeDocument/2006/relationships/slideLayout" Target="../slideLayouts/slideLayout998.xml"/><Relationship Id="rId35" Type="http://schemas.openxmlformats.org/officeDocument/2006/relationships/slideLayout" Target="../slideLayouts/slideLayout1003.xml"/><Relationship Id="rId43" Type="http://schemas.openxmlformats.org/officeDocument/2006/relationships/slideLayout" Target="../slideLayouts/slideLayout1011.xml"/><Relationship Id="rId48" Type="http://schemas.openxmlformats.org/officeDocument/2006/relationships/slideLayout" Target="../slideLayouts/slideLayout1016.xml"/><Relationship Id="rId8" Type="http://schemas.openxmlformats.org/officeDocument/2006/relationships/slideLayout" Target="../slideLayouts/slideLayout976.xml"/><Relationship Id="rId3" Type="http://schemas.openxmlformats.org/officeDocument/2006/relationships/slideLayout" Target="../slideLayouts/slideLayout971.xml"/><Relationship Id="rId12" Type="http://schemas.openxmlformats.org/officeDocument/2006/relationships/slideLayout" Target="../slideLayouts/slideLayout980.xml"/><Relationship Id="rId17" Type="http://schemas.openxmlformats.org/officeDocument/2006/relationships/slideLayout" Target="../slideLayouts/slideLayout985.xml"/><Relationship Id="rId25" Type="http://schemas.openxmlformats.org/officeDocument/2006/relationships/slideLayout" Target="../slideLayouts/slideLayout993.xml"/><Relationship Id="rId33" Type="http://schemas.openxmlformats.org/officeDocument/2006/relationships/slideLayout" Target="../slideLayouts/slideLayout1001.xml"/><Relationship Id="rId38" Type="http://schemas.openxmlformats.org/officeDocument/2006/relationships/slideLayout" Target="../slideLayouts/slideLayout1006.xml"/><Relationship Id="rId46" Type="http://schemas.openxmlformats.org/officeDocument/2006/relationships/slideLayout" Target="../slideLayouts/slideLayout1014.xml"/><Relationship Id="rId20" Type="http://schemas.openxmlformats.org/officeDocument/2006/relationships/slideLayout" Target="../slideLayouts/slideLayout988.xml"/><Relationship Id="rId41" Type="http://schemas.openxmlformats.org/officeDocument/2006/relationships/slideLayout" Target="../slideLayouts/slideLayout1009.xml"/><Relationship Id="rId1" Type="http://schemas.openxmlformats.org/officeDocument/2006/relationships/slideLayout" Target="../slideLayouts/slideLayout969.xml"/><Relationship Id="rId6" Type="http://schemas.openxmlformats.org/officeDocument/2006/relationships/slideLayout" Target="../slideLayouts/slideLayout974.xml"/></Relationships>
</file>

<file path=ppt/slideMasters/_rels/slideMaster18.xml.rels><?xml version="1.0" encoding="UTF-8" standalone="yes"?>
<Relationships xmlns="http://schemas.openxmlformats.org/package/2006/relationships"><Relationship Id="rId26" Type="http://schemas.openxmlformats.org/officeDocument/2006/relationships/slideLayout" Target="../slideLayouts/slideLayout1043.xml"/><Relationship Id="rId21" Type="http://schemas.openxmlformats.org/officeDocument/2006/relationships/slideLayout" Target="../slideLayouts/slideLayout1038.xml"/><Relationship Id="rId42" Type="http://schemas.openxmlformats.org/officeDocument/2006/relationships/slideLayout" Target="../slideLayouts/slideLayout1059.xml"/><Relationship Id="rId47" Type="http://schemas.openxmlformats.org/officeDocument/2006/relationships/slideLayout" Target="../slideLayouts/slideLayout1064.xml"/><Relationship Id="rId63" Type="http://schemas.openxmlformats.org/officeDocument/2006/relationships/slideLayout" Target="../slideLayouts/slideLayout1080.xml"/><Relationship Id="rId68" Type="http://schemas.openxmlformats.org/officeDocument/2006/relationships/slideLayout" Target="../slideLayouts/slideLayout1085.xml"/><Relationship Id="rId84" Type="http://schemas.openxmlformats.org/officeDocument/2006/relationships/slideLayout" Target="../slideLayouts/slideLayout1101.xml"/><Relationship Id="rId16" Type="http://schemas.openxmlformats.org/officeDocument/2006/relationships/slideLayout" Target="../slideLayouts/slideLayout1033.xml"/><Relationship Id="rId11" Type="http://schemas.openxmlformats.org/officeDocument/2006/relationships/slideLayout" Target="../slideLayouts/slideLayout1028.xml"/><Relationship Id="rId32" Type="http://schemas.openxmlformats.org/officeDocument/2006/relationships/slideLayout" Target="../slideLayouts/slideLayout1049.xml"/><Relationship Id="rId37" Type="http://schemas.openxmlformats.org/officeDocument/2006/relationships/slideLayout" Target="../slideLayouts/slideLayout1054.xml"/><Relationship Id="rId53" Type="http://schemas.openxmlformats.org/officeDocument/2006/relationships/slideLayout" Target="../slideLayouts/slideLayout1070.xml"/><Relationship Id="rId58" Type="http://schemas.openxmlformats.org/officeDocument/2006/relationships/slideLayout" Target="../slideLayouts/slideLayout1075.xml"/><Relationship Id="rId74" Type="http://schemas.openxmlformats.org/officeDocument/2006/relationships/slideLayout" Target="../slideLayouts/slideLayout1091.xml"/><Relationship Id="rId79" Type="http://schemas.openxmlformats.org/officeDocument/2006/relationships/slideLayout" Target="../slideLayouts/slideLayout1096.xml"/><Relationship Id="rId5" Type="http://schemas.openxmlformats.org/officeDocument/2006/relationships/slideLayout" Target="../slideLayouts/slideLayout1022.xml"/><Relationship Id="rId19" Type="http://schemas.openxmlformats.org/officeDocument/2006/relationships/slideLayout" Target="../slideLayouts/slideLayout1036.xml"/><Relationship Id="rId14" Type="http://schemas.openxmlformats.org/officeDocument/2006/relationships/slideLayout" Target="../slideLayouts/slideLayout1031.xml"/><Relationship Id="rId22" Type="http://schemas.openxmlformats.org/officeDocument/2006/relationships/slideLayout" Target="../slideLayouts/slideLayout1039.xml"/><Relationship Id="rId27" Type="http://schemas.openxmlformats.org/officeDocument/2006/relationships/slideLayout" Target="../slideLayouts/slideLayout1044.xml"/><Relationship Id="rId30" Type="http://schemas.openxmlformats.org/officeDocument/2006/relationships/slideLayout" Target="../slideLayouts/slideLayout1047.xml"/><Relationship Id="rId35" Type="http://schemas.openxmlformats.org/officeDocument/2006/relationships/slideLayout" Target="../slideLayouts/slideLayout1052.xml"/><Relationship Id="rId43" Type="http://schemas.openxmlformats.org/officeDocument/2006/relationships/slideLayout" Target="../slideLayouts/slideLayout1060.xml"/><Relationship Id="rId48" Type="http://schemas.openxmlformats.org/officeDocument/2006/relationships/slideLayout" Target="../slideLayouts/slideLayout1065.xml"/><Relationship Id="rId56" Type="http://schemas.openxmlformats.org/officeDocument/2006/relationships/slideLayout" Target="../slideLayouts/slideLayout1073.xml"/><Relationship Id="rId64" Type="http://schemas.openxmlformats.org/officeDocument/2006/relationships/slideLayout" Target="../slideLayouts/slideLayout1081.xml"/><Relationship Id="rId69" Type="http://schemas.openxmlformats.org/officeDocument/2006/relationships/slideLayout" Target="../slideLayouts/slideLayout1086.xml"/><Relationship Id="rId77" Type="http://schemas.openxmlformats.org/officeDocument/2006/relationships/slideLayout" Target="../slideLayouts/slideLayout1094.xml"/><Relationship Id="rId8" Type="http://schemas.openxmlformats.org/officeDocument/2006/relationships/slideLayout" Target="../slideLayouts/slideLayout1025.xml"/><Relationship Id="rId51" Type="http://schemas.openxmlformats.org/officeDocument/2006/relationships/slideLayout" Target="../slideLayouts/slideLayout1068.xml"/><Relationship Id="rId72" Type="http://schemas.openxmlformats.org/officeDocument/2006/relationships/slideLayout" Target="../slideLayouts/slideLayout1089.xml"/><Relationship Id="rId80" Type="http://schemas.openxmlformats.org/officeDocument/2006/relationships/slideLayout" Target="../slideLayouts/slideLayout1097.xml"/><Relationship Id="rId85" Type="http://schemas.openxmlformats.org/officeDocument/2006/relationships/theme" Target="../theme/theme18.xml"/><Relationship Id="rId3" Type="http://schemas.openxmlformats.org/officeDocument/2006/relationships/slideLayout" Target="../slideLayouts/slideLayout1020.xml"/><Relationship Id="rId12" Type="http://schemas.openxmlformats.org/officeDocument/2006/relationships/slideLayout" Target="../slideLayouts/slideLayout1029.xml"/><Relationship Id="rId17" Type="http://schemas.openxmlformats.org/officeDocument/2006/relationships/slideLayout" Target="../slideLayouts/slideLayout1034.xml"/><Relationship Id="rId25" Type="http://schemas.openxmlformats.org/officeDocument/2006/relationships/slideLayout" Target="../slideLayouts/slideLayout1042.xml"/><Relationship Id="rId33" Type="http://schemas.openxmlformats.org/officeDocument/2006/relationships/slideLayout" Target="../slideLayouts/slideLayout1050.xml"/><Relationship Id="rId38" Type="http://schemas.openxmlformats.org/officeDocument/2006/relationships/slideLayout" Target="../slideLayouts/slideLayout1055.xml"/><Relationship Id="rId46" Type="http://schemas.openxmlformats.org/officeDocument/2006/relationships/slideLayout" Target="../slideLayouts/slideLayout1063.xml"/><Relationship Id="rId59" Type="http://schemas.openxmlformats.org/officeDocument/2006/relationships/slideLayout" Target="../slideLayouts/slideLayout1076.xml"/><Relationship Id="rId67" Type="http://schemas.openxmlformats.org/officeDocument/2006/relationships/slideLayout" Target="../slideLayouts/slideLayout1084.xml"/><Relationship Id="rId20" Type="http://schemas.openxmlformats.org/officeDocument/2006/relationships/slideLayout" Target="../slideLayouts/slideLayout1037.xml"/><Relationship Id="rId41" Type="http://schemas.openxmlformats.org/officeDocument/2006/relationships/slideLayout" Target="../slideLayouts/slideLayout1058.xml"/><Relationship Id="rId54" Type="http://schemas.openxmlformats.org/officeDocument/2006/relationships/slideLayout" Target="../slideLayouts/slideLayout1071.xml"/><Relationship Id="rId62" Type="http://schemas.openxmlformats.org/officeDocument/2006/relationships/slideLayout" Target="../slideLayouts/slideLayout1079.xml"/><Relationship Id="rId70" Type="http://schemas.openxmlformats.org/officeDocument/2006/relationships/slideLayout" Target="../slideLayouts/slideLayout1087.xml"/><Relationship Id="rId75" Type="http://schemas.openxmlformats.org/officeDocument/2006/relationships/slideLayout" Target="../slideLayouts/slideLayout1092.xml"/><Relationship Id="rId83" Type="http://schemas.openxmlformats.org/officeDocument/2006/relationships/slideLayout" Target="../slideLayouts/slideLayout1100.xml"/><Relationship Id="rId1" Type="http://schemas.openxmlformats.org/officeDocument/2006/relationships/slideLayout" Target="../slideLayouts/slideLayout1018.xml"/><Relationship Id="rId6" Type="http://schemas.openxmlformats.org/officeDocument/2006/relationships/slideLayout" Target="../slideLayouts/slideLayout1023.xml"/><Relationship Id="rId15" Type="http://schemas.openxmlformats.org/officeDocument/2006/relationships/slideLayout" Target="../slideLayouts/slideLayout1032.xml"/><Relationship Id="rId23" Type="http://schemas.openxmlformats.org/officeDocument/2006/relationships/slideLayout" Target="../slideLayouts/slideLayout1040.xml"/><Relationship Id="rId28" Type="http://schemas.openxmlformats.org/officeDocument/2006/relationships/slideLayout" Target="../slideLayouts/slideLayout1045.xml"/><Relationship Id="rId36" Type="http://schemas.openxmlformats.org/officeDocument/2006/relationships/slideLayout" Target="../slideLayouts/slideLayout1053.xml"/><Relationship Id="rId49" Type="http://schemas.openxmlformats.org/officeDocument/2006/relationships/slideLayout" Target="../slideLayouts/slideLayout1066.xml"/><Relationship Id="rId57" Type="http://schemas.openxmlformats.org/officeDocument/2006/relationships/slideLayout" Target="../slideLayouts/slideLayout1074.xml"/><Relationship Id="rId10" Type="http://schemas.openxmlformats.org/officeDocument/2006/relationships/slideLayout" Target="../slideLayouts/slideLayout1027.xml"/><Relationship Id="rId31" Type="http://schemas.openxmlformats.org/officeDocument/2006/relationships/slideLayout" Target="../slideLayouts/slideLayout1048.xml"/><Relationship Id="rId44" Type="http://schemas.openxmlformats.org/officeDocument/2006/relationships/slideLayout" Target="../slideLayouts/slideLayout1061.xml"/><Relationship Id="rId52" Type="http://schemas.openxmlformats.org/officeDocument/2006/relationships/slideLayout" Target="../slideLayouts/slideLayout1069.xml"/><Relationship Id="rId60" Type="http://schemas.openxmlformats.org/officeDocument/2006/relationships/slideLayout" Target="../slideLayouts/slideLayout1077.xml"/><Relationship Id="rId65" Type="http://schemas.openxmlformats.org/officeDocument/2006/relationships/slideLayout" Target="../slideLayouts/slideLayout1082.xml"/><Relationship Id="rId73" Type="http://schemas.openxmlformats.org/officeDocument/2006/relationships/slideLayout" Target="../slideLayouts/slideLayout1090.xml"/><Relationship Id="rId78" Type="http://schemas.openxmlformats.org/officeDocument/2006/relationships/slideLayout" Target="../slideLayouts/slideLayout1095.xml"/><Relationship Id="rId81" Type="http://schemas.openxmlformats.org/officeDocument/2006/relationships/slideLayout" Target="../slideLayouts/slideLayout1098.xml"/><Relationship Id="rId4" Type="http://schemas.openxmlformats.org/officeDocument/2006/relationships/slideLayout" Target="../slideLayouts/slideLayout1021.xml"/><Relationship Id="rId9" Type="http://schemas.openxmlformats.org/officeDocument/2006/relationships/slideLayout" Target="../slideLayouts/slideLayout1026.xml"/><Relationship Id="rId13" Type="http://schemas.openxmlformats.org/officeDocument/2006/relationships/slideLayout" Target="../slideLayouts/slideLayout1030.xml"/><Relationship Id="rId18" Type="http://schemas.openxmlformats.org/officeDocument/2006/relationships/slideLayout" Target="../slideLayouts/slideLayout1035.xml"/><Relationship Id="rId39" Type="http://schemas.openxmlformats.org/officeDocument/2006/relationships/slideLayout" Target="../slideLayouts/slideLayout1056.xml"/><Relationship Id="rId34" Type="http://schemas.openxmlformats.org/officeDocument/2006/relationships/slideLayout" Target="../slideLayouts/slideLayout1051.xml"/><Relationship Id="rId50" Type="http://schemas.openxmlformats.org/officeDocument/2006/relationships/slideLayout" Target="../slideLayouts/slideLayout1067.xml"/><Relationship Id="rId55" Type="http://schemas.openxmlformats.org/officeDocument/2006/relationships/slideLayout" Target="../slideLayouts/slideLayout1072.xml"/><Relationship Id="rId76" Type="http://schemas.openxmlformats.org/officeDocument/2006/relationships/slideLayout" Target="../slideLayouts/slideLayout1093.xml"/><Relationship Id="rId7" Type="http://schemas.openxmlformats.org/officeDocument/2006/relationships/slideLayout" Target="../slideLayouts/slideLayout1024.xml"/><Relationship Id="rId71" Type="http://schemas.openxmlformats.org/officeDocument/2006/relationships/slideLayout" Target="../slideLayouts/slideLayout1088.xml"/><Relationship Id="rId2" Type="http://schemas.openxmlformats.org/officeDocument/2006/relationships/slideLayout" Target="../slideLayouts/slideLayout1019.xml"/><Relationship Id="rId29" Type="http://schemas.openxmlformats.org/officeDocument/2006/relationships/slideLayout" Target="../slideLayouts/slideLayout1046.xml"/><Relationship Id="rId24" Type="http://schemas.openxmlformats.org/officeDocument/2006/relationships/slideLayout" Target="../slideLayouts/slideLayout1041.xml"/><Relationship Id="rId40" Type="http://schemas.openxmlformats.org/officeDocument/2006/relationships/slideLayout" Target="../slideLayouts/slideLayout1057.xml"/><Relationship Id="rId45" Type="http://schemas.openxmlformats.org/officeDocument/2006/relationships/slideLayout" Target="../slideLayouts/slideLayout1062.xml"/><Relationship Id="rId66" Type="http://schemas.openxmlformats.org/officeDocument/2006/relationships/slideLayout" Target="../slideLayouts/slideLayout1083.xml"/><Relationship Id="rId61" Type="http://schemas.openxmlformats.org/officeDocument/2006/relationships/slideLayout" Target="../slideLayouts/slideLayout1078.xml"/><Relationship Id="rId82" Type="http://schemas.openxmlformats.org/officeDocument/2006/relationships/slideLayout" Target="../slideLayouts/slideLayout1099.xml"/></Relationships>
</file>

<file path=ppt/slideMasters/_rels/slideMaster19.xml.rels><?xml version="1.0" encoding="UTF-8" standalone="yes"?>
<Relationships xmlns="http://schemas.openxmlformats.org/package/2006/relationships"><Relationship Id="rId13" Type="http://schemas.openxmlformats.org/officeDocument/2006/relationships/slideLayout" Target="../slideLayouts/slideLayout1114.xml"/><Relationship Id="rId18" Type="http://schemas.openxmlformats.org/officeDocument/2006/relationships/slideLayout" Target="../slideLayouts/slideLayout1119.xml"/><Relationship Id="rId26" Type="http://schemas.openxmlformats.org/officeDocument/2006/relationships/slideLayout" Target="../slideLayouts/slideLayout1127.xml"/><Relationship Id="rId39" Type="http://schemas.openxmlformats.org/officeDocument/2006/relationships/slideLayout" Target="../slideLayouts/slideLayout1140.xml"/><Relationship Id="rId21" Type="http://schemas.openxmlformats.org/officeDocument/2006/relationships/slideLayout" Target="../slideLayouts/slideLayout1122.xml"/><Relationship Id="rId34" Type="http://schemas.openxmlformats.org/officeDocument/2006/relationships/slideLayout" Target="../slideLayouts/slideLayout1135.xml"/><Relationship Id="rId42" Type="http://schemas.openxmlformats.org/officeDocument/2006/relationships/slideLayout" Target="../slideLayouts/slideLayout1143.xml"/><Relationship Id="rId47" Type="http://schemas.openxmlformats.org/officeDocument/2006/relationships/slideLayout" Target="../slideLayouts/slideLayout1148.xml"/><Relationship Id="rId50" Type="http://schemas.openxmlformats.org/officeDocument/2006/relationships/slideLayout" Target="../slideLayouts/slideLayout1151.xml"/><Relationship Id="rId7" Type="http://schemas.openxmlformats.org/officeDocument/2006/relationships/slideLayout" Target="../slideLayouts/slideLayout1108.xml"/><Relationship Id="rId2" Type="http://schemas.openxmlformats.org/officeDocument/2006/relationships/slideLayout" Target="../slideLayouts/slideLayout1103.xml"/><Relationship Id="rId16" Type="http://schemas.openxmlformats.org/officeDocument/2006/relationships/slideLayout" Target="../slideLayouts/slideLayout1117.xml"/><Relationship Id="rId29" Type="http://schemas.openxmlformats.org/officeDocument/2006/relationships/slideLayout" Target="../slideLayouts/slideLayout1130.xml"/><Relationship Id="rId11" Type="http://schemas.openxmlformats.org/officeDocument/2006/relationships/slideLayout" Target="../slideLayouts/slideLayout1112.xml"/><Relationship Id="rId24" Type="http://schemas.openxmlformats.org/officeDocument/2006/relationships/slideLayout" Target="../slideLayouts/slideLayout1125.xml"/><Relationship Id="rId32" Type="http://schemas.openxmlformats.org/officeDocument/2006/relationships/slideLayout" Target="../slideLayouts/slideLayout1133.xml"/><Relationship Id="rId37" Type="http://schemas.openxmlformats.org/officeDocument/2006/relationships/slideLayout" Target="../slideLayouts/slideLayout1138.xml"/><Relationship Id="rId40" Type="http://schemas.openxmlformats.org/officeDocument/2006/relationships/slideLayout" Target="../slideLayouts/slideLayout1141.xml"/><Relationship Id="rId45" Type="http://schemas.openxmlformats.org/officeDocument/2006/relationships/slideLayout" Target="../slideLayouts/slideLayout1146.xml"/><Relationship Id="rId5" Type="http://schemas.openxmlformats.org/officeDocument/2006/relationships/slideLayout" Target="../slideLayouts/slideLayout1106.xml"/><Relationship Id="rId15" Type="http://schemas.openxmlformats.org/officeDocument/2006/relationships/slideLayout" Target="../slideLayouts/slideLayout1116.xml"/><Relationship Id="rId23" Type="http://schemas.openxmlformats.org/officeDocument/2006/relationships/slideLayout" Target="../slideLayouts/slideLayout1124.xml"/><Relationship Id="rId28" Type="http://schemas.openxmlformats.org/officeDocument/2006/relationships/slideLayout" Target="../slideLayouts/slideLayout1129.xml"/><Relationship Id="rId36" Type="http://schemas.openxmlformats.org/officeDocument/2006/relationships/slideLayout" Target="../slideLayouts/slideLayout1137.xml"/><Relationship Id="rId49" Type="http://schemas.openxmlformats.org/officeDocument/2006/relationships/slideLayout" Target="../slideLayouts/slideLayout1150.xml"/><Relationship Id="rId10" Type="http://schemas.openxmlformats.org/officeDocument/2006/relationships/slideLayout" Target="../slideLayouts/slideLayout1111.xml"/><Relationship Id="rId19" Type="http://schemas.openxmlformats.org/officeDocument/2006/relationships/slideLayout" Target="../slideLayouts/slideLayout1120.xml"/><Relationship Id="rId31" Type="http://schemas.openxmlformats.org/officeDocument/2006/relationships/slideLayout" Target="../slideLayouts/slideLayout1132.xml"/><Relationship Id="rId44" Type="http://schemas.openxmlformats.org/officeDocument/2006/relationships/slideLayout" Target="../slideLayouts/slideLayout1145.xml"/><Relationship Id="rId4" Type="http://schemas.openxmlformats.org/officeDocument/2006/relationships/slideLayout" Target="../slideLayouts/slideLayout1105.xml"/><Relationship Id="rId9" Type="http://schemas.openxmlformats.org/officeDocument/2006/relationships/slideLayout" Target="../slideLayouts/slideLayout1110.xml"/><Relationship Id="rId14" Type="http://schemas.openxmlformats.org/officeDocument/2006/relationships/slideLayout" Target="../slideLayouts/slideLayout1115.xml"/><Relationship Id="rId22" Type="http://schemas.openxmlformats.org/officeDocument/2006/relationships/slideLayout" Target="../slideLayouts/slideLayout1123.xml"/><Relationship Id="rId27" Type="http://schemas.openxmlformats.org/officeDocument/2006/relationships/slideLayout" Target="../slideLayouts/slideLayout1128.xml"/><Relationship Id="rId30" Type="http://schemas.openxmlformats.org/officeDocument/2006/relationships/slideLayout" Target="../slideLayouts/slideLayout1131.xml"/><Relationship Id="rId35" Type="http://schemas.openxmlformats.org/officeDocument/2006/relationships/slideLayout" Target="../slideLayouts/slideLayout1136.xml"/><Relationship Id="rId43" Type="http://schemas.openxmlformats.org/officeDocument/2006/relationships/slideLayout" Target="../slideLayouts/slideLayout1144.xml"/><Relationship Id="rId48" Type="http://schemas.openxmlformats.org/officeDocument/2006/relationships/slideLayout" Target="../slideLayouts/slideLayout1149.xml"/><Relationship Id="rId8" Type="http://schemas.openxmlformats.org/officeDocument/2006/relationships/slideLayout" Target="../slideLayouts/slideLayout1109.xml"/><Relationship Id="rId51" Type="http://schemas.openxmlformats.org/officeDocument/2006/relationships/theme" Target="../theme/theme19.xml"/><Relationship Id="rId3" Type="http://schemas.openxmlformats.org/officeDocument/2006/relationships/slideLayout" Target="../slideLayouts/slideLayout1104.xml"/><Relationship Id="rId12" Type="http://schemas.openxmlformats.org/officeDocument/2006/relationships/slideLayout" Target="../slideLayouts/slideLayout1113.xml"/><Relationship Id="rId17" Type="http://schemas.openxmlformats.org/officeDocument/2006/relationships/slideLayout" Target="../slideLayouts/slideLayout1118.xml"/><Relationship Id="rId25" Type="http://schemas.openxmlformats.org/officeDocument/2006/relationships/slideLayout" Target="../slideLayouts/slideLayout1126.xml"/><Relationship Id="rId33" Type="http://schemas.openxmlformats.org/officeDocument/2006/relationships/slideLayout" Target="../slideLayouts/slideLayout1134.xml"/><Relationship Id="rId38" Type="http://schemas.openxmlformats.org/officeDocument/2006/relationships/slideLayout" Target="../slideLayouts/slideLayout1139.xml"/><Relationship Id="rId46" Type="http://schemas.openxmlformats.org/officeDocument/2006/relationships/slideLayout" Target="../slideLayouts/slideLayout1147.xml"/><Relationship Id="rId20" Type="http://schemas.openxmlformats.org/officeDocument/2006/relationships/slideLayout" Target="../slideLayouts/slideLayout1121.xml"/><Relationship Id="rId41" Type="http://schemas.openxmlformats.org/officeDocument/2006/relationships/slideLayout" Target="../slideLayouts/slideLayout1142.xml"/><Relationship Id="rId1" Type="http://schemas.openxmlformats.org/officeDocument/2006/relationships/slideLayout" Target="../slideLayouts/slideLayout1102.xml"/><Relationship Id="rId6" Type="http://schemas.openxmlformats.org/officeDocument/2006/relationships/slideLayout" Target="../slideLayouts/slideLayout1107.xml"/></Relationships>
</file>

<file path=ppt/slideMasters/_rels/slideMaster20.xml.rels><?xml version="1.0" encoding="UTF-8" standalone="yes"?>
<Relationships xmlns="http://schemas.openxmlformats.org/package/2006/relationships"><Relationship Id="rId13" Type="http://schemas.openxmlformats.org/officeDocument/2006/relationships/slideLayout" Target="../slideLayouts/slideLayout1164.xml"/><Relationship Id="rId18" Type="http://schemas.openxmlformats.org/officeDocument/2006/relationships/slideLayout" Target="../slideLayouts/slideLayout1169.xml"/><Relationship Id="rId26" Type="http://schemas.openxmlformats.org/officeDocument/2006/relationships/slideLayout" Target="../slideLayouts/slideLayout1177.xml"/><Relationship Id="rId39" Type="http://schemas.openxmlformats.org/officeDocument/2006/relationships/slideLayout" Target="../slideLayouts/slideLayout1190.xml"/><Relationship Id="rId21" Type="http://schemas.openxmlformats.org/officeDocument/2006/relationships/slideLayout" Target="../slideLayouts/slideLayout1172.xml"/><Relationship Id="rId34" Type="http://schemas.openxmlformats.org/officeDocument/2006/relationships/slideLayout" Target="../slideLayouts/slideLayout1185.xml"/><Relationship Id="rId42" Type="http://schemas.openxmlformats.org/officeDocument/2006/relationships/slideLayout" Target="../slideLayouts/slideLayout1193.xml"/><Relationship Id="rId47" Type="http://schemas.openxmlformats.org/officeDocument/2006/relationships/slideLayout" Target="../slideLayouts/slideLayout1198.xml"/><Relationship Id="rId50" Type="http://schemas.openxmlformats.org/officeDocument/2006/relationships/theme" Target="../theme/theme20.xml"/><Relationship Id="rId7" Type="http://schemas.openxmlformats.org/officeDocument/2006/relationships/slideLayout" Target="../slideLayouts/slideLayout1158.xml"/><Relationship Id="rId2" Type="http://schemas.openxmlformats.org/officeDocument/2006/relationships/slideLayout" Target="../slideLayouts/slideLayout1153.xml"/><Relationship Id="rId16" Type="http://schemas.openxmlformats.org/officeDocument/2006/relationships/slideLayout" Target="../slideLayouts/slideLayout1167.xml"/><Relationship Id="rId29" Type="http://schemas.openxmlformats.org/officeDocument/2006/relationships/slideLayout" Target="../slideLayouts/slideLayout1180.xml"/><Relationship Id="rId11" Type="http://schemas.openxmlformats.org/officeDocument/2006/relationships/slideLayout" Target="../slideLayouts/slideLayout1162.xml"/><Relationship Id="rId24" Type="http://schemas.openxmlformats.org/officeDocument/2006/relationships/slideLayout" Target="../slideLayouts/slideLayout1175.xml"/><Relationship Id="rId32" Type="http://schemas.openxmlformats.org/officeDocument/2006/relationships/slideLayout" Target="../slideLayouts/slideLayout1183.xml"/><Relationship Id="rId37" Type="http://schemas.openxmlformats.org/officeDocument/2006/relationships/slideLayout" Target="../slideLayouts/slideLayout1188.xml"/><Relationship Id="rId40" Type="http://schemas.openxmlformats.org/officeDocument/2006/relationships/slideLayout" Target="../slideLayouts/slideLayout1191.xml"/><Relationship Id="rId45" Type="http://schemas.openxmlformats.org/officeDocument/2006/relationships/slideLayout" Target="../slideLayouts/slideLayout1196.xml"/><Relationship Id="rId5" Type="http://schemas.openxmlformats.org/officeDocument/2006/relationships/slideLayout" Target="../slideLayouts/slideLayout1156.xml"/><Relationship Id="rId15" Type="http://schemas.openxmlformats.org/officeDocument/2006/relationships/slideLayout" Target="../slideLayouts/slideLayout1166.xml"/><Relationship Id="rId23" Type="http://schemas.openxmlformats.org/officeDocument/2006/relationships/slideLayout" Target="../slideLayouts/slideLayout1174.xml"/><Relationship Id="rId28" Type="http://schemas.openxmlformats.org/officeDocument/2006/relationships/slideLayout" Target="../slideLayouts/slideLayout1179.xml"/><Relationship Id="rId36" Type="http://schemas.openxmlformats.org/officeDocument/2006/relationships/slideLayout" Target="../slideLayouts/slideLayout1187.xml"/><Relationship Id="rId49" Type="http://schemas.openxmlformats.org/officeDocument/2006/relationships/slideLayout" Target="../slideLayouts/slideLayout1200.xml"/><Relationship Id="rId10" Type="http://schemas.openxmlformats.org/officeDocument/2006/relationships/slideLayout" Target="../slideLayouts/slideLayout1161.xml"/><Relationship Id="rId19" Type="http://schemas.openxmlformats.org/officeDocument/2006/relationships/slideLayout" Target="../slideLayouts/slideLayout1170.xml"/><Relationship Id="rId31" Type="http://schemas.openxmlformats.org/officeDocument/2006/relationships/slideLayout" Target="../slideLayouts/slideLayout1182.xml"/><Relationship Id="rId44" Type="http://schemas.openxmlformats.org/officeDocument/2006/relationships/slideLayout" Target="../slideLayouts/slideLayout1195.xml"/><Relationship Id="rId4" Type="http://schemas.openxmlformats.org/officeDocument/2006/relationships/slideLayout" Target="../slideLayouts/slideLayout1155.xml"/><Relationship Id="rId9" Type="http://schemas.openxmlformats.org/officeDocument/2006/relationships/slideLayout" Target="../slideLayouts/slideLayout1160.xml"/><Relationship Id="rId14" Type="http://schemas.openxmlformats.org/officeDocument/2006/relationships/slideLayout" Target="../slideLayouts/slideLayout1165.xml"/><Relationship Id="rId22" Type="http://schemas.openxmlformats.org/officeDocument/2006/relationships/slideLayout" Target="../slideLayouts/slideLayout1173.xml"/><Relationship Id="rId27" Type="http://schemas.openxmlformats.org/officeDocument/2006/relationships/slideLayout" Target="../slideLayouts/slideLayout1178.xml"/><Relationship Id="rId30" Type="http://schemas.openxmlformats.org/officeDocument/2006/relationships/slideLayout" Target="../slideLayouts/slideLayout1181.xml"/><Relationship Id="rId35" Type="http://schemas.openxmlformats.org/officeDocument/2006/relationships/slideLayout" Target="../slideLayouts/slideLayout1186.xml"/><Relationship Id="rId43" Type="http://schemas.openxmlformats.org/officeDocument/2006/relationships/slideLayout" Target="../slideLayouts/slideLayout1194.xml"/><Relationship Id="rId48" Type="http://schemas.openxmlformats.org/officeDocument/2006/relationships/slideLayout" Target="../slideLayouts/slideLayout1199.xml"/><Relationship Id="rId8" Type="http://schemas.openxmlformats.org/officeDocument/2006/relationships/slideLayout" Target="../slideLayouts/slideLayout1159.xml"/><Relationship Id="rId3" Type="http://schemas.openxmlformats.org/officeDocument/2006/relationships/slideLayout" Target="../slideLayouts/slideLayout1154.xml"/><Relationship Id="rId12" Type="http://schemas.openxmlformats.org/officeDocument/2006/relationships/slideLayout" Target="../slideLayouts/slideLayout1163.xml"/><Relationship Id="rId17" Type="http://schemas.openxmlformats.org/officeDocument/2006/relationships/slideLayout" Target="../slideLayouts/slideLayout1168.xml"/><Relationship Id="rId25" Type="http://schemas.openxmlformats.org/officeDocument/2006/relationships/slideLayout" Target="../slideLayouts/slideLayout1176.xml"/><Relationship Id="rId33" Type="http://schemas.openxmlformats.org/officeDocument/2006/relationships/slideLayout" Target="../slideLayouts/slideLayout1184.xml"/><Relationship Id="rId38" Type="http://schemas.openxmlformats.org/officeDocument/2006/relationships/slideLayout" Target="../slideLayouts/slideLayout1189.xml"/><Relationship Id="rId46" Type="http://schemas.openxmlformats.org/officeDocument/2006/relationships/slideLayout" Target="../slideLayouts/slideLayout1197.xml"/><Relationship Id="rId20" Type="http://schemas.openxmlformats.org/officeDocument/2006/relationships/slideLayout" Target="../slideLayouts/slideLayout1171.xml"/><Relationship Id="rId41" Type="http://schemas.openxmlformats.org/officeDocument/2006/relationships/slideLayout" Target="../slideLayouts/slideLayout1192.xml"/><Relationship Id="rId1" Type="http://schemas.openxmlformats.org/officeDocument/2006/relationships/slideLayout" Target="../slideLayouts/slideLayout1152.xml"/><Relationship Id="rId6" Type="http://schemas.openxmlformats.org/officeDocument/2006/relationships/slideLayout" Target="../slideLayouts/slideLayout1157.xml"/></Relationships>
</file>

<file path=ppt/slideMasters/_rels/slideMaster21.xml.rels><?xml version="1.0" encoding="UTF-8" standalone="yes"?>
<Relationships xmlns="http://schemas.openxmlformats.org/package/2006/relationships"><Relationship Id="rId26" Type="http://schemas.openxmlformats.org/officeDocument/2006/relationships/slideLayout" Target="../slideLayouts/slideLayout1226.xml"/><Relationship Id="rId21" Type="http://schemas.openxmlformats.org/officeDocument/2006/relationships/slideLayout" Target="../slideLayouts/slideLayout1221.xml"/><Relationship Id="rId42" Type="http://schemas.openxmlformats.org/officeDocument/2006/relationships/slideLayout" Target="../slideLayouts/slideLayout1242.xml"/><Relationship Id="rId47" Type="http://schemas.openxmlformats.org/officeDocument/2006/relationships/slideLayout" Target="../slideLayouts/slideLayout1247.xml"/><Relationship Id="rId63" Type="http://schemas.openxmlformats.org/officeDocument/2006/relationships/slideLayout" Target="../slideLayouts/slideLayout1263.xml"/><Relationship Id="rId68" Type="http://schemas.openxmlformats.org/officeDocument/2006/relationships/slideLayout" Target="../slideLayouts/slideLayout1268.xml"/><Relationship Id="rId84" Type="http://schemas.openxmlformats.org/officeDocument/2006/relationships/slideLayout" Target="../slideLayouts/slideLayout1284.xml"/><Relationship Id="rId16" Type="http://schemas.openxmlformats.org/officeDocument/2006/relationships/slideLayout" Target="../slideLayouts/slideLayout1216.xml"/><Relationship Id="rId11" Type="http://schemas.openxmlformats.org/officeDocument/2006/relationships/slideLayout" Target="../slideLayouts/slideLayout1211.xml"/><Relationship Id="rId32" Type="http://schemas.openxmlformats.org/officeDocument/2006/relationships/slideLayout" Target="../slideLayouts/slideLayout1232.xml"/><Relationship Id="rId37" Type="http://schemas.openxmlformats.org/officeDocument/2006/relationships/slideLayout" Target="../slideLayouts/slideLayout1237.xml"/><Relationship Id="rId53" Type="http://schemas.openxmlformats.org/officeDocument/2006/relationships/slideLayout" Target="../slideLayouts/slideLayout1253.xml"/><Relationship Id="rId58" Type="http://schemas.openxmlformats.org/officeDocument/2006/relationships/slideLayout" Target="../slideLayouts/slideLayout1258.xml"/><Relationship Id="rId74" Type="http://schemas.openxmlformats.org/officeDocument/2006/relationships/slideLayout" Target="../slideLayouts/slideLayout1274.xml"/><Relationship Id="rId79" Type="http://schemas.openxmlformats.org/officeDocument/2006/relationships/slideLayout" Target="../slideLayouts/slideLayout1279.xml"/><Relationship Id="rId5" Type="http://schemas.openxmlformats.org/officeDocument/2006/relationships/slideLayout" Target="../slideLayouts/slideLayout1205.xml"/><Relationship Id="rId19" Type="http://schemas.openxmlformats.org/officeDocument/2006/relationships/slideLayout" Target="../slideLayouts/slideLayout1219.xml"/><Relationship Id="rId14" Type="http://schemas.openxmlformats.org/officeDocument/2006/relationships/slideLayout" Target="../slideLayouts/slideLayout1214.xml"/><Relationship Id="rId22" Type="http://schemas.openxmlformats.org/officeDocument/2006/relationships/slideLayout" Target="../slideLayouts/slideLayout1222.xml"/><Relationship Id="rId27" Type="http://schemas.openxmlformats.org/officeDocument/2006/relationships/slideLayout" Target="../slideLayouts/slideLayout1227.xml"/><Relationship Id="rId30" Type="http://schemas.openxmlformats.org/officeDocument/2006/relationships/slideLayout" Target="../slideLayouts/slideLayout1230.xml"/><Relationship Id="rId35" Type="http://schemas.openxmlformats.org/officeDocument/2006/relationships/slideLayout" Target="../slideLayouts/slideLayout1235.xml"/><Relationship Id="rId43" Type="http://schemas.openxmlformats.org/officeDocument/2006/relationships/slideLayout" Target="../slideLayouts/slideLayout1243.xml"/><Relationship Id="rId48" Type="http://schemas.openxmlformats.org/officeDocument/2006/relationships/slideLayout" Target="../slideLayouts/slideLayout1248.xml"/><Relationship Id="rId56" Type="http://schemas.openxmlformats.org/officeDocument/2006/relationships/slideLayout" Target="../slideLayouts/slideLayout1256.xml"/><Relationship Id="rId64" Type="http://schemas.openxmlformats.org/officeDocument/2006/relationships/slideLayout" Target="../slideLayouts/slideLayout1264.xml"/><Relationship Id="rId69" Type="http://schemas.openxmlformats.org/officeDocument/2006/relationships/slideLayout" Target="../slideLayouts/slideLayout1269.xml"/><Relationship Id="rId77" Type="http://schemas.openxmlformats.org/officeDocument/2006/relationships/slideLayout" Target="../slideLayouts/slideLayout1277.xml"/><Relationship Id="rId8" Type="http://schemas.openxmlformats.org/officeDocument/2006/relationships/slideLayout" Target="../slideLayouts/slideLayout1208.xml"/><Relationship Id="rId51" Type="http://schemas.openxmlformats.org/officeDocument/2006/relationships/slideLayout" Target="../slideLayouts/slideLayout1251.xml"/><Relationship Id="rId72" Type="http://schemas.openxmlformats.org/officeDocument/2006/relationships/slideLayout" Target="../slideLayouts/slideLayout1272.xml"/><Relationship Id="rId80" Type="http://schemas.openxmlformats.org/officeDocument/2006/relationships/slideLayout" Target="../slideLayouts/slideLayout1280.xml"/><Relationship Id="rId85" Type="http://schemas.openxmlformats.org/officeDocument/2006/relationships/theme" Target="../theme/theme21.xml"/><Relationship Id="rId3" Type="http://schemas.openxmlformats.org/officeDocument/2006/relationships/slideLayout" Target="../slideLayouts/slideLayout1203.xml"/><Relationship Id="rId12" Type="http://schemas.openxmlformats.org/officeDocument/2006/relationships/slideLayout" Target="../slideLayouts/slideLayout1212.xml"/><Relationship Id="rId17" Type="http://schemas.openxmlformats.org/officeDocument/2006/relationships/slideLayout" Target="../slideLayouts/slideLayout1217.xml"/><Relationship Id="rId25" Type="http://schemas.openxmlformats.org/officeDocument/2006/relationships/slideLayout" Target="../slideLayouts/slideLayout1225.xml"/><Relationship Id="rId33" Type="http://schemas.openxmlformats.org/officeDocument/2006/relationships/slideLayout" Target="../slideLayouts/slideLayout1233.xml"/><Relationship Id="rId38" Type="http://schemas.openxmlformats.org/officeDocument/2006/relationships/slideLayout" Target="../slideLayouts/slideLayout1238.xml"/><Relationship Id="rId46" Type="http://schemas.openxmlformats.org/officeDocument/2006/relationships/slideLayout" Target="../slideLayouts/slideLayout1246.xml"/><Relationship Id="rId59" Type="http://schemas.openxmlformats.org/officeDocument/2006/relationships/slideLayout" Target="../slideLayouts/slideLayout1259.xml"/><Relationship Id="rId67" Type="http://schemas.openxmlformats.org/officeDocument/2006/relationships/slideLayout" Target="../slideLayouts/slideLayout1267.xml"/><Relationship Id="rId20" Type="http://schemas.openxmlformats.org/officeDocument/2006/relationships/slideLayout" Target="../slideLayouts/slideLayout1220.xml"/><Relationship Id="rId41" Type="http://schemas.openxmlformats.org/officeDocument/2006/relationships/slideLayout" Target="../slideLayouts/slideLayout1241.xml"/><Relationship Id="rId54" Type="http://schemas.openxmlformats.org/officeDocument/2006/relationships/slideLayout" Target="../slideLayouts/slideLayout1254.xml"/><Relationship Id="rId62" Type="http://schemas.openxmlformats.org/officeDocument/2006/relationships/slideLayout" Target="../slideLayouts/slideLayout1262.xml"/><Relationship Id="rId70" Type="http://schemas.openxmlformats.org/officeDocument/2006/relationships/slideLayout" Target="../slideLayouts/slideLayout1270.xml"/><Relationship Id="rId75" Type="http://schemas.openxmlformats.org/officeDocument/2006/relationships/slideLayout" Target="../slideLayouts/slideLayout1275.xml"/><Relationship Id="rId83" Type="http://schemas.openxmlformats.org/officeDocument/2006/relationships/slideLayout" Target="../slideLayouts/slideLayout1283.xml"/><Relationship Id="rId1" Type="http://schemas.openxmlformats.org/officeDocument/2006/relationships/slideLayout" Target="../slideLayouts/slideLayout1201.xml"/><Relationship Id="rId6" Type="http://schemas.openxmlformats.org/officeDocument/2006/relationships/slideLayout" Target="../slideLayouts/slideLayout1206.xml"/><Relationship Id="rId15" Type="http://schemas.openxmlformats.org/officeDocument/2006/relationships/slideLayout" Target="../slideLayouts/slideLayout1215.xml"/><Relationship Id="rId23" Type="http://schemas.openxmlformats.org/officeDocument/2006/relationships/slideLayout" Target="../slideLayouts/slideLayout1223.xml"/><Relationship Id="rId28" Type="http://schemas.openxmlformats.org/officeDocument/2006/relationships/slideLayout" Target="../slideLayouts/slideLayout1228.xml"/><Relationship Id="rId36" Type="http://schemas.openxmlformats.org/officeDocument/2006/relationships/slideLayout" Target="../slideLayouts/slideLayout1236.xml"/><Relationship Id="rId49" Type="http://schemas.openxmlformats.org/officeDocument/2006/relationships/slideLayout" Target="../slideLayouts/slideLayout1249.xml"/><Relationship Id="rId57" Type="http://schemas.openxmlformats.org/officeDocument/2006/relationships/slideLayout" Target="../slideLayouts/slideLayout1257.xml"/><Relationship Id="rId10" Type="http://schemas.openxmlformats.org/officeDocument/2006/relationships/slideLayout" Target="../slideLayouts/slideLayout1210.xml"/><Relationship Id="rId31" Type="http://schemas.openxmlformats.org/officeDocument/2006/relationships/slideLayout" Target="../slideLayouts/slideLayout1231.xml"/><Relationship Id="rId44" Type="http://schemas.openxmlformats.org/officeDocument/2006/relationships/slideLayout" Target="../slideLayouts/slideLayout1244.xml"/><Relationship Id="rId52" Type="http://schemas.openxmlformats.org/officeDocument/2006/relationships/slideLayout" Target="../slideLayouts/slideLayout1252.xml"/><Relationship Id="rId60" Type="http://schemas.openxmlformats.org/officeDocument/2006/relationships/slideLayout" Target="../slideLayouts/slideLayout1260.xml"/><Relationship Id="rId65" Type="http://schemas.openxmlformats.org/officeDocument/2006/relationships/slideLayout" Target="../slideLayouts/slideLayout1265.xml"/><Relationship Id="rId73" Type="http://schemas.openxmlformats.org/officeDocument/2006/relationships/slideLayout" Target="../slideLayouts/slideLayout1273.xml"/><Relationship Id="rId78" Type="http://schemas.openxmlformats.org/officeDocument/2006/relationships/slideLayout" Target="../slideLayouts/slideLayout1278.xml"/><Relationship Id="rId81" Type="http://schemas.openxmlformats.org/officeDocument/2006/relationships/slideLayout" Target="../slideLayouts/slideLayout1281.xml"/><Relationship Id="rId4" Type="http://schemas.openxmlformats.org/officeDocument/2006/relationships/slideLayout" Target="../slideLayouts/slideLayout1204.xml"/><Relationship Id="rId9" Type="http://schemas.openxmlformats.org/officeDocument/2006/relationships/slideLayout" Target="../slideLayouts/slideLayout1209.xml"/><Relationship Id="rId13" Type="http://schemas.openxmlformats.org/officeDocument/2006/relationships/slideLayout" Target="../slideLayouts/slideLayout1213.xml"/><Relationship Id="rId18" Type="http://schemas.openxmlformats.org/officeDocument/2006/relationships/slideLayout" Target="../slideLayouts/slideLayout1218.xml"/><Relationship Id="rId39" Type="http://schemas.openxmlformats.org/officeDocument/2006/relationships/slideLayout" Target="../slideLayouts/slideLayout1239.xml"/><Relationship Id="rId34" Type="http://schemas.openxmlformats.org/officeDocument/2006/relationships/slideLayout" Target="../slideLayouts/slideLayout1234.xml"/><Relationship Id="rId50" Type="http://schemas.openxmlformats.org/officeDocument/2006/relationships/slideLayout" Target="../slideLayouts/slideLayout1250.xml"/><Relationship Id="rId55" Type="http://schemas.openxmlformats.org/officeDocument/2006/relationships/slideLayout" Target="../slideLayouts/slideLayout1255.xml"/><Relationship Id="rId76" Type="http://schemas.openxmlformats.org/officeDocument/2006/relationships/slideLayout" Target="../slideLayouts/slideLayout1276.xml"/><Relationship Id="rId7" Type="http://schemas.openxmlformats.org/officeDocument/2006/relationships/slideLayout" Target="../slideLayouts/slideLayout1207.xml"/><Relationship Id="rId71" Type="http://schemas.openxmlformats.org/officeDocument/2006/relationships/slideLayout" Target="../slideLayouts/slideLayout1271.xml"/><Relationship Id="rId2" Type="http://schemas.openxmlformats.org/officeDocument/2006/relationships/slideLayout" Target="../slideLayouts/slideLayout1202.xml"/><Relationship Id="rId29" Type="http://schemas.openxmlformats.org/officeDocument/2006/relationships/slideLayout" Target="../slideLayouts/slideLayout1229.xml"/><Relationship Id="rId24" Type="http://schemas.openxmlformats.org/officeDocument/2006/relationships/slideLayout" Target="../slideLayouts/slideLayout1224.xml"/><Relationship Id="rId40" Type="http://schemas.openxmlformats.org/officeDocument/2006/relationships/slideLayout" Target="../slideLayouts/slideLayout1240.xml"/><Relationship Id="rId45" Type="http://schemas.openxmlformats.org/officeDocument/2006/relationships/slideLayout" Target="../slideLayouts/slideLayout1245.xml"/><Relationship Id="rId66" Type="http://schemas.openxmlformats.org/officeDocument/2006/relationships/slideLayout" Target="../slideLayouts/slideLayout1266.xml"/><Relationship Id="rId61" Type="http://schemas.openxmlformats.org/officeDocument/2006/relationships/slideLayout" Target="../slideLayouts/slideLayout1261.xml"/><Relationship Id="rId82" Type="http://schemas.openxmlformats.org/officeDocument/2006/relationships/slideLayout" Target="../slideLayouts/slideLayout1282.xml"/></Relationships>
</file>

<file path=ppt/slideMasters/_rels/slideMaster22.xml.rels><?xml version="1.0" encoding="UTF-8" standalone="yes"?>
<Relationships xmlns="http://schemas.openxmlformats.org/package/2006/relationships"><Relationship Id="rId13" Type="http://schemas.openxmlformats.org/officeDocument/2006/relationships/slideLayout" Target="../slideLayouts/slideLayout1297.xml"/><Relationship Id="rId18" Type="http://schemas.openxmlformats.org/officeDocument/2006/relationships/slideLayout" Target="../slideLayouts/slideLayout1302.xml"/><Relationship Id="rId26" Type="http://schemas.openxmlformats.org/officeDocument/2006/relationships/slideLayout" Target="../slideLayouts/slideLayout1310.xml"/><Relationship Id="rId39" Type="http://schemas.openxmlformats.org/officeDocument/2006/relationships/slideLayout" Target="../slideLayouts/slideLayout1323.xml"/><Relationship Id="rId21" Type="http://schemas.openxmlformats.org/officeDocument/2006/relationships/slideLayout" Target="../slideLayouts/slideLayout1305.xml"/><Relationship Id="rId34" Type="http://schemas.openxmlformats.org/officeDocument/2006/relationships/slideLayout" Target="../slideLayouts/slideLayout1318.xml"/><Relationship Id="rId42" Type="http://schemas.openxmlformats.org/officeDocument/2006/relationships/slideLayout" Target="../slideLayouts/slideLayout1326.xml"/><Relationship Id="rId47" Type="http://schemas.openxmlformats.org/officeDocument/2006/relationships/slideLayout" Target="../slideLayouts/slideLayout1331.xml"/><Relationship Id="rId50" Type="http://schemas.openxmlformats.org/officeDocument/2006/relationships/slideLayout" Target="../slideLayouts/slideLayout1334.xml"/><Relationship Id="rId7" Type="http://schemas.openxmlformats.org/officeDocument/2006/relationships/slideLayout" Target="../slideLayouts/slideLayout1291.xml"/><Relationship Id="rId2" Type="http://schemas.openxmlformats.org/officeDocument/2006/relationships/slideLayout" Target="../slideLayouts/slideLayout1286.xml"/><Relationship Id="rId16" Type="http://schemas.openxmlformats.org/officeDocument/2006/relationships/slideLayout" Target="../slideLayouts/slideLayout1300.xml"/><Relationship Id="rId29" Type="http://schemas.openxmlformats.org/officeDocument/2006/relationships/slideLayout" Target="../slideLayouts/slideLayout1313.xml"/><Relationship Id="rId11" Type="http://schemas.openxmlformats.org/officeDocument/2006/relationships/slideLayout" Target="../slideLayouts/slideLayout1295.xml"/><Relationship Id="rId24" Type="http://schemas.openxmlformats.org/officeDocument/2006/relationships/slideLayout" Target="../slideLayouts/slideLayout1308.xml"/><Relationship Id="rId32" Type="http://schemas.openxmlformats.org/officeDocument/2006/relationships/slideLayout" Target="../slideLayouts/slideLayout1316.xml"/><Relationship Id="rId37" Type="http://schemas.openxmlformats.org/officeDocument/2006/relationships/slideLayout" Target="../slideLayouts/slideLayout1321.xml"/><Relationship Id="rId40" Type="http://schemas.openxmlformats.org/officeDocument/2006/relationships/slideLayout" Target="../slideLayouts/slideLayout1324.xml"/><Relationship Id="rId45" Type="http://schemas.openxmlformats.org/officeDocument/2006/relationships/slideLayout" Target="../slideLayouts/slideLayout1329.xml"/><Relationship Id="rId5" Type="http://schemas.openxmlformats.org/officeDocument/2006/relationships/slideLayout" Target="../slideLayouts/slideLayout1289.xml"/><Relationship Id="rId15" Type="http://schemas.openxmlformats.org/officeDocument/2006/relationships/slideLayout" Target="../slideLayouts/slideLayout1299.xml"/><Relationship Id="rId23" Type="http://schemas.openxmlformats.org/officeDocument/2006/relationships/slideLayout" Target="../slideLayouts/slideLayout1307.xml"/><Relationship Id="rId28" Type="http://schemas.openxmlformats.org/officeDocument/2006/relationships/slideLayout" Target="../slideLayouts/slideLayout1312.xml"/><Relationship Id="rId36" Type="http://schemas.openxmlformats.org/officeDocument/2006/relationships/slideLayout" Target="../slideLayouts/slideLayout1320.xml"/><Relationship Id="rId49" Type="http://schemas.openxmlformats.org/officeDocument/2006/relationships/slideLayout" Target="../slideLayouts/slideLayout1333.xml"/><Relationship Id="rId10" Type="http://schemas.openxmlformats.org/officeDocument/2006/relationships/slideLayout" Target="../slideLayouts/slideLayout1294.xml"/><Relationship Id="rId19" Type="http://schemas.openxmlformats.org/officeDocument/2006/relationships/slideLayout" Target="../slideLayouts/slideLayout1303.xml"/><Relationship Id="rId31" Type="http://schemas.openxmlformats.org/officeDocument/2006/relationships/slideLayout" Target="../slideLayouts/slideLayout1315.xml"/><Relationship Id="rId44" Type="http://schemas.openxmlformats.org/officeDocument/2006/relationships/slideLayout" Target="../slideLayouts/slideLayout1328.xml"/><Relationship Id="rId4" Type="http://schemas.openxmlformats.org/officeDocument/2006/relationships/slideLayout" Target="../slideLayouts/slideLayout1288.xml"/><Relationship Id="rId9" Type="http://schemas.openxmlformats.org/officeDocument/2006/relationships/slideLayout" Target="../slideLayouts/slideLayout1293.xml"/><Relationship Id="rId14" Type="http://schemas.openxmlformats.org/officeDocument/2006/relationships/slideLayout" Target="../slideLayouts/slideLayout1298.xml"/><Relationship Id="rId22" Type="http://schemas.openxmlformats.org/officeDocument/2006/relationships/slideLayout" Target="../slideLayouts/slideLayout1306.xml"/><Relationship Id="rId27" Type="http://schemas.openxmlformats.org/officeDocument/2006/relationships/slideLayout" Target="../slideLayouts/slideLayout1311.xml"/><Relationship Id="rId30" Type="http://schemas.openxmlformats.org/officeDocument/2006/relationships/slideLayout" Target="../slideLayouts/slideLayout1314.xml"/><Relationship Id="rId35" Type="http://schemas.openxmlformats.org/officeDocument/2006/relationships/slideLayout" Target="../slideLayouts/slideLayout1319.xml"/><Relationship Id="rId43" Type="http://schemas.openxmlformats.org/officeDocument/2006/relationships/slideLayout" Target="../slideLayouts/slideLayout1327.xml"/><Relationship Id="rId48" Type="http://schemas.openxmlformats.org/officeDocument/2006/relationships/slideLayout" Target="../slideLayouts/slideLayout1332.xml"/><Relationship Id="rId8" Type="http://schemas.openxmlformats.org/officeDocument/2006/relationships/slideLayout" Target="../slideLayouts/slideLayout1292.xml"/><Relationship Id="rId51" Type="http://schemas.openxmlformats.org/officeDocument/2006/relationships/theme" Target="../theme/theme22.xml"/><Relationship Id="rId3" Type="http://schemas.openxmlformats.org/officeDocument/2006/relationships/slideLayout" Target="../slideLayouts/slideLayout1287.xml"/><Relationship Id="rId12" Type="http://schemas.openxmlformats.org/officeDocument/2006/relationships/slideLayout" Target="../slideLayouts/slideLayout1296.xml"/><Relationship Id="rId17" Type="http://schemas.openxmlformats.org/officeDocument/2006/relationships/slideLayout" Target="../slideLayouts/slideLayout1301.xml"/><Relationship Id="rId25" Type="http://schemas.openxmlformats.org/officeDocument/2006/relationships/slideLayout" Target="../slideLayouts/slideLayout1309.xml"/><Relationship Id="rId33" Type="http://schemas.openxmlformats.org/officeDocument/2006/relationships/slideLayout" Target="../slideLayouts/slideLayout1317.xml"/><Relationship Id="rId38" Type="http://schemas.openxmlformats.org/officeDocument/2006/relationships/slideLayout" Target="../slideLayouts/slideLayout1322.xml"/><Relationship Id="rId46" Type="http://schemas.openxmlformats.org/officeDocument/2006/relationships/slideLayout" Target="../slideLayouts/slideLayout1330.xml"/><Relationship Id="rId20" Type="http://schemas.openxmlformats.org/officeDocument/2006/relationships/slideLayout" Target="../slideLayouts/slideLayout1304.xml"/><Relationship Id="rId41" Type="http://schemas.openxmlformats.org/officeDocument/2006/relationships/slideLayout" Target="../slideLayouts/slideLayout1325.xml"/><Relationship Id="rId1" Type="http://schemas.openxmlformats.org/officeDocument/2006/relationships/slideLayout" Target="../slideLayouts/slideLayout1285.xml"/><Relationship Id="rId6" Type="http://schemas.openxmlformats.org/officeDocument/2006/relationships/slideLayout" Target="../slideLayouts/slideLayout1290.xml"/></Relationships>
</file>

<file path=ppt/slideMasters/_rels/slideMaster23.xml.rels><?xml version="1.0" encoding="UTF-8" standalone="yes"?>
<Relationships xmlns="http://schemas.openxmlformats.org/package/2006/relationships"><Relationship Id="rId13" Type="http://schemas.openxmlformats.org/officeDocument/2006/relationships/slideLayout" Target="../slideLayouts/slideLayout1347.xml"/><Relationship Id="rId18" Type="http://schemas.openxmlformats.org/officeDocument/2006/relationships/slideLayout" Target="../slideLayouts/slideLayout1352.xml"/><Relationship Id="rId26" Type="http://schemas.openxmlformats.org/officeDocument/2006/relationships/slideLayout" Target="../slideLayouts/slideLayout1360.xml"/><Relationship Id="rId39" Type="http://schemas.openxmlformats.org/officeDocument/2006/relationships/slideLayout" Target="../slideLayouts/slideLayout1373.xml"/><Relationship Id="rId21" Type="http://schemas.openxmlformats.org/officeDocument/2006/relationships/slideLayout" Target="../slideLayouts/slideLayout1355.xml"/><Relationship Id="rId34" Type="http://schemas.openxmlformats.org/officeDocument/2006/relationships/slideLayout" Target="../slideLayouts/slideLayout1368.xml"/><Relationship Id="rId42" Type="http://schemas.openxmlformats.org/officeDocument/2006/relationships/slideLayout" Target="../slideLayouts/slideLayout1376.xml"/><Relationship Id="rId47" Type="http://schemas.openxmlformats.org/officeDocument/2006/relationships/slideLayout" Target="../slideLayouts/slideLayout1381.xml"/><Relationship Id="rId50" Type="http://schemas.openxmlformats.org/officeDocument/2006/relationships/theme" Target="../theme/theme23.xml"/><Relationship Id="rId7" Type="http://schemas.openxmlformats.org/officeDocument/2006/relationships/slideLayout" Target="../slideLayouts/slideLayout1341.xml"/><Relationship Id="rId2" Type="http://schemas.openxmlformats.org/officeDocument/2006/relationships/slideLayout" Target="../slideLayouts/slideLayout1336.xml"/><Relationship Id="rId16" Type="http://schemas.openxmlformats.org/officeDocument/2006/relationships/slideLayout" Target="../slideLayouts/slideLayout1350.xml"/><Relationship Id="rId29" Type="http://schemas.openxmlformats.org/officeDocument/2006/relationships/slideLayout" Target="../slideLayouts/slideLayout1363.xml"/><Relationship Id="rId11" Type="http://schemas.openxmlformats.org/officeDocument/2006/relationships/slideLayout" Target="../slideLayouts/slideLayout1345.xml"/><Relationship Id="rId24" Type="http://schemas.openxmlformats.org/officeDocument/2006/relationships/slideLayout" Target="../slideLayouts/slideLayout1358.xml"/><Relationship Id="rId32" Type="http://schemas.openxmlformats.org/officeDocument/2006/relationships/slideLayout" Target="../slideLayouts/slideLayout1366.xml"/><Relationship Id="rId37" Type="http://schemas.openxmlformats.org/officeDocument/2006/relationships/slideLayout" Target="../slideLayouts/slideLayout1371.xml"/><Relationship Id="rId40" Type="http://schemas.openxmlformats.org/officeDocument/2006/relationships/slideLayout" Target="../slideLayouts/slideLayout1374.xml"/><Relationship Id="rId45" Type="http://schemas.openxmlformats.org/officeDocument/2006/relationships/slideLayout" Target="../slideLayouts/slideLayout1379.xml"/><Relationship Id="rId5" Type="http://schemas.openxmlformats.org/officeDocument/2006/relationships/slideLayout" Target="../slideLayouts/slideLayout1339.xml"/><Relationship Id="rId15" Type="http://schemas.openxmlformats.org/officeDocument/2006/relationships/slideLayout" Target="../slideLayouts/slideLayout1349.xml"/><Relationship Id="rId23" Type="http://schemas.openxmlformats.org/officeDocument/2006/relationships/slideLayout" Target="../slideLayouts/slideLayout1357.xml"/><Relationship Id="rId28" Type="http://schemas.openxmlformats.org/officeDocument/2006/relationships/slideLayout" Target="../slideLayouts/slideLayout1362.xml"/><Relationship Id="rId36" Type="http://schemas.openxmlformats.org/officeDocument/2006/relationships/slideLayout" Target="../slideLayouts/slideLayout1370.xml"/><Relationship Id="rId49" Type="http://schemas.openxmlformats.org/officeDocument/2006/relationships/slideLayout" Target="../slideLayouts/slideLayout1383.xml"/><Relationship Id="rId10" Type="http://schemas.openxmlformats.org/officeDocument/2006/relationships/slideLayout" Target="../slideLayouts/slideLayout1344.xml"/><Relationship Id="rId19" Type="http://schemas.openxmlformats.org/officeDocument/2006/relationships/slideLayout" Target="../slideLayouts/slideLayout1353.xml"/><Relationship Id="rId31" Type="http://schemas.openxmlformats.org/officeDocument/2006/relationships/slideLayout" Target="../slideLayouts/slideLayout1365.xml"/><Relationship Id="rId44" Type="http://schemas.openxmlformats.org/officeDocument/2006/relationships/slideLayout" Target="../slideLayouts/slideLayout1378.xml"/><Relationship Id="rId4" Type="http://schemas.openxmlformats.org/officeDocument/2006/relationships/slideLayout" Target="../slideLayouts/slideLayout1338.xml"/><Relationship Id="rId9" Type="http://schemas.openxmlformats.org/officeDocument/2006/relationships/slideLayout" Target="../slideLayouts/slideLayout1343.xml"/><Relationship Id="rId14" Type="http://schemas.openxmlformats.org/officeDocument/2006/relationships/slideLayout" Target="../slideLayouts/slideLayout1348.xml"/><Relationship Id="rId22" Type="http://schemas.openxmlformats.org/officeDocument/2006/relationships/slideLayout" Target="../slideLayouts/slideLayout1356.xml"/><Relationship Id="rId27" Type="http://schemas.openxmlformats.org/officeDocument/2006/relationships/slideLayout" Target="../slideLayouts/slideLayout1361.xml"/><Relationship Id="rId30" Type="http://schemas.openxmlformats.org/officeDocument/2006/relationships/slideLayout" Target="../slideLayouts/slideLayout1364.xml"/><Relationship Id="rId35" Type="http://schemas.openxmlformats.org/officeDocument/2006/relationships/slideLayout" Target="../slideLayouts/slideLayout1369.xml"/><Relationship Id="rId43" Type="http://schemas.openxmlformats.org/officeDocument/2006/relationships/slideLayout" Target="../slideLayouts/slideLayout1377.xml"/><Relationship Id="rId48" Type="http://schemas.openxmlformats.org/officeDocument/2006/relationships/slideLayout" Target="../slideLayouts/slideLayout1382.xml"/><Relationship Id="rId8" Type="http://schemas.openxmlformats.org/officeDocument/2006/relationships/slideLayout" Target="../slideLayouts/slideLayout1342.xml"/><Relationship Id="rId3" Type="http://schemas.openxmlformats.org/officeDocument/2006/relationships/slideLayout" Target="../slideLayouts/slideLayout1337.xml"/><Relationship Id="rId12" Type="http://schemas.openxmlformats.org/officeDocument/2006/relationships/slideLayout" Target="../slideLayouts/slideLayout1346.xml"/><Relationship Id="rId17" Type="http://schemas.openxmlformats.org/officeDocument/2006/relationships/slideLayout" Target="../slideLayouts/slideLayout1351.xml"/><Relationship Id="rId25" Type="http://schemas.openxmlformats.org/officeDocument/2006/relationships/slideLayout" Target="../slideLayouts/slideLayout1359.xml"/><Relationship Id="rId33" Type="http://schemas.openxmlformats.org/officeDocument/2006/relationships/slideLayout" Target="../slideLayouts/slideLayout1367.xml"/><Relationship Id="rId38" Type="http://schemas.openxmlformats.org/officeDocument/2006/relationships/slideLayout" Target="../slideLayouts/slideLayout1372.xml"/><Relationship Id="rId46" Type="http://schemas.openxmlformats.org/officeDocument/2006/relationships/slideLayout" Target="../slideLayouts/slideLayout1380.xml"/><Relationship Id="rId20" Type="http://schemas.openxmlformats.org/officeDocument/2006/relationships/slideLayout" Target="../slideLayouts/slideLayout1354.xml"/><Relationship Id="rId41" Type="http://schemas.openxmlformats.org/officeDocument/2006/relationships/slideLayout" Target="../slideLayouts/slideLayout1375.xml"/><Relationship Id="rId1" Type="http://schemas.openxmlformats.org/officeDocument/2006/relationships/slideLayout" Target="../slideLayouts/slideLayout1335.xml"/><Relationship Id="rId6" Type="http://schemas.openxmlformats.org/officeDocument/2006/relationships/slideLayout" Target="../slideLayouts/slideLayout1340.xml"/></Relationships>
</file>

<file path=ppt/slideMasters/_rels/slideMaster24.xml.rels><?xml version="1.0" encoding="UTF-8" standalone="yes"?>
<Relationships xmlns="http://schemas.openxmlformats.org/package/2006/relationships"><Relationship Id="rId26" Type="http://schemas.openxmlformats.org/officeDocument/2006/relationships/slideLayout" Target="../slideLayouts/slideLayout1409.xml"/><Relationship Id="rId21" Type="http://schemas.openxmlformats.org/officeDocument/2006/relationships/slideLayout" Target="../slideLayouts/slideLayout1404.xml"/><Relationship Id="rId42" Type="http://schemas.openxmlformats.org/officeDocument/2006/relationships/slideLayout" Target="../slideLayouts/slideLayout1425.xml"/><Relationship Id="rId47" Type="http://schemas.openxmlformats.org/officeDocument/2006/relationships/slideLayout" Target="../slideLayouts/slideLayout1430.xml"/><Relationship Id="rId63" Type="http://schemas.openxmlformats.org/officeDocument/2006/relationships/slideLayout" Target="../slideLayouts/slideLayout1446.xml"/><Relationship Id="rId68" Type="http://schemas.openxmlformats.org/officeDocument/2006/relationships/slideLayout" Target="../slideLayouts/slideLayout1451.xml"/><Relationship Id="rId84" Type="http://schemas.openxmlformats.org/officeDocument/2006/relationships/slideLayout" Target="../slideLayouts/slideLayout1467.xml"/><Relationship Id="rId16" Type="http://schemas.openxmlformats.org/officeDocument/2006/relationships/slideLayout" Target="../slideLayouts/slideLayout1399.xml"/><Relationship Id="rId11" Type="http://schemas.openxmlformats.org/officeDocument/2006/relationships/slideLayout" Target="../slideLayouts/slideLayout1394.xml"/><Relationship Id="rId32" Type="http://schemas.openxmlformats.org/officeDocument/2006/relationships/slideLayout" Target="../slideLayouts/slideLayout1415.xml"/><Relationship Id="rId37" Type="http://schemas.openxmlformats.org/officeDocument/2006/relationships/slideLayout" Target="../slideLayouts/slideLayout1420.xml"/><Relationship Id="rId53" Type="http://schemas.openxmlformats.org/officeDocument/2006/relationships/slideLayout" Target="../slideLayouts/slideLayout1436.xml"/><Relationship Id="rId58" Type="http://schemas.openxmlformats.org/officeDocument/2006/relationships/slideLayout" Target="../slideLayouts/slideLayout1441.xml"/><Relationship Id="rId74" Type="http://schemas.openxmlformats.org/officeDocument/2006/relationships/slideLayout" Target="../slideLayouts/slideLayout1457.xml"/><Relationship Id="rId79" Type="http://schemas.openxmlformats.org/officeDocument/2006/relationships/slideLayout" Target="../slideLayouts/slideLayout1462.xml"/><Relationship Id="rId5" Type="http://schemas.openxmlformats.org/officeDocument/2006/relationships/slideLayout" Target="../slideLayouts/slideLayout1388.xml"/><Relationship Id="rId19" Type="http://schemas.openxmlformats.org/officeDocument/2006/relationships/slideLayout" Target="../slideLayouts/slideLayout1402.xml"/><Relationship Id="rId14" Type="http://schemas.openxmlformats.org/officeDocument/2006/relationships/slideLayout" Target="../slideLayouts/slideLayout1397.xml"/><Relationship Id="rId22" Type="http://schemas.openxmlformats.org/officeDocument/2006/relationships/slideLayout" Target="../slideLayouts/slideLayout1405.xml"/><Relationship Id="rId27" Type="http://schemas.openxmlformats.org/officeDocument/2006/relationships/slideLayout" Target="../slideLayouts/slideLayout1410.xml"/><Relationship Id="rId30" Type="http://schemas.openxmlformats.org/officeDocument/2006/relationships/slideLayout" Target="../slideLayouts/slideLayout1413.xml"/><Relationship Id="rId35" Type="http://schemas.openxmlformats.org/officeDocument/2006/relationships/slideLayout" Target="../slideLayouts/slideLayout1418.xml"/><Relationship Id="rId43" Type="http://schemas.openxmlformats.org/officeDocument/2006/relationships/slideLayout" Target="../slideLayouts/slideLayout1426.xml"/><Relationship Id="rId48" Type="http://schemas.openxmlformats.org/officeDocument/2006/relationships/slideLayout" Target="../slideLayouts/slideLayout1431.xml"/><Relationship Id="rId56" Type="http://schemas.openxmlformats.org/officeDocument/2006/relationships/slideLayout" Target="../slideLayouts/slideLayout1439.xml"/><Relationship Id="rId64" Type="http://schemas.openxmlformats.org/officeDocument/2006/relationships/slideLayout" Target="../slideLayouts/slideLayout1447.xml"/><Relationship Id="rId69" Type="http://schemas.openxmlformats.org/officeDocument/2006/relationships/slideLayout" Target="../slideLayouts/slideLayout1452.xml"/><Relationship Id="rId77" Type="http://schemas.openxmlformats.org/officeDocument/2006/relationships/slideLayout" Target="../slideLayouts/slideLayout1460.xml"/><Relationship Id="rId8" Type="http://schemas.openxmlformats.org/officeDocument/2006/relationships/slideLayout" Target="../slideLayouts/slideLayout1391.xml"/><Relationship Id="rId51" Type="http://schemas.openxmlformats.org/officeDocument/2006/relationships/slideLayout" Target="../slideLayouts/slideLayout1434.xml"/><Relationship Id="rId72" Type="http://schemas.openxmlformats.org/officeDocument/2006/relationships/slideLayout" Target="../slideLayouts/slideLayout1455.xml"/><Relationship Id="rId80" Type="http://schemas.openxmlformats.org/officeDocument/2006/relationships/slideLayout" Target="../slideLayouts/slideLayout1463.xml"/><Relationship Id="rId85" Type="http://schemas.openxmlformats.org/officeDocument/2006/relationships/theme" Target="../theme/theme24.xml"/><Relationship Id="rId3" Type="http://schemas.openxmlformats.org/officeDocument/2006/relationships/slideLayout" Target="../slideLayouts/slideLayout1386.xml"/><Relationship Id="rId12" Type="http://schemas.openxmlformats.org/officeDocument/2006/relationships/slideLayout" Target="../slideLayouts/slideLayout1395.xml"/><Relationship Id="rId17" Type="http://schemas.openxmlformats.org/officeDocument/2006/relationships/slideLayout" Target="../slideLayouts/slideLayout1400.xml"/><Relationship Id="rId25" Type="http://schemas.openxmlformats.org/officeDocument/2006/relationships/slideLayout" Target="../slideLayouts/slideLayout1408.xml"/><Relationship Id="rId33" Type="http://schemas.openxmlformats.org/officeDocument/2006/relationships/slideLayout" Target="../slideLayouts/slideLayout1416.xml"/><Relationship Id="rId38" Type="http://schemas.openxmlformats.org/officeDocument/2006/relationships/slideLayout" Target="../slideLayouts/slideLayout1421.xml"/><Relationship Id="rId46" Type="http://schemas.openxmlformats.org/officeDocument/2006/relationships/slideLayout" Target="../slideLayouts/slideLayout1429.xml"/><Relationship Id="rId59" Type="http://schemas.openxmlformats.org/officeDocument/2006/relationships/slideLayout" Target="../slideLayouts/slideLayout1442.xml"/><Relationship Id="rId67" Type="http://schemas.openxmlformats.org/officeDocument/2006/relationships/slideLayout" Target="../slideLayouts/slideLayout1450.xml"/><Relationship Id="rId20" Type="http://schemas.openxmlformats.org/officeDocument/2006/relationships/slideLayout" Target="../slideLayouts/slideLayout1403.xml"/><Relationship Id="rId41" Type="http://schemas.openxmlformats.org/officeDocument/2006/relationships/slideLayout" Target="../slideLayouts/slideLayout1424.xml"/><Relationship Id="rId54" Type="http://schemas.openxmlformats.org/officeDocument/2006/relationships/slideLayout" Target="../slideLayouts/slideLayout1437.xml"/><Relationship Id="rId62" Type="http://schemas.openxmlformats.org/officeDocument/2006/relationships/slideLayout" Target="../slideLayouts/slideLayout1445.xml"/><Relationship Id="rId70" Type="http://schemas.openxmlformats.org/officeDocument/2006/relationships/slideLayout" Target="../slideLayouts/slideLayout1453.xml"/><Relationship Id="rId75" Type="http://schemas.openxmlformats.org/officeDocument/2006/relationships/slideLayout" Target="../slideLayouts/slideLayout1458.xml"/><Relationship Id="rId83" Type="http://schemas.openxmlformats.org/officeDocument/2006/relationships/slideLayout" Target="../slideLayouts/slideLayout1466.xml"/><Relationship Id="rId1" Type="http://schemas.openxmlformats.org/officeDocument/2006/relationships/slideLayout" Target="../slideLayouts/slideLayout1384.xml"/><Relationship Id="rId6" Type="http://schemas.openxmlformats.org/officeDocument/2006/relationships/slideLayout" Target="../slideLayouts/slideLayout1389.xml"/><Relationship Id="rId15" Type="http://schemas.openxmlformats.org/officeDocument/2006/relationships/slideLayout" Target="../slideLayouts/slideLayout1398.xml"/><Relationship Id="rId23" Type="http://schemas.openxmlformats.org/officeDocument/2006/relationships/slideLayout" Target="../slideLayouts/slideLayout1406.xml"/><Relationship Id="rId28" Type="http://schemas.openxmlformats.org/officeDocument/2006/relationships/slideLayout" Target="../slideLayouts/slideLayout1411.xml"/><Relationship Id="rId36" Type="http://schemas.openxmlformats.org/officeDocument/2006/relationships/slideLayout" Target="../slideLayouts/slideLayout1419.xml"/><Relationship Id="rId49" Type="http://schemas.openxmlformats.org/officeDocument/2006/relationships/slideLayout" Target="../slideLayouts/slideLayout1432.xml"/><Relationship Id="rId57" Type="http://schemas.openxmlformats.org/officeDocument/2006/relationships/slideLayout" Target="../slideLayouts/slideLayout1440.xml"/><Relationship Id="rId10" Type="http://schemas.openxmlformats.org/officeDocument/2006/relationships/slideLayout" Target="../slideLayouts/slideLayout1393.xml"/><Relationship Id="rId31" Type="http://schemas.openxmlformats.org/officeDocument/2006/relationships/slideLayout" Target="../slideLayouts/slideLayout1414.xml"/><Relationship Id="rId44" Type="http://schemas.openxmlformats.org/officeDocument/2006/relationships/slideLayout" Target="../slideLayouts/slideLayout1427.xml"/><Relationship Id="rId52" Type="http://schemas.openxmlformats.org/officeDocument/2006/relationships/slideLayout" Target="../slideLayouts/slideLayout1435.xml"/><Relationship Id="rId60" Type="http://schemas.openxmlformats.org/officeDocument/2006/relationships/slideLayout" Target="../slideLayouts/slideLayout1443.xml"/><Relationship Id="rId65" Type="http://schemas.openxmlformats.org/officeDocument/2006/relationships/slideLayout" Target="../slideLayouts/slideLayout1448.xml"/><Relationship Id="rId73" Type="http://schemas.openxmlformats.org/officeDocument/2006/relationships/slideLayout" Target="../slideLayouts/slideLayout1456.xml"/><Relationship Id="rId78" Type="http://schemas.openxmlformats.org/officeDocument/2006/relationships/slideLayout" Target="../slideLayouts/slideLayout1461.xml"/><Relationship Id="rId81" Type="http://schemas.openxmlformats.org/officeDocument/2006/relationships/slideLayout" Target="../slideLayouts/slideLayout1464.xml"/><Relationship Id="rId4" Type="http://schemas.openxmlformats.org/officeDocument/2006/relationships/slideLayout" Target="../slideLayouts/slideLayout1387.xml"/><Relationship Id="rId9" Type="http://schemas.openxmlformats.org/officeDocument/2006/relationships/slideLayout" Target="../slideLayouts/slideLayout1392.xml"/><Relationship Id="rId13" Type="http://schemas.openxmlformats.org/officeDocument/2006/relationships/slideLayout" Target="../slideLayouts/slideLayout1396.xml"/><Relationship Id="rId18" Type="http://schemas.openxmlformats.org/officeDocument/2006/relationships/slideLayout" Target="../slideLayouts/slideLayout1401.xml"/><Relationship Id="rId39" Type="http://schemas.openxmlformats.org/officeDocument/2006/relationships/slideLayout" Target="../slideLayouts/slideLayout1422.xml"/><Relationship Id="rId34" Type="http://schemas.openxmlformats.org/officeDocument/2006/relationships/slideLayout" Target="../slideLayouts/slideLayout1417.xml"/><Relationship Id="rId50" Type="http://schemas.openxmlformats.org/officeDocument/2006/relationships/slideLayout" Target="../slideLayouts/slideLayout1433.xml"/><Relationship Id="rId55" Type="http://schemas.openxmlformats.org/officeDocument/2006/relationships/slideLayout" Target="../slideLayouts/slideLayout1438.xml"/><Relationship Id="rId76" Type="http://schemas.openxmlformats.org/officeDocument/2006/relationships/slideLayout" Target="../slideLayouts/slideLayout1459.xml"/><Relationship Id="rId7" Type="http://schemas.openxmlformats.org/officeDocument/2006/relationships/slideLayout" Target="../slideLayouts/slideLayout1390.xml"/><Relationship Id="rId71" Type="http://schemas.openxmlformats.org/officeDocument/2006/relationships/slideLayout" Target="../slideLayouts/slideLayout1454.xml"/><Relationship Id="rId2" Type="http://schemas.openxmlformats.org/officeDocument/2006/relationships/slideLayout" Target="../slideLayouts/slideLayout1385.xml"/><Relationship Id="rId29" Type="http://schemas.openxmlformats.org/officeDocument/2006/relationships/slideLayout" Target="../slideLayouts/slideLayout1412.xml"/><Relationship Id="rId24" Type="http://schemas.openxmlformats.org/officeDocument/2006/relationships/slideLayout" Target="../slideLayouts/slideLayout1407.xml"/><Relationship Id="rId40" Type="http://schemas.openxmlformats.org/officeDocument/2006/relationships/slideLayout" Target="../slideLayouts/slideLayout1423.xml"/><Relationship Id="rId45" Type="http://schemas.openxmlformats.org/officeDocument/2006/relationships/slideLayout" Target="../slideLayouts/slideLayout1428.xml"/><Relationship Id="rId66" Type="http://schemas.openxmlformats.org/officeDocument/2006/relationships/slideLayout" Target="../slideLayouts/slideLayout1449.xml"/><Relationship Id="rId61" Type="http://schemas.openxmlformats.org/officeDocument/2006/relationships/slideLayout" Target="../slideLayouts/slideLayout1444.xml"/><Relationship Id="rId82" Type="http://schemas.openxmlformats.org/officeDocument/2006/relationships/slideLayout" Target="../slideLayouts/slideLayout1465.xml"/></Relationships>
</file>

<file path=ppt/slideMasters/_rels/slideMaster25.xml.rels><?xml version="1.0" encoding="UTF-8" standalone="yes"?>
<Relationships xmlns="http://schemas.openxmlformats.org/package/2006/relationships"><Relationship Id="rId13" Type="http://schemas.openxmlformats.org/officeDocument/2006/relationships/slideLayout" Target="../slideLayouts/slideLayout1480.xml"/><Relationship Id="rId18" Type="http://schemas.openxmlformats.org/officeDocument/2006/relationships/slideLayout" Target="../slideLayouts/slideLayout1485.xml"/><Relationship Id="rId26" Type="http://schemas.openxmlformats.org/officeDocument/2006/relationships/slideLayout" Target="../slideLayouts/slideLayout1493.xml"/><Relationship Id="rId39" Type="http://schemas.openxmlformats.org/officeDocument/2006/relationships/slideLayout" Target="../slideLayouts/slideLayout1506.xml"/><Relationship Id="rId21" Type="http://schemas.openxmlformats.org/officeDocument/2006/relationships/slideLayout" Target="../slideLayouts/slideLayout1488.xml"/><Relationship Id="rId34" Type="http://schemas.openxmlformats.org/officeDocument/2006/relationships/slideLayout" Target="../slideLayouts/slideLayout1501.xml"/><Relationship Id="rId42" Type="http://schemas.openxmlformats.org/officeDocument/2006/relationships/slideLayout" Target="../slideLayouts/slideLayout1509.xml"/><Relationship Id="rId47" Type="http://schemas.openxmlformats.org/officeDocument/2006/relationships/slideLayout" Target="../slideLayouts/slideLayout1514.xml"/><Relationship Id="rId50" Type="http://schemas.openxmlformats.org/officeDocument/2006/relationships/slideLayout" Target="../slideLayouts/slideLayout1517.xml"/><Relationship Id="rId7" Type="http://schemas.openxmlformats.org/officeDocument/2006/relationships/slideLayout" Target="../slideLayouts/slideLayout1474.xml"/><Relationship Id="rId2" Type="http://schemas.openxmlformats.org/officeDocument/2006/relationships/slideLayout" Target="../slideLayouts/slideLayout1469.xml"/><Relationship Id="rId16" Type="http://schemas.openxmlformats.org/officeDocument/2006/relationships/slideLayout" Target="../slideLayouts/slideLayout1483.xml"/><Relationship Id="rId29" Type="http://schemas.openxmlformats.org/officeDocument/2006/relationships/slideLayout" Target="../slideLayouts/slideLayout1496.xml"/><Relationship Id="rId11" Type="http://schemas.openxmlformats.org/officeDocument/2006/relationships/slideLayout" Target="../slideLayouts/slideLayout1478.xml"/><Relationship Id="rId24" Type="http://schemas.openxmlformats.org/officeDocument/2006/relationships/slideLayout" Target="../slideLayouts/slideLayout1491.xml"/><Relationship Id="rId32" Type="http://schemas.openxmlformats.org/officeDocument/2006/relationships/slideLayout" Target="../slideLayouts/slideLayout1499.xml"/><Relationship Id="rId37" Type="http://schemas.openxmlformats.org/officeDocument/2006/relationships/slideLayout" Target="../slideLayouts/slideLayout1504.xml"/><Relationship Id="rId40" Type="http://schemas.openxmlformats.org/officeDocument/2006/relationships/slideLayout" Target="../slideLayouts/slideLayout1507.xml"/><Relationship Id="rId45" Type="http://schemas.openxmlformats.org/officeDocument/2006/relationships/slideLayout" Target="../slideLayouts/slideLayout1512.xml"/><Relationship Id="rId5" Type="http://schemas.openxmlformats.org/officeDocument/2006/relationships/slideLayout" Target="../slideLayouts/slideLayout1472.xml"/><Relationship Id="rId15" Type="http://schemas.openxmlformats.org/officeDocument/2006/relationships/slideLayout" Target="../slideLayouts/slideLayout1482.xml"/><Relationship Id="rId23" Type="http://schemas.openxmlformats.org/officeDocument/2006/relationships/slideLayout" Target="../slideLayouts/slideLayout1490.xml"/><Relationship Id="rId28" Type="http://schemas.openxmlformats.org/officeDocument/2006/relationships/slideLayout" Target="../slideLayouts/slideLayout1495.xml"/><Relationship Id="rId36" Type="http://schemas.openxmlformats.org/officeDocument/2006/relationships/slideLayout" Target="../slideLayouts/slideLayout1503.xml"/><Relationship Id="rId49" Type="http://schemas.openxmlformats.org/officeDocument/2006/relationships/slideLayout" Target="../slideLayouts/slideLayout1516.xml"/><Relationship Id="rId10" Type="http://schemas.openxmlformats.org/officeDocument/2006/relationships/slideLayout" Target="../slideLayouts/slideLayout1477.xml"/><Relationship Id="rId19" Type="http://schemas.openxmlformats.org/officeDocument/2006/relationships/slideLayout" Target="../slideLayouts/slideLayout1486.xml"/><Relationship Id="rId31" Type="http://schemas.openxmlformats.org/officeDocument/2006/relationships/slideLayout" Target="../slideLayouts/slideLayout1498.xml"/><Relationship Id="rId44" Type="http://schemas.openxmlformats.org/officeDocument/2006/relationships/slideLayout" Target="../slideLayouts/slideLayout1511.xml"/><Relationship Id="rId4" Type="http://schemas.openxmlformats.org/officeDocument/2006/relationships/slideLayout" Target="../slideLayouts/slideLayout1471.xml"/><Relationship Id="rId9" Type="http://schemas.openxmlformats.org/officeDocument/2006/relationships/slideLayout" Target="../slideLayouts/slideLayout1476.xml"/><Relationship Id="rId14" Type="http://schemas.openxmlformats.org/officeDocument/2006/relationships/slideLayout" Target="../slideLayouts/slideLayout1481.xml"/><Relationship Id="rId22" Type="http://schemas.openxmlformats.org/officeDocument/2006/relationships/slideLayout" Target="../slideLayouts/slideLayout1489.xml"/><Relationship Id="rId27" Type="http://schemas.openxmlformats.org/officeDocument/2006/relationships/slideLayout" Target="../slideLayouts/slideLayout1494.xml"/><Relationship Id="rId30" Type="http://schemas.openxmlformats.org/officeDocument/2006/relationships/slideLayout" Target="../slideLayouts/slideLayout1497.xml"/><Relationship Id="rId35" Type="http://schemas.openxmlformats.org/officeDocument/2006/relationships/slideLayout" Target="../slideLayouts/slideLayout1502.xml"/><Relationship Id="rId43" Type="http://schemas.openxmlformats.org/officeDocument/2006/relationships/slideLayout" Target="../slideLayouts/slideLayout1510.xml"/><Relationship Id="rId48" Type="http://schemas.openxmlformats.org/officeDocument/2006/relationships/slideLayout" Target="../slideLayouts/slideLayout1515.xml"/><Relationship Id="rId8" Type="http://schemas.openxmlformats.org/officeDocument/2006/relationships/slideLayout" Target="../slideLayouts/slideLayout1475.xml"/><Relationship Id="rId51" Type="http://schemas.openxmlformats.org/officeDocument/2006/relationships/theme" Target="../theme/theme25.xml"/><Relationship Id="rId3" Type="http://schemas.openxmlformats.org/officeDocument/2006/relationships/slideLayout" Target="../slideLayouts/slideLayout1470.xml"/><Relationship Id="rId12" Type="http://schemas.openxmlformats.org/officeDocument/2006/relationships/slideLayout" Target="../slideLayouts/slideLayout1479.xml"/><Relationship Id="rId17" Type="http://schemas.openxmlformats.org/officeDocument/2006/relationships/slideLayout" Target="../slideLayouts/slideLayout1484.xml"/><Relationship Id="rId25" Type="http://schemas.openxmlformats.org/officeDocument/2006/relationships/slideLayout" Target="../slideLayouts/slideLayout1492.xml"/><Relationship Id="rId33" Type="http://schemas.openxmlformats.org/officeDocument/2006/relationships/slideLayout" Target="../slideLayouts/slideLayout1500.xml"/><Relationship Id="rId38" Type="http://schemas.openxmlformats.org/officeDocument/2006/relationships/slideLayout" Target="../slideLayouts/slideLayout1505.xml"/><Relationship Id="rId46" Type="http://schemas.openxmlformats.org/officeDocument/2006/relationships/slideLayout" Target="../slideLayouts/slideLayout1513.xml"/><Relationship Id="rId20" Type="http://schemas.openxmlformats.org/officeDocument/2006/relationships/slideLayout" Target="../slideLayouts/slideLayout1487.xml"/><Relationship Id="rId41" Type="http://schemas.openxmlformats.org/officeDocument/2006/relationships/slideLayout" Target="../slideLayouts/slideLayout1508.xml"/><Relationship Id="rId1" Type="http://schemas.openxmlformats.org/officeDocument/2006/relationships/slideLayout" Target="../slideLayouts/slideLayout1468.xml"/><Relationship Id="rId6" Type="http://schemas.openxmlformats.org/officeDocument/2006/relationships/slideLayout" Target="../slideLayouts/slideLayout1473.xml"/></Relationships>
</file>

<file path=ppt/slideMasters/_rels/slideMaster26.xml.rels><?xml version="1.0" encoding="UTF-8" standalone="yes"?>
<Relationships xmlns="http://schemas.openxmlformats.org/package/2006/relationships"><Relationship Id="rId13" Type="http://schemas.openxmlformats.org/officeDocument/2006/relationships/slideLayout" Target="../slideLayouts/slideLayout1530.xml"/><Relationship Id="rId18" Type="http://schemas.openxmlformats.org/officeDocument/2006/relationships/slideLayout" Target="../slideLayouts/slideLayout1535.xml"/><Relationship Id="rId26" Type="http://schemas.openxmlformats.org/officeDocument/2006/relationships/slideLayout" Target="../slideLayouts/slideLayout1543.xml"/><Relationship Id="rId39" Type="http://schemas.openxmlformats.org/officeDocument/2006/relationships/slideLayout" Target="../slideLayouts/slideLayout1556.xml"/><Relationship Id="rId21" Type="http://schemas.openxmlformats.org/officeDocument/2006/relationships/slideLayout" Target="../slideLayouts/slideLayout1538.xml"/><Relationship Id="rId34" Type="http://schemas.openxmlformats.org/officeDocument/2006/relationships/slideLayout" Target="../slideLayouts/slideLayout1551.xml"/><Relationship Id="rId42" Type="http://schemas.openxmlformats.org/officeDocument/2006/relationships/slideLayout" Target="../slideLayouts/slideLayout1559.xml"/><Relationship Id="rId47" Type="http://schemas.openxmlformats.org/officeDocument/2006/relationships/slideLayout" Target="../slideLayouts/slideLayout1564.xml"/><Relationship Id="rId50" Type="http://schemas.openxmlformats.org/officeDocument/2006/relationships/theme" Target="../theme/theme26.xml"/><Relationship Id="rId7" Type="http://schemas.openxmlformats.org/officeDocument/2006/relationships/slideLayout" Target="../slideLayouts/slideLayout1524.xml"/><Relationship Id="rId2" Type="http://schemas.openxmlformats.org/officeDocument/2006/relationships/slideLayout" Target="../slideLayouts/slideLayout1519.xml"/><Relationship Id="rId16" Type="http://schemas.openxmlformats.org/officeDocument/2006/relationships/slideLayout" Target="../slideLayouts/slideLayout1533.xml"/><Relationship Id="rId29" Type="http://schemas.openxmlformats.org/officeDocument/2006/relationships/slideLayout" Target="../slideLayouts/slideLayout1546.xml"/><Relationship Id="rId11" Type="http://schemas.openxmlformats.org/officeDocument/2006/relationships/slideLayout" Target="../slideLayouts/slideLayout1528.xml"/><Relationship Id="rId24" Type="http://schemas.openxmlformats.org/officeDocument/2006/relationships/slideLayout" Target="../slideLayouts/slideLayout1541.xml"/><Relationship Id="rId32" Type="http://schemas.openxmlformats.org/officeDocument/2006/relationships/slideLayout" Target="../slideLayouts/slideLayout1549.xml"/><Relationship Id="rId37" Type="http://schemas.openxmlformats.org/officeDocument/2006/relationships/slideLayout" Target="../slideLayouts/slideLayout1554.xml"/><Relationship Id="rId40" Type="http://schemas.openxmlformats.org/officeDocument/2006/relationships/slideLayout" Target="../slideLayouts/slideLayout1557.xml"/><Relationship Id="rId45" Type="http://schemas.openxmlformats.org/officeDocument/2006/relationships/slideLayout" Target="../slideLayouts/slideLayout1562.xml"/><Relationship Id="rId5" Type="http://schemas.openxmlformats.org/officeDocument/2006/relationships/slideLayout" Target="../slideLayouts/slideLayout1522.xml"/><Relationship Id="rId15" Type="http://schemas.openxmlformats.org/officeDocument/2006/relationships/slideLayout" Target="../slideLayouts/slideLayout1532.xml"/><Relationship Id="rId23" Type="http://schemas.openxmlformats.org/officeDocument/2006/relationships/slideLayout" Target="../slideLayouts/slideLayout1540.xml"/><Relationship Id="rId28" Type="http://schemas.openxmlformats.org/officeDocument/2006/relationships/slideLayout" Target="../slideLayouts/slideLayout1545.xml"/><Relationship Id="rId36" Type="http://schemas.openxmlformats.org/officeDocument/2006/relationships/slideLayout" Target="../slideLayouts/slideLayout1553.xml"/><Relationship Id="rId49" Type="http://schemas.openxmlformats.org/officeDocument/2006/relationships/slideLayout" Target="../slideLayouts/slideLayout1566.xml"/><Relationship Id="rId10" Type="http://schemas.openxmlformats.org/officeDocument/2006/relationships/slideLayout" Target="../slideLayouts/slideLayout1527.xml"/><Relationship Id="rId19" Type="http://schemas.openxmlformats.org/officeDocument/2006/relationships/slideLayout" Target="../slideLayouts/slideLayout1536.xml"/><Relationship Id="rId31" Type="http://schemas.openxmlformats.org/officeDocument/2006/relationships/slideLayout" Target="../slideLayouts/slideLayout1548.xml"/><Relationship Id="rId44" Type="http://schemas.openxmlformats.org/officeDocument/2006/relationships/slideLayout" Target="../slideLayouts/slideLayout1561.xml"/><Relationship Id="rId4" Type="http://schemas.openxmlformats.org/officeDocument/2006/relationships/slideLayout" Target="../slideLayouts/slideLayout1521.xml"/><Relationship Id="rId9" Type="http://schemas.openxmlformats.org/officeDocument/2006/relationships/slideLayout" Target="../slideLayouts/slideLayout1526.xml"/><Relationship Id="rId14" Type="http://schemas.openxmlformats.org/officeDocument/2006/relationships/slideLayout" Target="../slideLayouts/slideLayout1531.xml"/><Relationship Id="rId22" Type="http://schemas.openxmlformats.org/officeDocument/2006/relationships/slideLayout" Target="../slideLayouts/slideLayout1539.xml"/><Relationship Id="rId27" Type="http://schemas.openxmlformats.org/officeDocument/2006/relationships/slideLayout" Target="../slideLayouts/slideLayout1544.xml"/><Relationship Id="rId30" Type="http://schemas.openxmlformats.org/officeDocument/2006/relationships/slideLayout" Target="../slideLayouts/slideLayout1547.xml"/><Relationship Id="rId35" Type="http://schemas.openxmlformats.org/officeDocument/2006/relationships/slideLayout" Target="../slideLayouts/slideLayout1552.xml"/><Relationship Id="rId43" Type="http://schemas.openxmlformats.org/officeDocument/2006/relationships/slideLayout" Target="../slideLayouts/slideLayout1560.xml"/><Relationship Id="rId48" Type="http://schemas.openxmlformats.org/officeDocument/2006/relationships/slideLayout" Target="../slideLayouts/slideLayout1565.xml"/><Relationship Id="rId8" Type="http://schemas.openxmlformats.org/officeDocument/2006/relationships/slideLayout" Target="../slideLayouts/slideLayout1525.xml"/><Relationship Id="rId3" Type="http://schemas.openxmlformats.org/officeDocument/2006/relationships/slideLayout" Target="../slideLayouts/slideLayout1520.xml"/><Relationship Id="rId12" Type="http://schemas.openxmlformats.org/officeDocument/2006/relationships/slideLayout" Target="../slideLayouts/slideLayout1529.xml"/><Relationship Id="rId17" Type="http://schemas.openxmlformats.org/officeDocument/2006/relationships/slideLayout" Target="../slideLayouts/slideLayout1534.xml"/><Relationship Id="rId25" Type="http://schemas.openxmlformats.org/officeDocument/2006/relationships/slideLayout" Target="../slideLayouts/slideLayout1542.xml"/><Relationship Id="rId33" Type="http://schemas.openxmlformats.org/officeDocument/2006/relationships/slideLayout" Target="../slideLayouts/slideLayout1550.xml"/><Relationship Id="rId38" Type="http://schemas.openxmlformats.org/officeDocument/2006/relationships/slideLayout" Target="../slideLayouts/slideLayout1555.xml"/><Relationship Id="rId46" Type="http://schemas.openxmlformats.org/officeDocument/2006/relationships/slideLayout" Target="../slideLayouts/slideLayout1563.xml"/><Relationship Id="rId20" Type="http://schemas.openxmlformats.org/officeDocument/2006/relationships/slideLayout" Target="../slideLayouts/slideLayout1537.xml"/><Relationship Id="rId41" Type="http://schemas.openxmlformats.org/officeDocument/2006/relationships/slideLayout" Target="../slideLayouts/slideLayout1558.xml"/><Relationship Id="rId1" Type="http://schemas.openxmlformats.org/officeDocument/2006/relationships/slideLayout" Target="../slideLayouts/slideLayout1518.xml"/><Relationship Id="rId6" Type="http://schemas.openxmlformats.org/officeDocument/2006/relationships/slideLayout" Target="../slideLayouts/slideLayout1523.xml"/></Relationships>
</file>

<file path=ppt/slideMasters/_rels/slideMaster27.xml.rels><?xml version="1.0" encoding="UTF-8" standalone="yes"?>
<Relationships xmlns="http://schemas.openxmlformats.org/package/2006/relationships"><Relationship Id="rId26" Type="http://schemas.openxmlformats.org/officeDocument/2006/relationships/slideLayout" Target="../slideLayouts/slideLayout1592.xml"/><Relationship Id="rId21" Type="http://schemas.openxmlformats.org/officeDocument/2006/relationships/slideLayout" Target="../slideLayouts/slideLayout1587.xml"/><Relationship Id="rId42" Type="http://schemas.openxmlformats.org/officeDocument/2006/relationships/slideLayout" Target="../slideLayouts/slideLayout1608.xml"/><Relationship Id="rId47" Type="http://schemas.openxmlformats.org/officeDocument/2006/relationships/slideLayout" Target="../slideLayouts/slideLayout1613.xml"/><Relationship Id="rId63" Type="http://schemas.openxmlformats.org/officeDocument/2006/relationships/slideLayout" Target="../slideLayouts/slideLayout1629.xml"/><Relationship Id="rId68" Type="http://schemas.openxmlformats.org/officeDocument/2006/relationships/slideLayout" Target="../slideLayouts/slideLayout1634.xml"/><Relationship Id="rId84" Type="http://schemas.openxmlformats.org/officeDocument/2006/relationships/slideLayout" Target="../slideLayouts/slideLayout1650.xml"/><Relationship Id="rId16" Type="http://schemas.openxmlformats.org/officeDocument/2006/relationships/slideLayout" Target="../slideLayouts/slideLayout1582.xml"/><Relationship Id="rId11" Type="http://schemas.openxmlformats.org/officeDocument/2006/relationships/slideLayout" Target="../slideLayouts/slideLayout1577.xml"/><Relationship Id="rId32" Type="http://schemas.openxmlformats.org/officeDocument/2006/relationships/slideLayout" Target="../slideLayouts/slideLayout1598.xml"/><Relationship Id="rId37" Type="http://schemas.openxmlformats.org/officeDocument/2006/relationships/slideLayout" Target="../slideLayouts/slideLayout1603.xml"/><Relationship Id="rId53" Type="http://schemas.openxmlformats.org/officeDocument/2006/relationships/slideLayout" Target="../slideLayouts/slideLayout1619.xml"/><Relationship Id="rId58" Type="http://schemas.openxmlformats.org/officeDocument/2006/relationships/slideLayout" Target="../slideLayouts/slideLayout1624.xml"/><Relationship Id="rId74" Type="http://schemas.openxmlformats.org/officeDocument/2006/relationships/slideLayout" Target="../slideLayouts/slideLayout1640.xml"/><Relationship Id="rId79" Type="http://schemas.openxmlformats.org/officeDocument/2006/relationships/slideLayout" Target="../slideLayouts/slideLayout1645.xml"/><Relationship Id="rId5" Type="http://schemas.openxmlformats.org/officeDocument/2006/relationships/slideLayout" Target="../slideLayouts/slideLayout1571.xml"/><Relationship Id="rId19" Type="http://schemas.openxmlformats.org/officeDocument/2006/relationships/slideLayout" Target="../slideLayouts/slideLayout1585.xml"/><Relationship Id="rId14" Type="http://schemas.openxmlformats.org/officeDocument/2006/relationships/slideLayout" Target="../slideLayouts/slideLayout1580.xml"/><Relationship Id="rId22" Type="http://schemas.openxmlformats.org/officeDocument/2006/relationships/slideLayout" Target="../slideLayouts/slideLayout1588.xml"/><Relationship Id="rId27" Type="http://schemas.openxmlformats.org/officeDocument/2006/relationships/slideLayout" Target="../slideLayouts/slideLayout1593.xml"/><Relationship Id="rId30" Type="http://schemas.openxmlformats.org/officeDocument/2006/relationships/slideLayout" Target="../slideLayouts/slideLayout1596.xml"/><Relationship Id="rId35" Type="http://schemas.openxmlformats.org/officeDocument/2006/relationships/slideLayout" Target="../slideLayouts/slideLayout1601.xml"/><Relationship Id="rId43" Type="http://schemas.openxmlformats.org/officeDocument/2006/relationships/slideLayout" Target="../slideLayouts/slideLayout1609.xml"/><Relationship Id="rId48" Type="http://schemas.openxmlformats.org/officeDocument/2006/relationships/slideLayout" Target="../slideLayouts/slideLayout1614.xml"/><Relationship Id="rId56" Type="http://schemas.openxmlformats.org/officeDocument/2006/relationships/slideLayout" Target="../slideLayouts/slideLayout1622.xml"/><Relationship Id="rId64" Type="http://schemas.openxmlformats.org/officeDocument/2006/relationships/slideLayout" Target="../slideLayouts/slideLayout1630.xml"/><Relationship Id="rId69" Type="http://schemas.openxmlformats.org/officeDocument/2006/relationships/slideLayout" Target="../slideLayouts/slideLayout1635.xml"/><Relationship Id="rId77" Type="http://schemas.openxmlformats.org/officeDocument/2006/relationships/slideLayout" Target="../slideLayouts/slideLayout1643.xml"/><Relationship Id="rId8" Type="http://schemas.openxmlformats.org/officeDocument/2006/relationships/slideLayout" Target="../slideLayouts/slideLayout1574.xml"/><Relationship Id="rId51" Type="http://schemas.openxmlformats.org/officeDocument/2006/relationships/slideLayout" Target="../slideLayouts/slideLayout1617.xml"/><Relationship Id="rId72" Type="http://schemas.openxmlformats.org/officeDocument/2006/relationships/slideLayout" Target="../slideLayouts/slideLayout1638.xml"/><Relationship Id="rId80" Type="http://schemas.openxmlformats.org/officeDocument/2006/relationships/slideLayout" Target="../slideLayouts/slideLayout1646.xml"/><Relationship Id="rId85" Type="http://schemas.openxmlformats.org/officeDocument/2006/relationships/theme" Target="../theme/theme27.xml"/><Relationship Id="rId3" Type="http://schemas.openxmlformats.org/officeDocument/2006/relationships/slideLayout" Target="../slideLayouts/slideLayout1569.xml"/><Relationship Id="rId12" Type="http://schemas.openxmlformats.org/officeDocument/2006/relationships/slideLayout" Target="../slideLayouts/slideLayout1578.xml"/><Relationship Id="rId17" Type="http://schemas.openxmlformats.org/officeDocument/2006/relationships/slideLayout" Target="../slideLayouts/slideLayout1583.xml"/><Relationship Id="rId25" Type="http://schemas.openxmlformats.org/officeDocument/2006/relationships/slideLayout" Target="../slideLayouts/slideLayout1591.xml"/><Relationship Id="rId33" Type="http://schemas.openxmlformats.org/officeDocument/2006/relationships/slideLayout" Target="../slideLayouts/slideLayout1599.xml"/><Relationship Id="rId38" Type="http://schemas.openxmlformats.org/officeDocument/2006/relationships/slideLayout" Target="../slideLayouts/slideLayout1604.xml"/><Relationship Id="rId46" Type="http://schemas.openxmlformats.org/officeDocument/2006/relationships/slideLayout" Target="../slideLayouts/slideLayout1612.xml"/><Relationship Id="rId59" Type="http://schemas.openxmlformats.org/officeDocument/2006/relationships/slideLayout" Target="../slideLayouts/slideLayout1625.xml"/><Relationship Id="rId67" Type="http://schemas.openxmlformats.org/officeDocument/2006/relationships/slideLayout" Target="../slideLayouts/slideLayout1633.xml"/><Relationship Id="rId20" Type="http://schemas.openxmlformats.org/officeDocument/2006/relationships/slideLayout" Target="../slideLayouts/slideLayout1586.xml"/><Relationship Id="rId41" Type="http://schemas.openxmlformats.org/officeDocument/2006/relationships/slideLayout" Target="../slideLayouts/slideLayout1607.xml"/><Relationship Id="rId54" Type="http://schemas.openxmlformats.org/officeDocument/2006/relationships/slideLayout" Target="../slideLayouts/slideLayout1620.xml"/><Relationship Id="rId62" Type="http://schemas.openxmlformats.org/officeDocument/2006/relationships/slideLayout" Target="../slideLayouts/slideLayout1628.xml"/><Relationship Id="rId70" Type="http://schemas.openxmlformats.org/officeDocument/2006/relationships/slideLayout" Target="../slideLayouts/slideLayout1636.xml"/><Relationship Id="rId75" Type="http://schemas.openxmlformats.org/officeDocument/2006/relationships/slideLayout" Target="../slideLayouts/slideLayout1641.xml"/><Relationship Id="rId83" Type="http://schemas.openxmlformats.org/officeDocument/2006/relationships/slideLayout" Target="../slideLayouts/slideLayout1649.xml"/><Relationship Id="rId1" Type="http://schemas.openxmlformats.org/officeDocument/2006/relationships/slideLayout" Target="../slideLayouts/slideLayout1567.xml"/><Relationship Id="rId6" Type="http://schemas.openxmlformats.org/officeDocument/2006/relationships/slideLayout" Target="../slideLayouts/slideLayout1572.xml"/><Relationship Id="rId15" Type="http://schemas.openxmlformats.org/officeDocument/2006/relationships/slideLayout" Target="../slideLayouts/slideLayout1581.xml"/><Relationship Id="rId23" Type="http://schemas.openxmlformats.org/officeDocument/2006/relationships/slideLayout" Target="../slideLayouts/slideLayout1589.xml"/><Relationship Id="rId28" Type="http://schemas.openxmlformats.org/officeDocument/2006/relationships/slideLayout" Target="../slideLayouts/slideLayout1594.xml"/><Relationship Id="rId36" Type="http://schemas.openxmlformats.org/officeDocument/2006/relationships/slideLayout" Target="../slideLayouts/slideLayout1602.xml"/><Relationship Id="rId49" Type="http://schemas.openxmlformats.org/officeDocument/2006/relationships/slideLayout" Target="../slideLayouts/slideLayout1615.xml"/><Relationship Id="rId57" Type="http://schemas.openxmlformats.org/officeDocument/2006/relationships/slideLayout" Target="../slideLayouts/slideLayout1623.xml"/><Relationship Id="rId10" Type="http://schemas.openxmlformats.org/officeDocument/2006/relationships/slideLayout" Target="../slideLayouts/slideLayout1576.xml"/><Relationship Id="rId31" Type="http://schemas.openxmlformats.org/officeDocument/2006/relationships/slideLayout" Target="../slideLayouts/slideLayout1597.xml"/><Relationship Id="rId44" Type="http://schemas.openxmlformats.org/officeDocument/2006/relationships/slideLayout" Target="../slideLayouts/slideLayout1610.xml"/><Relationship Id="rId52" Type="http://schemas.openxmlformats.org/officeDocument/2006/relationships/slideLayout" Target="../slideLayouts/slideLayout1618.xml"/><Relationship Id="rId60" Type="http://schemas.openxmlformats.org/officeDocument/2006/relationships/slideLayout" Target="../slideLayouts/slideLayout1626.xml"/><Relationship Id="rId65" Type="http://schemas.openxmlformats.org/officeDocument/2006/relationships/slideLayout" Target="../slideLayouts/slideLayout1631.xml"/><Relationship Id="rId73" Type="http://schemas.openxmlformats.org/officeDocument/2006/relationships/slideLayout" Target="../slideLayouts/slideLayout1639.xml"/><Relationship Id="rId78" Type="http://schemas.openxmlformats.org/officeDocument/2006/relationships/slideLayout" Target="../slideLayouts/slideLayout1644.xml"/><Relationship Id="rId81" Type="http://schemas.openxmlformats.org/officeDocument/2006/relationships/slideLayout" Target="../slideLayouts/slideLayout1647.xml"/><Relationship Id="rId4" Type="http://schemas.openxmlformats.org/officeDocument/2006/relationships/slideLayout" Target="../slideLayouts/slideLayout1570.xml"/><Relationship Id="rId9" Type="http://schemas.openxmlformats.org/officeDocument/2006/relationships/slideLayout" Target="../slideLayouts/slideLayout1575.xml"/><Relationship Id="rId13" Type="http://schemas.openxmlformats.org/officeDocument/2006/relationships/slideLayout" Target="../slideLayouts/slideLayout1579.xml"/><Relationship Id="rId18" Type="http://schemas.openxmlformats.org/officeDocument/2006/relationships/slideLayout" Target="../slideLayouts/slideLayout1584.xml"/><Relationship Id="rId39" Type="http://schemas.openxmlformats.org/officeDocument/2006/relationships/slideLayout" Target="../slideLayouts/slideLayout1605.xml"/><Relationship Id="rId34" Type="http://schemas.openxmlformats.org/officeDocument/2006/relationships/slideLayout" Target="../slideLayouts/slideLayout1600.xml"/><Relationship Id="rId50" Type="http://schemas.openxmlformats.org/officeDocument/2006/relationships/slideLayout" Target="../slideLayouts/slideLayout1616.xml"/><Relationship Id="rId55" Type="http://schemas.openxmlformats.org/officeDocument/2006/relationships/slideLayout" Target="../slideLayouts/slideLayout1621.xml"/><Relationship Id="rId76" Type="http://schemas.openxmlformats.org/officeDocument/2006/relationships/slideLayout" Target="../slideLayouts/slideLayout1642.xml"/><Relationship Id="rId7" Type="http://schemas.openxmlformats.org/officeDocument/2006/relationships/slideLayout" Target="../slideLayouts/slideLayout1573.xml"/><Relationship Id="rId71" Type="http://schemas.openxmlformats.org/officeDocument/2006/relationships/slideLayout" Target="../slideLayouts/slideLayout1637.xml"/><Relationship Id="rId2" Type="http://schemas.openxmlformats.org/officeDocument/2006/relationships/slideLayout" Target="../slideLayouts/slideLayout1568.xml"/><Relationship Id="rId29" Type="http://schemas.openxmlformats.org/officeDocument/2006/relationships/slideLayout" Target="../slideLayouts/slideLayout1595.xml"/><Relationship Id="rId24" Type="http://schemas.openxmlformats.org/officeDocument/2006/relationships/slideLayout" Target="../slideLayouts/slideLayout1590.xml"/><Relationship Id="rId40" Type="http://schemas.openxmlformats.org/officeDocument/2006/relationships/slideLayout" Target="../slideLayouts/slideLayout1606.xml"/><Relationship Id="rId45" Type="http://schemas.openxmlformats.org/officeDocument/2006/relationships/slideLayout" Target="../slideLayouts/slideLayout1611.xml"/><Relationship Id="rId66" Type="http://schemas.openxmlformats.org/officeDocument/2006/relationships/slideLayout" Target="../slideLayouts/slideLayout1632.xml"/><Relationship Id="rId61" Type="http://schemas.openxmlformats.org/officeDocument/2006/relationships/slideLayout" Target="../slideLayouts/slideLayout1627.xml"/><Relationship Id="rId82" Type="http://schemas.openxmlformats.org/officeDocument/2006/relationships/slideLayout" Target="../slideLayouts/slideLayout1648.xml"/></Relationships>
</file>

<file path=ppt/slideMasters/_rels/slideMaster28.xml.rels><?xml version="1.0" encoding="UTF-8" standalone="yes"?>
<Relationships xmlns="http://schemas.openxmlformats.org/package/2006/relationships"><Relationship Id="rId13" Type="http://schemas.openxmlformats.org/officeDocument/2006/relationships/slideLayout" Target="../slideLayouts/slideLayout1663.xml"/><Relationship Id="rId18" Type="http://schemas.openxmlformats.org/officeDocument/2006/relationships/slideLayout" Target="../slideLayouts/slideLayout1668.xml"/><Relationship Id="rId26" Type="http://schemas.openxmlformats.org/officeDocument/2006/relationships/slideLayout" Target="../slideLayouts/slideLayout1676.xml"/><Relationship Id="rId39" Type="http://schemas.openxmlformats.org/officeDocument/2006/relationships/slideLayout" Target="../slideLayouts/slideLayout1689.xml"/><Relationship Id="rId21" Type="http://schemas.openxmlformats.org/officeDocument/2006/relationships/slideLayout" Target="../slideLayouts/slideLayout1671.xml"/><Relationship Id="rId34" Type="http://schemas.openxmlformats.org/officeDocument/2006/relationships/slideLayout" Target="../slideLayouts/slideLayout1684.xml"/><Relationship Id="rId42" Type="http://schemas.openxmlformats.org/officeDocument/2006/relationships/slideLayout" Target="../slideLayouts/slideLayout1692.xml"/><Relationship Id="rId47" Type="http://schemas.openxmlformats.org/officeDocument/2006/relationships/slideLayout" Target="../slideLayouts/slideLayout1697.xml"/><Relationship Id="rId50" Type="http://schemas.openxmlformats.org/officeDocument/2006/relationships/slideLayout" Target="../slideLayouts/slideLayout1700.xml"/><Relationship Id="rId7" Type="http://schemas.openxmlformats.org/officeDocument/2006/relationships/slideLayout" Target="../slideLayouts/slideLayout1657.xml"/><Relationship Id="rId2" Type="http://schemas.openxmlformats.org/officeDocument/2006/relationships/slideLayout" Target="../slideLayouts/slideLayout1652.xml"/><Relationship Id="rId16" Type="http://schemas.openxmlformats.org/officeDocument/2006/relationships/slideLayout" Target="../slideLayouts/slideLayout1666.xml"/><Relationship Id="rId29" Type="http://schemas.openxmlformats.org/officeDocument/2006/relationships/slideLayout" Target="../slideLayouts/slideLayout1679.xml"/><Relationship Id="rId11" Type="http://schemas.openxmlformats.org/officeDocument/2006/relationships/slideLayout" Target="../slideLayouts/slideLayout1661.xml"/><Relationship Id="rId24" Type="http://schemas.openxmlformats.org/officeDocument/2006/relationships/slideLayout" Target="../slideLayouts/slideLayout1674.xml"/><Relationship Id="rId32" Type="http://schemas.openxmlformats.org/officeDocument/2006/relationships/slideLayout" Target="../slideLayouts/slideLayout1682.xml"/><Relationship Id="rId37" Type="http://schemas.openxmlformats.org/officeDocument/2006/relationships/slideLayout" Target="../slideLayouts/slideLayout1687.xml"/><Relationship Id="rId40" Type="http://schemas.openxmlformats.org/officeDocument/2006/relationships/slideLayout" Target="../slideLayouts/slideLayout1690.xml"/><Relationship Id="rId45" Type="http://schemas.openxmlformats.org/officeDocument/2006/relationships/slideLayout" Target="../slideLayouts/slideLayout1695.xml"/><Relationship Id="rId5" Type="http://schemas.openxmlformats.org/officeDocument/2006/relationships/slideLayout" Target="../slideLayouts/slideLayout1655.xml"/><Relationship Id="rId15" Type="http://schemas.openxmlformats.org/officeDocument/2006/relationships/slideLayout" Target="../slideLayouts/slideLayout1665.xml"/><Relationship Id="rId23" Type="http://schemas.openxmlformats.org/officeDocument/2006/relationships/slideLayout" Target="../slideLayouts/slideLayout1673.xml"/><Relationship Id="rId28" Type="http://schemas.openxmlformats.org/officeDocument/2006/relationships/slideLayout" Target="../slideLayouts/slideLayout1678.xml"/><Relationship Id="rId36" Type="http://schemas.openxmlformats.org/officeDocument/2006/relationships/slideLayout" Target="../slideLayouts/slideLayout1686.xml"/><Relationship Id="rId49" Type="http://schemas.openxmlformats.org/officeDocument/2006/relationships/slideLayout" Target="../slideLayouts/slideLayout1699.xml"/><Relationship Id="rId10" Type="http://schemas.openxmlformats.org/officeDocument/2006/relationships/slideLayout" Target="../slideLayouts/slideLayout1660.xml"/><Relationship Id="rId19" Type="http://schemas.openxmlformats.org/officeDocument/2006/relationships/slideLayout" Target="../slideLayouts/slideLayout1669.xml"/><Relationship Id="rId31" Type="http://schemas.openxmlformats.org/officeDocument/2006/relationships/slideLayout" Target="../slideLayouts/slideLayout1681.xml"/><Relationship Id="rId44" Type="http://schemas.openxmlformats.org/officeDocument/2006/relationships/slideLayout" Target="../slideLayouts/slideLayout1694.xml"/><Relationship Id="rId4" Type="http://schemas.openxmlformats.org/officeDocument/2006/relationships/slideLayout" Target="../slideLayouts/slideLayout1654.xml"/><Relationship Id="rId9" Type="http://schemas.openxmlformats.org/officeDocument/2006/relationships/slideLayout" Target="../slideLayouts/slideLayout1659.xml"/><Relationship Id="rId14" Type="http://schemas.openxmlformats.org/officeDocument/2006/relationships/slideLayout" Target="../slideLayouts/slideLayout1664.xml"/><Relationship Id="rId22" Type="http://schemas.openxmlformats.org/officeDocument/2006/relationships/slideLayout" Target="../slideLayouts/slideLayout1672.xml"/><Relationship Id="rId27" Type="http://schemas.openxmlformats.org/officeDocument/2006/relationships/slideLayout" Target="../slideLayouts/slideLayout1677.xml"/><Relationship Id="rId30" Type="http://schemas.openxmlformats.org/officeDocument/2006/relationships/slideLayout" Target="../slideLayouts/slideLayout1680.xml"/><Relationship Id="rId35" Type="http://schemas.openxmlformats.org/officeDocument/2006/relationships/slideLayout" Target="../slideLayouts/slideLayout1685.xml"/><Relationship Id="rId43" Type="http://schemas.openxmlformats.org/officeDocument/2006/relationships/slideLayout" Target="../slideLayouts/slideLayout1693.xml"/><Relationship Id="rId48" Type="http://schemas.openxmlformats.org/officeDocument/2006/relationships/slideLayout" Target="../slideLayouts/slideLayout1698.xml"/><Relationship Id="rId8" Type="http://schemas.openxmlformats.org/officeDocument/2006/relationships/slideLayout" Target="../slideLayouts/slideLayout1658.xml"/><Relationship Id="rId51" Type="http://schemas.openxmlformats.org/officeDocument/2006/relationships/theme" Target="../theme/theme28.xml"/><Relationship Id="rId3" Type="http://schemas.openxmlformats.org/officeDocument/2006/relationships/slideLayout" Target="../slideLayouts/slideLayout1653.xml"/><Relationship Id="rId12" Type="http://schemas.openxmlformats.org/officeDocument/2006/relationships/slideLayout" Target="../slideLayouts/slideLayout1662.xml"/><Relationship Id="rId17" Type="http://schemas.openxmlformats.org/officeDocument/2006/relationships/slideLayout" Target="../slideLayouts/slideLayout1667.xml"/><Relationship Id="rId25" Type="http://schemas.openxmlformats.org/officeDocument/2006/relationships/slideLayout" Target="../slideLayouts/slideLayout1675.xml"/><Relationship Id="rId33" Type="http://schemas.openxmlformats.org/officeDocument/2006/relationships/slideLayout" Target="../slideLayouts/slideLayout1683.xml"/><Relationship Id="rId38" Type="http://schemas.openxmlformats.org/officeDocument/2006/relationships/slideLayout" Target="../slideLayouts/slideLayout1688.xml"/><Relationship Id="rId46" Type="http://schemas.openxmlformats.org/officeDocument/2006/relationships/slideLayout" Target="../slideLayouts/slideLayout1696.xml"/><Relationship Id="rId20" Type="http://schemas.openxmlformats.org/officeDocument/2006/relationships/slideLayout" Target="../slideLayouts/slideLayout1670.xml"/><Relationship Id="rId41" Type="http://schemas.openxmlformats.org/officeDocument/2006/relationships/slideLayout" Target="../slideLayouts/slideLayout1691.xml"/><Relationship Id="rId1" Type="http://schemas.openxmlformats.org/officeDocument/2006/relationships/slideLayout" Target="../slideLayouts/slideLayout1651.xml"/><Relationship Id="rId6" Type="http://schemas.openxmlformats.org/officeDocument/2006/relationships/slideLayout" Target="../slideLayouts/slideLayout1656.xml"/></Relationships>
</file>

<file path=ppt/slideMasters/_rels/slideMaster29.xml.rels><?xml version="1.0" encoding="UTF-8" standalone="yes"?>
<Relationships xmlns="http://schemas.openxmlformats.org/package/2006/relationships"><Relationship Id="rId13" Type="http://schemas.openxmlformats.org/officeDocument/2006/relationships/slideLayout" Target="../slideLayouts/slideLayout1713.xml"/><Relationship Id="rId18" Type="http://schemas.openxmlformats.org/officeDocument/2006/relationships/slideLayout" Target="../slideLayouts/slideLayout1718.xml"/><Relationship Id="rId26" Type="http://schemas.openxmlformats.org/officeDocument/2006/relationships/slideLayout" Target="../slideLayouts/slideLayout1726.xml"/><Relationship Id="rId39" Type="http://schemas.openxmlformats.org/officeDocument/2006/relationships/slideLayout" Target="../slideLayouts/slideLayout1739.xml"/><Relationship Id="rId21" Type="http://schemas.openxmlformats.org/officeDocument/2006/relationships/slideLayout" Target="../slideLayouts/slideLayout1721.xml"/><Relationship Id="rId34" Type="http://schemas.openxmlformats.org/officeDocument/2006/relationships/slideLayout" Target="../slideLayouts/slideLayout1734.xml"/><Relationship Id="rId42" Type="http://schemas.openxmlformats.org/officeDocument/2006/relationships/slideLayout" Target="../slideLayouts/slideLayout1742.xml"/><Relationship Id="rId47" Type="http://schemas.openxmlformats.org/officeDocument/2006/relationships/slideLayout" Target="../slideLayouts/slideLayout1747.xml"/><Relationship Id="rId50" Type="http://schemas.openxmlformats.org/officeDocument/2006/relationships/theme" Target="../theme/theme29.xml"/><Relationship Id="rId7" Type="http://schemas.openxmlformats.org/officeDocument/2006/relationships/slideLayout" Target="../slideLayouts/slideLayout1707.xml"/><Relationship Id="rId2" Type="http://schemas.openxmlformats.org/officeDocument/2006/relationships/slideLayout" Target="../slideLayouts/slideLayout1702.xml"/><Relationship Id="rId16" Type="http://schemas.openxmlformats.org/officeDocument/2006/relationships/slideLayout" Target="../slideLayouts/slideLayout1716.xml"/><Relationship Id="rId29" Type="http://schemas.openxmlformats.org/officeDocument/2006/relationships/slideLayout" Target="../slideLayouts/slideLayout1729.xml"/><Relationship Id="rId11" Type="http://schemas.openxmlformats.org/officeDocument/2006/relationships/slideLayout" Target="../slideLayouts/slideLayout1711.xml"/><Relationship Id="rId24" Type="http://schemas.openxmlformats.org/officeDocument/2006/relationships/slideLayout" Target="../slideLayouts/slideLayout1724.xml"/><Relationship Id="rId32" Type="http://schemas.openxmlformats.org/officeDocument/2006/relationships/slideLayout" Target="../slideLayouts/slideLayout1732.xml"/><Relationship Id="rId37" Type="http://schemas.openxmlformats.org/officeDocument/2006/relationships/slideLayout" Target="../slideLayouts/slideLayout1737.xml"/><Relationship Id="rId40" Type="http://schemas.openxmlformats.org/officeDocument/2006/relationships/slideLayout" Target="../slideLayouts/slideLayout1740.xml"/><Relationship Id="rId45" Type="http://schemas.openxmlformats.org/officeDocument/2006/relationships/slideLayout" Target="../slideLayouts/slideLayout1745.xml"/><Relationship Id="rId5" Type="http://schemas.openxmlformats.org/officeDocument/2006/relationships/slideLayout" Target="../slideLayouts/slideLayout1705.xml"/><Relationship Id="rId15" Type="http://schemas.openxmlformats.org/officeDocument/2006/relationships/slideLayout" Target="../slideLayouts/slideLayout1715.xml"/><Relationship Id="rId23" Type="http://schemas.openxmlformats.org/officeDocument/2006/relationships/slideLayout" Target="../slideLayouts/slideLayout1723.xml"/><Relationship Id="rId28" Type="http://schemas.openxmlformats.org/officeDocument/2006/relationships/slideLayout" Target="../slideLayouts/slideLayout1728.xml"/><Relationship Id="rId36" Type="http://schemas.openxmlformats.org/officeDocument/2006/relationships/slideLayout" Target="../slideLayouts/slideLayout1736.xml"/><Relationship Id="rId49" Type="http://schemas.openxmlformats.org/officeDocument/2006/relationships/slideLayout" Target="../slideLayouts/slideLayout1749.xml"/><Relationship Id="rId10" Type="http://schemas.openxmlformats.org/officeDocument/2006/relationships/slideLayout" Target="../slideLayouts/slideLayout1710.xml"/><Relationship Id="rId19" Type="http://schemas.openxmlformats.org/officeDocument/2006/relationships/slideLayout" Target="../slideLayouts/slideLayout1719.xml"/><Relationship Id="rId31" Type="http://schemas.openxmlformats.org/officeDocument/2006/relationships/slideLayout" Target="../slideLayouts/slideLayout1731.xml"/><Relationship Id="rId44" Type="http://schemas.openxmlformats.org/officeDocument/2006/relationships/slideLayout" Target="../slideLayouts/slideLayout1744.xml"/><Relationship Id="rId4" Type="http://schemas.openxmlformats.org/officeDocument/2006/relationships/slideLayout" Target="../slideLayouts/slideLayout1704.xml"/><Relationship Id="rId9" Type="http://schemas.openxmlformats.org/officeDocument/2006/relationships/slideLayout" Target="../slideLayouts/slideLayout1709.xml"/><Relationship Id="rId14" Type="http://schemas.openxmlformats.org/officeDocument/2006/relationships/slideLayout" Target="../slideLayouts/slideLayout1714.xml"/><Relationship Id="rId22" Type="http://schemas.openxmlformats.org/officeDocument/2006/relationships/slideLayout" Target="../slideLayouts/slideLayout1722.xml"/><Relationship Id="rId27" Type="http://schemas.openxmlformats.org/officeDocument/2006/relationships/slideLayout" Target="../slideLayouts/slideLayout1727.xml"/><Relationship Id="rId30" Type="http://schemas.openxmlformats.org/officeDocument/2006/relationships/slideLayout" Target="../slideLayouts/slideLayout1730.xml"/><Relationship Id="rId35" Type="http://schemas.openxmlformats.org/officeDocument/2006/relationships/slideLayout" Target="../slideLayouts/slideLayout1735.xml"/><Relationship Id="rId43" Type="http://schemas.openxmlformats.org/officeDocument/2006/relationships/slideLayout" Target="../slideLayouts/slideLayout1743.xml"/><Relationship Id="rId48" Type="http://schemas.openxmlformats.org/officeDocument/2006/relationships/slideLayout" Target="../slideLayouts/slideLayout1748.xml"/><Relationship Id="rId8" Type="http://schemas.openxmlformats.org/officeDocument/2006/relationships/slideLayout" Target="../slideLayouts/slideLayout1708.xml"/><Relationship Id="rId3" Type="http://schemas.openxmlformats.org/officeDocument/2006/relationships/slideLayout" Target="../slideLayouts/slideLayout1703.xml"/><Relationship Id="rId12" Type="http://schemas.openxmlformats.org/officeDocument/2006/relationships/slideLayout" Target="../slideLayouts/slideLayout1712.xml"/><Relationship Id="rId17" Type="http://schemas.openxmlformats.org/officeDocument/2006/relationships/slideLayout" Target="../slideLayouts/slideLayout1717.xml"/><Relationship Id="rId25" Type="http://schemas.openxmlformats.org/officeDocument/2006/relationships/slideLayout" Target="../slideLayouts/slideLayout1725.xml"/><Relationship Id="rId33" Type="http://schemas.openxmlformats.org/officeDocument/2006/relationships/slideLayout" Target="../slideLayouts/slideLayout1733.xml"/><Relationship Id="rId38" Type="http://schemas.openxmlformats.org/officeDocument/2006/relationships/slideLayout" Target="../slideLayouts/slideLayout1738.xml"/><Relationship Id="rId46" Type="http://schemas.openxmlformats.org/officeDocument/2006/relationships/slideLayout" Target="../slideLayouts/slideLayout1746.xml"/><Relationship Id="rId20" Type="http://schemas.openxmlformats.org/officeDocument/2006/relationships/slideLayout" Target="../slideLayouts/slideLayout1720.xml"/><Relationship Id="rId41" Type="http://schemas.openxmlformats.org/officeDocument/2006/relationships/slideLayout" Target="../slideLayouts/slideLayout1741.xml"/><Relationship Id="rId1" Type="http://schemas.openxmlformats.org/officeDocument/2006/relationships/slideLayout" Target="../slideLayouts/slideLayout1701.xml"/><Relationship Id="rId6" Type="http://schemas.openxmlformats.org/officeDocument/2006/relationships/slideLayout" Target="../slideLayouts/slideLayout1706.xml"/></Relationships>
</file>

<file path=ppt/slideMasters/_rels/slideMaster30.xml.rels><?xml version="1.0" encoding="UTF-8" standalone="yes"?>
<Relationships xmlns="http://schemas.openxmlformats.org/package/2006/relationships"><Relationship Id="rId26" Type="http://schemas.openxmlformats.org/officeDocument/2006/relationships/slideLayout" Target="../slideLayouts/slideLayout1775.xml"/><Relationship Id="rId21" Type="http://schemas.openxmlformats.org/officeDocument/2006/relationships/slideLayout" Target="../slideLayouts/slideLayout1770.xml"/><Relationship Id="rId42" Type="http://schemas.openxmlformats.org/officeDocument/2006/relationships/slideLayout" Target="../slideLayouts/slideLayout1791.xml"/><Relationship Id="rId47" Type="http://schemas.openxmlformats.org/officeDocument/2006/relationships/slideLayout" Target="../slideLayouts/slideLayout1796.xml"/><Relationship Id="rId63" Type="http://schemas.openxmlformats.org/officeDocument/2006/relationships/slideLayout" Target="../slideLayouts/slideLayout1812.xml"/><Relationship Id="rId68" Type="http://schemas.openxmlformats.org/officeDocument/2006/relationships/slideLayout" Target="../slideLayouts/slideLayout1817.xml"/><Relationship Id="rId84" Type="http://schemas.openxmlformats.org/officeDocument/2006/relationships/slideLayout" Target="../slideLayouts/slideLayout1833.xml"/><Relationship Id="rId16" Type="http://schemas.openxmlformats.org/officeDocument/2006/relationships/slideLayout" Target="../slideLayouts/slideLayout1765.xml"/><Relationship Id="rId11" Type="http://schemas.openxmlformats.org/officeDocument/2006/relationships/slideLayout" Target="../slideLayouts/slideLayout1760.xml"/><Relationship Id="rId32" Type="http://schemas.openxmlformats.org/officeDocument/2006/relationships/slideLayout" Target="../slideLayouts/slideLayout1781.xml"/><Relationship Id="rId37" Type="http://schemas.openxmlformats.org/officeDocument/2006/relationships/slideLayout" Target="../slideLayouts/slideLayout1786.xml"/><Relationship Id="rId53" Type="http://schemas.openxmlformats.org/officeDocument/2006/relationships/slideLayout" Target="../slideLayouts/slideLayout1802.xml"/><Relationship Id="rId58" Type="http://schemas.openxmlformats.org/officeDocument/2006/relationships/slideLayout" Target="../slideLayouts/slideLayout1807.xml"/><Relationship Id="rId74" Type="http://schemas.openxmlformats.org/officeDocument/2006/relationships/slideLayout" Target="../slideLayouts/slideLayout1823.xml"/><Relationship Id="rId79" Type="http://schemas.openxmlformats.org/officeDocument/2006/relationships/slideLayout" Target="../slideLayouts/slideLayout1828.xml"/><Relationship Id="rId5" Type="http://schemas.openxmlformats.org/officeDocument/2006/relationships/slideLayout" Target="../slideLayouts/slideLayout1754.xml"/><Relationship Id="rId19" Type="http://schemas.openxmlformats.org/officeDocument/2006/relationships/slideLayout" Target="../slideLayouts/slideLayout1768.xml"/><Relationship Id="rId14" Type="http://schemas.openxmlformats.org/officeDocument/2006/relationships/slideLayout" Target="../slideLayouts/slideLayout1763.xml"/><Relationship Id="rId22" Type="http://schemas.openxmlformats.org/officeDocument/2006/relationships/slideLayout" Target="../slideLayouts/slideLayout1771.xml"/><Relationship Id="rId27" Type="http://schemas.openxmlformats.org/officeDocument/2006/relationships/slideLayout" Target="../slideLayouts/slideLayout1776.xml"/><Relationship Id="rId30" Type="http://schemas.openxmlformats.org/officeDocument/2006/relationships/slideLayout" Target="../slideLayouts/slideLayout1779.xml"/><Relationship Id="rId35" Type="http://schemas.openxmlformats.org/officeDocument/2006/relationships/slideLayout" Target="../slideLayouts/slideLayout1784.xml"/><Relationship Id="rId43" Type="http://schemas.openxmlformats.org/officeDocument/2006/relationships/slideLayout" Target="../slideLayouts/slideLayout1792.xml"/><Relationship Id="rId48" Type="http://schemas.openxmlformats.org/officeDocument/2006/relationships/slideLayout" Target="../slideLayouts/slideLayout1797.xml"/><Relationship Id="rId56" Type="http://schemas.openxmlformats.org/officeDocument/2006/relationships/slideLayout" Target="../slideLayouts/slideLayout1805.xml"/><Relationship Id="rId64" Type="http://schemas.openxmlformats.org/officeDocument/2006/relationships/slideLayout" Target="../slideLayouts/slideLayout1813.xml"/><Relationship Id="rId69" Type="http://schemas.openxmlformats.org/officeDocument/2006/relationships/slideLayout" Target="../slideLayouts/slideLayout1818.xml"/><Relationship Id="rId77" Type="http://schemas.openxmlformats.org/officeDocument/2006/relationships/slideLayout" Target="../slideLayouts/slideLayout1826.xml"/><Relationship Id="rId8" Type="http://schemas.openxmlformats.org/officeDocument/2006/relationships/slideLayout" Target="../slideLayouts/slideLayout1757.xml"/><Relationship Id="rId51" Type="http://schemas.openxmlformats.org/officeDocument/2006/relationships/slideLayout" Target="../slideLayouts/slideLayout1800.xml"/><Relationship Id="rId72" Type="http://schemas.openxmlformats.org/officeDocument/2006/relationships/slideLayout" Target="../slideLayouts/slideLayout1821.xml"/><Relationship Id="rId80" Type="http://schemas.openxmlformats.org/officeDocument/2006/relationships/slideLayout" Target="../slideLayouts/slideLayout1829.xml"/><Relationship Id="rId85" Type="http://schemas.openxmlformats.org/officeDocument/2006/relationships/theme" Target="../theme/theme30.xml"/><Relationship Id="rId3" Type="http://schemas.openxmlformats.org/officeDocument/2006/relationships/slideLayout" Target="../slideLayouts/slideLayout1752.xml"/><Relationship Id="rId12" Type="http://schemas.openxmlformats.org/officeDocument/2006/relationships/slideLayout" Target="../slideLayouts/slideLayout1761.xml"/><Relationship Id="rId17" Type="http://schemas.openxmlformats.org/officeDocument/2006/relationships/slideLayout" Target="../slideLayouts/slideLayout1766.xml"/><Relationship Id="rId25" Type="http://schemas.openxmlformats.org/officeDocument/2006/relationships/slideLayout" Target="../slideLayouts/slideLayout1774.xml"/><Relationship Id="rId33" Type="http://schemas.openxmlformats.org/officeDocument/2006/relationships/slideLayout" Target="../slideLayouts/slideLayout1782.xml"/><Relationship Id="rId38" Type="http://schemas.openxmlformats.org/officeDocument/2006/relationships/slideLayout" Target="../slideLayouts/slideLayout1787.xml"/><Relationship Id="rId46" Type="http://schemas.openxmlformats.org/officeDocument/2006/relationships/slideLayout" Target="../slideLayouts/slideLayout1795.xml"/><Relationship Id="rId59" Type="http://schemas.openxmlformats.org/officeDocument/2006/relationships/slideLayout" Target="../slideLayouts/slideLayout1808.xml"/><Relationship Id="rId67" Type="http://schemas.openxmlformats.org/officeDocument/2006/relationships/slideLayout" Target="../slideLayouts/slideLayout1816.xml"/><Relationship Id="rId20" Type="http://schemas.openxmlformats.org/officeDocument/2006/relationships/slideLayout" Target="../slideLayouts/slideLayout1769.xml"/><Relationship Id="rId41" Type="http://schemas.openxmlformats.org/officeDocument/2006/relationships/slideLayout" Target="../slideLayouts/slideLayout1790.xml"/><Relationship Id="rId54" Type="http://schemas.openxmlformats.org/officeDocument/2006/relationships/slideLayout" Target="../slideLayouts/slideLayout1803.xml"/><Relationship Id="rId62" Type="http://schemas.openxmlformats.org/officeDocument/2006/relationships/slideLayout" Target="../slideLayouts/slideLayout1811.xml"/><Relationship Id="rId70" Type="http://schemas.openxmlformats.org/officeDocument/2006/relationships/slideLayout" Target="../slideLayouts/slideLayout1819.xml"/><Relationship Id="rId75" Type="http://schemas.openxmlformats.org/officeDocument/2006/relationships/slideLayout" Target="../slideLayouts/slideLayout1824.xml"/><Relationship Id="rId83" Type="http://schemas.openxmlformats.org/officeDocument/2006/relationships/slideLayout" Target="../slideLayouts/slideLayout1832.xml"/><Relationship Id="rId1" Type="http://schemas.openxmlformats.org/officeDocument/2006/relationships/slideLayout" Target="../slideLayouts/slideLayout1750.xml"/><Relationship Id="rId6" Type="http://schemas.openxmlformats.org/officeDocument/2006/relationships/slideLayout" Target="../slideLayouts/slideLayout1755.xml"/><Relationship Id="rId15" Type="http://schemas.openxmlformats.org/officeDocument/2006/relationships/slideLayout" Target="../slideLayouts/slideLayout1764.xml"/><Relationship Id="rId23" Type="http://schemas.openxmlformats.org/officeDocument/2006/relationships/slideLayout" Target="../slideLayouts/slideLayout1772.xml"/><Relationship Id="rId28" Type="http://schemas.openxmlformats.org/officeDocument/2006/relationships/slideLayout" Target="../slideLayouts/slideLayout1777.xml"/><Relationship Id="rId36" Type="http://schemas.openxmlformats.org/officeDocument/2006/relationships/slideLayout" Target="../slideLayouts/slideLayout1785.xml"/><Relationship Id="rId49" Type="http://schemas.openxmlformats.org/officeDocument/2006/relationships/slideLayout" Target="../slideLayouts/slideLayout1798.xml"/><Relationship Id="rId57" Type="http://schemas.openxmlformats.org/officeDocument/2006/relationships/slideLayout" Target="../slideLayouts/slideLayout1806.xml"/><Relationship Id="rId10" Type="http://schemas.openxmlformats.org/officeDocument/2006/relationships/slideLayout" Target="../slideLayouts/slideLayout1759.xml"/><Relationship Id="rId31" Type="http://schemas.openxmlformats.org/officeDocument/2006/relationships/slideLayout" Target="../slideLayouts/slideLayout1780.xml"/><Relationship Id="rId44" Type="http://schemas.openxmlformats.org/officeDocument/2006/relationships/slideLayout" Target="../slideLayouts/slideLayout1793.xml"/><Relationship Id="rId52" Type="http://schemas.openxmlformats.org/officeDocument/2006/relationships/slideLayout" Target="../slideLayouts/slideLayout1801.xml"/><Relationship Id="rId60" Type="http://schemas.openxmlformats.org/officeDocument/2006/relationships/slideLayout" Target="../slideLayouts/slideLayout1809.xml"/><Relationship Id="rId65" Type="http://schemas.openxmlformats.org/officeDocument/2006/relationships/slideLayout" Target="../slideLayouts/slideLayout1814.xml"/><Relationship Id="rId73" Type="http://schemas.openxmlformats.org/officeDocument/2006/relationships/slideLayout" Target="../slideLayouts/slideLayout1822.xml"/><Relationship Id="rId78" Type="http://schemas.openxmlformats.org/officeDocument/2006/relationships/slideLayout" Target="../slideLayouts/slideLayout1827.xml"/><Relationship Id="rId81" Type="http://schemas.openxmlformats.org/officeDocument/2006/relationships/slideLayout" Target="../slideLayouts/slideLayout1830.xml"/><Relationship Id="rId4" Type="http://schemas.openxmlformats.org/officeDocument/2006/relationships/slideLayout" Target="../slideLayouts/slideLayout1753.xml"/><Relationship Id="rId9" Type="http://schemas.openxmlformats.org/officeDocument/2006/relationships/slideLayout" Target="../slideLayouts/slideLayout1758.xml"/><Relationship Id="rId13" Type="http://schemas.openxmlformats.org/officeDocument/2006/relationships/slideLayout" Target="../slideLayouts/slideLayout1762.xml"/><Relationship Id="rId18" Type="http://schemas.openxmlformats.org/officeDocument/2006/relationships/slideLayout" Target="../slideLayouts/slideLayout1767.xml"/><Relationship Id="rId39" Type="http://schemas.openxmlformats.org/officeDocument/2006/relationships/slideLayout" Target="../slideLayouts/slideLayout1788.xml"/><Relationship Id="rId34" Type="http://schemas.openxmlformats.org/officeDocument/2006/relationships/slideLayout" Target="../slideLayouts/slideLayout1783.xml"/><Relationship Id="rId50" Type="http://schemas.openxmlformats.org/officeDocument/2006/relationships/slideLayout" Target="../slideLayouts/slideLayout1799.xml"/><Relationship Id="rId55" Type="http://schemas.openxmlformats.org/officeDocument/2006/relationships/slideLayout" Target="../slideLayouts/slideLayout1804.xml"/><Relationship Id="rId76" Type="http://schemas.openxmlformats.org/officeDocument/2006/relationships/slideLayout" Target="../slideLayouts/slideLayout1825.xml"/><Relationship Id="rId7" Type="http://schemas.openxmlformats.org/officeDocument/2006/relationships/slideLayout" Target="../slideLayouts/slideLayout1756.xml"/><Relationship Id="rId71" Type="http://schemas.openxmlformats.org/officeDocument/2006/relationships/slideLayout" Target="../slideLayouts/slideLayout1820.xml"/><Relationship Id="rId2" Type="http://schemas.openxmlformats.org/officeDocument/2006/relationships/slideLayout" Target="../slideLayouts/slideLayout1751.xml"/><Relationship Id="rId29" Type="http://schemas.openxmlformats.org/officeDocument/2006/relationships/slideLayout" Target="../slideLayouts/slideLayout1778.xml"/><Relationship Id="rId24" Type="http://schemas.openxmlformats.org/officeDocument/2006/relationships/slideLayout" Target="../slideLayouts/slideLayout1773.xml"/><Relationship Id="rId40" Type="http://schemas.openxmlformats.org/officeDocument/2006/relationships/slideLayout" Target="../slideLayouts/slideLayout1789.xml"/><Relationship Id="rId45" Type="http://schemas.openxmlformats.org/officeDocument/2006/relationships/slideLayout" Target="../slideLayouts/slideLayout1794.xml"/><Relationship Id="rId66" Type="http://schemas.openxmlformats.org/officeDocument/2006/relationships/slideLayout" Target="../slideLayouts/slideLayout1815.xml"/><Relationship Id="rId61" Type="http://schemas.openxmlformats.org/officeDocument/2006/relationships/slideLayout" Target="../slideLayouts/slideLayout1810.xml"/><Relationship Id="rId82" Type="http://schemas.openxmlformats.org/officeDocument/2006/relationships/slideLayout" Target="../slideLayouts/slideLayout1831.xml"/></Relationships>
</file>

<file path=ppt/slideMasters/_rels/slideMaster31.xml.rels><?xml version="1.0" encoding="UTF-8" standalone="yes"?>
<Relationships xmlns="http://schemas.openxmlformats.org/package/2006/relationships"><Relationship Id="rId13" Type="http://schemas.openxmlformats.org/officeDocument/2006/relationships/slideLayout" Target="../slideLayouts/slideLayout1846.xml"/><Relationship Id="rId18" Type="http://schemas.openxmlformats.org/officeDocument/2006/relationships/slideLayout" Target="../slideLayouts/slideLayout1851.xml"/><Relationship Id="rId26" Type="http://schemas.openxmlformats.org/officeDocument/2006/relationships/slideLayout" Target="../slideLayouts/slideLayout1859.xml"/><Relationship Id="rId39" Type="http://schemas.openxmlformats.org/officeDocument/2006/relationships/slideLayout" Target="../slideLayouts/slideLayout1872.xml"/><Relationship Id="rId21" Type="http://schemas.openxmlformats.org/officeDocument/2006/relationships/slideLayout" Target="../slideLayouts/slideLayout1854.xml"/><Relationship Id="rId34" Type="http://schemas.openxmlformats.org/officeDocument/2006/relationships/slideLayout" Target="../slideLayouts/slideLayout1867.xml"/><Relationship Id="rId42" Type="http://schemas.openxmlformats.org/officeDocument/2006/relationships/slideLayout" Target="../slideLayouts/slideLayout1875.xml"/><Relationship Id="rId47" Type="http://schemas.openxmlformats.org/officeDocument/2006/relationships/slideLayout" Target="../slideLayouts/slideLayout1880.xml"/><Relationship Id="rId50" Type="http://schemas.openxmlformats.org/officeDocument/2006/relationships/slideLayout" Target="../slideLayouts/slideLayout1883.xml"/><Relationship Id="rId7" Type="http://schemas.openxmlformats.org/officeDocument/2006/relationships/slideLayout" Target="../slideLayouts/slideLayout1840.xml"/><Relationship Id="rId2" Type="http://schemas.openxmlformats.org/officeDocument/2006/relationships/slideLayout" Target="../slideLayouts/slideLayout1835.xml"/><Relationship Id="rId16" Type="http://schemas.openxmlformats.org/officeDocument/2006/relationships/slideLayout" Target="../slideLayouts/slideLayout1849.xml"/><Relationship Id="rId29" Type="http://schemas.openxmlformats.org/officeDocument/2006/relationships/slideLayout" Target="../slideLayouts/slideLayout1862.xml"/><Relationship Id="rId11" Type="http://schemas.openxmlformats.org/officeDocument/2006/relationships/slideLayout" Target="../slideLayouts/slideLayout1844.xml"/><Relationship Id="rId24" Type="http://schemas.openxmlformats.org/officeDocument/2006/relationships/slideLayout" Target="../slideLayouts/slideLayout1857.xml"/><Relationship Id="rId32" Type="http://schemas.openxmlformats.org/officeDocument/2006/relationships/slideLayout" Target="../slideLayouts/slideLayout1865.xml"/><Relationship Id="rId37" Type="http://schemas.openxmlformats.org/officeDocument/2006/relationships/slideLayout" Target="../slideLayouts/slideLayout1870.xml"/><Relationship Id="rId40" Type="http://schemas.openxmlformats.org/officeDocument/2006/relationships/slideLayout" Target="../slideLayouts/slideLayout1873.xml"/><Relationship Id="rId45" Type="http://schemas.openxmlformats.org/officeDocument/2006/relationships/slideLayout" Target="../slideLayouts/slideLayout1878.xml"/><Relationship Id="rId5" Type="http://schemas.openxmlformats.org/officeDocument/2006/relationships/slideLayout" Target="../slideLayouts/slideLayout1838.xml"/><Relationship Id="rId15" Type="http://schemas.openxmlformats.org/officeDocument/2006/relationships/slideLayout" Target="../slideLayouts/slideLayout1848.xml"/><Relationship Id="rId23" Type="http://schemas.openxmlformats.org/officeDocument/2006/relationships/slideLayout" Target="../slideLayouts/slideLayout1856.xml"/><Relationship Id="rId28" Type="http://schemas.openxmlformats.org/officeDocument/2006/relationships/slideLayout" Target="../slideLayouts/slideLayout1861.xml"/><Relationship Id="rId36" Type="http://schemas.openxmlformats.org/officeDocument/2006/relationships/slideLayout" Target="../slideLayouts/slideLayout1869.xml"/><Relationship Id="rId49" Type="http://schemas.openxmlformats.org/officeDocument/2006/relationships/slideLayout" Target="../slideLayouts/slideLayout1882.xml"/><Relationship Id="rId10" Type="http://schemas.openxmlformats.org/officeDocument/2006/relationships/slideLayout" Target="../slideLayouts/slideLayout1843.xml"/><Relationship Id="rId19" Type="http://schemas.openxmlformats.org/officeDocument/2006/relationships/slideLayout" Target="../slideLayouts/slideLayout1852.xml"/><Relationship Id="rId31" Type="http://schemas.openxmlformats.org/officeDocument/2006/relationships/slideLayout" Target="../slideLayouts/slideLayout1864.xml"/><Relationship Id="rId44" Type="http://schemas.openxmlformats.org/officeDocument/2006/relationships/slideLayout" Target="../slideLayouts/slideLayout1877.xml"/><Relationship Id="rId4" Type="http://schemas.openxmlformats.org/officeDocument/2006/relationships/slideLayout" Target="../slideLayouts/slideLayout1837.xml"/><Relationship Id="rId9" Type="http://schemas.openxmlformats.org/officeDocument/2006/relationships/slideLayout" Target="../slideLayouts/slideLayout1842.xml"/><Relationship Id="rId14" Type="http://schemas.openxmlformats.org/officeDocument/2006/relationships/slideLayout" Target="../slideLayouts/slideLayout1847.xml"/><Relationship Id="rId22" Type="http://schemas.openxmlformats.org/officeDocument/2006/relationships/slideLayout" Target="../slideLayouts/slideLayout1855.xml"/><Relationship Id="rId27" Type="http://schemas.openxmlformats.org/officeDocument/2006/relationships/slideLayout" Target="../slideLayouts/slideLayout1860.xml"/><Relationship Id="rId30" Type="http://schemas.openxmlformats.org/officeDocument/2006/relationships/slideLayout" Target="../slideLayouts/slideLayout1863.xml"/><Relationship Id="rId35" Type="http://schemas.openxmlformats.org/officeDocument/2006/relationships/slideLayout" Target="../slideLayouts/slideLayout1868.xml"/><Relationship Id="rId43" Type="http://schemas.openxmlformats.org/officeDocument/2006/relationships/slideLayout" Target="../slideLayouts/slideLayout1876.xml"/><Relationship Id="rId48" Type="http://schemas.openxmlformats.org/officeDocument/2006/relationships/slideLayout" Target="../slideLayouts/slideLayout1881.xml"/><Relationship Id="rId8" Type="http://schemas.openxmlformats.org/officeDocument/2006/relationships/slideLayout" Target="../slideLayouts/slideLayout1841.xml"/><Relationship Id="rId51" Type="http://schemas.openxmlformats.org/officeDocument/2006/relationships/theme" Target="../theme/theme31.xml"/><Relationship Id="rId3" Type="http://schemas.openxmlformats.org/officeDocument/2006/relationships/slideLayout" Target="../slideLayouts/slideLayout1836.xml"/><Relationship Id="rId12" Type="http://schemas.openxmlformats.org/officeDocument/2006/relationships/slideLayout" Target="../slideLayouts/slideLayout1845.xml"/><Relationship Id="rId17" Type="http://schemas.openxmlformats.org/officeDocument/2006/relationships/slideLayout" Target="../slideLayouts/slideLayout1850.xml"/><Relationship Id="rId25" Type="http://schemas.openxmlformats.org/officeDocument/2006/relationships/slideLayout" Target="../slideLayouts/slideLayout1858.xml"/><Relationship Id="rId33" Type="http://schemas.openxmlformats.org/officeDocument/2006/relationships/slideLayout" Target="../slideLayouts/slideLayout1866.xml"/><Relationship Id="rId38" Type="http://schemas.openxmlformats.org/officeDocument/2006/relationships/slideLayout" Target="../slideLayouts/slideLayout1871.xml"/><Relationship Id="rId46" Type="http://schemas.openxmlformats.org/officeDocument/2006/relationships/slideLayout" Target="../slideLayouts/slideLayout1879.xml"/><Relationship Id="rId20" Type="http://schemas.openxmlformats.org/officeDocument/2006/relationships/slideLayout" Target="../slideLayouts/slideLayout1853.xml"/><Relationship Id="rId41" Type="http://schemas.openxmlformats.org/officeDocument/2006/relationships/slideLayout" Target="../slideLayouts/slideLayout1874.xml"/><Relationship Id="rId1" Type="http://schemas.openxmlformats.org/officeDocument/2006/relationships/slideLayout" Target="../slideLayouts/slideLayout1834.xml"/><Relationship Id="rId6" Type="http://schemas.openxmlformats.org/officeDocument/2006/relationships/slideLayout" Target="../slideLayouts/slideLayout1839.xml"/></Relationships>
</file>

<file path=ppt/slideMasters/_rels/slideMaster32.xml.rels><?xml version="1.0" encoding="UTF-8" standalone="yes"?>
<Relationships xmlns="http://schemas.openxmlformats.org/package/2006/relationships"><Relationship Id="rId13" Type="http://schemas.openxmlformats.org/officeDocument/2006/relationships/slideLayout" Target="../slideLayouts/slideLayout1896.xml"/><Relationship Id="rId18" Type="http://schemas.openxmlformats.org/officeDocument/2006/relationships/slideLayout" Target="../slideLayouts/slideLayout1901.xml"/><Relationship Id="rId26" Type="http://schemas.openxmlformats.org/officeDocument/2006/relationships/slideLayout" Target="../slideLayouts/slideLayout1909.xml"/><Relationship Id="rId39" Type="http://schemas.openxmlformats.org/officeDocument/2006/relationships/slideLayout" Target="../slideLayouts/slideLayout1922.xml"/><Relationship Id="rId21" Type="http://schemas.openxmlformats.org/officeDocument/2006/relationships/slideLayout" Target="../slideLayouts/slideLayout1904.xml"/><Relationship Id="rId34" Type="http://schemas.openxmlformats.org/officeDocument/2006/relationships/slideLayout" Target="../slideLayouts/slideLayout1917.xml"/><Relationship Id="rId42" Type="http://schemas.openxmlformats.org/officeDocument/2006/relationships/slideLayout" Target="../slideLayouts/slideLayout1925.xml"/><Relationship Id="rId47" Type="http://schemas.openxmlformats.org/officeDocument/2006/relationships/slideLayout" Target="../slideLayouts/slideLayout1930.xml"/><Relationship Id="rId50" Type="http://schemas.openxmlformats.org/officeDocument/2006/relationships/theme" Target="../theme/theme32.xml"/><Relationship Id="rId7" Type="http://schemas.openxmlformats.org/officeDocument/2006/relationships/slideLayout" Target="../slideLayouts/slideLayout1890.xml"/><Relationship Id="rId2" Type="http://schemas.openxmlformats.org/officeDocument/2006/relationships/slideLayout" Target="../slideLayouts/slideLayout1885.xml"/><Relationship Id="rId16" Type="http://schemas.openxmlformats.org/officeDocument/2006/relationships/slideLayout" Target="../slideLayouts/slideLayout1899.xml"/><Relationship Id="rId29" Type="http://schemas.openxmlformats.org/officeDocument/2006/relationships/slideLayout" Target="../slideLayouts/slideLayout1912.xml"/><Relationship Id="rId11" Type="http://schemas.openxmlformats.org/officeDocument/2006/relationships/slideLayout" Target="../slideLayouts/slideLayout1894.xml"/><Relationship Id="rId24" Type="http://schemas.openxmlformats.org/officeDocument/2006/relationships/slideLayout" Target="../slideLayouts/slideLayout1907.xml"/><Relationship Id="rId32" Type="http://schemas.openxmlformats.org/officeDocument/2006/relationships/slideLayout" Target="../slideLayouts/slideLayout1915.xml"/><Relationship Id="rId37" Type="http://schemas.openxmlformats.org/officeDocument/2006/relationships/slideLayout" Target="../slideLayouts/slideLayout1920.xml"/><Relationship Id="rId40" Type="http://schemas.openxmlformats.org/officeDocument/2006/relationships/slideLayout" Target="../slideLayouts/slideLayout1923.xml"/><Relationship Id="rId45" Type="http://schemas.openxmlformats.org/officeDocument/2006/relationships/slideLayout" Target="../slideLayouts/slideLayout1928.xml"/><Relationship Id="rId5" Type="http://schemas.openxmlformats.org/officeDocument/2006/relationships/slideLayout" Target="../slideLayouts/slideLayout1888.xml"/><Relationship Id="rId15" Type="http://schemas.openxmlformats.org/officeDocument/2006/relationships/slideLayout" Target="../slideLayouts/slideLayout1898.xml"/><Relationship Id="rId23" Type="http://schemas.openxmlformats.org/officeDocument/2006/relationships/slideLayout" Target="../slideLayouts/slideLayout1906.xml"/><Relationship Id="rId28" Type="http://schemas.openxmlformats.org/officeDocument/2006/relationships/slideLayout" Target="../slideLayouts/slideLayout1911.xml"/><Relationship Id="rId36" Type="http://schemas.openxmlformats.org/officeDocument/2006/relationships/slideLayout" Target="../slideLayouts/slideLayout1919.xml"/><Relationship Id="rId49" Type="http://schemas.openxmlformats.org/officeDocument/2006/relationships/slideLayout" Target="../slideLayouts/slideLayout1932.xml"/><Relationship Id="rId10" Type="http://schemas.openxmlformats.org/officeDocument/2006/relationships/slideLayout" Target="../slideLayouts/slideLayout1893.xml"/><Relationship Id="rId19" Type="http://schemas.openxmlformats.org/officeDocument/2006/relationships/slideLayout" Target="../slideLayouts/slideLayout1902.xml"/><Relationship Id="rId31" Type="http://schemas.openxmlformats.org/officeDocument/2006/relationships/slideLayout" Target="../slideLayouts/slideLayout1914.xml"/><Relationship Id="rId44" Type="http://schemas.openxmlformats.org/officeDocument/2006/relationships/slideLayout" Target="../slideLayouts/slideLayout1927.xml"/><Relationship Id="rId4" Type="http://schemas.openxmlformats.org/officeDocument/2006/relationships/slideLayout" Target="../slideLayouts/slideLayout1887.xml"/><Relationship Id="rId9" Type="http://schemas.openxmlformats.org/officeDocument/2006/relationships/slideLayout" Target="../slideLayouts/slideLayout1892.xml"/><Relationship Id="rId14" Type="http://schemas.openxmlformats.org/officeDocument/2006/relationships/slideLayout" Target="../slideLayouts/slideLayout1897.xml"/><Relationship Id="rId22" Type="http://schemas.openxmlformats.org/officeDocument/2006/relationships/slideLayout" Target="../slideLayouts/slideLayout1905.xml"/><Relationship Id="rId27" Type="http://schemas.openxmlformats.org/officeDocument/2006/relationships/slideLayout" Target="../slideLayouts/slideLayout1910.xml"/><Relationship Id="rId30" Type="http://schemas.openxmlformats.org/officeDocument/2006/relationships/slideLayout" Target="../slideLayouts/slideLayout1913.xml"/><Relationship Id="rId35" Type="http://schemas.openxmlformats.org/officeDocument/2006/relationships/slideLayout" Target="../slideLayouts/slideLayout1918.xml"/><Relationship Id="rId43" Type="http://schemas.openxmlformats.org/officeDocument/2006/relationships/slideLayout" Target="../slideLayouts/slideLayout1926.xml"/><Relationship Id="rId48" Type="http://schemas.openxmlformats.org/officeDocument/2006/relationships/slideLayout" Target="../slideLayouts/slideLayout1931.xml"/><Relationship Id="rId8" Type="http://schemas.openxmlformats.org/officeDocument/2006/relationships/slideLayout" Target="../slideLayouts/slideLayout1891.xml"/><Relationship Id="rId3" Type="http://schemas.openxmlformats.org/officeDocument/2006/relationships/slideLayout" Target="../slideLayouts/slideLayout1886.xml"/><Relationship Id="rId12" Type="http://schemas.openxmlformats.org/officeDocument/2006/relationships/slideLayout" Target="../slideLayouts/slideLayout1895.xml"/><Relationship Id="rId17" Type="http://schemas.openxmlformats.org/officeDocument/2006/relationships/slideLayout" Target="../slideLayouts/slideLayout1900.xml"/><Relationship Id="rId25" Type="http://schemas.openxmlformats.org/officeDocument/2006/relationships/slideLayout" Target="../slideLayouts/slideLayout1908.xml"/><Relationship Id="rId33" Type="http://schemas.openxmlformats.org/officeDocument/2006/relationships/slideLayout" Target="../slideLayouts/slideLayout1916.xml"/><Relationship Id="rId38" Type="http://schemas.openxmlformats.org/officeDocument/2006/relationships/slideLayout" Target="../slideLayouts/slideLayout1921.xml"/><Relationship Id="rId46" Type="http://schemas.openxmlformats.org/officeDocument/2006/relationships/slideLayout" Target="../slideLayouts/slideLayout1929.xml"/><Relationship Id="rId20" Type="http://schemas.openxmlformats.org/officeDocument/2006/relationships/slideLayout" Target="../slideLayouts/slideLayout1903.xml"/><Relationship Id="rId41" Type="http://schemas.openxmlformats.org/officeDocument/2006/relationships/slideLayout" Target="../slideLayouts/slideLayout1924.xml"/><Relationship Id="rId1" Type="http://schemas.openxmlformats.org/officeDocument/2006/relationships/slideLayout" Target="../slideLayouts/slideLayout1884.xml"/><Relationship Id="rId6" Type="http://schemas.openxmlformats.org/officeDocument/2006/relationships/slideLayout" Target="../slideLayouts/slideLayout1889.xml"/></Relationships>
</file>

<file path=ppt/slideMasters/_rels/slideMaster33.xml.rels><?xml version="1.0" encoding="UTF-8" standalone="yes"?>
<Relationships xmlns="http://schemas.openxmlformats.org/package/2006/relationships"><Relationship Id="rId26" Type="http://schemas.openxmlformats.org/officeDocument/2006/relationships/slideLayout" Target="../slideLayouts/slideLayout1958.xml"/><Relationship Id="rId21" Type="http://schemas.openxmlformats.org/officeDocument/2006/relationships/slideLayout" Target="../slideLayouts/slideLayout1953.xml"/><Relationship Id="rId42" Type="http://schemas.openxmlformats.org/officeDocument/2006/relationships/slideLayout" Target="../slideLayouts/slideLayout1974.xml"/><Relationship Id="rId47" Type="http://schemas.openxmlformats.org/officeDocument/2006/relationships/slideLayout" Target="../slideLayouts/slideLayout1979.xml"/><Relationship Id="rId63" Type="http://schemas.openxmlformats.org/officeDocument/2006/relationships/slideLayout" Target="../slideLayouts/slideLayout1995.xml"/><Relationship Id="rId68" Type="http://schemas.openxmlformats.org/officeDocument/2006/relationships/slideLayout" Target="../slideLayouts/slideLayout2000.xml"/><Relationship Id="rId84" Type="http://schemas.openxmlformats.org/officeDocument/2006/relationships/slideLayout" Target="../slideLayouts/slideLayout2016.xml"/><Relationship Id="rId16" Type="http://schemas.openxmlformats.org/officeDocument/2006/relationships/slideLayout" Target="../slideLayouts/slideLayout1948.xml"/><Relationship Id="rId11" Type="http://schemas.openxmlformats.org/officeDocument/2006/relationships/slideLayout" Target="../slideLayouts/slideLayout1943.xml"/><Relationship Id="rId32" Type="http://schemas.openxmlformats.org/officeDocument/2006/relationships/slideLayout" Target="../slideLayouts/slideLayout1964.xml"/><Relationship Id="rId37" Type="http://schemas.openxmlformats.org/officeDocument/2006/relationships/slideLayout" Target="../slideLayouts/slideLayout1969.xml"/><Relationship Id="rId53" Type="http://schemas.openxmlformats.org/officeDocument/2006/relationships/slideLayout" Target="../slideLayouts/slideLayout1985.xml"/><Relationship Id="rId58" Type="http://schemas.openxmlformats.org/officeDocument/2006/relationships/slideLayout" Target="../slideLayouts/slideLayout1990.xml"/><Relationship Id="rId74" Type="http://schemas.openxmlformats.org/officeDocument/2006/relationships/slideLayout" Target="../slideLayouts/slideLayout2006.xml"/><Relationship Id="rId79" Type="http://schemas.openxmlformats.org/officeDocument/2006/relationships/slideLayout" Target="../slideLayouts/slideLayout2011.xml"/><Relationship Id="rId5" Type="http://schemas.openxmlformats.org/officeDocument/2006/relationships/slideLayout" Target="../slideLayouts/slideLayout1937.xml"/><Relationship Id="rId19" Type="http://schemas.openxmlformats.org/officeDocument/2006/relationships/slideLayout" Target="../slideLayouts/slideLayout1951.xml"/><Relationship Id="rId14" Type="http://schemas.openxmlformats.org/officeDocument/2006/relationships/slideLayout" Target="../slideLayouts/slideLayout1946.xml"/><Relationship Id="rId22" Type="http://schemas.openxmlformats.org/officeDocument/2006/relationships/slideLayout" Target="../slideLayouts/slideLayout1954.xml"/><Relationship Id="rId27" Type="http://schemas.openxmlformats.org/officeDocument/2006/relationships/slideLayout" Target="../slideLayouts/slideLayout1959.xml"/><Relationship Id="rId30" Type="http://schemas.openxmlformats.org/officeDocument/2006/relationships/slideLayout" Target="../slideLayouts/slideLayout1962.xml"/><Relationship Id="rId35" Type="http://schemas.openxmlformats.org/officeDocument/2006/relationships/slideLayout" Target="../slideLayouts/slideLayout1967.xml"/><Relationship Id="rId43" Type="http://schemas.openxmlformats.org/officeDocument/2006/relationships/slideLayout" Target="../slideLayouts/slideLayout1975.xml"/><Relationship Id="rId48" Type="http://schemas.openxmlformats.org/officeDocument/2006/relationships/slideLayout" Target="../slideLayouts/slideLayout1980.xml"/><Relationship Id="rId56" Type="http://schemas.openxmlformats.org/officeDocument/2006/relationships/slideLayout" Target="../slideLayouts/slideLayout1988.xml"/><Relationship Id="rId64" Type="http://schemas.openxmlformats.org/officeDocument/2006/relationships/slideLayout" Target="../slideLayouts/slideLayout1996.xml"/><Relationship Id="rId69" Type="http://schemas.openxmlformats.org/officeDocument/2006/relationships/slideLayout" Target="../slideLayouts/slideLayout2001.xml"/><Relationship Id="rId77" Type="http://schemas.openxmlformats.org/officeDocument/2006/relationships/slideLayout" Target="../slideLayouts/slideLayout2009.xml"/><Relationship Id="rId8" Type="http://schemas.openxmlformats.org/officeDocument/2006/relationships/slideLayout" Target="../slideLayouts/slideLayout1940.xml"/><Relationship Id="rId51" Type="http://schemas.openxmlformats.org/officeDocument/2006/relationships/slideLayout" Target="../slideLayouts/slideLayout1983.xml"/><Relationship Id="rId72" Type="http://schemas.openxmlformats.org/officeDocument/2006/relationships/slideLayout" Target="../slideLayouts/slideLayout2004.xml"/><Relationship Id="rId80" Type="http://schemas.openxmlformats.org/officeDocument/2006/relationships/slideLayout" Target="../slideLayouts/slideLayout2012.xml"/><Relationship Id="rId85" Type="http://schemas.openxmlformats.org/officeDocument/2006/relationships/theme" Target="../theme/theme33.xml"/><Relationship Id="rId3" Type="http://schemas.openxmlformats.org/officeDocument/2006/relationships/slideLayout" Target="../slideLayouts/slideLayout1935.xml"/><Relationship Id="rId12" Type="http://schemas.openxmlformats.org/officeDocument/2006/relationships/slideLayout" Target="../slideLayouts/slideLayout1944.xml"/><Relationship Id="rId17" Type="http://schemas.openxmlformats.org/officeDocument/2006/relationships/slideLayout" Target="../slideLayouts/slideLayout1949.xml"/><Relationship Id="rId25" Type="http://schemas.openxmlformats.org/officeDocument/2006/relationships/slideLayout" Target="../slideLayouts/slideLayout1957.xml"/><Relationship Id="rId33" Type="http://schemas.openxmlformats.org/officeDocument/2006/relationships/slideLayout" Target="../slideLayouts/slideLayout1965.xml"/><Relationship Id="rId38" Type="http://schemas.openxmlformats.org/officeDocument/2006/relationships/slideLayout" Target="../slideLayouts/slideLayout1970.xml"/><Relationship Id="rId46" Type="http://schemas.openxmlformats.org/officeDocument/2006/relationships/slideLayout" Target="../slideLayouts/slideLayout1978.xml"/><Relationship Id="rId59" Type="http://schemas.openxmlformats.org/officeDocument/2006/relationships/slideLayout" Target="../slideLayouts/slideLayout1991.xml"/><Relationship Id="rId67" Type="http://schemas.openxmlformats.org/officeDocument/2006/relationships/slideLayout" Target="../slideLayouts/slideLayout1999.xml"/><Relationship Id="rId20" Type="http://schemas.openxmlformats.org/officeDocument/2006/relationships/slideLayout" Target="../slideLayouts/slideLayout1952.xml"/><Relationship Id="rId41" Type="http://schemas.openxmlformats.org/officeDocument/2006/relationships/slideLayout" Target="../slideLayouts/slideLayout1973.xml"/><Relationship Id="rId54" Type="http://schemas.openxmlformats.org/officeDocument/2006/relationships/slideLayout" Target="../slideLayouts/slideLayout1986.xml"/><Relationship Id="rId62" Type="http://schemas.openxmlformats.org/officeDocument/2006/relationships/slideLayout" Target="../slideLayouts/slideLayout1994.xml"/><Relationship Id="rId70" Type="http://schemas.openxmlformats.org/officeDocument/2006/relationships/slideLayout" Target="../slideLayouts/slideLayout2002.xml"/><Relationship Id="rId75" Type="http://schemas.openxmlformats.org/officeDocument/2006/relationships/slideLayout" Target="../slideLayouts/slideLayout2007.xml"/><Relationship Id="rId83" Type="http://schemas.openxmlformats.org/officeDocument/2006/relationships/slideLayout" Target="../slideLayouts/slideLayout2015.xml"/><Relationship Id="rId1" Type="http://schemas.openxmlformats.org/officeDocument/2006/relationships/slideLayout" Target="../slideLayouts/slideLayout1933.xml"/><Relationship Id="rId6" Type="http://schemas.openxmlformats.org/officeDocument/2006/relationships/slideLayout" Target="../slideLayouts/slideLayout1938.xml"/><Relationship Id="rId15" Type="http://schemas.openxmlformats.org/officeDocument/2006/relationships/slideLayout" Target="../slideLayouts/slideLayout1947.xml"/><Relationship Id="rId23" Type="http://schemas.openxmlformats.org/officeDocument/2006/relationships/slideLayout" Target="../slideLayouts/slideLayout1955.xml"/><Relationship Id="rId28" Type="http://schemas.openxmlformats.org/officeDocument/2006/relationships/slideLayout" Target="../slideLayouts/slideLayout1960.xml"/><Relationship Id="rId36" Type="http://schemas.openxmlformats.org/officeDocument/2006/relationships/slideLayout" Target="../slideLayouts/slideLayout1968.xml"/><Relationship Id="rId49" Type="http://schemas.openxmlformats.org/officeDocument/2006/relationships/slideLayout" Target="../slideLayouts/slideLayout1981.xml"/><Relationship Id="rId57" Type="http://schemas.openxmlformats.org/officeDocument/2006/relationships/slideLayout" Target="../slideLayouts/slideLayout1989.xml"/><Relationship Id="rId10" Type="http://schemas.openxmlformats.org/officeDocument/2006/relationships/slideLayout" Target="../slideLayouts/slideLayout1942.xml"/><Relationship Id="rId31" Type="http://schemas.openxmlformats.org/officeDocument/2006/relationships/slideLayout" Target="../slideLayouts/slideLayout1963.xml"/><Relationship Id="rId44" Type="http://schemas.openxmlformats.org/officeDocument/2006/relationships/slideLayout" Target="../slideLayouts/slideLayout1976.xml"/><Relationship Id="rId52" Type="http://schemas.openxmlformats.org/officeDocument/2006/relationships/slideLayout" Target="../slideLayouts/slideLayout1984.xml"/><Relationship Id="rId60" Type="http://schemas.openxmlformats.org/officeDocument/2006/relationships/slideLayout" Target="../slideLayouts/slideLayout1992.xml"/><Relationship Id="rId65" Type="http://schemas.openxmlformats.org/officeDocument/2006/relationships/slideLayout" Target="../slideLayouts/slideLayout1997.xml"/><Relationship Id="rId73" Type="http://schemas.openxmlformats.org/officeDocument/2006/relationships/slideLayout" Target="../slideLayouts/slideLayout2005.xml"/><Relationship Id="rId78" Type="http://schemas.openxmlformats.org/officeDocument/2006/relationships/slideLayout" Target="../slideLayouts/slideLayout2010.xml"/><Relationship Id="rId81" Type="http://schemas.openxmlformats.org/officeDocument/2006/relationships/slideLayout" Target="../slideLayouts/slideLayout2013.xml"/><Relationship Id="rId4" Type="http://schemas.openxmlformats.org/officeDocument/2006/relationships/slideLayout" Target="../slideLayouts/slideLayout1936.xml"/><Relationship Id="rId9" Type="http://schemas.openxmlformats.org/officeDocument/2006/relationships/slideLayout" Target="../slideLayouts/slideLayout1941.xml"/><Relationship Id="rId13" Type="http://schemas.openxmlformats.org/officeDocument/2006/relationships/slideLayout" Target="../slideLayouts/slideLayout1945.xml"/><Relationship Id="rId18" Type="http://schemas.openxmlformats.org/officeDocument/2006/relationships/slideLayout" Target="../slideLayouts/slideLayout1950.xml"/><Relationship Id="rId39" Type="http://schemas.openxmlformats.org/officeDocument/2006/relationships/slideLayout" Target="../slideLayouts/slideLayout1971.xml"/><Relationship Id="rId34" Type="http://schemas.openxmlformats.org/officeDocument/2006/relationships/slideLayout" Target="../slideLayouts/slideLayout1966.xml"/><Relationship Id="rId50" Type="http://schemas.openxmlformats.org/officeDocument/2006/relationships/slideLayout" Target="../slideLayouts/slideLayout1982.xml"/><Relationship Id="rId55" Type="http://schemas.openxmlformats.org/officeDocument/2006/relationships/slideLayout" Target="../slideLayouts/slideLayout1987.xml"/><Relationship Id="rId76" Type="http://schemas.openxmlformats.org/officeDocument/2006/relationships/slideLayout" Target="../slideLayouts/slideLayout2008.xml"/><Relationship Id="rId7" Type="http://schemas.openxmlformats.org/officeDocument/2006/relationships/slideLayout" Target="../slideLayouts/slideLayout1939.xml"/><Relationship Id="rId71" Type="http://schemas.openxmlformats.org/officeDocument/2006/relationships/slideLayout" Target="../slideLayouts/slideLayout2003.xml"/><Relationship Id="rId2" Type="http://schemas.openxmlformats.org/officeDocument/2006/relationships/slideLayout" Target="../slideLayouts/slideLayout1934.xml"/><Relationship Id="rId29" Type="http://schemas.openxmlformats.org/officeDocument/2006/relationships/slideLayout" Target="../slideLayouts/slideLayout1961.xml"/><Relationship Id="rId24" Type="http://schemas.openxmlformats.org/officeDocument/2006/relationships/slideLayout" Target="../slideLayouts/slideLayout1956.xml"/><Relationship Id="rId40" Type="http://schemas.openxmlformats.org/officeDocument/2006/relationships/slideLayout" Target="../slideLayouts/slideLayout1972.xml"/><Relationship Id="rId45" Type="http://schemas.openxmlformats.org/officeDocument/2006/relationships/slideLayout" Target="../slideLayouts/slideLayout1977.xml"/><Relationship Id="rId66" Type="http://schemas.openxmlformats.org/officeDocument/2006/relationships/slideLayout" Target="../slideLayouts/slideLayout1998.xml"/><Relationship Id="rId61" Type="http://schemas.openxmlformats.org/officeDocument/2006/relationships/slideLayout" Target="../slideLayouts/slideLayout1993.xml"/><Relationship Id="rId82" Type="http://schemas.openxmlformats.org/officeDocument/2006/relationships/slideLayout" Target="../slideLayouts/slideLayout2014.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88427678"/>
      </p:ext>
    </p:extLst>
  </p:cSld>
  <p:clrMap bg1="lt1" tx1="dk1" bg2="lt2" tx2="dk2" accent1="accent1" accent2="accent2" accent3="accent3" accent4="accent4" accent5="accent5" accent6="accent6" hlink="hlink" folHlink="folHlink"/>
  <p:sldLayoutIdLst>
    <p:sldLayoutId id="2147484830" r:id="rId1"/>
    <p:sldLayoutId id="2147484884" r:id="rId2"/>
    <p:sldLayoutId id="2147484845" r:id="rId3"/>
    <p:sldLayoutId id="2147484870" r:id="rId4"/>
    <p:sldLayoutId id="2147484872" r:id="rId5"/>
    <p:sldLayoutId id="2147484867" r:id="rId6"/>
    <p:sldLayoutId id="2147484839" r:id="rId7"/>
    <p:sldLayoutId id="2147484742" r:id="rId8"/>
    <p:sldLayoutId id="2147484910" r:id="rId9"/>
    <p:sldLayoutId id="2147484817" r:id="rId10"/>
    <p:sldLayoutId id="2147484741" r:id="rId11"/>
    <p:sldLayoutId id="2147484807" r:id="rId12"/>
    <p:sldLayoutId id="2147484753" r:id="rId13"/>
    <p:sldLayoutId id="2147484808" r:id="rId14"/>
    <p:sldLayoutId id="2147484912" r:id="rId15"/>
    <p:sldLayoutId id="2147484914" r:id="rId16"/>
    <p:sldLayoutId id="2147484917" r:id="rId17"/>
    <p:sldLayoutId id="2147484915" r:id="rId18"/>
    <p:sldLayoutId id="2147484873" r:id="rId19"/>
    <p:sldLayoutId id="2147484886" r:id="rId20"/>
    <p:sldLayoutId id="2147484885" r:id="rId21"/>
    <p:sldLayoutId id="2147484874" r:id="rId22"/>
    <p:sldLayoutId id="2147484898" r:id="rId23"/>
    <p:sldLayoutId id="2147484745" r:id="rId24"/>
    <p:sldLayoutId id="2147484743" r:id="rId25"/>
    <p:sldLayoutId id="2147484827" r:id="rId26"/>
    <p:sldLayoutId id="2147484828" r:id="rId27"/>
    <p:sldLayoutId id="2147484829" r:id="rId28"/>
    <p:sldLayoutId id="2147484749" r:id="rId29"/>
    <p:sldLayoutId id="2147484875" r:id="rId30"/>
    <p:sldLayoutId id="2147484840" r:id="rId31"/>
    <p:sldLayoutId id="2147484887" r:id="rId32"/>
    <p:sldLayoutId id="2147484909" r:id="rId33"/>
    <p:sldLayoutId id="2147484907" r:id="rId34"/>
    <p:sldLayoutId id="2147484911" r:id="rId35"/>
    <p:sldLayoutId id="2147484899" r:id="rId36"/>
    <p:sldLayoutId id="2147484903" r:id="rId37"/>
    <p:sldLayoutId id="2147484905" r:id="rId38"/>
    <p:sldLayoutId id="2147484900" r:id="rId39"/>
    <p:sldLayoutId id="2147484906" r:id="rId40"/>
    <p:sldLayoutId id="2147484821" r:id="rId41"/>
    <p:sldLayoutId id="2147484728" r:id="rId42"/>
    <p:sldLayoutId id="2147484859" r:id="rId43"/>
    <p:sldLayoutId id="2147484894" r:id="rId44"/>
    <p:sldLayoutId id="2147484895" r:id="rId45"/>
    <p:sldLayoutId id="2147484916" r:id="rId46"/>
    <p:sldLayoutId id="2147484918" r:id="rId47"/>
    <p:sldLayoutId id="2147484919" r:id="rId48"/>
    <p:sldLayoutId id="2147484920" r:id="rId49"/>
    <p:sldLayoutId id="2147484921" r:id="rId50"/>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userDrawn="1">
          <p15:clr>
            <a:srgbClr val="A5A5A5"/>
          </p15:clr>
        </p15:guide>
        <p15:guide id="2" pos="7680" userDrawn="1">
          <p15:clr>
            <a:srgbClr val="A5A5A5"/>
          </p15:clr>
        </p15:guide>
        <p15:guide id="3" pos="186" userDrawn="1">
          <p15:clr>
            <a:srgbClr val="A5A5A5"/>
          </p15:clr>
        </p15:guide>
        <p15:guide id="26" pos="7496" userDrawn="1">
          <p15:clr>
            <a:srgbClr val="A5A5A5"/>
          </p15:clr>
        </p15:guide>
        <p15:guide id="27" orient="horz" userDrawn="1">
          <p15:clr>
            <a:srgbClr val="A5A5A5"/>
          </p15:clr>
        </p15:guide>
        <p15:guide id="28" orient="horz" pos="4320" userDrawn="1">
          <p15:clr>
            <a:srgbClr val="A5A5A5"/>
          </p15:clr>
        </p15:guide>
        <p15:guide id="29" orient="horz" pos="184" userDrawn="1">
          <p15:clr>
            <a:srgbClr val="A5A5A5"/>
          </p15:clr>
        </p15:guide>
        <p15:guide id="40" orient="horz" pos="4134" userDrawn="1">
          <p15:clr>
            <a:srgbClr val="A5A5A5"/>
          </p15:clr>
        </p15:guide>
        <p15:guide id="42" pos="365" userDrawn="1">
          <p15:clr>
            <a:srgbClr val="C35EA4"/>
          </p15:clr>
        </p15:guide>
        <p15:guide id="43" orient="horz" pos="367" userDrawn="1">
          <p15:clr>
            <a:srgbClr val="C35EA4"/>
          </p15:clr>
        </p15:guide>
        <p15:guide id="44" orient="horz" pos="3953" userDrawn="1">
          <p15:clr>
            <a:srgbClr val="C35EA4"/>
          </p15:clr>
        </p15:guide>
        <p15:guide id="45" pos="7307" userDrawn="1">
          <p15:clr>
            <a:srgbClr val="C35EA4"/>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94196827"/>
      </p:ext>
    </p:extLst>
  </p:cSld>
  <p:clrMap bg1="lt1" tx1="dk1" bg2="lt2" tx2="dk2" accent1="accent1" accent2="accent2" accent3="accent3" accent4="accent4" accent5="accent5" accent6="accent6" hlink="hlink" folHlink="folHlink"/>
  <p:sldLayoutIdLst>
    <p:sldLayoutId id="2147484923" r:id="rId1"/>
    <p:sldLayoutId id="2147484924" r:id="rId2"/>
    <p:sldLayoutId id="2147484925" r:id="rId3"/>
    <p:sldLayoutId id="2147484926" r:id="rId4"/>
    <p:sldLayoutId id="2147484927" r:id="rId5"/>
    <p:sldLayoutId id="2147484928" r:id="rId6"/>
    <p:sldLayoutId id="2147484930" r:id="rId7"/>
    <p:sldLayoutId id="2147484931" r:id="rId8"/>
    <p:sldLayoutId id="2147484932" r:id="rId9"/>
    <p:sldLayoutId id="2147484933" r:id="rId10"/>
    <p:sldLayoutId id="2147484934" r:id="rId11"/>
    <p:sldLayoutId id="2147484935" r:id="rId12"/>
    <p:sldLayoutId id="2147484936" r:id="rId13"/>
    <p:sldLayoutId id="2147484937" r:id="rId14"/>
    <p:sldLayoutId id="2147484938" r:id="rId15"/>
    <p:sldLayoutId id="2147484939" r:id="rId16"/>
    <p:sldLayoutId id="2147484940" r:id="rId17"/>
    <p:sldLayoutId id="2147484941" r:id="rId18"/>
    <p:sldLayoutId id="2147484942" r:id="rId19"/>
    <p:sldLayoutId id="2147484943" r:id="rId20"/>
    <p:sldLayoutId id="2147484944" r:id="rId21"/>
    <p:sldLayoutId id="2147484945" r:id="rId22"/>
    <p:sldLayoutId id="2147484946" r:id="rId23"/>
    <p:sldLayoutId id="2147484947" r:id="rId24"/>
    <p:sldLayoutId id="2147484948" r:id="rId25"/>
    <p:sldLayoutId id="2147484949" r:id="rId26"/>
    <p:sldLayoutId id="2147484950" r:id="rId27"/>
    <p:sldLayoutId id="2147484951" r:id="rId28"/>
    <p:sldLayoutId id="2147484952" r:id="rId29"/>
    <p:sldLayoutId id="2147484953" r:id="rId30"/>
    <p:sldLayoutId id="2147484954" r:id="rId31"/>
    <p:sldLayoutId id="2147484955" r:id="rId32"/>
    <p:sldLayoutId id="2147484956" r:id="rId33"/>
    <p:sldLayoutId id="2147484957" r:id="rId34"/>
    <p:sldLayoutId id="2147484958" r:id="rId35"/>
    <p:sldLayoutId id="2147484959" r:id="rId36"/>
    <p:sldLayoutId id="2147484960" r:id="rId37"/>
    <p:sldLayoutId id="2147484961" r:id="rId38"/>
    <p:sldLayoutId id="2147484962" r:id="rId39"/>
    <p:sldLayoutId id="2147484963" r:id="rId40"/>
    <p:sldLayoutId id="2147484964" r:id="rId41"/>
    <p:sldLayoutId id="2147484965" r:id="rId42"/>
    <p:sldLayoutId id="2147484966" r:id="rId43"/>
    <p:sldLayoutId id="2147484967" r:id="rId44"/>
    <p:sldLayoutId id="2147484968" r:id="rId45"/>
    <p:sldLayoutId id="2147484969" r:id="rId46"/>
    <p:sldLayoutId id="2147484970" r:id="rId47"/>
    <p:sldLayoutId id="2147484971" r:id="rId48"/>
    <p:sldLayoutId id="2147484972" r:id="rId49"/>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A5A5A5"/>
          </p15:clr>
        </p15:guide>
        <p15:guide id="2" pos="7680">
          <p15:clr>
            <a:srgbClr val="A5A5A5"/>
          </p15:clr>
        </p15:guide>
        <p15:guide id="3" pos="186">
          <p15:clr>
            <a:srgbClr val="A5A5A5"/>
          </p15:clr>
        </p15:guide>
        <p15:guide id="26" pos="7496">
          <p15:clr>
            <a:srgbClr val="A5A5A5"/>
          </p15:clr>
        </p15:guide>
        <p15:guide id="27" orient="horz">
          <p15:clr>
            <a:srgbClr val="A5A5A5"/>
          </p15:clr>
        </p15:guide>
        <p15:guide id="28" orient="horz" pos="4320">
          <p15:clr>
            <a:srgbClr val="A5A5A5"/>
          </p15:clr>
        </p15:guide>
        <p15:guide id="29" orient="horz" pos="184">
          <p15:clr>
            <a:srgbClr val="A5A5A5"/>
          </p15:clr>
        </p15:guide>
        <p15:guide id="40" orient="horz" pos="4134">
          <p15:clr>
            <a:srgbClr val="A5A5A5"/>
          </p15:clr>
        </p15:guide>
        <p15:guide id="42" pos="365">
          <p15:clr>
            <a:srgbClr val="C35EA4"/>
          </p15:clr>
        </p15:guide>
        <p15:guide id="43" orient="horz" pos="367">
          <p15:clr>
            <a:srgbClr val="C35EA4"/>
          </p15:clr>
        </p15:guide>
        <p15:guide id="44" orient="horz" pos="3953">
          <p15:clr>
            <a:srgbClr val="C35EA4"/>
          </p15:clr>
        </p15:guide>
        <p15:guide id="45" pos="7307">
          <p15:clr>
            <a:srgbClr val="C35EA4"/>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bwMode="blackWhite">
      <p:bgPr>
        <a:solidFill>
          <a:srgbClr val="F4F3F5"/>
        </a:solidFill>
        <a:effectLst/>
      </p:bgPr>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marL="228600" marR="0" lvl="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Click to edit Master text styles</a:t>
            </a:r>
          </a:p>
          <a:p>
            <a:pPr marL="228600" marR="0" lvl="1"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Second level</a:t>
            </a:r>
          </a:p>
          <a:p>
            <a:pPr marL="228600" marR="0" lvl="2"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Third level</a:t>
            </a:r>
          </a:p>
          <a:p>
            <a:pPr marL="228600" marR="0" lvl="3"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Fourth level</a:t>
            </a:r>
          </a:p>
          <a:p>
            <a:pPr marL="228600" marR="0" lvl="4"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grpSp>
        <p:nvGrpSpPr>
          <p:cNvPr id="258" name="Group 257">
            <a:extLst>
              <a:ext uri="{FF2B5EF4-FFF2-40B4-BE49-F238E27FC236}">
                <a16:creationId xmlns:a16="http://schemas.microsoft.com/office/drawing/2014/main" id="{566C3ED6-7167-1619-C333-B86D0D162316}"/>
              </a:ext>
            </a:extLst>
          </p:cNvPr>
          <p:cNvGrpSpPr>
            <a:grpSpLocks noChangeAspect="1"/>
          </p:cNvGrpSpPr>
          <p:nvPr userDrawn="1"/>
        </p:nvGrpSpPr>
        <p:grpSpPr bwMode="auto">
          <a:xfrm rot="5400000">
            <a:off x="10659863" y="3998558"/>
            <a:ext cx="4597400" cy="1169987"/>
            <a:chOff x="1529" y="1423"/>
            <a:chExt cx="2896" cy="737"/>
          </a:xfrm>
        </p:grpSpPr>
        <p:sp>
          <p:nvSpPr>
            <p:cNvPr id="259" name="AutoShape 3">
              <a:extLst>
                <a:ext uri="{FF2B5EF4-FFF2-40B4-BE49-F238E27FC236}">
                  <a16:creationId xmlns:a16="http://schemas.microsoft.com/office/drawing/2014/main" id="{894C58B4-3C22-9620-7C92-D65ED6617E67}"/>
                </a:ext>
              </a:extLst>
            </p:cNvPr>
            <p:cNvSpPr>
              <a:spLocks noChangeAspect="1" noChangeArrowheads="1" noTextEdit="1"/>
            </p:cNvSpPr>
            <p:nvPr/>
          </p:nvSpPr>
          <p:spPr bwMode="auto">
            <a:xfrm>
              <a:off x="1529" y="1423"/>
              <a:ext cx="2896" cy="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Rectangle 5">
              <a:extLst>
                <a:ext uri="{FF2B5EF4-FFF2-40B4-BE49-F238E27FC236}">
                  <a16:creationId xmlns:a16="http://schemas.microsoft.com/office/drawing/2014/main" id="{B4F93CCF-3F88-5DCB-F12D-4DEBF36B9444}"/>
                </a:ext>
              </a:extLst>
            </p:cNvPr>
            <p:cNvSpPr>
              <a:spLocks noChangeArrowheads="1"/>
            </p:cNvSpPr>
            <p:nvPr/>
          </p:nvSpPr>
          <p:spPr bwMode="auto">
            <a:xfrm>
              <a:off x="2254" y="1727"/>
              <a:ext cx="707" cy="135"/>
            </a:xfrm>
            <a:prstGeom prst="rect">
              <a:avLst/>
            </a:prstGeom>
            <a:solidFill>
              <a:srgbClr val="F4364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Rectangle 6">
              <a:extLst>
                <a:ext uri="{FF2B5EF4-FFF2-40B4-BE49-F238E27FC236}">
                  <a16:creationId xmlns:a16="http://schemas.microsoft.com/office/drawing/2014/main" id="{7AC4893A-D0A3-D947-BE61-70B6DC4B9314}"/>
                </a:ext>
              </a:extLst>
            </p:cNvPr>
            <p:cNvSpPr>
              <a:spLocks noChangeArrowheads="1"/>
            </p:cNvSpPr>
            <p:nvPr/>
          </p:nvSpPr>
          <p:spPr bwMode="auto">
            <a:xfrm>
              <a:off x="2264"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62" name="Rectangle 7">
              <a:extLst>
                <a:ext uri="{FF2B5EF4-FFF2-40B4-BE49-F238E27FC236}">
                  <a16:creationId xmlns:a16="http://schemas.microsoft.com/office/drawing/2014/main" id="{DE65DAC6-345A-2542-166A-D2D08E76F806}"/>
                </a:ext>
              </a:extLst>
            </p:cNvPr>
            <p:cNvSpPr>
              <a:spLocks noChangeArrowheads="1"/>
            </p:cNvSpPr>
            <p:nvPr/>
          </p:nvSpPr>
          <p:spPr bwMode="auto">
            <a:xfrm>
              <a:off x="2264" y="1800"/>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F4364C</a:t>
              </a:r>
              <a:endParaRPr kumimoji="0" lang="en-US" altLang="en-US" sz="1800" b="0" i="0" u="none" strike="noStrike" cap="none" normalizeH="0" baseline="0">
                <a:ln>
                  <a:noFill/>
                </a:ln>
                <a:effectLst/>
                <a:latin typeface="Arial" panose="020B0604020202020204" pitchFamily="34" charset="0"/>
              </a:endParaRPr>
            </a:p>
          </p:txBody>
        </p:sp>
        <p:sp>
          <p:nvSpPr>
            <p:cNvPr id="263" name="Rectangle 8">
              <a:extLst>
                <a:ext uri="{FF2B5EF4-FFF2-40B4-BE49-F238E27FC236}">
                  <a16:creationId xmlns:a16="http://schemas.microsoft.com/office/drawing/2014/main" id="{1EADC519-4AB4-60A0-260A-EF7DC8229A97}"/>
                </a:ext>
              </a:extLst>
            </p:cNvPr>
            <p:cNvSpPr>
              <a:spLocks noChangeArrowheads="1"/>
            </p:cNvSpPr>
            <p:nvPr/>
          </p:nvSpPr>
          <p:spPr bwMode="auto">
            <a:xfrm>
              <a:off x="2254" y="1871"/>
              <a:ext cx="707" cy="137"/>
            </a:xfrm>
            <a:prstGeom prst="rect">
              <a:avLst/>
            </a:prstGeom>
            <a:solidFill>
              <a:srgbClr val="7326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Rectangle 9">
              <a:extLst>
                <a:ext uri="{FF2B5EF4-FFF2-40B4-BE49-F238E27FC236}">
                  <a16:creationId xmlns:a16="http://schemas.microsoft.com/office/drawing/2014/main" id="{B2CFF324-4BA8-188D-7395-AC042B4D6560}"/>
                </a:ext>
              </a:extLst>
            </p:cNvPr>
            <p:cNvSpPr>
              <a:spLocks noChangeArrowheads="1"/>
            </p:cNvSpPr>
            <p:nvPr/>
          </p:nvSpPr>
          <p:spPr bwMode="auto">
            <a:xfrm>
              <a:off x="2264"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B3BB"/>
                  </a:solidFill>
                  <a:effectLst/>
                  <a:latin typeface="Segoe UI Black" panose="020B0A02040204020203" pitchFamily="34" charset="0"/>
                </a:rPr>
                <a:t>A</a:t>
              </a:r>
              <a:endParaRPr kumimoji="0" lang="en-US" altLang="en-US" sz="1800" b="0" i="0" u="none" strike="noStrike" cap="none" normalizeH="0" baseline="0">
                <a:ln>
                  <a:noFill/>
                </a:ln>
                <a:solidFill>
                  <a:srgbClr val="FFB3BB"/>
                </a:solidFill>
                <a:effectLst/>
                <a:latin typeface="Arial" panose="020B0604020202020204" pitchFamily="34" charset="0"/>
              </a:endParaRPr>
            </a:p>
          </p:txBody>
        </p:sp>
        <p:sp>
          <p:nvSpPr>
            <p:cNvPr id="265" name="Rectangle 10">
              <a:extLst>
                <a:ext uri="{FF2B5EF4-FFF2-40B4-BE49-F238E27FC236}">
                  <a16:creationId xmlns:a16="http://schemas.microsoft.com/office/drawing/2014/main" id="{03BDB961-C287-23C5-66DF-74F0AFDFB76B}"/>
                </a:ext>
              </a:extLst>
            </p:cNvPr>
            <p:cNvSpPr>
              <a:spLocks noChangeArrowheads="1"/>
            </p:cNvSpPr>
            <p:nvPr/>
          </p:nvSpPr>
          <p:spPr bwMode="auto">
            <a:xfrm>
              <a:off x="2329"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 name="Rectangle 11">
              <a:extLst>
                <a:ext uri="{FF2B5EF4-FFF2-40B4-BE49-F238E27FC236}">
                  <a16:creationId xmlns:a16="http://schemas.microsoft.com/office/drawing/2014/main" id="{35ADEDE9-FB7B-876E-7225-4D3AB73422EF}"/>
                </a:ext>
              </a:extLst>
            </p:cNvPr>
            <p:cNvSpPr>
              <a:spLocks noChangeArrowheads="1"/>
            </p:cNvSpPr>
            <p:nvPr/>
          </p:nvSpPr>
          <p:spPr bwMode="auto">
            <a:xfrm>
              <a:off x="2264" y="1943"/>
              <a:ext cx="13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73262F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7" name="Rectangle 12">
              <a:extLst>
                <a:ext uri="{FF2B5EF4-FFF2-40B4-BE49-F238E27FC236}">
                  <a16:creationId xmlns:a16="http://schemas.microsoft.com/office/drawing/2014/main" id="{03DA7BF6-FE99-195F-2925-BD0968D0CE23}"/>
                </a:ext>
              </a:extLst>
            </p:cNvPr>
            <p:cNvSpPr>
              <a:spLocks noChangeArrowheads="1"/>
            </p:cNvSpPr>
            <p:nvPr/>
          </p:nvSpPr>
          <p:spPr bwMode="auto">
            <a:xfrm>
              <a:off x="2254" y="1582"/>
              <a:ext cx="707" cy="136"/>
            </a:xfrm>
            <a:prstGeom prst="rect">
              <a:avLst/>
            </a:prstGeom>
            <a:solidFill>
              <a:srgbClr val="FFB3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Rectangle 13">
              <a:extLst>
                <a:ext uri="{FF2B5EF4-FFF2-40B4-BE49-F238E27FC236}">
                  <a16:creationId xmlns:a16="http://schemas.microsoft.com/office/drawing/2014/main" id="{AE1CAD70-4A31-E224-8481-B797DB87F72F}"/>
                </a:ext>
              </a:extLst>
            </p:cNvPr>
            <p:cNvSpPr>
              <a:spLocks noChangeArrowheads="1"/>
            </p:cNvSpPr>
            <p:nvPr/>
          </p:nvSpPr>
          <p:spPr bwMode="auto">
            <a:xfrm>
              <a:off x="2264"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262F"/>
                  </a:solidFill>
                  <a:effectLst/>
                  <a:latin typeface="Segoe UI Black" panose="020B0A02040204020203" pitchFamily="34" charset="0"/>
                </a:rPr>
                <a:t>A</a:t>
              </a:r>
              <a:endParaRPr kumimoji="0" lang="en-US" altLang="en-US" sz="1800" b="0" i="0" u="none" strike="noStrike" cap="none" normalizeH="0" baseline="0">
                <a:ln>
                  <a:noFill/>
                </a:ln>
                <a:solidFill>
                  <a:srgbClr val="73262F"/>
                </a:solidFill>
                <a:effectLst/>
                <a:latin typeface="Arial" panose="020B0604020202020204" pitchFamily="34" charset="0"/>
              </a:endParaRPr>
            </a:p>
          </p:txBody>
        </p:sp>
        <p:sp>
          <p:nvSpPr>
            <p:cNvPr id="269" name="Rectangle 14">
              <a:extLst>
                <a:ext uri="{FF2B5EF4-FFF2-40B4-BE49-F238E27FC236}">
                  <a16:creationId xmlns:a16="http://schemas.microsoft.com/office/drawing/2014/main" id="{50413BA8-271F-17E9-274D-A6681E4E35BE}"/>
                </a:ext>
              </a:extLst>
            </p:cNvPr>
            <p:cNvSpPr>
              <a:spLocks noChangeArrowheads="1"/>
            </p:cNvSpPr>
            <p:nvPr/>
          </p:nvSpPr>
          <p:spPr bwMode="auto">
            <a:xfrm>
              <a:off x="2329"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0" name="Rectangle 15">
              <a:extLst>
                <a:ext uri="{FF2B5EF4-FFF2-40B4-BE49-F238E27FC236}">
                  <a16:creationId xmlns:a16="http://schemas.microsoft.com/office/drawing/2014/main" id="{5E8A55D7-5C9F-19E4-44F8-0D5ED73A059E}"/>
                </a:ext>
              </a:extLst>
            </p:cNvPr>
            <p:cNvSpPr>
              <a:spLocks noChangeArrowheads="1"/>
            </p:cNvSpPr>
            <p:nvPr/>
          </p:nvSpPr>
          <p:spPr bwMode="auto">
            <a:xfrm>
              <a:off x="2264" y="1654"/>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FFB3BB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1" name="Rectangle 16">
              <a:extLst>
                <a:ext uri="{FF2B5EF4-FFF2-40B4-BE49-F238E27FC236}">
                  <a16:creationId xmlns:a16="http://schemas.microsoft.com/office/drawing/2014/main" id="{AB98BB47-C797-09CC-A9F3-51FE51653B12}"/>
                </a:ext>
              </a:extLst>
            </p:cNvPr>
            <p:cNvSpPr>
              <a:spLocks noChangeArrowheads="1"/>
            </p:cNvSpPr>
            <p:nvPr/>
          </p:nvSpPr>
          <p:spPr bwMode="auto">
            <a:xfrm>
              <a:off x="2255" y="2022"/>
              <a:ext cx="706" cy="13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Rectangle 17">
              <a:extLst>
                <a:ext uri="{FF2B5EF4-FFF2-40B4-BE49-F238E27FC236}">
                  <a16:creationId xmlns:a16="http://schemas.microsoft.com/office/drawing/2014/main" id="{C52F19C0-13E8-0692-788F-02A274A980BA}"/>
                </a:ext>
              </a:extLst>
            </p:cNvPr>
            <p:cNvSpPr>
              <a:spLocks noChangeArrowheads="1"/>
            </p:cNvSpPr>
            <p:nvPr/>
          </p:nvSpPr>
          <p:spPr bwMode="auto">
            <a:xfrm>
              <a:off x="2255" y="2022"/>
              <a:ext cx="706"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3" name="Rectangle 18">
              <a:extLst>
                <a:ext uri="{FF2B5EF4-FFF2-40B4-BE49-F238E27FC236}">
                  <a16:creationId xmlns:a16="http://schemas.microsoft.com/office/drawing/2014/main" id="{0EF8B30C-1FB6-7C73-44FC-2C39DF7549A8}"/>
                </a:ext>
              </a:extLst>
            </p:cNvPr>
            <p:cNvSpPr>
              <a:spLocks noChangeArrowheads="1"/>
            </p:cNvSpPr>
            <p:nvPr/>
          </p:nvSpPr>
          <p:spPr bwMode="auto">
            <a:xfrm>
              <a:off x="2264" y="2024"/>
              <a:ext cx="12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FFFFFF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4" name="Rectangle 50">
              <a:extLst>
                <a:ext uri="{FF2B5EF4-FFF2-40B4-BE49-F238E27FC236}">
                  <a16:creationId xmlns:a16="http://schemas.microsoft.com/office/drawing/2014/main" id="{D25297AC-6025-DA45-015A-AD5967168C02}"/>
                </a:ext>
              </a:extLst>
            </p:cNvPr>
            <p:cNvSpPr>
              <a:spLocks noChangeArrowheads="1"/>
            </p:cNvSpPr>
            <p:nvPr/>
          </p:nvSpPr>
          <p:spPr bwMode="auto">
            <a:xfrm>
              <a:off x="1533" y="1727"/>
              <a:ext cx="706" cy="135"/>
            </a:xfrm>
            <a:prstGeom prst="rect">
              <a:avLst/>
            </a:prstGeom>
            <a:solidFill>
              <a:srgbClr val="FF5C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Rectangle 51">
              <a:extLst>
                <a:ext uri="{FF2B5EF4-FFF2-40B4-BE49-F238E27FC236}">
                  <a16:creationId xmlns:a16="http://schemas.microsoft.com/office/drawing/2014/main" id="{D895CA29-DE29-0BF3-3158-751FF8EC37F0}"/>
                </a:ext>
              </a:extLst>
            </p:cNvPr>
            <p:cNvSpPr>
              <a:spLocks noChangeArrowheads="1"/>
            </p:cNvSpPr>
            <p:nvPr/>
          </p:nvSpPr>
          <p:spPr bwMode="auto">
            <a:xfrm>
              <a:off x="1542"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76" name="Rectangle 52">
              <a:extLst>
                <a:ext uri="{FF2B5EF4-FFF2-40B4-BE49-F238E27FC236}">
                  <a16:creationId xmlns:a16="http://schemas.microsoft.com/office/drawing/2014/main" id="{7EFCFC16-4A98-86AC-7619-A114CF099F7D}"/>
                </a:ext>
              </a:extLst>
            </p:cNvPr>
            <p:cNvSpPr>
              <a:spLocks noChangeArrowheads="1"/>
            </p:cNvSpPr>
            <p:nvPr/>
          </p:nvSpPr>
          <p:spPr bwMode="auto">
            <a:xfrm>
              <a:off x="1608" y="1722"/>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7" name="Rectangle 53">
              <a:extLst>
                <a:ext uri="{FF2B5EF4-FFF2-40B4-BE49-F238E27FC236}">
                  <a16:creationId xmlns:a16="http://schemas.microsoft.com/office/drawing/2014/main" id="{B9712463-FD5D-ABC4-36B0-C830E76330F6}"/>
                </a:ext>
              </a:extLst>
            </p:cNvPr>
            <p:cNvSpPr>
              <a:spLocks noChangeArrowheads="1"/>
            </p:cNvSpPr>
            <p:nvPr/>
          </p:nvSpPr>
          <p:spPr bwMode="auto">
            <a:xfrm>
              <a:off x="1542" y="1800"/>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FF5C39</a:t>
              </a:r>
              <a:endParaRPr kumimoji="0" lang="en-US" altLang="en-US" sz="1800" b="0" i="0" u="none" strike="noStrike" cap="none" normalizeH="0" baseline="0">
                <a:ln>
                  <a:noFill/>
                </a:ln>
                <a:effectLst/>
                <a:latin typeface="Arial" panose="020B0604020202020204" pitchFamily="34" charset="0"/>
              </a:endParaRPr>
            </a:p>
          </p:txBody>
        </p:sp>
        <p:sp>
          <p:nvSpPr>
            <p:cNvPr id="278" name="Rectangle 54">
              <a:extLst>
                <a:ext uri="{FF2B5EF4-FFF2-40B4-BE49-F238E27FC236}">
                  <a16:creationId xmlns:a16="http://schemas.microsoft.com/office/drawing/2014/main" id="{8ACAB4E1-6417-0C0C-9E12-B1E8EEA4613E}"/>
                </a:ext>
              </a:extLst>
            </p:cNvPr>
            <p:cNvSpPr>
              <a:spLocks noChangeArrowheads="1"/>
            </p:cNvSpPr>
            <p:nvPr/>
          </p:nvSpPr>
          <p:spPr bwMode="auto">
            <a:xfrm>
              <a:off x="1533" y="1871"/>
              <a:ext cx="706" cy="137"/>
            </a:xfrm>
            <a:prstGeom prst="rect">
              <a:avLst/>
            </a:prstGeom>
            <a:solidFill>
              <a:srgbClr val="73391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Rectangle 55">
              <a:extLst>
                <a:ext uri="{FF2B5EF4-FFF2-40B4-BE49-F238E27FC236}">
                  <a16:creationId xmlns:a16="http://schemas.microsoft.com/office/drawing/2014/main" id="{7E6BE592-BF8C-8CF1-0798-04DA17C036E6}"/>
                </a:ext>
              </a:extLst>
            </p:cNvPr>
            <p:cNvSpPr>
              <a:spLocks noChangeArrowheads="1"/>
            </p:cNvSpPr>
            <p:nvPr/>
          </p:nvSpPr>
          <p:spPr bwMode="auto">
            <a:xfrm>
              <a:off x="1542"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A38B"/>
                  </a:solidFill>
                  <a:effectLst/>
                  <a:latin typeface="Segoe UI Black" panose="020B0A02040204020203" pitchFamily="34" charset="0"/>
                </a:rPr>
                <a:t>A</a:t>
              </a:r>
              <a:endParaRPr kumimoji="0" lang="en-US" altLang="en-US" sz="1800" b="0" i="0" u="none" strike="noStrike" cap="none" normalizeH="0" baseline="0">
                <a:ln>
                  <a:noFill/>
                </a:ln>
                <a:solidFill>
                  <a:srgbClr val="FFA38B"/>
                </a:solidFill>
                <a:effectLst/>
                <a:latin typeface="Arial" panose="020B0604020202020204" pitchFamily="34" charset="0"/>
              </a:endParaRPr>
            </a:p>
          </p:txBody>
        </p:sp>
        <p:sp>
          <p:nvSpPr>
            <p:cNvPr id="280" name="Rectangle 56">
              <a:extLst>
                <a:ext uri="{FF2B5EF4-FFF2-40B4-BE49-F238E27FC236}">
                  <a16:creationId xmlns:a16="http://schemas.microsoft.com/office/drawing/2014/main" id="{F02A06DF-8715-F16B-5F10-11C5F2584525}"/>
                </a:ext>
              </a:extLst>
            </p:cNvPr>
            <p:cNvSpPr>
              <a:spLocks noChangeArrowheads="1"/>
            </p:cNvSpPr>
            <p:nvPr/>
          </p:nvSpPr>
          <p:spPr bwMode="auto">
            <a:xfrm>
              <a:off x="1608"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1" name="Rectangle 57">
              <a:extLst>
                <a:ext uri="{FF2B5EF4-FFF2-40B4-BE49-F238E27FC236}">
                  <a16:creationId xmlns:a16="http://schemas.microsoft.com/office/drawing/2014/main" id="{45F29D9D-6572-80B7-280A-53297335FBF7}"/>
                </a:ext>
              </a:extLst>
            </p:cNvPr>
            <p:cNvSpPr>
              <a:spLocks noChangeArrowheads="1"/>
            </p:cNvSpPr>
            <p:nvPr/>
          </p:nvSpPr>
          <p:spPr bwMode="auto">
            <a:xfrm>
              <a:off x="1542" y="1943"/>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73391D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2" name="Rectangle 58">
              <a:extLst>
                <a:ext uri="{FF2B5EF4-FFF2-40B4-BE49-F238E27FC236}">
                  <a16:creationId xmlns:a16="http://schemas.microsoft.com/office/drawing/2014/main" id="{013A62C5-A54C-C8BE-D34C-557861D50FBB}"/>
                </a:ext>
              </a:extLst>
            </p:cNvPr>
            <p:cNvSpPr>
              <a:spLocks noChangeArrowheads="1"/>
            </p:cNvSpPr>
            <p:nvPr/>
          </p:nvSpPr>
          <p:spPr bwMode="auto">
            <a:xfrm>
              <a:off x="1533" y="1582"/>
              <a:ext cx="706" cy="136"/>
            </a:xfrm>
            <a:prstGeom prst="rect">
              <a:avLst/>
            </a:prstGeom>
            <a:solidFill>
              <a:srgbClr val="FFA3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Rectangle 59">
              <a:extLst>
                <a:ext uri="{FF2B5EF4-FFF2-40B4-BE49-F238E27FC236}">
                  <a16:creationId xmlns:a16="http://schemas.microsoft.com/office/drawing/2014/main" id="{A3D38249-2B2F-44FE-8004-78F738A54143}"/>
                </a:ext>
              </a:extLst>
            </p:cNvPr>
            <p:cNvSpPr>
              <a:spLocks noChangeArrowheads="1"/>
            </p:cNvSpPr>
            <p:nvPr/>
          </p:nvSpPr>
          <p:spPr bwMode="auto">
            <a:xfrm>
              <a:off x="1542"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391D"/>
                  </a:solidFill>
                  <a:effectLst/>
                  <a:latin typeface="Segoe UI Black" panose="020B0A02040204020203" pitchFamily="34" charset="0"/>
                </a:rPr>
                <a:t>A</a:t>
              </a:r>
              <a:endParaRPr kumimoji="0" lang="en-US" altLang="en-US" sz="1800" b="0" i="0" u="none" strike="noStrike" cap="none" normalizeH="0" baseline="0">
                <a:ln>
                  <a:noFill/>
                </a:ln>
                <a:solidFill>
                  <a:srgbClr val="73391D"/>
                </a:solidFill>
                <a:effectLst/>
                <a:latin typeface="Arial" panose="020B0604020202020204" pitchFamily="34" charset="0"/>
              </a:endParaRPr>
            </a:p>
          </p:txBody>
        </p:sp>
        <p:sp>
          <p:nvSpPr>
            <p:cNvPr id="284" name="Rectangle 60">
              <a:extLst>
                <a:ext uri="{FF2B5EF4-FFF2-40B4-BE49-F238E27FC236}">
                  <a16:creationId xmlns:a16="http://schemas.microsoft.com/office/drawing/2014/main" id="{6356C9D6-F46C-5F18-CC06-57CEDB989050}"/>
                </a:ext>
              </a:extLst>
            </p:cNvPr>
            <p:cNvSpPr>
              <a:spLocks noChangeArrowheads="1"/>
            </p:cNvSpPr>
            <p:nvPr/>
          </p:nvSpPr>
          <p:spPr bwMode="auto">
            <a:xfrm>
              <a:off x="1608"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5" name="Rectangle 61">
              <a:extLst>
                <a:ext uri="{FF2B5EF4-FFF2-40B4-BE49-F238E27FC236}">
                  <a16:creationId xmlns:a16="http://schemas.microsoft.com/office/drawing/2014/main" id="{809C64CC-0B9B-063B-F7A5-63EE36FBDCCD}"/>
                </a:ext>
              </a:extLst>
            </p:cNvPr>
            <p:cNvSpPr>
              <a:spLocks noChangeArrowheads="1"/>
            </p:cNvSpPr>
            <p:nvPr/>
          </p:nvSpPr>
          <p:spPr bwMode="auto">
            <a:xfrm>
              <a:off x="1542" y="1654"/>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FFA38B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6" name="Rectangle 62">
              <a:extLst>
                <a:ext uri="{FF2B5EF4-FFF2-40B4-BE49-F238E27FC236}">
                  <a16:creationId xmlns:a16="http://schemas.microsoft.com/office/drawing/2014/main" id="{94AB9329-702D-4A1F-E5A5-C3B78F016261}"/>
                </a:ext>
              </a:extLst>
            </p:cNvPr>
            <p:cNvSpPr>
              <a:spLocks noChangeArrowheads="1"/>
            </p:cNvSpPr>
            <p:nvPr/>
          </p:nvSpPr>
          <p:spPr bwMode="auto">
            <a:xfrm>
              <a:off x="1533" y="2022"/>
              <a:ext cx="707" cy="136"/>
            </a:xfrm>
            <a:prstGeom prst="rect">
              <a:avLst/>
            </a:prstGeom>
            <a:solidFill>
              <a:srgbClr val="F4F3F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Rectangle 63">
              <a:extLst>
                <a:ext uri="{FF2B5EF4-FFF2-40B4-BE49-F238E27FC236}">
                  <a16:creationId xmlns:a16="http://schemas.microsoft.com/office/drawing/2014/main" id="{24EB0818-3B44-BF17-FF2B-E025C738466C}"/>
                </a:ext>
              </a:extLst>
            </p:cNvPr>
            <p:cNvSpPr>
              <a:spLocks noChangeArrowheads="1"/>
            </p:cNvSpPr>
            <p:nvPr/>
          </p:nvSpPr>
          <p:spPr bwMode="auto">
            <a:xfrm>
              <a:off x="1533" y="2022"/>
              <a:ext cx="70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8" name="Rectangle 64">
              <a:extLst>
                <a:ext uri="{FF2B5EF4-FFF2-40B4-BE49-F238E27FC236}">
                  <a16:creationId xmlns:a16="http://schemas.microsoft.com/office/drawing/2014/main" id="{8D3440B3-96D8-0B26-9877-7E62CD77370D}"/>
                </a:ext>
              </a:extLst>
            </p:cNvPr>
            <p:cNvSpPr>
              <a:spLocks noChangeArrowheads="1"/>
            </p:cNvSpPr>
            <p:nvPr/>
          </p:nvSpPr>
          <p:spPr bwMode="auto">
            <a:xfrm>
              <a:off x="1542" y="2024"/>
              <a:ext cx="127"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F4F3F5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9" name="Rectangle 65">
              <a:extLst>
                <a:ext uri="{FF2B5EF4-FFF2-40B4-BE49-F238E27FC236}">
                  <a16:creationId xmlns:a16="http://schemas.microsoft.com/office/drawing/2014/main" id="{64795BFF-26DD-4F9D-7E57-E8A3C163A079}"/>
                </a:ext>
              </a:extLst>
            </p:cNvPr>
            <p:cNvSpPr>
              <a:spLocks noChangeArrowheads="1"/>
            </p:cNvSpPr>
            <p:nvPr/>
          </p:nvSpPr>
          <p:spPr bwMode="auto">
            <a:xfrm>
              <a:off x="3698" y="1729"/>
              <a:ext cx="707" cy="135"/>
            </a:xfrm>
            <a:prstGeom prst="rect">
              <a:avLst/>
            </a:prstGeom>
            <a:solidFill>
              <a:srgbClr val="0078D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Rectangle 66">
              <a:extLst>
                <a:ext uri="{FF2B5EF4-FFF2-40B4-BE49-F238E27FC236}">
                  <a16:creationId xmlns:a16="http://schemas.microsoft.com/office/drawing/2014/main" id="{973E90C8-2FFF-2256-D29B-6A3ABBA35099}"/>
                </a:ext>
              </a:extLst>
            </p:cNvPr>
            <p:cNvSpPr>
              <a:spLocks noChangeArrowheads="1"/>
            </p:cNvSpPr>
            <p:nvPr/>
          </p:nvSpPr>
          <p:spPr bwMode="auto">
            <a:xfrm>
              <a:off x="3707"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1" name="Rectangle 67">
              <a:extLst>
                <a:ext uri="{FF2B5EF4-FFF2-40B4-BE49-F238E27FC236}">
                  <a16:creationId xmlns:a16="http://schemas.microsoft.com/office/drawing/2014/main" id="{F146B7CE-CBC5-956E-DA0D-244A26F54704}"/>
                </a:ext>
              </a:extLst>
            </p:cNvPr>
            <p:cNvSpPr>
              <a:spLocks noChangeArrowheads="1"/>
            </p:cNvSpPr>
            <p:nvPr/>
          </p:nvSpPr>
          <p:spPr bwMode="auto">
            <a:xfrm>
              <a:off x="3773"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2" name="Rectangle 68">
              <a:extLst>
                <a:ext uri="{FF2B5EF4-FFF2-40B4-BE49-F238E27FC236}">
                  <a16:creationId xmlns:a16="http://schemas.microsoft.com/office/drawing/2014/main" id="{841A3A9C-7ABE-216A-7AAA-FC8E018652B9}"/>
                </a:ext>
              </a:extLst>
            </p:cNvPr>
            <p:cNvSpPr>
              <a:spLocks noChangeArrowheads="1"/>
            </p:cNvSpPr>
            <p:nvPr/>
          </p:nvSpPr>
          <p:spPr bwMode="auto">
            <a:xfrm>
              <a:off x="3707" y="1801"/>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0078D4</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93" name="Rectangle 69">
              <a:extLst>
                <a:ext uri="{FF2B5EF4-FFF2-40B4-BE49-F238E27FC236}">
                  <a16:creationId xmlns:a16="http://schemas.microsoft.com/office/drawing/2014/main" id="{B67B7695-C3C0-34B4-72B1-C7E58FF3275A}"/>
                </a:ext>
              </a:extLst>
            </p:cNvPr>
            <p:cNvSpPr>
              <a:spLocks noChangeArrowheads="1"/>
            </p:cNvSpPr>
            <p:nvPr/>
          </p:nvSpPr>
          <p:spPr bwMode="auto">
            <a:xfrm>
              <a:off x="3698" y="1873"/>
              <a:ext cx="707" cy="136"/>
            </a:xfrm>
            <a:prstGeom prst="rect">
              <a:avLst/>
            </a:prstGeom>
            <a:solidFill>
              <a:srgbClr val="2A446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Rectangle 70">
              <a:extLst>
                <a:ext uri="{FF2B5EF4-FFF2-40B4-BE49-F238E27FC236}">
                  <a16:creationId xmlns:a16="http://schemas.microsoft.com/office/drawing/2014/main" id="{F3BB6A3B-AD16-5C6E-2848-CC82A261CE5A}"/>
                </a:ext>
              </a:extLst>
            </p:cNvPr>
            <p:cNvSpPr>
              <a:spLocks noChangeArrowheads="1"/>
            </p:cNvSpPr>
            <p:nvPr/>
          </p:nvSpPr>
          <p:spPr bwMode="auto">
            <a:xfrm>
              <a:off x="3707" y="1866"/>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8DC8E8"/>
                  </a:solidFill>
                  <a:effectLst/>
                  <a:latin typeface="Segoe UI Black" panose="020B0A02040204020203" pitchFamily="34" charset="0"/>
                </a:rPr>
                <a:t>A</a:t>
              </a:r>
              <a:endParaRPr kumimoji="0" lang="en-US" altLang="en-US" sz="1800" b="0" i="0" u="none" strike="noStrike" cap="none" normalizeH="0" baseline="0">
                <a:ln>
                  <a:noFill/>
                </a:ln>
                <a:solidFill>
                  <a:srgbClr val="8DC8E8"/>
                </a:solidFill>
                <a:effectLst/>
                <a:latin typeface="Arial" panose="020B0604020202020204" pitchFamily="34" charset="0"/>
              </a:endParaRPr>
            </a:p>
          </p:txBody>
        </p:sp>
        <p:sp>
          <p:nvSpPr>
            <p:cNvPr id="295" name="Rectangle 71">
              <a:extLst>
                <a:ext uri="{FF2B5EF4-FFF2-40B4-BE49-F238E27FC236}">
                  <a16:creationId xmlns:a16="http://schemas.microsoft.com/office/drawing/2014/main" id="{AF58A79C-F974-45C7-A85C-F40D9A65E853}"/>
                </a:ext>
              </a:extLst>
            </p:cNvPr>
            <p:cNvSpPr>
              <a:spLocks noChangeArrowheads="1"/>
            </p:cNvSpPr>
            <p:nvPr/>
          </p:nvSpPr>
          <p:spPr bwMode="auto">
            <a:xfrm>
              <a:off x="3773" y="1866"/>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6" name="Rectangle 72">
              <a:extLst>
                <a:ext uri="{FF2B5EF4-FFF2-40B4-BE49-F238E27FC236}">
                  <a16:creationId xmlns:a16="http://schemas.microsoft.com/office/drawing/2014/main" id="{9CAD9107-51BE-8F4A-FEBB-F3BD3DC96520}"/>
                </a:ext>
              </a:extLst>
            </p:cNvPr>
            <p:cNvSpPr>
              <a:spLocks noChangeArrowheads="1"/>
            </p:cNvSpPr>
            <p:nvPr/>
          </p:nvSpPr>
          <p:spPr bwMode="auto">
            <a:xfrm>
              <a:off x="3707" y="1944"/>
              <a:ext cx="135"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2A446F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7" name="Rectangle 73">
              <a:extLst>
                <a:ext uri="{FF2B5EF4-FFF2-40B4-BE49-F238E27FC236}">
                  <a16:creationId xmlns:a16="http://schemas.microsoft.com/office/drawing/2014/main" id="{F0CA8CB9-EFF0-9A10-BBC0-A9A36D6E6ADF}"/>
                </a:ext>
              </a:extLst>
            </p:cNvPr>
            <p:cNvSpPr>
              <a:spLocks noChangeArrowheads="1"/>
            </p:cNvSpPr>
            <p:nvPr/>
          </p:nvSpPr>
          <p:spPr bwMode="auto">
            <a:xfrm>
              <a:off x="3698" y="1583"/>
              <a:ext cx="707" cy="137"/>
            </a:xfrm>
            <a:prstGeom prst="rect">
              <a:avLst/>
            </a:prstGeom>
            <a:solidFill>
              <a:srgbClr val="8DC8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Rectangle 74">
              <a:extLst>
                <a:ext uri="{FF2B5EF4-FFF2-40B4-BE49-F238E27FC236}">
                  <a16:creationId xmlns:a16="http://schemas.microsoft.com/office/drawing/2014/main" id="{CF1A989F-9EAE-5BC1-AD31-5728CD61EE81}"/>
                </a:ext>
              </a:extLst>
            </p:cNvPr>
            <p:cNvSpPr>
              <a:spLocks noChangeArrowheads="1"/>
            </p:cNvSpPr>
            <p:nvPr/>
          </p:nvSpPr>
          <p:spPr bwMode="auto">
            <a:xfrm>
              <a:off x="3707" y="1578"/>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2A446F"/>
                  </a:solidFill>
                  <a:effectLst/>
                  <a:latin typeface="Segoe UI Black" panose="020B0A02040204020203" pitchFamily="34" charset="0"/>
                </a:rPr>
                <a:t>A</a:t>
              </a:r>
              <a:endParaRPr kumimoji="0" lang="en-US" altLang="en-US" sz="1800" b="0" i="0" u="none" strike="noStrike" cap="none" normalizeH="0" baseline="0">
                <a:ln>
                  <a:noFill/>
                </a:ln>
                <a:solidFill>
                  <a:srgbClr val="2A446F"/>
                </a:solidFill>
                <a:effectLst/>
                <a:latin typeface="Arial" panose="020B0604020202020204" pitchFamily="34" charset="0"/>
              </a:endParaRPr>
            </a:p>
          </p:txBody>
        </p:sp>
        <p:sp>
          <p:nvSpPr>
            <p:cNvPr id="299" name="Rectangle 75">
              <a:extLst>
                <a:ext uri="{FF2B5EF4-FFF2-40B4-BE49-F238E27FC236}">
                  <a16:creationId xmlns:a16="http://schemas.microsoft.com/office/drawing/2014/main" id="{957953AB-E9C6-D080-ADB2-1F206404C0B7}"/>
                </a:ext>
              </a:extLst>
            </p:cNvPr>
            <p:cNvSpPr>
              <a:spLocks noChangeArrowheads="1"/>
            </p:cNvSpPr>
            <p:nvPr/>
          </p:nvSpPr>
          <p:spPr bwMode="auto">
            <a:xfrm>
              <a:off x="3773" y="1578"/>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0" name="Rectangle 76">
              <a:extLst>
                <a:ext uri="{FF2B5EF4-FFF2-40B4-BE49-F238E27FC236}">
                  <a16:creationId xmlns:a16="http://schemas.microsoft.com/office/drawing/2014/main" id="{D3F9BD24-BF97-98DF-7799-FF5527E1F0E4}"/>
                </a:ext>
              </a:extLst>
            </p:cNvPr>
            <p:cNvSpPr>
              <a:spLocks noChangeArrowheads="1"/>
            </p:cNvSpPr>
            <p:nvPr/>
          </p:nvSpPr>
          <p:spPr bwMode="auto">
            <a:xfrm>
              <a:off x="3707" y="1655"/>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8DC8E8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1" name="Rectangle 80">
              <a:extLst>
                <a:ext uri="{FF2B5EF4-FFF2-40B4-BE49-F238E27FC236}">
                  <a16:creationId xmlns:a16="http://schemas.microsoft.com/office/drawing/2014/main" id="{D9F904A4-74AE-C098-E989-4C11A3671B63}"/>
                </a:ext>
              </a:extLst>
            </p:cNvPr>
            <p:cNvSpPr>
              <a:spLocks noChangeArrowheads="1"/>
            </p:cNvSpPr>
            <p:nvPr/>
          </p:nvSpPr>
          <p:spPr bwMode="auto">
            <a:xfrm>
              <a:off x="2981" y="1438"/>
              <a:ext cx="1423" cy="135"/>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Rectangle 81">
              <a:extLst>
                <a:ext uri="{FF2B5EF4-FFF2-40B4-BE49-F238E27FC236}">
                  <a16:creationId xmlns:a16="http://schemas.microsoft.com/office/drawing/2014/main" id="{86561027-5502-5CBF-CC1E-E9283F7A3EA8}"/>
                </a:ext>
              </a:extLst>
            </p:cNvPr>
            <p:cNvSpPr>
              <a:spLocks noChangeArrowheads="1"/>
            </p:cNvSpPr>
            <p:nvPr/>
          </p:nvSpPr>
          <p:spPr bwMode="auto">
            <a:xfrm>
              <a:off x="2977" y="1437"/>
              <a:ext cx="1427"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82">
              <a:extLst>
                <a:ext uri="{FF2B5EF4-FFF2-40B4-BE49-F238E27FC236}">
                  <a16:creationId xmlns:a16="http://schemas.microsoft.com/office/drawing/2014/main" id="{815862B1-E237-764F-DF2A-70DEC4B6F67A}"/>
                </a:ext>
              </a:extLst>
            </p:cNvPr>
            <p:cNvSpPr>
              <a:spLocks noEditPoints="1"/>
            </p:cNvSpPr>
            <p:nvPr/>
          </p:nvSpPr>
          <p:spPr bwMode="auto">
            <a:xfrm>
              <a:off x="2978" y="1437"/>
              <a:ext cx="1427" cy="136"/>
            </a:xfrm>
            <a:custGeom>
              <a:avLst/>
              <a:gdLst>
                <a:gd name="T0" fmla="*/ 0 w 15200"/>
                <a:gd name="T1" fmla="*/ 4 h 960"/>
                <a:gd name="T2" fmla="*/ 4 w 15200"/>
                <a:gd name="T3" fmla="*/ 0 h 960"/>
                <a:gd name="T4" fmla="*/ 15196 w 15200"/>
                <a:gd name="T5" fmla="*/ 0 h 960"/>
                <a:gd name="T6" fmla="*/ 15200 w 15200"/>
                <a:gd name="T7" fmla="*/ 4 h 960"/>
                <a:gd name="T8" fmla="*/ 15200 w 15200"/>
                <a:gd name="T9" fmla="*/ 956 h 960"/>
                <a:gd name="T10" fmla="*/ 15196 w 15200"/>
                <a:gd name="T11" fmla="*/ 960 h 960"/>
                <a:gd name="T12" fmla="*/ 4 w 15200"/>
                <a:gd name="T13" fmla="*/ 960 h 960"/>
                <a:gd name="T14" fmla="*/ 0 w 15200"/>
                <a:gd name="T15" fmla="*/ 956 h 960"/>
                <a:gd name="T16" fmla="*/ 0 w 15200"/>
                <a:gd name="T17" fmla="*/ 4 h 960"/>
                <a:gd name="T18" fmla="*/ 8 w 15200"/>
                <a:gd name="T19" fmla="*/ 956 h 960"/>
                <a:gd name="T20" fmla="*/ 4 w 15200"/>
                <a:gd name="T21" fmla="*/ 952 h 960"/>
                <a:gd name="T22" fmla="*/ 15196 w 15200"/>
                <a:gd name="T23" fmla="*/ 952 h 960"/>
                <a:gd name="T24" fmla="*/ 15192 w 15200"/>
                <a:gd name="T25" fmla="*/ 956 h 960"/>
                <a:gd name="T26" fmla="*/ 15192 w 15200"/>
                <a:gd name="T27" fmla="*/ 4 h 960"/>
                <a:gd name="T28" fmla="*/ 15196 w 15200"/>
                <a:gd name="T29" fmla="*/ 8 h 960"/>
                <a:gd name="T30" fmla="*/ 4 w 15200"/>
                <a:gd name="T31" fmla="*/ 8 h 960"/>
                <a:gd name="T32" fmla="*/ 8 w 15200"/>
                <a:gd name="T33" fmla="*/ 4 h 960"/>
                <a:gd name="T34" fmla="*/ 8 w 15200"/>
                <a:gd name="T35" fmla="*/ 956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0" h="960">
                  <a:moveTo>
                    <a:pt x="0" y="4"/>
                  </a:moveTo>
                  <a:cubicBezTo>
                    <a:pt x="0" y="2"/>
                    <a:pt x="2" y="0"/>
                    <a:pt x="4" y="0"/>
                  </a:cubicBezTo>
                  <a:lnTo>
                    <a:pt x="15196" y="0"/>
                  </a:lnTo>
                  <a:cubicBezTo>
                    <a:pt x="15199" y="0"/>
                    <a:pt x="15200" y="2"/>
                    <a:pt x="15200" y="4"/>
                  </a:cubicBezTo>
                  <a:lnTo>
                    <a:pt x="15200" y="956"/>
                  </a:lnTo>
                  <a:cubicBezTo>
                    <a:pt x="15200" y="959"/>
                    <a:pt x="15199" y="960"/>
                    <a:pt x="15196" y="960"/>
                  </a:cubicBezTo>
                  <a:lnTo>
                    <a:pt x="4" y="960"/>
                  </a:lnTo>
                  <a:cubicBezTo>
                    <a:pt x="2" y="960"/>
                    <a:pt x="0" y="959"/>
                    <a:pt x="0" y="956"/>
                  </a:cubicBezTo>
                  <a:lnTo>
                    <a:pt x="0" y="4"/>
                  </a:lnTo>
                  <a:close/>
                  <a:moveTo>
                    <a:pt x="8" y="956"/>
                  </a:moveTo>
                  <a:lnTo>
                    <a:pt x="4" y="952"/>
                  </a:lnTo>
                  <a:lnTo>
                    <a:pt x="15196" y="952"/>
                  </a:lnTo>
                  <a:lnTo>
                    <a:pt x="15192" y="956"/>
                  </a:lnTo>
                  <a:lnTo>
                    <a:pt x="15192" y="4"/>
                  </a:lnTo>
                  <a:lnTo>
                    <a:pt x="15196" y="8"/>
                  </a:lnTo>
                  <a:lnTo>
                    <a:pt x="4" y="8"/>
                  </a:lnTo>
                  <a:lnTo>
                    <a:pt x="8" y="4"/>
                  </a:lnTo>
                  <a:lnTo>
                    <a:pt x="8" y="956"/>
                  </a:lnTo>
                  <a:close/>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Rectangle 83">
              <a:extLst>
                <a:ext uri="{FF2B5EF4-FFF2-40B4-BE49-F238E27FC236}">
                  <a16:creationId xmlns:a16="http://schemas.microsoft.com/office/drawing/2014/main" id="{F8634574-E07B-D28B-BCBE-E63D6F2B0F02}"/>
                </a:ext>
              </a:extLst>
            </p:cNvPr>
            <p:cNvSpPr>
              <a:spLocks noChangeArrowheads="1"/>
            </p:cNvSpPr>
            <p:nvPr/>
          </p:nvSpPr>
          <p:spPr bwMode="auto">
            <a:xfrm>
              <a:off x="2978" y="1437"/>
              <a:ext cx="1426"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Rectangle 84">
              <a:extLst>
                <a:ext uri="{FF2B5EF4-FFF2-40B4-BE49-F238E27FC236}">
                  <a16:creationId xmlns:a16="http://schemas.microsoft.com/office/drawing/2014/main" id="{12699538-90CB-E2BB-A02E-9CAD1104357C}"/>
                </a:ext>
              </a:extLst>
            </p:cNvPr>
            <p:cNvSpPr>
              <a:spLocks noChangeArrowheads="1"/>
            </p:cNvSpPr>
            <p:nvPr/>
          </p:nvSpPr>
          <p:spPr bwMode="auto">
            <a:xfrm>
              <a:off x="2989" y="1440"/>
              <a:ext cx="314"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FFFFFF"/>
                  </a:solidFill>
                  <a:effectLst/>
                  <a:latin typeface="Segoe UI" panose="020B0502040204020203" pitchFamily="34" charset="0"/>
                </a:rPr>
                <a:t>Blue Black</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6" name="Rectangle 85">
              <a:extLst>
                <a:ext uri="{FF2B5EF4-FFF2-40B4-BE49-F238E27FC236}">
                  <a16:creationId xmlns:a16="http://schemas.microsoft.com/office/drawing/2014/main" id="{6FAB69FC-8CE4-AC4F-FDDF-81B46D7C1E11}"/>
                </a:ext>
              </a:extLst>
            </p:cNvPr>
            <p:cNvSpPr>
              <a:spLocks noChangeArrowheads="1"/>
            </p:cNvSpPr>
            <p:nvPr/>
          </p:nvSpPr>
          <p:spPr bwMode="auto">
            <a:xfrm>
              <a:off x="2989" y="1508"/>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091F2C</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7" name="Rectangle 86">
              <a:extLst>
                <a:ext uri="{FF2B5EF4-FFF2-40B4-BE49-F238E27FC236}">
                  <a16:creationId xmlns:a16="http://schemas.microsoft.com/office/drawing/2014/main" id="{0B6C3A35-3676-F821-8B84-E8FCD2D7AEB0}"/>
                </a:ext>
              </a:extLst>
            </p:cNvPr>
            <p:cNvSpPr>
              <a:spLocks noChangeArrowheads="1"/>
            </p:cNvSpPr>
            <p:nvPr/>
          </p:nvSpPr>
          <p:spPr bwMode="auto">
            <a:xfrm>
              <a:off x="2977" y="1730"/>
              <a:ext cx="706" cy="136"/>
            </a:xfrm>
            <a:prstGeom prst="rect">
              <a:avLst/>
            </a:prstGeom>
            <a:solidFill>
              <a:srgbClr val="C73E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Rectangle 87">
              <a:extLst>
                <a:ext uri="{FF2B5EF4-FFF2-40B4-BE49-F238E27FC236}">
                  <a16:creationId xmlns:a16="http://schemas.microsoft.com/office/drawing/2014/main" id="{E31C635C-F918-E83E-41BB-6A05312AF804}"/>
                </a:ext>
              </a:extLst>
            </p:cNvPr>
            <p:cNvSpPr>
              <a:spLocks noChangeArrowheads="1"/>
            </p:cNvSpPr>
            <p:nvPr/>
          </p:nvSpPr>
          <p:spPr bwMode="auto">
            <a:xfrm>
              <a:off x="2985"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9" name="Rectangle 88">
              <a:extLst>
                <a:ext uri="{FF2B5EF4-FFF2-40B4-BE49-F238E27FC236}">
                  <a16:creationId xmlns:a16="http://schemas.microsoft.com/office/drawing/2014/main" id="{C72C7396-887D-00AF-02FC-A8E598F00631}"/>
                </a:ext>
              </a:extLst>
            </p:cNvPr>
            <p:cNvSpPr>
              <a:spLocks noChangeArrowheads="1"/>
            </p:cNvSpPr>
            <p:nvPr/>
          </p:nvSpPr>
          <p:spPr bwMode="auto">
            <a:xfrm>
              <a:off x="2985" y="1803"/>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C73ECC</a:t>
              </a:r>
              <a:endParaRPr kumimoji="0" lang="en-US" altLang="en-US" sz="1800" b="0" i="0" u="none" strike="noStrike" cap="none" normalizeH="0" baseline="0">
                <a:ln>
                  <a:noFill/>
                </a:ln>
                <a:effectLst/>
                <a:latin typeface="Arial" panose="020B0604020202020204" pitchFamily="34" charset="0"/>
              </a:endParaRPr>
            </a:p>
          </p:txBody>
        </p:sp>
        <p:sp>
          <p:nvSpPr>
            <p:cNvPr id="310" name="Rectangle 89">
              <a:extLst>
                <a:ext uri="{FF2B5EF4-FFF2-40B4-BE49-F238E27FC236}">
                  <a16:creationId xmlns:a16="http://schemas.microsoft.com/office/drawing/2014/main" id="{D30DD6FD-51EB-19EC-8510-E1C9AF53735B}"/>
                </a:ext>
              </a:extLst>
            </p:cNvPr>
            <p:cNvSpPr>
              <a:spLocks noChangeArrowheads="1"/>
            </p:cNvSpPr>
            <p:nvPr/>
          </p:nvSpPr>
          <p:spPr bwMode="auto">
            <a:xfrm>
              <a:off x="2977" y="1875"/>
              <a:ext cx="706" cy="135"/>
            </a:xfrm>
            <a:prstGeom prst="rect">
              <a:avLst/>
            </a:prstGeom>
            <a:solidFill>
              <a:srgbClr val="7025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Rectangle 90">
              <a:extLst>
                <a:ext uri="{FF2B5EF4-FFF2-40B4-BE49-F238E27FC236}">
                  <a16:creationId xmlns:a16="http://schemas.microsoft.com/office/drawing/2014/main" id="{FA8D36D1-67FD-B784-519E-C36BEA31B3C5}"/>
                </a:ext>
              </a:extLst>
            </p:cNvPr>
            <p:cNvSpPr>
              <a:spLocks noChangeArrowheads="1"/>
            </p:cNvSpPr>
            <p:nvPr/>
          </p:nvSpPr>
          <p:spPr bwMode="auto">
            <a:xfrm>
              <a:off x="2985" y="1869"/>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CD9BCF"/>
                  </a:solidFill>
                  <a:effectLst/>
                  <a:latin typeface="Segoe UI Black" panose="020B0A02040204020203" pitchFamily="34" charset="0"/>
                </a:rPr>
                <a:t>A</a:t>
              </a:r>
              <a:endParaRPr kumimoji="0" lang="en-US" altLang="en-US" sz="1800" b="0" i="0" u="none" strike="noStrike" cap="none" normalizeH="0" baseline="0">
                <a:ln>
                  <a:noFill/>
                </a:ln>
                <a:solidFill>
                  <a:srgbClr val="CD9BCF"/>
                </a:solidFill>
                <a:effectLst/>
                <a:latin typeface="Arial" panose="020B0604020202020204" pitchFamily="34" charset="0"/>
              </a:endParaRPr>
            </a:p>
          </p:txBody>
        </p:sp>
        <p:sp>
          <p:nvSpPr>
            <p:cNvPr id="312" name="Rectangle 91">
              <a:extLst>
                <a:ext uri="{FF2B5EF4-FFF2-40B4-BE49-F238E27FC236}">
                  <a16:creationId xmlns:a16="http://schemas.microsoft.com/office/drawing/2014/main" id="{A2790CC1-ECD3-C2AA-C63A-83B06BB562FD}"/>
                </a:ext>
              </a:extLst>
            </p:cNvPr>
            <p:cNvSpPr>
              <a:spLocks noChangeArrowheads="1"/>
            </p:cNvSpPr>
            <p:nvPr/>
          </p:nvSpPr>
          <p:spPr bwMode="auto">
            <a:xfrm>
              <a:off x="3051" y="1869"/>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3" name="Rectangle 92">
              <a:extLst>
                <a:ext uri="{FF2B5EF4-FFF2-40B4-BE49-F238E27FC236}">
                  <a16:creationId xmlns:a16="http://schemas.microsoft.com/office/drawing/2014/main" id="{C2F74C0D-75FA-B70A-ED71-3CFA807964B4}"/>
                </a:ext>
              </a:extLst>
            </p:cNvPr>
            <p:cNvSpPr>
              <a:spLocks noChangeArrowheads="1"/>
            </p:cNvSpPr>
            <p:nvPr/>
          </p:nvSpPr>
          <p:spPr bwMode="auto">
            <a:xfrm>
              <a:off x="2985" y="1946"/>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702573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4" name="Rectangle 93">
              <a:extLst>
                <a:ext uri="{FF2B5EF4-FFF2-40B4-BE49-F238E27FC236}">
                  <a16:creationId xmlns:a16="http://schemas.microsoft.com/office/drawing/2014/main" id="{4B629030-A380-3E24-758E-F1D167C23086}"/>
                </a:ext>
              </a:extLst>
            </p:cNvPr>
            <p:cNvSpPr>
              <a:spLocks noChangeArrowheads="1"/>
            </p:cNvSpPr>
            <p:nvPr/>
          </p:nvSpPr>
          <p:spPr bwMode="auto">
            <a:xfrm>
              <a:off x="2977" y="1586"/>
              <a:ext cx="706" cy="135"/>
            </a:xfrm>
            <a:prstGeom prst="rect">
              <a:avLst/>
            </a:prstGeom>
            <a:solidFill>
              <a:srgbClr val="CD9B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Rectangle 94">
              <a:extLst>
                <a:ext uri="{FF2B5EF4-FFF2-40B4-BE49-F238E27FC236}">
                  <a16:creationId xmlns:a16="http://schemas.microsoft.com/office/drawing/2014/main" id="{6D81EE59-1E06-6AAB-A8EE-80D567AE752D}"/>
                </a:ext>
              </a:extLst>
            </p:cNvPr>
            <p:cNvSpPr>
              <a:spLocks noChangeArrowheads="1"/>
            </p:cNvSpPr>
            <p:nvPr/>
          </p:nvSpPr>
          <p:spPr bwMode="auto">
            <a:xfrm>
              <a:off x="2985" y="1580"/>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02573"/>
                  </a:solidFill>
                  <a:effectLst/>
                  <a:latin typeface="Segoe UI Black" panose="020B0A02040204020203" pitchFamily="34" charset="0"/>
                </a:rPr>
                <a:t>A</a:t>
              </a:r>
              <a:endParaRPr kumimoji="0" lang="en-US" altLang="en-US" sz="1800" b="0" i="0" u="none" strike="noStrike" cap="none" normalizeH="0" baseline="0">
                <a:ln>
                  <a:noFill/>
                </a:ln>
                <a:solidFill>
                  <a:srgbClr val="702573"/>
                </a:solidFill>
                <a:effectLst/>
                <a:latin typeface="Arial" panose="020B0604020202020204" pitchFamily="34" charset="0"/>
              </a:endParaRPr>
            </a:p>
          </p:txBody>
        </p:sp>
        <p:sp>
          <p:nvSpPr>
            <p:cNvPr id="316" name="Rectangle 95">
              <a:extLst>
                <a:ext uri="{FF2B5EF4-FFF2-40B4-BE49-F238E27FC236}">
                  <a16:creationId xmlns:a16="http://schemas.microsoft.com/office/drawing/2014/main" id="{6AD9F2DD-3CC6-E096-A24F-323DA0D326AD}"/>
                </a:ext>
              </a:extLst>
            </p:cNvPr>
            <p:cNvSpPr>
              <a:spLocks noChangeArrowheads="1"/>
            </p:cNvSpPr>
            <p:nvPr/>
          </p:nvSpPr>
          <p:spPr bwMode="auto">
            <a:xfrm>
              <a:off x="3051" y="1580"/>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7" name="Rectangle 96">
              <a:extLst>
                <a:ext uri="{FF2B5EF4-FFF2-40B4-BE49-F238E27FC236}">
                  <a16:creationId xmlns:a16="http://schemas.microsoft.com/office/drawing/2014/main" id="{AFB34C5D-AB21-1047-2C41-96AAFC6CF230}"/>
                </a:ext>
              </a:extLst>
            </p:cNvPr>
            <p:cNvSpPr>
              <a:spLocks noChangeArrowheads="1"/>
            </p:cNvSpPr>
            <p:nvPr/>
          </p:nvSpPr>
          <p:spPr bwMode="auto">
            <a:xfrm>
              <a:off x="2985" y="1658"/>
              <a:ext cx="14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CD9BCF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8" name="Rectangle 97">
              <a:extLst>
                <a:ext uri="{FF2B5EF4-FFF2-40B4-BE49-F238E27FC236}">
                  <a16:creationId xmlns:a16="http://schemas.microsoft.com/office/drawing/2014/main" id="{577AD0A0-7F00-AA4F-1B1B-61CFE55F937D}"/>
                </a:ext>
              </a:extLst>
            </p:cNvPr>
            <p:cNvSpPr>
              <a:spLocks noChangeArrowheads="1"/>
            </p:cNvSpPr>
            <p:nvPr/>
          </p:nvSpPr>
          <p:spPr bwMode="auto">
            <a:xfrm>
              <a:off x="2976" y="2023"/>
              <a:ext cx="1428" cy="13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Rectangle 98">
              <a:extLst>
                <a:ext uri="{FF2B5EF4-FFF2-40B4-BE49-F238E27FC236}">
                  <a16:creationId xmlns:a16="http://schemas.microsoft.com/office/drawing/2014/main" id="{AEE8AF68-7485-0DA2-1E8F-EA9EFEEF18D2}"/>
                </a:ext>
              </a:extLst>
            </p:cNvPr>
            <p:cNvSpPr>
              <a:spLocks noChangeArrowheads="1"/>
            </p:cNvSpPr>
            <p:nvPr/>
          </p:nvSpPr>
          <p:spPr bwMode="auto">
            <a:xfrm>
              <a:off x="2977" y="2024"/>
              <a:ext cx="142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0" name="Rectangle 99">
              <a:extLst>
                <a:ext uri="{FF2B5EF4-FFF2-40B4-BE49-F238E27FC236}">
                  <a16:creationId xmlns:a16="http://schemas.microsoft.com/office/drawing/2014/main" id="{00A4FA1A-2972-8EFD-C7DB-916888D02231}"/>
                </a:ext>
              </a:extLst>
            </p:cNvPr>
            <p:cNvSpPr>
              <a:spLocks noChangeArrowheads="1"/>
            </p:cNvSpPr>
            <p:nvPr/>
          </p:nvSpPr>
          <p:spPr bwMode="auto">
            <a:xfrm>
              <a:off x="2985" y="2028"/>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000000</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321" name="Rectangle 100">
              <a:extLst>
                <a:ext uri="{FF2B5EF4-FFF2-40B4-BE49-F238E27FC236}">
                  <a16:creationId xmlns:a16="http://schemas.microsoft.com/office/drawing/2014/main" id="{E02AE344-8FCD-07A4-1035-21E5745797EA}"/>
                </a:ext>
              </a:extLst>
            </p:cNvPr>
            <p:cNvSpPr>
              <a:spLocks noChangeArrowheads="1"/>
            </p:cNvSpPr>
            <p:nvPr/>
          </p:nvSpPr>
          <p:spPr bwMode="auto">
            <a:xfrm>
              <a:off x="1532" y="1439"/>
              <a:ext cx="1430" cy="136"/>
            </a:xfrm>
            <a:prstGeom prst="rect">
              <a:avLst/>
            </a:prstGeom>
            <a:solidFill>
              <a:srgbClr val="E8E6D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Rectangle 101">
              <a:extLst>
                <a:ext uri="{FF2B5EF4-FFF2-40B4-BE49-F238E27FC236}">
                  <a16:creationId xmlns:a16="http://schemas.microsoft.com/office/drawing/2014/main" id="{A8F0A57D-3D77-F52A-CEE5-C300AC719E97}"/>
                </a:ext>
              </a:extLst>
            </p:cNvPr>
            <p:cNvSpPr>
              <a:spLocks noChangeArrowheads="1"/>
            </p:cNvSpPr>
            <p:nvPr/>
          </p:nvSpPr>
          <p:spPr bwMode="auto">
            <a:xfrm>
              <a:off x="1532" y="1439"/>
              <a:ext cx="1429"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3" name="Rectangle 102">
              <a:extLst>
                <a:ext uri="{FF2B5EF4-FFF2-40B4-BE49-F238E27FC236}">
                  <a16:creationId xmlns:a16="http://schemas.microsoft.com/office/drawing/2014/main" id="{34755F26-EC65-BC3C-F00F-5952873E93B5}"/>
                </a:ext>
              </a:extLst>
            </p:cNvPr>
            <p:cNvSpPr>
              <a:spLocks noChangeArrowheads="1"/>
            </p:cNvSpPr>
            <p:nvPr/>
          </p:nvSpPr>
          <p:spPr bwMode="auto">
            <a:xfrm>
              <a:off x="1541" y="1435"/>
              <a:ext cx="3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1A1A1A"/>
                  </a:solidFill>
                  <a:effectLst/>
                  <a:latin typeface="Segoe UI" panose="020B0502040204020203" pitchFamily="34" charset="0"/>
                </a:rPr>
                <a:t>Neutral Gray</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4" name="Rectangle 103">
              <a:extLst>
                <a:ext uri="{FF2B5EF4-FFF2-40B4-BE49-F238E27FC236}">
                  <a16:creationId xmlns:a16="http://schemas.microsoft.com/office/drawing/2014/main" id="{B81AAAC1-86AE-E75F-941C-AB9A2CF58E0B}"/>
                </a:ext>
              </a:extLst>
            </p:cNvPr>
            <p:cNvSpPr>
              <a:spLocks noChangeArrowheads="1"/>
            </p:cNvSpPr>
            <p:nvPr/>
          </p:nvSpPr>
          <p:spPr bwMode="auto">
            <a:xfrm>
              <a:off x="1541" y="1502"/>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E8E6DF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5" name="Rectangle 14">
              <a:extLst>
                <a:ext uri="{FF2B5EF4-FFF2-40B4-BE49-F238E27FC236}">
                  <a16:creationId xmlns:a16="http://schemas.microsoft.com/office/drawing/2014/main" id="{EB0437A5-6694-879B-F94E-9FA34DFD9D2C}"/>
                </a:ext>
              </a:extLst>
            </p:cNvPr>
            <p:cNvSpPr>
              <a:spLocks noChangeArrowheads="1"/>
            </p:cNvSpPr>
            <p:nvPr/>
          </p:nvSpPr>
          <p:spPr bwMode="auto">
            <a:xfrm>
              <a:off x="2329" y="1724"/>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6" name="Rectangle 95">
              <a:extLst>
                <a:ext uri="{FF2B5EF4-FFF2-40B4-BE49-F238E27FC236}">
                  <a16:creationId xmlns:a16="http://schemas.microsoft.com/office/drawing/2014/main" id="{7CF198F9-1D72-F8CC-3A2E-9B2DAE529DAF}"/>
                </a:ext>
              </a:extLst>
            </p:cNvPr>
            <p:cNvSpPr>
              <a:spLocks noChangeArrowheads="1"/>
            </p:cNvSpPr>
            <p:nvPr/>
          </p:nvSpPr>
          <p:spPr bwMode="auto">
            <a:xfrm>
              <a:off x="3051"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3516608941"/>
      </p:ext>
    </p:extLst>
  </p:cSld>
  <p:clrMap bg1="lt1" tx1="dk1" bg2="lt2" tx2="dk2" accent1="accent1" accent2="accent2" accent3="accent3" accent4="accent4" accent5="accent5" accent6="accent6" hlink="hlink" folHlink="folHlink"/>
  <p:sldLayoutIdLst>
    <p:sldLayoutId id="2147484974" r:id="rId1"/>
    <p:sldLayoutId id="2147484975" r:id="rId2"/>
    <p:sldLayoutId id="2147484976" r:id="rId3"/>
    <p:sldLayoutId id="2147484977" r:id="rId4"/>
    <p:sldLayoutId id="2147484978" r:id="rId5"/>
    <p:sldLayoutId id="2147484979" r:id="rId6"/>
    <p:sldLayoutId id="2147484980" r:id="rId7"/>
    <p:sldLayoutId id="2147484981" r:id="rId8"/>
    <p:sldLayoutId id="2147484982" r:id="rId9"/>
    <p:sldLayoutId id="2147484983" r:id="rId10"/>
    <p:sldLayoutId id="2147484984" r:id="rId11"/>
    <p:sldLayoutId id="2147484985" r:id="rId12"/>
    <p:sldLayoutId id="2147484986" r:id="rId13"/>
    <p:sldLayoutId id="2147484987" r:id="rId14"/>
    <p:sldLayoutId id="2147484988" r:id="rId15"/>
    <p:sldLayoutId id="2147484989" r:id="rId16"/>
    <p:sldLayoutId id="2147484990" r:id="rId17"/>
    <p:sldLayoutId id="2147484991" r:id="rId18"/>
    <p:sldLayoutId id="2147484992" r:id="rId19"/>
    <p:sldLayoutId id="2147484993" r:id="rId20"/>
    <p:sldLayoutId id="2147484994" r:id="rId21"/>
    <p:sldLayoutId id="2147484995" r:id="rId22"/>
    <p:sldLayoutId id="2147484996" r:id="rId23"/>
    <p:sldLayoutId id="2147484997" r:id="rId24"/>
    <p:sldLayoutId id="2147484998" r:id="rId25"/>
    <p:sldLayoutId id="2147484999" r:id="rId26"/>
    <p:sldLayoutId id="2147485000" r:id="rId27"/>
    <p:sldLayoutId id="2147485001" r:id="rId28"/>
    <p:sldLayoutId id="2147485002" r:id="rId29"/>
    <p:sldLayoutId id="2147485003" r:id="rId30"/>
    <p:sldLayoutId id="2147485004" r:id="rId31"/>
    <p:sldLayoutId id="2147485005" r:id="rId32"/>
    <p:sldLayoutId id="2147485006" r:id="rId33"/>
    <p:sldLayoutId id="2147485007" r:id="rId34"/>
    <p:sldLayoutId id="2147485008" r:id="rId35"/>
    <p:sldLayoutId id="2147485009" r:id="rId36"/>
    <p:sldLayoutId id="2147485010" r:id="rId37"/>
    <p:sldLayoutId id="2147485011" r:id="rId38"/>
    <p:sldLayoutId id="2147485012" r:id="rId39"/>
    <p:sldLayoutId id="2147485013" r:id="rId40"/>
    <p:sldLayoutId id="2147485014" r:id="rId41"/>
    <p:sldLayoutId id="2147485015" r:id="rId42"/>
    <p:sldLayoutId id="2147485016" r:id="rId43"/>
    <p:sldLayoutId id="2147485017" r:id="rId44"/>
    <p:sldLayoutId id="2147485018" r:id="rId45"/>
    <p:sldLayoutId id="2147485019" r:id="rId46"/>
    <p:sldLayoutId id="2147485020" r:id="rId47"/>
    <p:sldLayoutId id="2147485021" r:id="rId48"/>
    <p:sldLayoutId id="2147485022" r:id="rId49"/>
    <p:sldLayoutId id="2147485023" r:id="rId50"/>
    <p:sldLayoutId id="2147485024" r:id="rId51"/>
    <p:sldLayoutId id="2147485025" r:id="rId52"/>
    <p:sldLayoutId id="2147485026" r:id="rId53"/>
    <p:sldLayoutId id="2147485027" r:id="rId54"/>
    <p:sldLayoutId id="2147485028" r:id="rId55"/>
    <p:sldLayoutId id="2147485029" r:id="rId56"/>
    <p:sldLayoutId id="2147485030" r:id="rId57"/>
    <p:sldLayoutId id="2147485031" r:id="rId58"/>
    <p:sldLayoutId id="2147485032" r:id="rId59"/>
    <p:sldLayoutId id="2147485033" r:id="rId60"/>
    <p:sldLayoutId id="2147485034" r:id="rId61"/>
    <p:sldLayoutId id="2147485035" r:id="rId62"/>
    <p:sldLayoutId id="2147485036" r:id="rId63"/>
    <p:sldLayoutId id="2147485037" r:id="rId64"/>
    <p:sldLayoutId id="2147485038" r:id="rId65"/>
    <p:sldLayoutId id="2147485039" r:id="rId66"/>
    <p:sldLayoutId id="2147485040" r:id="rId67"/>
    <p:sldLayoutId id="2147485041" r:id="rId68"/>
    <p:sldLayoutId id="2147485042" r:id="rId69"/>
    <p:sldLayoutId id="2147485043" r:id="rId70"/>
    <p:sldLayoutId id="2147485044" r:id="rId71"/>
    <p:sldLayoutId id="2147485045" r:id="rId72"/>
    <p:sldLayoutId id="2147485046" r:id="rId73"/>
    <p:sldLayoutId id="2147485047" r:id="rId74"/>
    <p:sldLayoutId id="2147485048" r:id="rId75"/>
    <p:sldLayoutId id="2147485049" r:id="rId76"/>
    <p:sldLayoutId id="2147485050" r:id="rId77"/>
    <p:sldLayoutId id="2147485051" r:id="rId78"/>
    <p:sldLayoutId id="2147485052" r:id="rId79"/>
    <p:sldLayoutId id="2147485053" r:id="rId80"/>
    <p:sldLayoutId id="2147485054" r:id="rId81"/>
    <p:sldLayoutId id="2147485055" r:id="rId82"/>
    <p:sldLayoutId id="2147485056" r:id="rId83"/>
    <p:sldLayoutId id="2147485057" r:id="rId84"/>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lang="en-US" sz="2800" kern="1200" spc="0" baseline="0" dirty="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20">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88427678"/>
      </p:ext>
    </p:extLst>
  </p:cSld>
  <p:clrMap bg1="lt1" tx1="dk1" bg2="lt2" tx2="dk2" accent1="accent1" accent2="accent2" accent3="accent3" accent4="accent4" accent5="accent5" accent6="accent6" hlink="hlink" folHlink="folHlink"/>
  <p:sldLayoutIdLst>
    <p:sldLayoutId id="2147485059" r:id="rId1"/>
    <p:sldLayoutId id="2147485060" r:id="rId2"/>
    <p:sldLayoutId id="2147485061" r:id="rId3"/>
    <p:sldLayoutId id="2147485062" r:id="rId4"/>
    <p:sldLayoutId id="2147485063" r:id="rId5"/>
    <p:sldLayoutId id="2147485064" r:id="rId6"/>
    <p:sldLayoutId id="2147485065" r:id="rId7"/>
    <p:sldLayoutId id="2147485066" r:id="rId8"/>
    <p:sldLayoutId id="2147485067" r:id="rId9"/>
    <p:sldLayoutId id="2147485068" r:id="rId10"/>
    <p:sldLayoutId id="2147485069" r:id="rId11"/>
    <p:sldLayoutId id="2147485070" r:id="rId12"/>
    <p:sldLayoutId id="2147485071" r:id="rId13"/>
    <p:sldLayoutId id="2147485072" r:id="rId14"/>
    <p:sldLayoutId id="2147485073" r:id="rId15"/>
    <p:sldLayoutId id="2147485074" r:id="rId16"/>
    <p:sldLayoutId id="2147485075" r:id="rId17"/>
    <p:sldLayoutId id="2147485076" r:id="rId18"/>
    <p:sldLayoutId id="2147485077" r:id="rId19"/>
    <p:sldLayoutId id="2147485078" r:id="rId20"/>
    <p:sldLayoutId id="2147485079" r:id="rId21"/>
    <p:sldLayoutId id="2147485080" r:id="rId22"/>
    <p:sldLayoutId id="2147485081" r:id="rId23"/>
    <p:sldLayoutId id="2147485082" r:id="rId24"/>
    <p:sldLayoutId id="2147485083" r:id="rId25"/>
    <p:sldLayoutId id="2147485084" r:id="rId26"/>
    <p:sldLayoutId id="2147485085" r:id="rId27"/>
    <p:sldLayoutId id="2147485086" r:id="rId28"/>
    <p:sldLayoutId id="2147485087" r:id="rId29"/>
    <p:sldLayoutId id="2147485088" r:id="rId30"/>
    <p:sldLayoutId id="2147485089" r:id="rId31"/>
    <p:sldLayoutId id="2147485090" r:id="rId32"/>
    <p:sldLayoutId id="2147485091" r:id="rId33"/>
    <p:sldLayoutId id="2147485092" r:id="rId34"/>
    <p:sldLayoutId id="2147485093" r:id="rId35"/>
    <p:sldLayoutId id="2147485094" r:id="rId36"/>
    <p:sldLayoutId id="2147485095" r:id="rId37"/>
    <p:sldLayoutId id="2147485096" r:id="rId38"/>
    <p:sldLayoutId id="2147485097" r:id="rId39"/>
    <p:sldLayoutId id="2147485098" r:id="rId40"/>
    <p:sldLayoutId id="2147485099" r:id="rId41"/>
    <p:sldLayoutId id="2147485100" r:id="rId42"/>
    <p:sldLayoutId id="2147485101" r:id="rId43"/>
    <p:sldLayoutId id="2147485102" r:id="rId44"/>
    <p:sldLayoutId id="2147485103" r:id="rId45"/>
    <p:sldLayoutId id="2147485104" r:id="rId46"/>
    <p:sldLayoutId id="2147485105" r:id="rId47"/>
    <p:sldLayoutId id="2147485106" r:id="rId48"/>
    <p:sldLayoutId id="2147485107" r:id="rId49"/>
    <p:sldLayoutId id="2147485108" r:id="rId50"/>
    <p:sldLayoutId id="2147485109" r:id="rId51"/>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userDrawn="1">
          <p15:clr>
            <a:srgbClr val="A5A5A5"/>
          </p15:clr>
        </p15:guide>
        <p15:guide id="2" pos="7680" userDrawn="1">
          <p15:clr>
            <a:srgbClr val="A5A5A5"/>
          </p15:clr>
        </p15:guide>
        <p15:guide id="3" pos="186" userDrawn="1">
          <p15:clr>
            <a:srgbClr val="A5A5A5"/>
          </p15:clr>
        </p15:guide>
        <p15:guide id="26" pos="7496" userDrawn="1">
          <p15:clr>
            <a:srgbClr val="A5A5A5"/>
          </p15:clr>
        </p15:guide>
        <p15:guide id="27" orient="horz" userDrawn="1">
          <p15:clr>
            <a:srgbClr val="A5A5A5"/>
          </p15:clr>
        </p15:guide>
        <p15:guide id="28" orient="horz" pos="4320" userDrawn="1">
          <p15:clr>
            <a:srgbClr val="A5A5A5"/>
          </p15:clr>
        </p15:guide>
        <p15:guide id="29" orient="horz" pos="184" userDrawn="1">
          <p15:clr>
            <a:srgbClr val="A5A5A5"/>
          </p15:clr>
        </p15:guide>
        <p15:guide id="40" orient="horz" pos="4134" userDrawn="1">
          <p15:clr>
            <a:srgbClr val="A5A5A5"/>
          </p15:clr>
        </p15:guide>
        <p15:guide id="42" pos="365" userDrawn="1">
          <p15:clr>
            <a:srgbClr val="C35EA4"/>
          </p15:clr>
        </p15:guide>
        <p15:guide id="43" orient="horz" pos="367" userDrawn="1">
          <p15:clr>
            <a:srgbClr val="C35EA4"/>
          </p15:clr>
        </p15:guide>
        <p15:guide id="44" orient="horz" pos="3953" userDrawn="1">
          <p15:clr>
            <a:srgbClr val="C35EA4"/>
          </p15:clr>
        </p15:guide>
        <p15:guide id="45" pos="7307" userDrawn="1">
          <p15:clr>
            <a:srgbClr val="C35EA4"/>
          </p15:clr>
        </p15:guide>
      </p15:sldGuideLst>
    </p:ext>
  </p:extLst>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94196827"/>
      </p:ext>
    </p:extLst>
  </p:cSld>
  <p:clrMap bg1="lt1" tx1="dk1" bg2="lt2" tx2="dk2" accent1="accent1" accent2="accent2" accent3="accent3" accent4="accent4" accent5="accent5" accent6="accent6" hlink="hlink" folHlink="folHlink"/>
  <p:sldLayoutIdLst>
    <p:sldLayoutId id="2147485111" r:id="rId1"/>
    <p:sldLayoutId id="2147485112" r:id="rId2"/>
    <p:sldLayoutId id="2147485113" r:id="rId3"/>
    <p:sldLayoutId id="2147485114" r:id="rId4"/>
    <p:sldLayoutId id="2147485115" r:id="rId5"/>
    <p:sldLayoutId id="2147485116" r:id="rId6"/>
    <p:sldLayoutId id="2147485117" r:id="rId7"/>
    <p:sldLayoutId id="2147485118" r:id="rId8"/>
    <p:sldLayoutId id="2147485119" r:id="rId9"/>
    <p:sldLayoutId id="2147485120" r:id="rId10"/>
    <p:sldLayoutId id="2147485121" r:id="rId11"/>
    <p:sldLayoutId id="2147485122" r:id="rId12"/>
    <p:sldLayoutId id="2147485123" r:id="rId13"/>
    <p:sldLayoutId id="2147485124" r:id="rId14"/>
    <p:sldLayoutId id="2147485125" r:id="rId15"/>
    <p:sldLayoutId id="2147485126" r:id="rId16"/>
    <p:sldLayoutId id="2147485127" r:id="rId17"/>
    <p:sldLayoutId id="2147485128" r:id="rId18"/>
    <p:sldLayoutId id="2147485129" r:id="rId19"/>
    <p:sldLayoutId id="2147485130" r:id="rId20"/>
    <p:sldLayoutId id="2147485131" r:id="rId21"/>
    <p:sldLayoutId id="2147485132" r:id="rId22"/>
    <p:sldLayoutId id="2147485133" r:id="rId23"/>
    <p:sldLayoutId id="2147485134" r:id="rId24"/>
    <p:sldLayoutId id="2147485135" r:id="rId25"/>
    <p:sldLayoutId id="2147485136" r:id="rId26"/>
    <p:sldLayoutId id="2147485137" r:id="rId27"/>
    <p:sldLayoutId id="2147485138" r:id="rId28"/>
    <p:sldLayoutId id="2147485139" r:id="rId29"/>
    <p:sldLayoutId id="2147485140" r:id="rId30"/>
    <p:sldLayoutId id="2147485141" r:id="rId31"/>
    <p:sldLayoutId id="2147485142" r:id="rId32"/>
    <p:sldLayoutId id="2147485143" r:id="rId33"/>
    <p:sldLayoutId id="2147485144" r:id="rId34"/>
    <p:sldLayoutId id="2147485145" r:id="rId35"/>
    <p:sldLayoutId id="2147485146" r:id="rId36"/>
    <p:sldLayoutId id="2147485147" r:id="rId37"/>
    <p:sldLayoutId id="2147485148" r:id="rId38"/>
    <p:sldLayoutId id="2147485149" r:id="rId39"/>
    <p:sldLayoutId id="2147485150" r:id="rId40"/>
    <p:sldLayoutId id="2147485151" r:id="rId41"/>
    <p:sldLayoutId id="2147485152" r:id="rId42"/>
    <p:sldLayoutId id="2147485153" r:id="rId43"/>
    <p:sldLayoutId id="2147485154" r:id="rId44"/>
    <p:sldLayoutId id="2147485155" r:id="rId45"/>
    <p:sldLayoutId id="2147485156" r:id="rId46"/>
    <p:sldLayoutId id="2147485157" r:id="rId47"/>
    <p:sldLayoutId id="2147485158" r:id="rId48"/>
    <p:sldLayoutId id="2147485159" r:id="rId49"/>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A5A5A5"/>
          </p15:clr>
        </p15:guide>
        <p15:guide id="2" pos="7680">
          <p15:clr>
            <a:srgbClr val="A5A5A5"/>
          </p15:clr>
        </p15:guide>
        <p15:guide id="3" pos="186">
          <p15:clr>
            <a:srgbClr val="A5A5A5"/>
          </p15:clr>
        </p15:guide>
        <p15:guide id="26" pos="7496">
          <p15:clr>
            <a:srgbClr val="A5A5A5"/>
          </p15:clr>
        </p15:guide>
        <p15:guide id="27" orient="horz">
          <p15:clr>
            <a:srgbClr val="A5A5A5"/>
          </p15:clr>
        </p15:guide>
        <p15:guide id="28" orient="horz" pos="4320">
          <p15:clr>
            <a:srgbClr val="A5A5A5"/>
          </p15:clr>
        </p15:guide>
        <p15:guide id="29" orient="horz" pos="184">
          <p15:clr>
            <a:srgbClr val="A5A5A5"/>
          </p15:clr>
        </p15:guide>
        <p15:guide id="40" orient="horz" pos="4134">
          <p15:clr>
            <a:srgbClr val="A5A5A5"/>
          </p15:clr>
        </p15:guide>
        <p15:guide id="42" pos="365">
          <p15:clr>
            <a:srgbClr val="C35EA4"/>
          </p15:clr>
        </p15:guide>
        <p15:guide id="43" orient="horz" pos="367">
          <p15:clr>
            <a:srgbClr val="C35EA4"/>
          </p15:clr>
        </p15:guide>
        <p15:guide id="44" orient="horz" pos="3953">
          <p15:clr>
            <a:srgbClr val="C35EA4"/>
          </p15:clr>
        </p15:guide>
        <p15:guide id="45" pos="7307">
          <p15:clr>
            <a:srgbClr val="C35EA4"/>
          </p15:clr>
        </p15:guide>
      </p15:sldGuideLst>
    </p:ext>
  </p:extLst>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bwMode="blackWhite">
      <p:bgPr>
        <a:solidFill>
          <a:srgbClr val="F4F3F5"/>
        </a:solidFill>
        <a:effectLst/>
      </p:bgPr>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marL="228600" marR="0" lvl="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Click to edit Master text styles</a:t>
            </a:r>
          </a:p>
          <a:p>
            <a:pPr marL="228600" marR="0" lvl="1"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Second level</a:t>
            </a:r>
          </a:p>
          <a:p>
            <a:pPr marL="228600" marR="0" lvl="2"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Third level</a:t>
            </a:r>
          </a:p>
          <a:p>
            <a:pPr marL="228600" marR="0" lvl="3"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Fourth level</a:t>
            </a:r>
          </a:p>
          <a:p>
            <a:pPr marL="228600" marR="0" lvl="4"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grpSp>
        <p:nvGrpSpPr>
          <p:cNvPr id="258" name="Group 257">
            <a:extLst>
              <a:ext uri="{FF2B5EF4-FFF2-40B4-BE49-F238E27FC236}">
                <a16:creationId xmlns:a16="http://schemas.microsoft.com/office/drawing/2014/main" id="{566C3ED6-7167-1619-C333-B86D0D162316}"/>
              </a:ext>
            </a:extLst>
          </p:cNvPr>
          <p:cNvGrpSpPr>
            <a:grpSpLocks noChangeAspect="1"/>
          </p:cNvGrpSpPr>
          <p:nvPr userDrawn="1"/>
        </p:nvGrpSpPr>
        <p:grpSpPr bwMode="auto">
          <a:xfrm rot="5400000">
            <a:off x="10659863" y="3998558"/>
            <a:ext cx="4597400" cy="1169987"/>
            <a:chOff x="1529" y="1423"/>
            <a:chExt cx="2896" cy="737"/>
          </a:xfrm>
        </p:grpSpPr>
        <p:sp>
          <p:nvSpPr>
            <p:cNvPr id="259" name="AutoShape 3">
              <a:extLst>
                <a:ext uri="{FF2B5EF4-FFF2-40B4-BE49-F238E27FC236}">
                  <a16:creationId xmlns:a16="http://schemas.microsoft.com/office/drawing/2014/main" id="{894C58B4-3C22-9620-7C92-D65ED6617E67}"/>
                </a:ext>
              </a:extLst>
            </p:cNvPr>
            <p:cNvSpPr>
              <a:spLocks noChangeAspect="1" noChangeArrowheads="1" noTextEdit="1"/>
            </p:cNvSpPr>
            <p:nvPr/>
          </p:nvSpPr>
          <p:spPr bwMode="auto">
            <a:xfrm>
              <a:off x="1529" y="1423"/>
              <a:ext cx="2896" cy="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Rectangle 5">
              <a:extLst>
                <a:ext uri="{FF2B5EF4-FFF2-40B4-BE49-F238E27FC236}">
                  <a16:creationId xmlns:a16="http://schemas.microsoft.com/office/drawing/2014/main" id="{B4F93CCF-3F88-5DCB-F12D-4DEBF36B9444}"/>
                </a:ext>
              </a:extLst>
            </p:cNvPr>
            <p:cNvSpPr>
              <a:spLocks noChangeArrowheads="1"/>
            </p:cNvSpPr>
            <p:nvPr/>
          </p:nvSpPr>
          <p:spPr bwMode="auto">
            <a:xfrm>
              <a:off x="2254" y="1727"/>
              <a:ext cx="707" cy="135"/>
            </a:xfrm>
            <a:prstGeom prst="rect">
              <a:avLst/>
            </a:prstGeom>
            <a:solidFill>
              <a:srgbClr val="F4364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Rectangle 6">
              <a:extLst>
                <a:ext uri="{FF2B5EF4-FFF2-40B4-BE49-F238E27FC236}">
                  <a16:creationId xmlns:a16="http://schemas.microsoft.com/office/drawing/2014/main" id="{7AC4893A-D0A3-D947-BE61-70B6DC4B9314}"/>
                </a:ext>
              </a:extLst>
            </p:cNvPr>
            <p:cNvSpPr>
              <a:spLocks noChangeArrowheads="1"/>
            </p:cNvSpPr>
            <p:nvPr/>
          </p:nvSpPr>
          <p:spPr bwMode="auto">
            <a:xfrm>
              <a:off x="2264"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62" name="Rectangle 7">
              <a:extLst>
                <a:ext uri="{FF2B5EF4-FFF2-40B4-BE49-F238E27FC236}">
                  <a16:creationId xmlns:a16="http://schemas.microsoft.com/office/drawing/2014/main" id="{DE65DAC6-345A-2542-166A-D2D08E76F806}"/>
                </a:ext>
              </a:extLst>
            </p:cNvPr>
            <p:cNvSpPr>
              <a:spLocks noChangeArrowheads="1"/>
            </p:cNvSpPr>
            <p:nvPr/>
          </p:nvSpPr>
          <p:spPr bwMode="auto">
            <a:xfrm>
              <a:off x="2264" y="1800"/>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F4364C</a:t>
              </a:r>
              <a:endParaRPr kumimoji="0" lang="en-US" altLang="en-US" sz="1800" b="0" i="0" u="none" strike="noStrike" cap="none" normalizeH="0" baseline="0">
                <a:ln>
                  <a:noFill/>
                </a:ln>
                <a:effectLst/>
                <a:latin typeface="Arial" panose="020B0604020202020204" pitchFamily="34" charset="0"/>
              </a:endParaRPr>
            </a:p>
          </p:txBody>
        </p:sp>
        <p:sp>
          <p:nvSpPr>
            <p:cNvPr id="263" name="Rectangle 8">
              <a:extLst>
                <a:ext uri="{FF2B5EF4-FFF2-40B4-BE49-F238E27FC236}">
                  <a16:creationId xmlns:a16="http://schemas.microsoft.com/office/drawing/2014/main" id="{1EADC519-4AB4-60A0-260A-EF7DC8229A97}"/>
                </a:ext>
              </a:extLst>
            </p:cNvPr>
            <p:cNvSpPr>
              <a:spLocks noChangeArrowheads="1"/>
            </p:cNvSpPr>
            <p:nvPr/>
          </p:nvSpPr>
          <p:spPr bwMode="auto">
            <a:xfrm>
              <a:off x="2254" y="1871"/>
              <a:ext cx="707" cy="137"/>
            </a:xfrm>
            <a:prstGeom prst="rect">
              <a:avLst/>
            </a:prstGeom>
            <a:solidFill>
              <a:srgbClr val="7326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Rectangle 9">
              <a:extLst>
                <a:ext uri="{FF2B5EF4-FFF2-40B4-BE49-F238E27FC236}">
                  <a16:creationId xmlns:a16="http://schemas.microsoft.com/office/drawing/2014/main" id="{B2CFF324-4BA8-188D-7395-AC042B4D6560}"/>
                </a:ext>
              </a:extLst>
            </p:cNvPr>
            <p:cNvSpPr>
              <a:spLocks noChangeArrowheads="1"/>
            </p:cNvSpPr>
            <p:nvPr/>
          </p:nvSpPr>
          <p:spPr bwMode="auto">
            <a:xfrm>
              <a:off x="2264"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B3BB"/>
                  </a:solidFill>
                  <a:effectLst/>
                  <a:latin typeface="Segoe UI Black" panose="020B0A02040204020203" pitchFamily="34" charset="0"/>
                </a:rPr>
                <a:t>A</a:t>
              </a:r>
              <a:endParaRPr kumimoji="0" lang="en-US" altLang="en-US" sz="1800" b="0" i="0" u="none" strike="noStrike" cap="none" normalizeH="0" baseline="0">
                <a:ln>
                  <a:noFill/>
                </a:ln>
                <a:solidFill>
                  <a:srgbClr val="FFB3BB"/>
                </a:solidFill>
                <a:effectLst/>
                <a:latin typeface="Arial" panose="020B0604020202020204" pitchFamily="34" charset="0"/>
              </a:endParaRPr>
            </a:p>
          </p:txBody>
        </p:sp>
        <p:sp>
          <p:nvSpPr>
            <p:cNvPr id="265" name="Rectangle 10">
              <a:extLst>
                <a:ext uri="{FF2B5EF4-FFF2-40B4-BE49-F238E27FC236}">
                  <a16:creationId xmlns:a16="http://schemas.microsoft.com/office/drawing/2014/main" id="{03BDB961-C287-23C5-66DF-74F0AFDFB76B}"/>
                </a:ext>
              </a:extLst>
            </p:cNvPr>
            <p:cNvSpPr>
              <a:spLocks noChangeArrowheads="1"/>
            </p:cNvSpPr>
            <p:nvPr/>
          </p:nvSpPr>
          <p:spPr bwMode="auto">
            <a:xfrm>
              <a:off x="2329"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 name="Rectangle 11">
              <a:extLst>
                <a:ext uri="{FF2B5EF4-FFF2-40B4-BE49-F238E27FC236}">
                  <a16:creationId xmlns:a16="http://schemas.microsoft.com/office/drawing/2014/main" id="{35ADEDE9-FB7B-876E-7225-4D3AB73422EF}"/>
                </a:ext>
              </a:extLst>
            </p:cNvPr>
            <p:cNvSpPr>
              <a:spLocks noChangeArrowheads="1"/>
            </p:cNvSpPr>
            <p:nvPr/>
          </p:nvSpPr>
          <p:spPr bwMode="auto">
            <a:xfrm>
              <a:off x="2264" y="1943"/>
              <a:ext cx="13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73262F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7" name="Rectangle 12">
              <a:extLst>
                <a:ext uri="{FF2B5EF4-FFF2-40B4-BE49-F238E27FC236}">
                  <a16:creationId xmlns:a16="http://schemas.microsoft.com/office/drawing/2014/main" id="{03DA7BF6-FE99-195F-2925-BD0968D0CE23}"/>
                </a:ext>
              </a:extLst>
            </p:cNvPr>
            <p:cNvSpPr>
              <a:spLocks noChangeArrowheads="1"/>
            </p:cNvSpPr>
            <p:nvPr/>
          </p:nvSpPr>
          <p:spPr bwMode="auto">
            <a:xfrm>
              <a:off x="2254" y="1582"/>
              <a:ext cx="707" cy="136"/>
            </a:xfrm>
            <a:prstGeom prst="rect">
              <a:avLst/>
            </a:prstGeom>
            <a:solidFill>
              <a:srgbClr val="FFB3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Rectangle 13">
              <a:extLst>
                <a:ext uri="{FF2B5EF4-FFF2-40B4-BE49-F238E27FC236}">
                  <a16:creationId xmlns:a16="http://schemas.microsoft.com/office/drawing/2014/main" id="{AE1CAD70-4A31-E224-8481-B797DB87F72F}"/>
                </a:ext>
              </a:extLst>
            </p:cNvPr>
            <p:cNvSpPr>
              <a:spLocks noChangeArrowheads="1"/>
            </p:cNvSpPr>
            <p:nvPr/>
          </p:nvSpPr>
          <p:spPr bwMode="auto">
            <a:xfrm>
              <a:off x="2264"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262F"/>
                  </a:solidFill>
                  <a:effectLst/>
                  <a:latin typeface="Segoe UI Black" panose="020B0A02040204020203" pitchFamily="34" charset="0"/>
                </a:rPr>
                <a:t>A</a:t>
              </a:r>
              <a:endParaRPr kumimoji="0" lang="en-US" altLang="en-US" sz="1800" b="0" i="0" u="none" strike="noStrike" cap="none" normalizeH="0" baseline="0">
                <a:ln>
                  <a:noFill/>
                </a:ln>
                <a:solidFill>
                  <a:srgbClr val="73262F"/>
                </a:solidFill>
                <a:effectLst/>
                <a:latin typeface="Arial" panose="020B0604020202020204" pitchFamily="34" charset="0"/>
              </a:endParaRPr>
            </a:p>
          </p:txBody>
        </p:sp>
        <p:sp>
          <p:nvSpPr>
            <p:cNvPr id="269" name="Rectangle 14">
              <a:extLst>
                <a:ext uri="{FF2B5EF4-FFF2-40B4-BE49-F238E27FC236}">
                  <a16:creationId xmlns:a16="http://schemas.microsoft.com/office/drawing/2014/main" id="{50413BA8-271F-17E9-274D-A6681E4E35BE}"/>
                </a:ext>
              </a:extLst>
            </p:cNvPr>
            <p:cNvSpPr>
              <a:spLocks noChangeArrowheads="1"/>
            </p:cNvSpPr>
            <p:nvPr/>
          </p:nvSpPr>
          <p:spPr bwMode="auto">
            <a:xfrm>
              <a:off x="2329"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0" name="Rectangle 15">
              <a:extLst>
                <a:ext uri="{FF2B5EF4-FFF2-40B4-BE49-F238E27FC236}">
                  <a16:creationId xmlns:a16="http://schemas.microsoft.com/office/drawing/2014/main" id="{5E8A55D7-5C9F-19E4-44F8-0D5ED73A059E}"/>
                </a:ext>
              </a:extLst>
            </p:cNvPr>
            <p:cNvSpPr>
              <a:spLocks noChangeArrowheads="1"/>
            </p:cNvSpPr>
            <p:nvPr/>
          </p:nvSpPr>
          <p:spPr bwMode="auto">
            <a:xfrm>
              <a:off x="2264" y="1654"/>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FFB3BB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1" name="Rectangle 16">
              <a:extLst>
                <a:ext uri="{FF2B5EF4-FFF2-40B4-BE49-F238E27FC236}">
                  <a16:creationId xmlns:a16="http://schemas.microsoft.com/office/drawing/2014/main" id="{AB98BB47-C797-09CC-A9F3-51FE51653B12}"/>
                </a:ext>
              </a:extLst>
            </p:cNvPr>
            <p:cNvSpPr>
              <a:spLocks noChangeArrowheads="1"/>
            </p:cNvSpPr>
            <p:nvPr/>
          </p:nvSpPr>
          <p:spPr bwMode="auto">
            <a:xfrm>
              <a:off x="2255" y="2022"/>
              <a:ext cx="706" cy="13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Rectangle 17">
              <a:extLst>
                <a:ext uri="{FF2B5EF4-FFF2-40B4-BE49-F238E27FC236}">
                  <a16:creationId xmlns:a16="http://schemas.microsoft.com/office/drawing/2014/main" id="{C52F19C0-13E8-0692-788F-02A274A980BA}"/>
                </a:ext>
              </a:extLst>
            </p:cNvPr>
            <p:cNvSpPr>
              <a:spLocks noChangeArrowheads="1"/>
            </p:cNvSpPr>
            <p:nvPr/>
          </p:nvSpPr>
          <p:spPr bwMode="auto">
            <a:xfrm>
              <a:off x="2255" y="2022"/>
              <a:ext cx="706"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3" name="Rectangle 18">
              <a:extLst>
                <a:ext uri="{FF2B5EF4-FFF2-40B4-BE49-F238E27FC236}">
                  <a16:creationId xmlns:a16="http://schemas.microsoft.com/office/drawing/2014/main" id="{0EF8B30C-1FB6-7C73-44FC-2C39DF7549A8}"/>
                </a:ext>
              </a:extLst>
            </p:cNvPr>
            <p:cNvSpPr>
              <a:spLocks noChangeArrowheads="1"/>
            </p:cNvSpPr>
            <p:nvPr/>
          </p:nvSpPr>
          <p:spPr bwMode="auto">
            <a:xfrm>
              <a:off x="2264" y="2024"/>
              <a:ext cx="12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FFFFFF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4" name="Rectangle 50">
              <a:extLst>
                <a:ext uri="{FF2B5EF4-FFF2-40B4-BE49-F238E27FC236}">
                  <a16:creationId xmlns:a16="http://schemas.microsoft.com/office/drawing/2014/main" id="{D25297AC-6025-DA45-015A-AD5967168C02}"/>
                </a:ext>
              </a:extLst>
            </p:cNvPr>
            <p:cNvSpPr>
              <a:spLocks noChangeArrowheads="1"/>
            </p:cNvSpPr>
            <p:nvPr/>
          </p:nvSpPr>
          <p:spPr bwMode="auto">
            <a:xfrm>
              <a:off x="1533" y="1727"/>
              <a:ext cx="706" cy="135"/>
            </a:xfrm>
            <a:prstGeom prst="rect">
              <a:avLst/>
            </a:prstGeom>
            <a:solidFill>
              <a:srgbClr val="FF5C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Rectangle 51">
              <a:extLst>
                <a:ext uri="{FF2B5EF4-FFF2-40B4-BE49-F238E27FC236}">
                  <a16:creationId xmlns:a16="http://schemas.microsoft.com/office/drawing/2014/main" id="{D895CA29-DE29-0BF3-3158-751FF8EC37F0}"/>
                </a:ext>
              </a:extLst>
            </p:cNvPr>
            <p:cNvSpPr>
              <a:spLocks noChangeArrowheads="1"/>
            </p:cNvSpPr>
            <p:nvPr/>
          </p:nvSpPr>
          <p:spPr bwMode="auto">
            <a:xfrm>
              <a:off x="1542"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76" name="Rectangle 52">
              <a:extLst>
                <a:ext uri="{FF2B5EF4-FFF2-40B4-BE49-F238E27FC236}">
                  <a16:creationId xmlns:a16="http://schemas.microsoft.com/office/drawing/2014/main" id="{7EFCFC16-4A98-86AC-7619-A114CF099F7D}"/>
                </a:ext>
              </a:extLst>
            </p:cNvPr>
            <p:cNvSpPr>
              <a:spLocks noChangeArrowheads="1"/>
            </p:cNvSpPr>
            <p:nvPr/>
          </p:nvSpPr>
          <p:spPr bwMode="auto">
            <a:xfrm>
              <a:off x="1608" y="1722"/>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7" name="Rectangle 53">
              <a:extLst>
                <a:ext uri="{FF2B5EF4-FFF2-40B4-BE49-F238E27FC236}">
                  <a16:creationId xmlns:a16="http://schemas.microsoft.com/office/drawing/2014/main" id="{B9712463-FD5D-ABC4-36B0-C830E76330F6}"/>
                </a:ext>
              </a:extLst>
            </p:cNvPr>
            <p:cNvSpPr>
              <a:spLocks noChangeArrowheads="1"/>
            </p:cNvSpPr>
            <p:nvPr/>
          </p:nvSpPr>
          <p:spPr bwMode="auto">
            <a:xfrm>
              <a:off x="1542" y="1800"/>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FF5C39</a:t>
              </a:r>
              <a:endParaRPr kumimoji="0" lang="en-US" altLang="en-US" sz="1800" b="0" i="0" u="none" strike="noStrike" cap="none" normalizeH="0" baseline="0">
                <a:ln>
                  <a:noFill/>
                </a:ln>
                <a:effectLst/>
                <a:latin typeface="Arial" panose="020B0604020202020204" pitchFamily="34" charset="0"/>
              </a:endParaRPr>
            </a:p>
          </p:txBody>
        </p:sp>
        <p:sp>
          <p:nvSpPr>
            <p:cNvPr id="278" name="Rectangle 54">
              <a:extLst>
                <a:ext uri="{FF2B5EF4-FFF2-40B4-BE49-F238E27FC236}">
                  <a16:creationId xmlns:a16="http://schemas.microsoft.com/office/drawing/2014/main" id="{8ACAB4E1-6417-0C0C-9E12-B1E8EEA4613E}"/>
                </a:ext>
              </a:extLst>
            </p:cNvPr>
            <p:cNvSpPr>
              <a:spLocks noChangeArrowheads="1"/>
            </p:cNvSpPr>
            <p:nvPr/>
          </p:nvSpPr>
          <p:spPr bwMode="auto">
            <a:xfrm>
              <a:off x="1533" y="1871"/>
              <a:ext cx="706" cy="137"/>
            </a:xfrm>
            <a:prstGeom prst="rect">
              <a:avLst/>
            </a:prstGeom>
            <a:solidFill>
              <a:srgbClr val="73391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Rectangle 55">
              <a:extLst>
                <a:ext uri="{FF2B5EF4-FFF2-40B4-BE49-F238E27FC236}">
                  <a16:creationId xmlns:a16="http://schemas.microsoft.com/office/drawing/2014/main" id="{7E6BE592-BF8C-8CF1-0798-04DA17C036E6}"/>
                </a:ext>
              </a:extLst>
            </p:cNvPr>
            <p:cNvSpPr>
              <a:spLocks noChangeArrowheads="1"/>
            </p:cNvSpPr>
            <p:nvPr/>
          </p:nvSpPr>
          <p:spPr bwMode="auto">
            <a:xfrm>
              <a:off x="1542"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A38B"/>
                  </a:solidFill>
                  <a:effectLst/>
                  <a:latin typeface="Segoe UI Black" panose="020B0A02040204020203" pitchFamily="34" charset="0"/>
                </a:rPr>
                <a:t>A</a:t>
              </a:r>
              <a:endParaRPr kumimoji="0" lang="en-US" altLang="en-US" sz="1800" b="0" i="0" u="none" strike="noStrike" cap="none" normalizeH="0" baseline="0">
                <a:ln>
                  <a:noFill/>
                </a:ln>
                <a:solidFill>
                  <a:srgbClr val="FFA38B"/>
                </a:solidFill>
                <a:effectLst/>
                <a:latin typeface="Arial" panose="020B0604020202020204" pitchFamily="34" charset="0"/>
              </a:endParaRPr>
            </a:p>
          </p:txBody>
        </p:sp>
        <p:sp>
          <p:nvSpPr>
            <p:cNvPr id="280" name="Rectangle 56">
              <a:extLst>
                <a:ext uri="{FF2B5EF4-FFF2-40B4-BE49-F238E27FC236}">
                  <a16:creationId xmlns:a16="http://schemas.microsoft.com/office/drawing/2014/main" id="{F02A06DF-8715-F16B-5F10-11C5F2584525}"/>
                </a:ext>
              </a:extLst>
            </p:cNvPr>
            <p:cNvSpPr>
              <a:spLocks noChangeArrowheads="1"/>
            </p:cNvSpPr>
            <p:nvPr/>
          </p:nvSpPr>
          <p:spPr bwMode="auto">
            <a:xfrm>
              <a:off x="1608"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1" name="Rectangle 57">
              <a:extLst>
                <a:ext uri="{FF2B5EF4-FFF2-40B4-BE49-F238E27FC236}">
                  <a16:creationId xmlns:a16="http://schemas.microsoft.com/office/drawing/2014/main" id="{45F29D9D-6572-80B7-280A-53297335FBF7}"/>
                </a:ext>
              </a:extLst>
            </p:cNvPr>
            <p:cNvSpPr>
              <a:spLocks noChangeArrowheads="1"/>
            </p:cNvSpPr>
            <p:nvPr/>
          </p:nvSpPr>
          <p:spPr bwMode="auto">
            <a:xfrm>
              <a:off x="1542" y="1943"/>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73391D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2" name="Rectangle 58">
              <a:extLst>
                <a:ext uri="{FF2B5EF4-FFF2-40B4-BE49-F238E27FC236}">
                  <a16:creationId xmlns:a16="http://schemas.microsoft.com/office/drawing/2014/main" id="{013A62C5-A54C-C8BE-D34C-557861D50FBB}"/>
                </a:ext>
              </a:extLst>
            </p:cNvPr>
            <p:cNvSpPr>
              <a:spLocks noChangeArrowheads="1"/>
            </p:cNvSpPr>
            <p:nvPr/>
          </p:nvSpPr>
          <p:spPr bwMode="auto">
            <a:xfrm>
              <a:off x="1533" y="1582"/>
              <a:ext cx="706" cy="136"/>
            </a:xfrm>
            <a:prstGeom prst="rect">
              <a:avLst/>
            </a:prstGeom>
            <a:solidFill>
              <a:srgbClr val="FFA3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Rectangle 59">
              <a:extLst>
                <a:ext uri="{FF2B5EF4-FFF2-40B4-BE49-F238E27FC236}">
                  <a16:creationId xmlns:a16="http://schemas.microsoft.com/office/drawing/2014/main" id="{A3D38249-2B2F-44FE-8004-78F738A54143}"/>
                </a:ext>
              </a:extLst>
            </p:cNvPr>
            <p:cNvSpPr>
              <a:spLocks noChangeArrowheads="1"/>
            </p:cNvSpPr>
            <p:nvPr/>
          </p:nvSpPr>
          <p:spPr bwMode="auto">
            <a:xfrm>
              <a:off x="1542"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391D"/>
                  </a:solidFill>
                  <a:effectLst/>
                  <a:latin typeface="Segoe UI Black" panose="020B0A02040204020203" pitchFamily="34" charset="0"/>
                </a:rPr>
                <a:t>A</a:t>
              </a:r>
              <a:endParaRPr kumimoji="0" lang="en-US" altLang="en-US" sz="1800" b="0" i="0" u="none" strike="noStrike" cap="none" normalizeH="0" baseline="0">
                <a:ln>
                  <a:noFill/>
                </a:ln>
                <a:solidFill>
                  <a:srgbClr val="73391D"/>
                </a:solidFill>
                <a:effectLst/>
                <a:latin typeface="Arial" panose="020B0604020202020204" pitchFamily="34" charset="0"/>
              </a:endParaRPr>
            </a:p>
          </p:txBody>
        </p:sp>
        <p:sp>
          <p:nvSpPr>
            <p:cNvPr id="284" name="Rectangle 60">
              <a:extLst>
                <a:ext uri="{FF2B5EF4-FFF2-40B4-BE49-F238E27FC236}">
                  <a16:creationId xmlns:a16="http://schemas.microsoft.com/office/drawing/2014/main" id="{6356C9D6-F46C-5F18-CC06-57CEDB989050}"/>
                </a:ext>
              </a:extLst>
            </p:cNvPr>
            <p:cNvSpPr>
              <a:spLocks noChangeArrowheads="1"/>
            </p:cNvSpPr>
            <p:nvPr/>
          </p:nvSpPr>
          <p:spPr bwMode="auto">
            <a:xfrm>
              <a:off x="1608"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5" name="Rectangle 61">
              <a:extLst>
                <a:ext uri="{FF2B5EF4-FFF2-40B4-BE49-F238E27FC236}">
                  <a16:creationId xmlns:a16="http://schemas.microsoft.com/office/drawing/2014/main" id="{809C64CC-0B9B-063B-F7A5-63EE36FBDCCD}"/>
                </a:ext>
              </a:extLst>
            </p:cNvPr>
            <p:cNvSpPr>
              <a:spLocks noChangeArrowheads="1"/>
            </p:cNvSpPr>
            <p:nvPr/>
          </p:nvSpPr>
          <p:spPr bwMode="auto">
            <a:xfrm>
              <a:off x="1542" y="1654"/>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FFA38B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6" name="Rectangle 62">
              <a:extLst>
                <a:ext uri="{FF2B5EF4-FFF2-40B4-BE49-F238E27FC236}">
                  <a16:creationId xmlns:a16="http://schemas.microsoft.com/office/drawing/2014/main" id="{94AB9329-702D-4A1F-E5A5-C3B78F016261}"/>
                </a:ext>
              </a:extLst>
            </p:cNvPr>
            <p:cNvSpPr>
              <a:spLocks noChangeArrowheads="1"/>
            </p:cNvSpPr>
            <p:nvPr/>
          </p:nvSpPr>
          <p:spPr bwMode="auto">
            <a:xfrm>
              <a:off x="1533" y="2022"/>
              <a:ext cx="707" cy="136"/>
            </a:xfrm>
            <a:prstGeom prst="rect">
              <a:avLst/>
            </a:prstGeom>
            <a:solidFill>
              <a:srgbClr val="F4F3F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Rectangle 63">
              <a:extLst>
                <a:ext uri="{FF2B5EF4-FFF2-40B4-BE49-F238E27FC236}">
                  <a16:creationId xmlns:a16="http://schemas.microsoft.com/office/drawing/2014/main" id="{24EB0818-3B44-BF17-FF2B-E025C738466C}"/>
                </a:ext>
              </a:extLst>
            </p:cNvPr>
            <p:cNvSpPr>
              <a:spLocks noChangeArrowheads="1"/>
            </p:cNvSpPr>
            <p:nvPr/>
          </p:nvSpPr>
          <p:spPr bwMode="auto">
            <a:xfrm>
              <a:off x="1533" y="2022"/>
              <a:ext cx="70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8" name="Rectangle 64">
              <a:extLst>
                <a:ext uri="{FF2B5EF4-FFF2-40B4-BE49-F238E27FC236}">
                  <a16:creationId xmlns:a16="http://schemas.microsoft.com/office/drawing/2014/main" id="{8D3440B3-96D8-0B26-9877-7E62CD77370D}"/>
                </a:ext>
              </a:extLst>
            </p:cNvPr>
            <p:cNvSpPr>
              <a:spLocks noChangeArrowheads="1"/>
            </p:cNvSpPr>
            <p:nvPr/>
          </p:nvSpPr>
          <p:spPr bwMode="auto">
            <a:xfrm>
              <a:off x="1542" y="2024"/>
              <a:ext cx="127"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F4F3F5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9" name="Rectangle 65">
              <a:extLst>
                <a:ext uri="{FF2B5EF4-FFF2-40B4-BE49-F238E27FC236}">
                  <a16:creationId xmlns:a16="http://schemas.microsoft.com/office/drawing/2014/main" id="{64795BFF-26DD-4F9D-7E57-E8A3C163A079}"/>
                </a:ext>
              </a:extLst>
            </p:cNvPr>
            <p:cNvSpPr>
              <a:spLocks noChangeArrowheads="1"/>
            </p:cNvSpPr>
            <p:nvPr/>
          </p:nvSpPr>
          <p:spPr bwMode="auto">
            <a:xfrm>
              <a:off x="3698" y="1729"/>
              <a:ext cx="707" cy="135"/>
            </a:xfrm>
            <a:prstGeom prst="rect">
              <a:avLst/>
            </a:prstGeom>
            <a:solidFill>
              <a:srgbClr val="0078D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Rectangle 66">
              <a:extLst>
                <a:ext uri="{FF2B5EF4-FFF2-40B4-BE49-F238E27FC236}">
                  <a16:creationId xmlns:a16="http://schemas.microsoft.com/office/drawing/2014/main" id="{973E90C8-2FFF-2256-D29B-6A3ABBA35099}"/>
                </a:ext>
              </a:extLst>
            </p:cNvPr>
            <p:cNvSpPr>
              <a:spLocks noChangeArrowheads="1"/>
            </p:cNvSpPr>
            <p:nvPr/>
          </p:nvSpPr>
          <p:spPr bwMode="auto">
            <a:xfrm>
              <a:off x="3707"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1" name="Rectangle 67">
              <a:extLst>
                <a:ext uri="{FF2B5EF4-FFF2-40B4-BE49-F238E27FC236}">
                  <a16:creationId xmlns:a16="http://schemas.microsoft.com/office/drawing/2014/main" id="{F146B7CE-CBC5-956E-DA0D-244A26F54704}"/>
                </a:ext>
              </a:extLst>
            </p:cNvPr>
            <p:cNvSpPr>
              <a:spLocks noChangeArrowheads="1"/>
            </p:cNvSpPr>
            <p:nvPr/>
          </p:nvSpPr>
          <p:spPr bwMode="auto">
            <a:xfrm>
              <a:off x="3773"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2" name="Rectangle 68">
              <a:extLst>
                <a:ext uri="{FF2B5EF4-FFF2-40B4-BE49-F238E27FC236}">
                  <a16:creationId xmlns:a16="http://schemas.microsoft.com/office/drawing/2014/main" id="{841A3A9C-7ABE-216A-7AAA-FC8E018652B9}"/>
                </a:ext>
              </a:extLst>
            </p:cNvPr>
            <p:cNvSpPr>
              <a:spLocks noChangeArrowheads="1"/>
            </p:cNvSpPr>
            <p:nvPr/>
          </p:nvSpPr>
          <p:spPr bwMode="auto">
            <a:xfrm>
              <a:off x="3707" y="1801"/>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0078D4</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93" name="Rectangle 69">
              <a:extLst>
                <a:ext uri="{FF2B5EF4-FFF2-40B4-BE49-F238E27FC236}">
                  <a16:creationId xmlns:a16="http://schemas.microsoft.com/office/drawing/2014/main" id="{B67B7695-C3C0-34B4-72B1-C7E58FF3275A}"/>
                </a:ext>
              </a:extLst>
            </p:cNvPr>
            <p:cNvSpPr>
              <a:spLocks noChangeArrowheads="1"/>
            </p:cNvSpPr>
            <p:nvPr/>
          </p:nvSpPr>
          <p:spPr bwMode="auto">
            <a:xfrm>
              <a:off x="3698" y="1873"/>
              <a:ext cx="707" cy="136"/>
            </a:xfrm>
            <a:prstGeom prst="rect">
              <a:avLst/>
            </a:prstGeom>
            <a:solidFill>
              <a:srgbClr val="2A446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Rectangle 70">
              <a:extLst>
                <a:ext uri="{FF2B5EF4-FFF2-40B4-BE49-F238E27FC236}">
                  <a16:creationId xmlns:a16="http://schemas.microsoft.com/office/drawing/2014/main" id="{F3BB6A3B-AD16-5C6E-2848-CC82A261CE5A}"/>
                </a:ext>
              </a:extLst>
            </p:cNvPr>
            <p:cNvSpPr>
              <a:spLocks noChangeArrowheads="1"/>
            </p:cNvSpPr>
            <p:nvPr/>
          </p:nvSpPr>
          <p:spPr bwMode="auto">
            <a:xfrm>
              <a:off x="3707" y="1866"/>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8DC8E8"/>
                  </a:solidFill>
                  <a:effectLst/>
                  <a:latin typeface="Segoe UI Black" panose="020B0A02040204020203" pitchFamily="34" charset="0"/>
                </a:rPr>
                <a:t>A</a:t>
              </a:r>
              <a:endParaRPr kumimoji="0" lang="en-US" altLang="en-US" sz="1800" b="0" i="0" u="none" strike="noStrike" cap="none" normalizeH="0" baseline="0">
                <a:ln>
                  <a:noFill/>
                </a:ln>
                <a:solidFill>
                  <a:srgbClr val="8DC8E8"/>
                </a:solidFill>
                <a:effectLst/>
                <a:latin typeface="Arial" panose="020B0604020202020204" pitchFamily="34" charset="0"/>
              </a:endParaRPr>
            </a:p>
          </p:txBody>
        </p:sp>
        <p:sp>
          <p:nvSpPr>
            <p:cNvPr id="295" name="Rectangle 71">
              <a:extLst>
                <a:ext uri="{FF2B5EF4-FFF2-40B4-BE49-F238E27FC236}">
                  <a16:creationId xmlns:a16="http://schemas.microsoft.com/office/drawing/2014/main" id="{AF58A79C-F974-45C7-A85C-F40D9A65E853}"/>
                </a:ext>
              </a:extLst>
            </p:cNvPr>
            <p:cNvSpPr>
              <a:spLocks noChangeArrowheads="1"/>
            </p:cNvSpPr>
            <p:nvPr/>
          </p:nvSpPr>
          <p:spPr bwMode="auto">
            <a:xfrm>
              <a:off x="3773" y="1866"/>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6" name="Rectangle 72">
              <a:extLst>
                <a:ext uri="{FF2B5EF4-FFF2-40B4-BE49-F238E27FC236}">
                  <a16:creationId xmlns:a16="http://schemas.microsoft.com/office/drawing/2014/main" id="{9CAD9107-51BE-8F4A-FEBB-F3BD3DC96520}"/>
                </a:ext>
              </a:extLst>
            </p:cNvPr>
            <p:cNvSpPr>
              <a:spLocks noChangeArrowheads="1"/>
            </p:cNvSpPr>
            <p:nvPr/>
          </p:nvSpPr>
          <p:spPr bwMode="auto">
            <a:xfrm>
              <a:off x="3707" y="1944"/>
              <a:ext cx="135"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2A446F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7" name="Rectangle 73">
              <a:extLst>
                <a:ext uri="{FF2B5EF4-FFF2-40B4-BE49-F238E27FC236}">
                  <a16:creationId xmlns:a16="http://schemas.microsoft.com/office/drawing/2014/main" id="{F0CA8CB9-EFF0-9A10-BBC0-A9A36D6E6ADF}"/>
                </a:ext>
              </a:extLst>
            </p:cNvPr>
            <p:cNvSpPr>
              <a:spLocks noChangeArrowheads="1"/>
            </p:cNvSpPr>
            <p:nvPr/>
          </p:nvSpPr>
          <p:spPr bwMode="auto">
            <a:xfrm>
              <a:off x="3698" y="1583"/>
              <a:ext cx="707" cy="137"/>
            </a:xfrm>
            <a:prstGeom prst="rect">
              <a:avLst/>
            </a:prstGeom>
            <a:solidFill>
              <a:srgbClr val="8DC8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Rectangle 74">
              <a:extLst>
                <a:ext uri="{FF2B5EF4-FFF2-40B4-BE49-F238E27FC236}">
                  <a16:creationId xmlns:a16="http://schemas.microsoft.com/office/drawing/2014/main" id="{CF1A989F-9EAE-5BC1-AD31-5728CD61EE81}"/>
                </a:ext>
              </a:extLst>
            </p:cNvPr>
            <p:cNvSpPr>
              <a:spLocks noChangeArrowheads="1"/>
            </p:cNvSpPr>
            <p:nvPr/>
          </p:nvSpPr>
          <p:spPr bwMode="auto">
            <a:xfrm>
              <a:off x="3707" y="1578"/>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2A446F"/>
                  </a:solidFill>
                  <a:effectLst/>
                  <a:latin typeface="Segoe UI Black" panose="020B0A02040204020203" pitchFamily="34" charset="0"/>
                </a:rPr>
                <a:t>A</a:t>
              </a:r>
              <a:endParaRPr kumimoji="0" lang="en-US" altLang="en-US" sz="1800" b="0" i="0" u="none" strike="noStrike" cap="none" normalizeH="0" baseline="0">
                <a:ln>
                  <a:noFill/>
                </a:ln>
                <a:solidFill>
                  <a:srgbClr val="2A446F"/>
                </a:solidFill>
                <a:effectLst/>
                <a:latin typeface="Arial" panose="020B0604020202020204" pitchFamily="34" charset="0"/>
              </a:endParaRPr>
            </a:p>
          </p:txBody>
        </p:sp>
        <p:sp>
          <p:nvSpPr>
            <p:cNvPr id="299" name="Rectangle 75">
              <a:extLst>
                <a:ext uri="{FF2B5EF4-FFF2-40B4-BE49-F238E27FC236}">
                  <a16:creationId xmlns:a16="http://schemas.microsoft.com/office/drawing/2014/main" id="{957953AB-E9C6-D080-ADB2-1F206404C0B7}"/>
                </a:ext>
              </a:extLst>
            </p:cNvPr>
            <p:cNvSpPr>
              <a:spLocks noChangeArrowheads="1"/>
            </p:cNvSpPr>
            <p:nvPr/>
          </p:nvSpPr>
          <p:spPr bwMode="auto">
            <a:xfrm>
              <a:off x="3773" y="1578"/>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0" name="Rectangle 76">
              <a:extLst>
                <a:ext uri="{FF2B5EF4-FFF2-40B4-BE49-F238E27FC236}">
                  <a16:creationId xmlns:a16="http://schemas.microsoft.com/office/drawing/2014/main" id="{D3F9BD24-BF97-98DF-7799-FF5527E1F0E4}"/>
                </a:ext>
              </a:extLst>
            </p:cNvPr>
            <p:cNvSpPr>
              <a:spLocks noChangeArrowheads="1"/>
            </p:cNvSpPr>
            <p:nvPr/>
          </p:nvSpPr>
          <p:spPr bwMode="auto">
            <a:xfrm>
              <a:off x="3707" y="1655"/>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8DC8E8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1" name="Rectangle 80">
              <a:extLst>
                <a:ext uri="{FF2B5EF4-FFF2-40B4-BE49-F238E27FC236}">
                  <a16:creationId xmlns:a16="http://schemas.microsoft.com/office/drawing/2014/main" id="{D9F904A4-74AE-C098-E989-4C11A3671B63}"/>
                </a:ext>
              </a:extLst>
            </p:cNvPr>
            <p:cNvSpPr>
              <a:spLocks noChangeArrowheads="1"/>
            </p:cNvSpPr>
            <p:nvPr/>
          </p:nvSpPr>
          <p:spPr bwMode="auto">
            <a:xfrm>
              <a:off x="2981" y="1438"/>
              <a:ext cx="1423" cy="135"/>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Rectangle 81">
              <a:extLst>
                <a:ext uri="{FF2B5EF4-FFF2-40B4-BE49-F238E27FC236}">
                  <a16:creationId xmlns:a16="http://schemas.microsoft.com/office/drawing/2014/main" id="{86561027-5502-5CBF-CC1E-E9283F7A3EA8}"/>
                </a:ext>
              </a:extLst>
            </p:cNvPr>
            <p:cNvSpPr>
              <a:spLocks noChangeArrowheads="1"/>
            </p:cNvSpPr>
            <p:nvPr/>
          </p:nvSpPr>
          <p:spPr bwMode="auto">
            <a:xfrm>
              <a:off x="2977" y="1437"/>
              <a:ext cx="1427"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82">
              <a:extLst>
                <a:ext uri="{FF2B5EF4-FFF2-40B4-BE49-F238E27FC236}">
                  <a16:creationId xmlns:a16="http://schemas.microsoft.com/office/drawing/2014/main" id="{815862B1-E237-764F-DF2A-70DEC4B6F67A}"/>
                </a:ext>
              </a:extLst>
            </p:cNvPr>
            <p:cNvSpPr>
              <a:spLocks noEditPoints="1"/>
            </p:cNvSpPr>
            <p:nvPr/>
          </p:nvSpPr>
          <p:spPr bwMode="auto">
            <a:xfrm>
              <a:off x="2978" y="1437"/>
              <a:ext cx="1427" cy="136"/>
            </a:xfrm>
            <a:custGeom>
              <a:avLst/>
              <a:gdLst>
                <a:gd name="T0" fmla="*/ 0 w 15200"/>
                <a:gd name="T1" fmla="*/ 4 h 960"/>
                <a:gd name="T2" fmla="*/ 4 w 15200"/>
                <a:gd name="T3" fmla="*/ 0 h 960"/>
                <a:gd name="T4" fmla="*/ 15196 w 15200"/>
                <a:gd name="T5" fmla="*/ 0 h 960"/>
                <a:gd name="T6" fmla="*/ 15200 w 15200"/>
                <a:gd name="T7" fmla="*/ 4 h 960"/>
                <a:gd name="T8" fmla="*/ 15200 w 15200"/>
                <a:gd name="T9" fmla="*/ 956 h 960"/>
                <a:gd name="T10" fmla="*/ 15196 w 15200"/>
                <a:gd name="T11" fmla="*/ 960 h 960"/>
                <a:gd name="T12" fmla="*/ 4 w 15200"/>
                <a:gd name="T13" fmla="*/ 960 h 960"/>
                <a:gd name="T14" fmla="*/ 0 w 15200"/>
                <a:gd name="T15" fmla="*/ 956 h 960"/>
                <a:gd name="T16" fmla="*/ 0 w 15200"/>
                <a:gd name="T17" fmla="*/ 4 h 960"/>
                <a:gd name="T18" fmla="*/ 8 w 15200"/>
                <a:gd name="T19" fmla="*/ 956 h 960"/>
                <a:gd name="T20" fmla="*/ 4 w 15200"/>
                <a:gd name="T21" fmla="*/ 952 h 960"/>
                <a:gd name="T22" fmla="*/ 15196 w 15200"/>
                <a:gd name="T23" fmla="*/ 952 h 960"/>
                <a:gd name="T24" fmla="*/ 15192 w 15200"/>
                <a:gd name="T25" fmla="*/ 956 h 960"/>
                <a:gd name="T26" fmla="*/ 15192 w 15200"/>
                <a:gd name="T27" fmla="*/ 4 h 960"/>
                <a:gd name="T28" fmla="*/ 15196 w 15200"/>
                <a:gd name="T29" fmla="*/ 8 h 960"/>
                <a:gd name="T30" fmla="*/ 4 w 15200"/>
                <a:gd name="T31" fmla="*/ 8 h 960"/>
                <a:gd name="T32" fmla="*/ 8 w 15200"/>
                <a:gd name="T33" fmla="*/ 4 h 960"/>
                <a:gd name="T34" fmla="*/ 8 w 15200"/>
                <a:gd name="T35" fmla="*/ 956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0" h="960">
                  <a:moveTo>
                    <a:pt x="0" y="4"/>
                  </a:moveTo>
                  <a:cubicBezTo>
                    <a:pt x="0" y="2"/>
                    <a:pt x="2" y="0"/>
                    <a:pt x="4" y="0"/>
                  </a:cubicBezTo>
                  <a:lnTo>
                    <a:pt x="15196" y="0"/>
                  </a:lnTo>
                  <a:cubicBezTo>
                    <a:pt x="15199" y="0"/>
                    <a:pt x="15200" y="2"/>
                    <a:pt x="15200" y="4"/>
                  </a:cubicBezTo>
                  <a:lnTo>
                    <a:pt x="15200" y="956"/>
                  </a:lnTo>
                  <a:cubicBezTo>
                    <a:pt x="15200" y="959"/>
                    <a:pt x="15199" y="960"/>
                    <a:pt x="15196" y="960"/>
                  </a:cubicBezTo>
                  <a:lnTo>
                    <a:pt x="4" y="960"/>
                  </a:lnTo>
                  <a:cubicBezTo>
                    <a:pt x="2" y="960"/>
                    <a:pt x="0" y="959"/>
                    <a:pt x="0" y="956"/>
                  </a:cubicBezTo>
                  <a:lnTo>
                    <a:pt x="0" y="4"/>
                  </a:lnTo>
                  <a:close/>
                  <a:moveTo>
                    <a:pt x="8" y="956"/>
                  </a:moveTo>
                  <a:lnTo>
                    <a:pt x="4" y="952"/>
                  </a:lnTo>
                  <a:lnTo>
                    <a:pt x="15196" y="952"/>
                  </a:lnTo>
                  <a:lnTo>
                    <a:pt x="15192" y="956"/>
                  </a:lnTo>
                  <a:lnTo>
                    <a:pt x="15192" y="4"/>
                  </a:lnTo>
                  <a:lnTo>
                    <a:pt x="15196" y="8"/>
                  </a:lnTo>
                  <a:lnTo>
                    <a:pt x="4" y="8"/>
                  </a:lnTo>
                  <a:lnTo>
                    <a:pt x="8" y="4"/>
                  </a:lnTo>
                  <a:lnTo>
                    <a:pt x="8" y="956"/>
                  </a:lnTo>
                  <a:close/>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Rectangle 83">
              <a:extLst>
                <a:ext uri="{FF2B5EF4-FFF2-40B4-BE49-F238E27FC236}">
                  <a16:creationId xmlns:a16="http://schemas.microsoft.com/office/drawing/2014/main" id="{F8634574-E07B-D28B-BCBE-E63D6F2B0F02}"/>
                </a:ext>
              </a:extLst>
            </p:cNvPr>
            <p:cNvSpPr>
              <a:spLocks noChangeArrowheads="1"/>
            </p:cNvSpPr>
            <p:nvPr/>
          </p:nvSpPr>
          <p:spPr bwMode="auto">
            <a:xfrm>
              <a:off x="2978" y="1437"/>
              <a:ext cx="1426"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Rectangle 84">
              <a:extLst>
                <a:ext uri="{FF2B5EF4-FFF2-40B4-BE49-F238E27FC236}">
                  <a16:creationId xmlns:a16="http://schemas.microsoft.com/office/drawing/2014/main" id="{12699538-90CB-E2BB-A02E-9CAD1104357C}"/>
                </a:ext>
              </a:extLst>
            </p:cNvPr>
            <p:cNvSpPr>
              <a:spLocks noChangeArrowheads="1"/>
            </p:cNvSpPr>
            <p:nvPr/>
          </p:nvSpPr>
          <p:spPr bwMode="auto">
            <a:xfrm>
              <a:off x="2989" y="1440"/>
              <a:ext cx="314"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FFFFFF"/>
                  </a:solidFill>
                  <a:effectLst/>
                  <a:latin typeface="Segoe UI" panose="020B0502040204020203" pitchFamily="34" charset="0"/>
                </a:rPr>
                <a:t>Blue Black</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6" name="Rectangle 85">
              <a:extLst>
                <a:ext uri="{FF2B5EF4-FFF2-40B4-BE49-F238E27FC236}">
                  <a16:creationId xmlns:a16="http://schemas.microsoft.com/office/drawing/2014/main" id="{6FAB69FC-8CE4-AC4F-FDDF-81B46D7C1E11}"/>
                </a:ext>
              </a:extLst>
            </p:cNvPr>
            <p:cNvSpPr>
              <a:spLocks noChangeArrowheads="1"/>
            </p:cNvSpPr>
            <p:nvPr/>
          </p:nvSpPr>
          <p:spPr bwMode="auto">
            <a:xfrm>
              <a:off x="2989" y="1508"/>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091F2C</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7" name="Rectangle 86">
              <a:extLst>
                <a:ext uri="{FF2B5EF4-FFF2-40B4-BE49-F238E27FC236}">
                  <a16:creationId xmlns:a16="http://schemas.microsoft.com/office/drawing/2014/main" id="{0B6C3A35-3676-F821-8B84-E8FCD2D7AEB0}"/>
                </a:ext>
              </a:extLst>
            </p:cNvPr>
            <p:cNvSpPr>
              <a:spLocks noChangeArrowheads="1"/>
            </p:cNvSpPr>
            <p:nvPr/>
          </p:nvSpPr>
          <p:spPr bwMode="auto">
            <a:xfrm>
              <a:off x="2977" y="1730"/>
              <a:ext cx="706" cy="136"/>
            </a:xfrm>
            <a:prstGeom prst="rect">
              <a:avLst/>
            </a:prstGeom>
            <a:solidFill>
              <a:srgbClr val="C73E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Rectangle 87">
              <a:extLst>
                <a:ext uri="{FF2B5EF4-FFF2-40B4-BE49-F238E27FC236}">
                  <a16:creationId xmlns:a16="http://schemas.microsoft.com/office/drawing/2014/main" id="{E31C635C-F918-E83E-41BB-6A05312AF804}"/>
                </a:ext>
              </a:extLst>
            </p:cNvPr>
            <p:cNvSpPr>
              <a:spLocks noChangeArrowheads="1"/>
            </p:cNvSpPr>
            <p:nvPr/>
          </p:nvSpPr>
          <p:spPr bwMode="auto">
            <a:xfrm>
              <a:off x="2985"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9" name="Rectangle 88">
              <a:extLst>
                <a:ext uri="{FF2B5EF4-FFF2-40B4-BE49-F238E27FC236}">
                  <a16:creationId xmlns:a16="http://schemas.microsoft.com/office/drawing/2014/main" id="{C72C7396-887D-00AF-02FC-A8E598F00631}"/>
                </a:ext>
              </a:extLst>
            </p:cNvPr>
            <p:cNvSpPr>
              <a:spLocks noChangeArrowheads="1"/>
            </p:cNvSpPr>
            <p:nvPr/>
          </p:nvSpPr>
          <p:spPr bwMode="auto">
            <a:xfrm>
              <a:off x="2985" y="1803"/>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C73ECC</a:t>
              </a:r>
              <a:endParaRPr kumimoji="0" lang="en-US" altLang="en-US" sz="1800" b="0" i="0" u="none" strike="noStrike" cap="none" normalizeH="0" baseline="0">
                <a:ln>
                  <a:noFill/>
                </a:ln>
                <a:effectLst/>
                <a:latin typeface="Arial" panose="020B0604020202020204" pitchFamily="34" charset="0"/>
              </a:endParaRPr>
            </a:p>
          </p:txBody>
        </p:sp>
        <p:sp>
          <p:nvSpPr>
            <p:cNvPr id="310" name="Rectangle 89">
              <a:extLst>
                <a:ext uri="{FF2B5EF4-FFF2-40B4-BE49-F238E27FC236}">
                  <a16:creationId xmlns:a16="http://schemas.microsoft.com/office/drawing/2014/main" id="{D30DD6FD-51EB-19EC-8510-E1C9AF53735B}"/>
                </a:ext>
              </a:extLst>
            </p:cNvPr>
            <p:cNvSpPr>
              <a:spLocks noChangeArrowheads="1"/>
            </p:cNvSpPr>
            <p:nvPr/>
          </p:nvSpPr>
          <p:spPr bwMode="auto">
            <a:xfrm>
              <a:off x="2977" y="1875"/>
              <a:ext cx="706" cy="135"/>
            </a:xfrm>
            <a:prstGeom prst="rect">
              <a:avLst/>
            </a:prstGeom>
            <a:solidFill>
              <a:srgbClr val="7025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Rectangle 90">
              <a:extLst>
                <a:ext uri="{FF2B5EF4-FFF2-40B4-BE49-F238E27FC236}">
                  <a16:creationId xmlns:a16="http://schemas.microsoft.com/office/drawing/2014/main" id="{FA8D36D1-67FD-B784-519E-C36BEA31B3C5}"/>
                </a:ext>
              </a:extLst>
            </p:cNvPr>
            <p:cNvSpPr>
              <a:spLocks noChangeArrowheads="1"/>
            </p:cNvSpPr>
            <p:nvPr/>
          </p:nvSpPr>
          <p:spPr bwMode="auto">
            <a:xfrm>
              <a:off x="2985" y="1869"/>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CD9BCF"/>
                  </a:solidFill>
                  <a:effectLst/>
                  <a:latin typeface="Segoe UI Black" panose="020B0A02040204020203" pitchFamily="34" charset="0"/>
                </a:rPr>
                <a:t>A</a:t>
              </a:r>
              <a:endParaRPr kumimoji="0" lang="en-US" altLang="en-US" sz="1800" b="0" i="0" u="none" strike="noStrike" cap="none" normalizeH="0" baseline="0">
                <a:ln>
                  <a:noFill/>
                </a:ln>
                <a:solidFill>
                  <a:srgbClr val="CD9BCF"/>
                </a:solidFill>
                <a:effectLst/>
                <a:latin typeface="Arial" panose="020B0604020202020204" pitchFamily="34" charset="0"/>
              </a:endParaRPr>
            </a:p>
          </p:txBody>
        </p:sp>
        <p:sp>
          <p:nvSpPr>
            <p:cNvPr id="312" name="Rectangle 91">
              <a:extLst>
                <a:ext uri="{FF2B5EF4-FFF2-40B4-BE49-F238E27FC236}">
                  <a16:creationId xmlns:a16="http://schemas.microsoft.com/office/drawing/2014/main" id="{A2790CC1-ECD3-C2AA-C63A-83B06BB562FD}"/>
                </a:ext>
              </a:extLst>
            </p:cNvPr>
            <p:cNvSpPr>
              <a:spLocks noChangeArrowheads="1"/>
            </p:cNvSpPr>
            <p:nvPr/>
          </p:nvSpPr>
          <p:spPr bwMode="auto">
            <a:xfrm>
              <a:off x="3051" y="1869"/>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3" name="Rectangle 92">
              <a:extLst>
                <a:ext uri="{FF2B5EF4-FFF2-40B4-BE49-F238E27FC236}">
                  <a16:creationId xmlns:a16="http://schemas.microsoft.com/office/drawing/2014/main" id="{C2F74C0D-75FA-B70A-ED71-3CFA807964B4}"/>
                </a:ext>
              </a:extLst>
            </p:cNvPr>
            <p:cNvSpPr>
              <a:spLocks noChangeArrowheads="1"/>
            </p:cNvSpPr>
            <p:nvPr/>
          </p:nvSpPr>
          <p:spPr bwMode="auto">
            <a:xfrm>
              <a:off x="2985" y="1946"/>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702573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4" name="Rectangle 93">
              <a:extLst>
                <a:ext uri="{FF2B5EF4-FFF2-40B4-BE49-F238E27FC236}">
                  <a16:creationId xmlns:a16="http://schemas.microsoft.com/office/drawing/2014/main" id="{4B629030-A380-3E24-758E-F1D167C23086}"/>
                </a:ext>
              </a:extLst>
            </p:cNvPr>
            <p:cNvSpPr>
              <a:spLocks noChangeArrowheads="1"/>
            </p:cNvSpPr>
            <p:nvPr/>
          </p:nvSpPr>
          <p:spPr bwMode="auto">
            <a:xfrm>
              <a:off x="2977" y="1586"/>
              <a:ext cx="706" cy="135"/>
            </a:xfrm>
            <a:prstGeom prst="rect">
              <a:avLst/>
            </a:prstGeom>
            <a:solidFill>
              <a:srgbClr val="CD9B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Rectangle 94">
              <a:extLst>
                <a:ext uri="{FF2B5EF4-FFF2-40B4-BE49-F238E27FC236}">
                  <a16:creationId xmlns:a16="http://schemas.microsoft.com/office/drawing/2014/main" id="{6D81EE59-1E06-6AAB-A8EE-80D567AE752D}"/>
                </a:ext>
              </a:extLst>
            </p:cNvPr>
            <p:cNvSpPr>
              <a:spLocks noChangeArrowheads="1"/>
            </p:cNvSpPr>
            <p:nvPr/>
          </p:nvSpPr>
          <p:spPr bwMode="auto">
            <a:xfrm>
              <a:off x="2985" y="1580"/>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02573"/>
                  </a:solidFill>
                  <a:effectLst/>
                  <a:latin typeface="Segoe UI Black" panose="020B0A02040204020203" pitchFamily="34" charset="0"/>
                </a:rPr>
                <a:t>A</a:t>
              </a:r>
              <a:endParaRPr kumimoji="0" lang="en-US" altLang="en-US" sz="1800" b="0" i="0" u="none" strike="noStrike" cap="none" normalizeH="0" baseline="0">
                <a:ln>
                  <a:noFill/>
                </a:ln>
                <a:solidFill>
                  <a:srgbClr val="702573"/>
                </a:solidFill>
                <a:effectLst/>
                <a:latin typeface="Arial" panose="020B0604020202020204" pitchFamily="34" charset="0"/>
              </a:endParaRPr>
            </a:p>
          </p:txBody>
        </p:sp>
        <p:sp>
          <p:nvSpPr>
            <p:cNvPr id="316" name="Rectangle 95">
              <a:extLst>
                <a:ext uri="{FF2B5EF4-FFF2-40B4-BE49-F238E27FC236}">
                  <a16:creationId xmlns:a16="http://schemas.microsoft.com/office/drawing/2014/main" id="{6AD9F2DD-3CC6-E096-A24F-323DA0D326AD}"/>
                </a:ext>
              </a:extLst>
            </p:cNvPr>
            <p:cNvSpPr>
              <a:spLocks noChangeArrowheads="1"/>
            </p:cNvSpPr>
            <p:nvPr/>
          </p:nvSpPr>
          <p:spPr bwMode="auto">
            <a:xfrm>
              <a:off x="3051" y="1580"/>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7" name="Rectangle 96">
              <a:extLst>
                <a:ext uri="{FF2B5EF4-FFF2-40B4-BE49-F238E27FC236}">
                  <a16:creationId xmlns:a16="http://schemas.microsoft.com/office/drawing/2014/main" id="{AFB34C5D-AB21-1047-2C41-96AAFC6CF230}"/>
                </a:ext>
              </a:extLst>
            </p:cNvPr>
            <p:cNvSpPr>
              <a:spLocks noChangeArrowheads="1"/>
            </p:cNvSpPr>
            <p:nvPr/>
          </p:nvSpPr>
          <p:spPr bwMode="auto">
            <a:xfrm>
              <a:off x="2985" y="1658"/>
              <a:ext cx="14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CD9BCF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8" name="Rectangle 97">
              <a:extLst>
                <a:ext uri="{FF2B5EF4-FFF2-40B4-BE49-F238E27FC236}">
                  <a16:creationId xmlns:a16="http://schemas.microsoft.com/office/drawing/2014/main" id="{577AD0A0-7F00-AA4F-1B1B-61CFE55F937D}"/>
                </a:ext>
              </a:extLst>
            </p:cNvPr>
            <p:cNvSpPr>
              <a:spLocks noChangeArrowheads="1"/>
            </p:cNvSpPr>
            <p:nvPr/>
          </p:nvSpPr>
          <p:spPr bwMode="auto">
            <a:xfrm>
              <a:off x="2976" y="2023"/>
              <a:ext cx="1428" cy="13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Rectangle 98">
              <a:extLst>
                <a:ext uri="{FF2B5EF4-FFF2-40B4-BE49-F238E27FC236}">
                  <a16:creationId xmlns:a16="http://schemas.microsoft.com/office/drawing/2014/main" id="{AEE8AF68-7485-0DA2-1E8F-EA9EFEEF18D2}"/>
                </a:ext>
              </a:extLst>
            </p:cNvPr>
            <p:cNvSpPr>
              <a:spLocks noChangeArrowheads="1"/>
            </p:cNvSpPr>
            <p:nvPr/>
          </p:nvSpPr>
          <p:spPr bwMode="auto">
            <a:xfrm>
              <a:off x="2977" y="2024"/>
              <a:ext cx="142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0" name="Rectangle 99">
              <a:extLst>
                <a:ext uri="{FF2B5EF4-FFF2-40B4-BE49-F238E27FC236}">
                  <a16:creationId xmlns:a16="http://schemas.microsoft.com/office/drawing/2014/main" id="{00A4FA1A-2972-8EFD-C7DB-916888D02231}"/>
                </a:ext>
              </a:extLst>
            </p:cNvPr>
            <p:cNvSpPr>
              <a:spLocks noChangeArrowheads="1"/>
            </p:cNvSpPr>
            <p:nvPr/>
          </p:nvSpPr>
          <p:spPr bwMode="auto">
            <a:xfrm>
              <a:off x="2985" y="2028"/>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000000</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321" name="Rectangle 100">
              <a:extLst>
                <a:ext uri="{FF2B5EF4-FFF2-40B4-BE49-F238E27FC236}">
                  <a16:creationId xmlns:a16="http://schemas.microsoft.com/office/drawing/2014/main" id="{E02AE344-8FCD-07A4-1035-21E5745797EA}"/>
                </a:ext>
              </a:extLst>
            </p:cNvPr>
            <p:cNvSpPr>
              <a:spLocks noChangeArrowheads="1"/>
            </p:cNvSpPr>
            <p:nvPr/>
          </p:nvSpPr>
          <p:spPr bwMode="auto">
            <a:xfrm>
              <a:off x="1532" y="1439"/>
              <a:ext cx="1430" cy="136"/>
            </a:xfrm>
            <a:prstGeom prst="rect">
              <a:avLst/>
            </a:prstGeom>
            <a:solidFill>
              <a:srgbClr val="E8E6D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Rectangle 101">
              <a:extLst>
                <a:ext uri="{FF2B5EF4-FFF2-40B4-BE49-F238E27FC236}">
                  <a16:creationId xmlns:a16="http://schemas.microsoft.com/office/drawing/2014/main" id="{A8F0A57D-3D77-F52A-CEE5-C300AC719E97}"/>
                </a:ext>
              </a:extLst>
            </p:cNvPr>
            <p:cNvSpPr>
              <a:spLocks noChangeArrowheads="1"/>
            </p:cNvSpPr>
            <p:nvPr/>
          </p:nvSpPr>
          <p:spPr bwMode="auto">
            <a:xfrm>
              <a:off x="1532" y="1439"/>
              <a:ext cx="1429"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3" name="Rectangle 102">
              <a:extLst>
                <a:ext uri="{FF2B5EF4-FFF2-40B4-BE49-F238E27FC236}">
                  <a16:creationId xmlns:a16="http://schemas.microsoft.com/office/drawing/2014/main" id="{34755F26-EC65-BC3C-F00F-5952873E93B5}"/>
                </a:ext>
              </a:extLst>
            </p:cNvPr>
            <p:cNvSpPr>
              <a:spLocks noChangeArrowheads="1"/>
            </p:cNvSpPr>
            <p:nvPr/>
          </p:nvSpPr>
          <p:spPr bwMode="auto">
            <a:xfrm>
              <a:off x="1541" y="1435"/>
              <a:ext cx="3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1A1A1A"/>
                  </a:solidFill>
                  <a:effectLst/>
                  <a:latin typeface="Segoe UI" panose="020B0502040204020203" pitchFamily="34" charset="0"/>
                </a:rPr>
                <a:t>Neutral Gray</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4" name="Rectangle 103">
              <a:extLst>
                <a:ext uri="{FF2B5EF4-FFF2-40B4-BE49-F238E27FC236}">
                  <a16:creationId xmlns:a16="http://schemas.microsoft.com/office/drawing/2014/main" id="{B81AAAC1-86AE-E75F-941C-AB9A2CF58E0B}"/>
                </a:ext>
              </a:extLst>
            </p:cNvPr>
            <p:cNvSpPr>
              <a:spLocks noChangeArrowheads="1"/>
            </p:cNvSpPr>
            <p:nvPr/>
          </p:nvSpPr>
          <p:spPr bwMode="auto">
            <a:xfrm>
              <a:off x="1541" y="1502"/>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E8E6DF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5" name="Rectangle 14">
              <a:extLst>
                <a:ext uri="{FF2B5EF4-FFF2-40B4-BE49-F238E27FC236}">
                  <a16:creationId xmlns:a16="http://schemas.microsoft.com/office/drawing/2014/main" id="{EB0437A5-6694-879B-F94E-9FA34DFD9D2C}"/>
                </a:ext>
              </a:extLst>
            </p:cNvPr>
            <p:cNvSpPr>
              <a:spLocks noChangeArrowheads="1"/>
            </p:cNvSpPr>
            <p:nvPr/>
          </p:nvSpPr>
          <p:spPr bwMode="auto">
            <a:xfrm>
              <a:off x="2329" y="1724"/>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6" name="Rectangle 95">
              <a:extLst>
                <a:ext uri="{FF2B5EF4-FFF2-40B4-BE49-F238E27FC236}">
                  <a16:creationId xmlns:a16="http://schemas.microsoft.com/office/drawing/2014/main" id="{7CF198F9-1D72-F8CC-3A2E-9B2DAE529DAF}"/>
                </a:ext>
              </a:extLst>
            </p:cNvPr>
            <p:cNvSpPr>
              <a:spLocks noChangeArrowheads="1"/>
            </p:cNvSpPr>
            <p:nvPr/>
          </p:nvSpPr>
          <p:spPr bwMode="auto">
            <a:xfrm>
              <a:off x="3051"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3516608941"/>
      </p:ext>
    </p:extLst>
  </p:cSld>
  <p:clrMap bg1="lt1" tx1="dk1" bg2="lt2" tx2="dk2" accent1="accent1" accent2="accent2" accent3="accent3" accent4="accent4" accent5="accent5" accent6="accent6" hlink="hlink" folHlink="folHlink"/>
  <p:sldLayoutIdLst>
    <p:sldLayoutId id="2147485161" r:id="rId1"/>
    <p:sldLayoutId id="2147485162" r:id="rId2"/>
    <p:sldLayoutId id="2147485163" r:id="rId3"/>
    <p:sldLayoutId id="2147485164" r:id="rId4"/>
    <p:sldLayoutId id="2147485165" r:id="rId5"/>
    <p:sldLayoutId id="2147485166" r:id="rId6"/>
    <p:sldLayoutId id="2147485167" r:id="rId7"/>
    <p:sldLayoutId id="2147485168" r:id="rId8"/>
    <p:sldLayoutId id="2147485169" r:id="rId9"/>
    <p:sldLayoutId id="2147485170" r:id="rId10"/>
    <p:sldLayoutId id="2147485171" r:id="rId11"/>
    <p:sldLayoutId id="2147485172" r:id="rId12"/>
    <p:sldLayoutId id="2147485173" r:id="rId13"/>
    <p:sldLayoutId id="2147485174" r:id="rId14"/>
    <p:sldLayoutId id="2147485175" r:id="rId15"/>
    <p:sldLayoutId id="2147485176" r:id="rId16"/>
    <p:sldLayoutId id="2147485177" r:id="rId17"/>
    <p:sldLayoutId id="2147485178" r:id="rId18"/>
    <p:sldLayoutId id="2147485179" r:id="rId19"/>
    <p:sldLayoutId id="2147485180" r:id="rId20"/>
    <p:sldLayoutId id="2147485181" r:id="rId21"/>
    <p:sldLayoutId id="2147485182" r:id="rId22"/>
    <p:sldLayoutId id="2147485183" r:id="rId23"/>
    <p:sldLayoutId id="2147485184" r:id="rId24"/>
    <p:sldLayoutId id="2147485185" r:id="rId25"/>
    <p:sldLayoutId id="2147485186" r:id="rId26"/>
    <p:sldLayoutId id="2147485187" r:id="rId27"/>
    <p:sldLayoutId id="2147485188" r:id="rId28"/>
    <p:sldLayoutId id="2147485189" r:id="rId29"/>
    <p:sldLayoutId id="2147485190" r:id="rId30"/>
    <p:sldLayoutId id="2147485191" r:id="rId31"/>
    <p:sldLayoutId id="2147485192" r:id="rId32"/>
    <p:sldLayoutId id="2147485193" r:id="rId33"/>
    <p:sldLayoutId id="2147485194" r:id="rId34"/>
    <p:sldLayoutId id="2147485195" r:id="rId35"/>
    <p:sldLayoutId id="2147485196" r:id="rId36"/>
    <p:sldLayoutId id="2147485197" r:id="rId37"/>
    <p:sldLayoutId id="2147485198" r:id="rId38"/>
    <p:sldLayoutId id="2147485199" r:id="rId39"/>
    <p:sldLayoutId id="2147485200" r:id="rId40"/>
    <p:sldLayoutId id="2147485201" r:id="rId41"/>
    <p:sldLayoutId id="2147485202" r:id="rId42"/>
    <p:sldLayoutId id="2147485203" r:id="rId43"/>
    <p:sldLayoutId id="2147485204" r:id="rId44"/>
    <p:sldLayoutId id="2147485205" r:id="rId45"/>
    <p:sldLayoutId id="2147485206" r:id="rId46"/>
    <p:sldLayoutId id="2147485207" r:id="rId47"/>
    <p:sldLayoutId id="2147485208" r:id="rId48"/>
    <p:sldLayoutId id="2147485209" r:id="rId49"/>
    <p:sldLayoutId id="2147485210" r:id="rId50"/>
    <p:sldLayoutId id="2147485211" r:id="rId51"/>
    <p:sldLayoutId id="2147485212" r:id="rId52"/>
    <p:sldLayoutId id="2147485213" r:id="rId53"/>
    <p:sldLayoutId id="2147485214" r:id="rId54"/>
    <p:sldLayoutId id="2147485215" r:id="rId55"/>
    <p:sldLayoutId id="2147485216" r:id="rId56"/>
    <p:sldLayoutId id="2147485217" r:id="rId57"/>
    <p:sldLayoutId id="2147485218" r:id="rId58"/>
    <p:sldLayoutId id="2147485219" r:id="rId59"/>
    <p:sldLayoutId id="2147485220" r:id="rId60"/>
    <p:sldLayoutId id="2147485221" r:id="rId61"/>
    <p:sldLayoutId id="2147485222" r:id="rId62"/>
    <p:sldLayoutId id="2147485223" r:id="rId63"/>
    <p:sldLayoutId id="2147485224" r:id="rId64"/>
    <p:sldLayoutId id="2147485225" r:id="rId65"/>
    <p:sldLayoutId id="2147485226" r:id="rId66"/>
    <p:sldLayoutId id="2147485227" r:id="rId67"/>
    <p:sldLayoutId id="2147485228" r:id="rId68"/>
    <p:sldLayoutId id="2147485229" r:id="rId69"/>
    <p:sldLayoutId id="2147485230" r:id="rId70"/>
    <p:sldLayoutId id="2147485231" r:id="rId71"/>
    <p:sldLayoutId id="2147485232" r:id="rId72"/>
    <p:sldLayoutId id="2147485233" r:id="rId73"/>
    <p:sldLayoutId id="2147485234" r:id="rId74"/>
    <p:sldLayoutId id="2147485235" r:id="rId75"/>
    <p:sldLayoutId id="2147485236" r:id="rId76"/>
    <p:sldLayoutId id="2147485237" r:id="rId77"/>
    <p:sldLayoutId id="2147485238" r:id="rId78"/>
    <p:sldLayoutId id="2147485239" r:id="rId79"/>
    <p:sldLayoutId id="2147485240" r:id="rId80"/>
    <p:sldLayoutId id="2147485241" r:id="rId81"/>
    <p:sldLayoutId id="2147485242" r:id="rId82"/>
    <p:sldLayoutId id="2147485243" r:id="rId83"/>
    <p:sldLayoutId id="2147485244" r:id="rId84"/>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lang="en-US" sz="2800" kern="1200" spc="0" baseline="0" dirty="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20">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88427678"/>
      </p:ext>
    </p:extLst>
  </p:cSld>
  <p:clrMap bg1="lt1" tx1="dk1" bg2="lt2" tx2="dk2" accent1="accent1" accent2="accent2" accent3="accent3" accent4="accent4" accent5="accent5" accent6="accent6" hlink="hlink" folHlink="folHlink"/>
  <p:sldLayoutIdLst>
    <p:sldLayoutId id="2147485246" r:id="rId1"/>
    <p:sldLayoutId id="2147485247" r:id="rId2"/>
    <p:sldLayoutId id="2147485248" r:id="rId3"/>
    <p:sldLayoutId id="2147485249" r:id="rId4"/>
    <p:sldLayoutId id="2147485250" r:id="rId5"/>
    <p:sldLayoutId id="2147485251" r:id="rId6"/>
    <p:sldLayoutId id="2147485252" r:id="rId7"/>
    <p:sldLayoutId id="2147485253" r:id="rId8"/>
    <p:sldLayoutId id="2147485254" r:id="rId9"/>
    <p:sldLayoutId id="2147485255" r:id="rId10"/>
    <p:sldLayoutId id="2147485256" r:id="rId11"/>
    <p:sldLayoutId id="2147485257" r:id="rId12"/>
    <p:sldLayoutId id="2147485258" r:id="rId13"/>
    <p:sldLayoutId id="2147485259" r:id="rId14"/>
    <p:sldLayoutId id="2147485260" r:id="rId15"/>
    <p:sldLayoutId id="2147485261" r:id="rId16"/>
    <p:sldLayoutId id="2147485262" r:id="rId17"/>
    <p:sldLayoutId id="2147485263" r:id="rId18"/>
    <p:sldLayoutId id="2147485264" r:id="rId19"/>
    <p:sldLayoutId id="2147485265" r:id="rId20"/>
    <p:sldLayoutId id="2147485266" r:id="rId21"/>
    <p:sldLayoutId id="2147485267" r:id="rId22"/>
    <p:sldLayoutId id="2147485268" r:id="rId23"/>
    <p:sldLayoutId id="2147485269" r:id="rId24"/>
    <p:sldLayoutId id="2147485270" r:id="rId25"/>
    <p:sldLayoutId id="2147485271" r:id="rId26"/>
    <p:sldLayoutId id="2147485272" r:id="rId27"/>
    <p:sldLayoutId id="2147485273" r:id="rId28"/>
    <p:sldLayoutId id="2147485274" r:id="rId29"/>
    <p:sldLayoutId id="2147485275" r:id="rId30"/>
    <p:sldLayoutId id="2147485276" r:id="rId31"/>
    <p:sldLayoutId id="2147485277" r:id="rId32"/>
    <p:sldLayoutId id="2147485278" r:id="rId33"/>
    <p:sldLayoutId id="2147485279" r:id="rId34"/>
    <p:sldLayoutId id="2147485280" r:id="rId35"/>
    <p:sldLayoutId id="2147485281" r:id="rId36"/>
    <p:sldLayoutId id="2147485282" r:id="rId37"/>
    <p:sldLayoutId id="2147485283" r:id="rId38"/>
    <p:sldLayoutId id="2147485284" r:id="rId39"/>
    <p:sldLayoutId id="2147485285" r:id="rId40"/>
    <p:sldLayoutId id="2147485286" r:id="rId41"/>
    <p:sldLayoutId id="2147485287" r:id="rId42"/>
    <p:sldLayoutId id="2147485288" r:id="rId43"/>
    <p:sldLayoutId id="2147485289" r:id="rId44"/>
    <p:sldLayoutId id="2147485290" r:id="rId45"/>
    <p:sldLayoutId id="2147485291" r:id="rId46"/>
    <p:sldLayoutId id="2147485292" r:id="rId47"/>
    <p:sldLayoutId id="2147485293" r:id="rId48"/>
    <p:sldLayoutId id="2147485294" r:id="rId49"/>
    <p:sldLayoutId id="2147485295" r:id="rId50"/>
    <p:sldLayoutId id="2147485296" r:id="rId51"/>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userDrawn="1">
          <p15:clr>
            <a:srgbClr val="A5A5A5"/>
          </p15:clr>
        </p15:guide>
        <p15:guide id="2" pos="7680" userDrawn="1">
          <p15:clr>
            <a:srgbClr val="A5A5A5"/>
          </p15:clr>
        </p15:guide>
        <p15:guide id="3" pos="186" userDrawn="1">
          <p15:clr>
            <a:srgbClr val="A5A5A5"/>
          </p15:clr>
        </p15:guide>
        <p15:guide id="26" pos="7496" userDrawn="1">
          <p15:clr>
            <a:srgbClr val="A5A5A5"/>
          </p15:clr>
        </p15:guide>
        <p15:guide id="27" orient="horz" userDrawn="1">
          <p15:clr>
            <a:srgbClr val="A5A5A5"/>
          </p15:clr>
        </p15:guide>
        <p15:guide id="28" orient="horz" pos="4320" userDrawn="1">
          <p15:clr>
            <a:srgbClr val="A5A5A5"/>
          </p15:clr>
        </p15:guide>
        <p15:guide id="29" orient="horz" pos="184" userDrawn="1">
          <p15:clr>
            <a:srgbClr val="A5A5A5"/>
          </p15:clr>
        </p15:guide>
        <p15:guide id="40" orient="horz" pos="4134" userDrawn="1">
          <p15:clr>
            <a:srgbClr val="A5A5A5"/>
          </p15:clr>
        </p15:guide>
        <p15:guide id="42" pos="365" userDrawn="1">
          <p15:clr>
            <a:srgbClr val="C35EA4"/>
          </p15:clr>
        </p15:guide>
        <p15:guide id="43" orient="horz" pos="367" userDrawn="1">
          <p15:clr>
            <a:srgbClr val="C35EA4"/>
          </p15:clr>
        </p15:guide>
        <p15:guide id="44" orient="horz" pos="3953" userDrawn="1">
          <p15:clr>
            <a:srgbClr val="C35EA4"/>
          </p15:clr>
        </p15:guide>
        <p15:guide id="45" pos="7307" userDrawn="1">
          <p15:clr>
            <a:srgbClr val="C35EA4"/>
          </p15:clr>
        </p15:guide>
      </p15:sldGuideLst>
    </p:ext>
  </p:extLst>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94196827"/>
      </p:ext>
    </p:extLst>
  </p:cSld>
  <p:clrMap bg1="lt1" tx1="dk1" bg2="lt2" tx2="dk2" accent1="accent1" accent2="accent2" accent3="accent3" accent4="accent4" accent5="accent5" accent6="accent6" hlink="hlink" folHlink="folHlink"/>
  <p:sldLayoutIdLst>
    <p:sldLayoutId id="2147485298" r:id="rId1"/>
    <p:sldLayoutId id="2147485299" r:id="rId2"/>
    <p:sldLayoutId id="2147485300" r:id="rId3"/>
    <p:sldLayoutId id="2147485301" r:id="rId4"/>
    <p:sldLayoutId id="2147485302" r:id="rId5"/>
    <p:sldLayoutId id="2147485303" r:id="rId6"/>
    <p:sldLayoutId id="2147485304" r:id="rId7"/>
    <p:sldLayoutId id="2147485305" r:id="rId8"/>
    <p:sldLayoutId id="2147485306" r:id="rId9"/>
    <p:sldLayoutId id="2147485307" r:id="rId10"/>
    <p:sldLayoutId id="2147485308" r:id="rId11"/>
    <p:sldLayoutId id="2147485309" r:id="rId12"/>
    <p:sldLayoutId id="2147485310" r:id="rId13"/>
    <p:sldLayoutId id="2147485311" r:id="rId14"/>
    <p:sldLayoutId id="2147485312" r:id="rId15"/>
    <p:sldLayoutId id="2147485313" r:id="rId16"/>
    <p:sldLayoutId id="2147485314" r:id="rId17"/>
    <p:sldLayoutId id="2147485315" r:id="rId18"/>
    <p:sldLayoutId id="2147485316" r:id="rId19"/>
    <p:sldLayoutId id="2147485317" r:id="rId20"/>
    <p:sldLayoutId id="2147485318" r:id="rId21"/>
    <p:sldLayoutId id="2147485319" r:id="rId22"/>
    <p:sldLayoutId id="2147485320" r:id="rId23"/>
    <p:sldLayoutId id="2147485321" r:id="rId24"/>
    <p:sldLayoutId id="2147485322" r:id="rId25"/>
    <p:sldLayoutId id="2147485323" r:id="rId26"/>
    <p:sldLayoutId id="2147485324" r:id="rId27"/>
    <p:sldLayoutId id="2147485325" r:id="rId28"/>
    <p:sldLayoutId id="2147485326" r:id="rId29"/>
    <p:sldLayoutId id="2147485327" r:id="rId30"/>
    <p:sldLayoutId id="2147485328" r:id="rId31"/>
    <p:sldLayoutId id="2147485329" r:id="rId32"/>
    <p:sldLayoutId id="2147485330" r:id="rId33"/>
    <p:sldLayoutId id="2147485331" r:id="rId34"/>
    <p:sldLayoutId id="2147485332" r:id="rId35"/>
    <p:sldLayoutId id="2147485333" r:id="rId36"/>
    <p:sldLayoutId id="2147485334" r:id="rId37"/>
    <p:sldLayoutId id="2147485335" r:id="rId38"/>
    <p:sldLayoutId id="2147485336" r:id="rId39"/>
    <p:sldLayoutId id="2147485337" r:id="rId40"/>
    <p:sldLayoutId id="2147485338" r:id="rId41"/>
    <p:sldLayoutId id="2147485339" r:id="rId42"/>
    <p:sldLayoutId id="2147485340" r:id="rId43"/>
    <p:sldLayoutId id="2147485341" r:id="rId44"/>
    <p:sldLayoutId id="2147485342" r:id="rId45"/>
    <p:sldLayoutId id="2147485343" r:id="rId46"/>
    <p:sldLayoutId id="2147485344" r:id="rId47"/>
    <p:sldLayoutId id="2147485345" r:id="rId48"/>
    <p:sldLayoutId id="2147485346" r:id="rId49"/>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A5A5A5"/>
          </p15:clr>
        </p15:guide>
        <p15:guide id="2" pos="7680">
          <p15:clr>
            <a:srgbClr val="A5A5A5"/>
          </p15:clr>
        </p15:guide>
        <p15:guide id="3" pos="186">
          <p15:clr>
            <a:srgbClr val="A5A5A5"/>
          </p15:clr>
        </p15:guide>
        <p15:guide id="26" pos="7496">
          <p15:clr>
            <a:srgbClr val="A5A5A5"/>
          </p15:clr>
        </p15:guide>
        <p15:guide id="27" orient="horz">
          <p15:clr>
            <a:srgbClr val="A5A5A5"/>
          </p15:clr>
        </p15:guide>
        <p15:guide id="28" orient="horz" pos="4320">
          <p15:clr>
            <a:srgbClr val="A5A5A5"/>
          </p15:clr>
        </p15:guide>
        <p15:guide id="29" orient="horz" pos="184">
          <p15:clr>
            <a:srgbClr val="A5A5A5"/>
          </p15:clr>
        </p15:guide>
        <p15:guide id="40" orient="horz" pos="4134">
          <p15:clr>
            <a:srgbClr val="A5A5A5"/>
          </p15:clr>
        </p15:guide>
        <p15:guide id="42" pos="365">
          <p15:clr>
            <a:srgbClr val="C35EA4"/>
          </p15:clr>
        </p15:guide>
        <p15:guide id="43" orient="horz" pos="367">
          <p15:clr>
            <a:srgbClr val="C35EA4"/>
          </p15:clr>
        </p15:guide>
        <p15:guide id="44" orient="horz" pos="3953">
          <p15:clr>
            <a:srgbClr val="C35EA4"/>
          </p15:clr>
        </p15:guide>
        <p15:guide id="45" pos="7307">
          <p15:clr>
            <a:srgbClr val="C35EA4"/>
          </p15:clr>
        </p15:guide>
      </p15:sldGuideLst>
    </p:ext>
  </p:extLst>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bwMode="blackWhite">
      <p:bgPr>
        <a:solidFill>
          <a:srgbClr val="F4F3F5"/>
        </a:solidFill>
        <a:effectLst/>
      </p:bgPr>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marL="228600" marR="0" lvl="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Click to edit Master text styles</a:t>
            </a:r>
          </a:p>
          <a:p>
            <a:pPr marL="228600" marR="0" lvl="1"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Second level</a:t>
            </a:r>
          </a:p>
          <a:p>
            <a:pPr marL="228600" marR="0" lvl="2"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Third level</a:t>
            </a:r>
          </a:p>
          <a:p>
            <a:pPr marL="228600" marR="0" lvl="3"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Fourth level</a:t>
            </a:r>
          </a:p>
          <a:p>
            <a:pPr marL="228600" marR="0" lvl="4"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grpSp>
        <p:nvGrpSpPr>
          <p:cNvPr id="258" name="Group 257">
            <a:extLst>
              <a:ext uri="{FF2B5EF4-FFF2-40B4-BE49-F238E27FC236}">
                <a16:creationId xmlns:a16="http://schemas.microsoft.com/office/drawing/2014/main" id="{566C3ED6-7167-1619-C333-B86D0D162316}"/>
              </a:ext>
            </a:extLst>
          </p:cNvPr>
          <p:cNvGrpSpPr>
            <a:grpSpLocks noChangeAspect="1"/>
          </p:cNvGrpSpPr>
          <p:nvPr userDrawn="1"/>
        </p:nvGrpSpPr>
        <p:grpSpPr bwMode="auto">
          <a:xfrm rot="5400000">
            <a:off x="10659863" y="3998558"/>
            <a:ext cx="4597400" cy="1169987"/>
            <a:chOff x="1529" y="1423"/>
            <a:chExt cx="2896" cy="737"/>
          </a:xfrm>
        </p:grpSpPr>
        <p:sp>
          <p:nvSpPr>
            <p:cNvPr id="259" name="AutoShape 3">
              <a:extLst>
                <a:ext uri="{FF2B5EF4-FFF2-40B4-BE49-F238E27FC236}">
                  <a16:creationId xmlns:a16="http://schemas.microsoft.com/office/drawing/2014/main" id="{894C58B4-3C22-9620-7C92-D65ED6617E67}"/>
                </a:ext>
              </a:extLst>
            </p:cNvPr>
            <p:cNvSpPr>
              <a:spLocks noChangeAspect="1" noChangeArrowheads="1" noTextEdit="1"/>
            </p:cNvSpPr>
            <p:nvPr/>
          </p:nvSpPr>
          <p:spPr bwMode="auto">
            <a:xfrm>
              <a:off x="1529" y="1423"/>
              <a:ext cx="2896" cy="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Rectangle 5">
              <a:extLst>
                <a:ext uri="{FF2B5EF4-FFF2-40B4-BE49-F238E27FC236}">
                  <a16:creationId xmlns:a16="http://schemas.microsoft.com/office/drawing/2014/main" id="{B4F93CCF-3F88-5DCB-F12D-4DEBF36B9444}"/>
                </a:ext>
              </a:extLst>
            </p:cNvPr>
            <p:cNvSpPr>
              <a:spLocks noChangeArrowheads="1"/>
            </p:cNvSpPr>
            <p:nvPr/>
          </p:nvSpPr>
          <p:spPr bwMode="auto">
            <a:xfrm>
              <a:off x="2254" y="1727"/>
              <a:ext cx="707" cy="135"/>
            </a:xfrm>
            <a:prstGeom prst="rect">
              <a:avLst/>
            </a:prstGeom>
            <a:solidFill>
              <a:srgbClr val="F4364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Rectangle 6">
              <a:extLst>
                <a:ext uri="{FF2B5EF4-FFF2-40B4-BE49-F238E27FC236}">
                  <a16:creationId xmlns:a16="http://schemas.microsoft.com/office/drawing/2014/main" id="{7AC4893A-D0A3-D947-BE61-70B6DC4B9314}"/>
                </a:ext>
              </a:extLst>
            </p:cNvPr>
            <p:cNvSpPr>
              <a:spLocks noChangeArrowheads="1"/>
            </p:cNvSpPr>
            <p:nvPr/>
          </p:nvSpPr>
          <p:spPr bwMode="auto">
            <a:xfrm>
              <a:off x="2264"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62" name="Rectangle 7">
              <a:extLst>
                <a:ext uri="{FF2B5EF4-FFF2-40B4-BE49-F238E27FC236}">
                  <a16:creationId xmlns:a16="http://schemas.microsoft.com/office/drawing/2014/main" id="{DE65DAC6-345A-2542-166A-D2D08E76F806}"/>
                </a:ext>
              </a:extLst>
            </p:cNvPr>
            <p:cNvSpPr>
              <a:spLocks noChangeArrowheads="1"/>
            </p:cNvSpPr>
            <p:nvPr/>
          </p:nvSpPr>
          <p:spPr bwMode="auto">
            <a:xfrm>
              <a:off x="2264" y="1800"/>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F4364C</a:t>
              </a:r>
              <a:endParaRPr kumimoji="0" lang="en-US" altLang="en-US" sz="1800" b="0" i="0" u="none" strike="noStrike" cap="none" normalizeH="0" baseline="0">
                <a:ln>
                  <a:noFill/>
                </a:ln>
                <a:effectLst/>
                <a:latin typeface="Arial" panose="020B0604020202020204" pitchFamily="34" charset="0"/>
              </a:endParaRPr>
            </a:p>
          </p:txBody>
        </p:sp>
        <p:sp>
          <p:nvSpPr>
            <p:cNvPr id="263" name="Rectangle 8">
              <a:extLst>
                <a:ext uri="{FF2B5EF4-FFF2-40B4-BE49-F238E27FC236}">
                  <a16:creationId xmlns:a16="http://schemas.microsoft.com/office/drawing/2014/main" id="{1EADC519-4AB4-60A0-260A-EF7DC8229A97}"/>
                </a:ext>
              </a:extLst>
            </p:cNvPr>
            <p:cNvSpPr>
              <a:spLocks noChangeArrowheads="1"/>
            </p:cNvSpPr>
            <p:nvPr/>
          </p:nvSpPr>
          <p:spPr bwMode="auto">
            <a:xfrm>
              <a:off x="2254" y="1871"/>
              <a:ext cx="707" cy="137"/>
            </a:xfrm>
            <a:prstGeom prst="rect">
              <a:avLst/>
            </a:prstGeom>
            <a:solidFill>
              <a:srgbClr val="7326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Rectangle 9">
              <a:extLst>
                <a:ext uri="{FF2B5EF4-FFF2-40B4-BE49-F238E27FC236}">
                  <a16:creationId xmlns:a16="http://schemas.microsoft.com/office/drawing/2014/main" id="{B2CFF324-4BA8-188D-7395-AC042B4D6560}"/>
                </a:ext>
              </a:extLst>
            </p:cNvPr>
            <p:cNvSpPr>
              <a:spLocks noChangeArrowheads="1"/>
            </p:cNvSpPr>
            <p:nvPr/>
          </p:nvSpPr>
          <p:spPr bwMode="auto">
            <a:xfrm>
              <a:off x="2264"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B3BB"/>
                  </a:solidFill>
                  <a:effectLst/>
                  <a:latin typeface="Segoe UI Black" panose="020B0A02040204020203" pitchFamily="34" charset="0"/>
                </a:rPr>
                <a:t>A</a:t>
              </a:r>
              <a:endParaRPr kumimoji="0" lang="en-US" altLang="en-US" sz="1800" b="0" i="0" u="none" strike="noStrike" cap="none" normalizeH="0" baseline="0">
                <a:ln>
                  <a:noFill/>
                </a:ln>
                <a:solidFill>
                  <a:srgbClr val="FFB3BB"/>
                </a:solidFill>
                <a:effectLst/>
                <a:latin typeface="Arial" panose="020B0604020202020204" pitchFamily="34" charset="0"/>
              </a:endParaRPr>
            </a:p>
          </p:txBody>
        </p:sp>
        <p:sp>
          <p:nvSpPr>
            <p:cNvPr id="265" name="Rectangle 10">
              <a:extLst>
                <a:ext uri="{FF2B5EF4-FFF2-40B4-BE49-F238E27FC236}">
                  <a16:creationId xmlns:a16="http://schemas.microsoft.com/office/drawing/2014/main" id="{03BDB961-C287-23C5-66DF-74F0AFDFB76B}"/>
                </a:ext>
              </a:extLst>
            </p:cNvPr>
            <p:cNvSpPr>
              <a:spLocks noChangeArrowheads="1"/>
            </p:cNvSpPr>
            <p:nvPr/>
          </p:nvSpPr>
          <p:spPr bwMode="auto">
            <a:xfrm>
              <a:off x="2329"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 name="Rectangle 11">
              <a:extLst>
                <a:ext uri="{FF2B5EF4-FFF2-40B4-BE49-F238E27FC236}">
                  <a16:creationId xmlns:a16="http://schemas.microsoft.com/office/drawing/2014/main" id="{35ADEDE9-FB7B-876E-7225-4D3AB73422EF}"/>
                </a:ext>
              </a:extLst>
            </p:cNvPr>
            <p:cNvSpPr>
              <a:spLocks noChangeArrowheads="1"/>
            </p:cNvSpPr>
            <p:nvPr/>
          </p:nvSpPr>
          <p:spPr bwMode="auto">
            <a:xfrm>
              <a:off x="2264" y="1943"/>
              <a:ext cx="13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73262F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7" name="Rectangle 12">
              <a:extLst>
                <a:ext uri="{FF2B5EF4-FFF2-40B4-BE49-F238E27FC236}">
                  <a16:creationId xmlns:a16="http://schemas.microsoft.com/office/drawing/2014/main" id="{03DA7BF6-FE99-195F-2925-BD0968D0CE23}"/>
                </a:ext>
              </a:extLst>
            </p:cNvPr>
            <p:cNvSpPr>
              <a:spLocks noChangeArrowheads="1"/>
            </p:cNvSpPr>
            <p:nvPr/>
          </p:nvSpPr>
          <p:spPr bwMode="auto">
            <a:xfrm>
              <a:off x="2254" y="1582"/>
              <a:ext cx="707" cy="136"/>
            </a:xfrm>
            <a:prstGeom prst="rect">
              <a:avLst/>
            </a:prstGeom>
            <a:solidFill>
              <a:srgbClr val="FFB3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Rectangle 13">
              <a:extLst>
                <a:ext uri="{FF2B5EF4-FFF2-40B4-BE49-F238E27FC236}">
                  <a16:creationId xmlns:a16="http://schemas.microsoft.com/office/drawing/2014/main" id="{AE1CAD70-4A31-E224-8481-B797DB87F72F}"/>
                </a:ext>
              </a:extLst>
            </p:cNvPr>
            <p:cNvSpPr>
              <a:spLocks noChangeArrowheads="1"/>
            </p:cNvSpPr>
            <p:nvPr/>
          </p:nvSpPr>
          <p:spPr bwMode="auto">
            <a:xfrm>
              <a:off x="2264"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262F"/>
                  </a:solidFill>
                  <a:effectLst/>
                  <a:latin typeface="Segoe UI Black" panose="020B0A02040204020203" pitchFamily="34" charset="0"/>
                </a:rPr>
                <a:t>A</a:t>
              </a:r>
              <a:endParaRPr kumimoji="0" lang="en-US" altLang="en-US" sz="1800" b="0" i="0" u="none" strike="noStrike" cap="none" normalizeH="0" baseline="0">
                <a:ln>
                  <a:noFill/>
                </a:ln>
                <a:solidFill>
                  <a:srgbClr val="73262F"/>
                </a:solidFill>
                <a:effectLst/>
                <a:latin typeface="Arial" panose="020B0604020202020204" pitchFamily="34" charset="0"/>
              </a:endParaRPr>
            </a:p>
          </p:txBody>
        </p:sp>
        <p:sp>
          <p:nvSpPr>
            <p:cNvPr id="269" name="Rectangle 14">
              <a:extLst>
                <a:ext uri="{FF2B5EF4-FFF2-40B4-BE49-F238E27FC236}">
                  <a16:creationId xmlns:a16="http://schemas.microsoft.com/office/drawing/2014/main" id="{50413BA8-271F-17E9-274D-A6681E4E35BE}"/>
                </a:ext>
              </a:extLst>
            </p:cNvPr>
            <p:cNvSpPr>
              <a:spLocks noChangeArrowheads="1"/>
            </p:cNvSpPr>
            <p:nvPr/>
          </p:nvSpPr>
          <p:spPr bwMode="auto">
            <a:xfrm>
              <a:off x="2329"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0" name="Rectangle 15">
              <a:extLst>
                <a:ext uri="{FF2B5EF4-FFF2-40B4-BE49-F238E27FC236}">
                  <a16:creationId xmlns:a16="http://schemas.microsoft.com/office/drawing/2014/main" id="{5E8A55D7-5C9F-19E4-44F8-0D5ED73A059E}"/>
                </a:ext>
              </a:extLst>
            </p:cNvPr>
            <p:cNvSpPr>
              <a:spLocks noChangeArrowheads="1"/>
            </p:cNvSpPr>
            <p:nvPr/>
          </p:nvSpPr>
          <p:spPr bwMode="auto">
            <a:xfrm>
              <a:off x="2264" y="1654"/>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FFB3BB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1" name="Rectangle 16">
              <a:extLst>
                <a:ext uri="{FF2B5EF4-FFF2-40B4-BE49-F238E27FC236}">
                  <a16:creationId xmlns:a16="http://schemas.microsoft.com/office/drawing/2014/main" id="{AB98BB47-C797-09CC-A9F3-51FE51653B12}"/>
                </a:ext>
              </a:extLst>
            </p:cNvPr>
            <p:cNvSpPr>
              <a:spLocks noChangeArrowheads="1"/>
            </p:cNvSpPr>
            <p:nvPr/>
          </p:nvSpPr>
          <p:spPr bwMode="auto">
            <a:xfrm>
              <a:off x="2255" y="2022"/>
              <a:ext cx="706" cy="13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Rectangle 17">
              <a:extLst>
                <a:ext uri="{FF2B5EF4-FFF2-40B4-BE49-F238E27FC236}">
                  <a16:creationId xmlns:a16="http://schemas.microsoft.com/office/drawing/2014/main" id="{C52F19C0-13E8-0692-788F-02A274A980BA}"/>
                </a:ext>
              </a:extLst>
            </p:cNvPr>
            <p:cNvSpPr>
              <a:spLocks noChangeArrowheads="1"/>
            </p:cNvSpPr>
            <p:nvPr/>
          </p:nvSpPr>
          <p:spPr bwMode="auto">
            <a:xfrm>
              <a:off x="2255" y="2022"/>
              <a:ext cx="706"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3" name="Rectangle 18">
              <a:extLst>
                <a:ext uri="{FF2B5EF4-FFF2-40B4-BE49-F238E27FC236}">
                  <a16:creationId xmlns:a16="http://schemas.microsoft.com/office/drawing/2014/main" id="{0EF8B30C-1FB6-7C73-44FC-2C39DF7549A8}"/>
                </a:ext>
              </a:extLst>
            </p:cNvPr>
            <p:cNvSpPr>
              <a:spLocks noChangeArrowheads="1"/>
            </p:cNvSpPr>
            <p:nvPr/>
          </p:nvSpPr>
          <p:spPr bwMode="auto">
            <a:xfrm>
              <a:off x="2264" y="2024"/>
              <a:ext cx="12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FFFFFF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4" name="Rectangle 50">
              <a:extLst>
                <a:ext uri="{FF2B5EF4-FFF2-40B4-BE49-F238E27FC236}">
                  <a16:creationId xmlns:a16="http://schemas.microsoft.com/office/drawing/2014/main" id="{D25297AC-6025-DA45-015A-AD5967168C02}"/>
                </a:ext>
              </a:extLst>
            </p:cNvPr>
            <p:cNvSpPr>
              <a:spLocks noChangeArrowheads="1"/>
            </p:cNvSpPr>
            <p:nvPr/>
          </p:nvSpPr>
          <p:spPr bwMode="auto">
            <a:xfrm>
              <a:off x="1533" y="1727"/>
              <a:ext cx="706" cy="135"/>
            </a:xfrm>
            <a:prstGeom prst="rect">
              <a:avLst/>
            </a:prstGeom>
            <a:solidFill>
              <a:srgbClr val="FF5C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Rectangle 51">
              <a:extLst>
                <a:ext uri="{FF2B5EF4-FFF2-40B4-BE49-F238E27FC236}">
                  <a16:creationId xmlns:a16="http://schemas.microsoft.com/office/drawing/2014/main" id="{D895CA29-DE29-0BF3-3158-751FF8EC37F0}"/>
                </a:ext>
              </a:extLst>
            </p:cNvPr>
            <p:cNvSpPr>
              <a:spLocks noChangeArrowheads="1"/>
            </p:cNvSpPr>
            <p:nvPr/>
          </p:nvSpPr>
          <p:spPr bwMode="auto">
            <a:xfrm>
              <a:off x="1542"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76" name="Rectangle 52">
              <a:extLst>
                <a:ext uri="{FF2B5EF4-FFF2-40B4-BE49-F238E27FC236}">
                  <a16:creationId xmlns:a16="http://schemas.microsoft.com/office/drawing/2014/main" id="{7EFCFC16-4A98-86AC-7619-A114CF099F7D}"/>
                </a:ext>
              </a:extLst>
            </p:cNvPr>
            <p:cNvSpPr>
              <a:spLocks noChangeArrowheads="1"/>
            </p:cNvSpPr>
            <p:nvPr/>
          </p:nvSpPr>
          <p:spPr bwMode="auto">
            <a:xfrm>
              <a:off x="1608" y="1722"/>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7" name="Rectangle 53">
              <a:extLst>
                <a:ext uri="{FF2B5EF4-FFF2-40B4-BE49-F238E27FC236}">
                  <a16:creationId xmlns:a16="http://schemas.microsoft.com/office/drawing/2014/main" id="{B9712463-FD5D-ABC4-36B0-C830E76330F6}"/>
                </a:ext>
              </a:extLst>
            </p:cNvPr>
            <p:cNvSpPr>
              <a:spLocks noChangeArrowheads="1"/>
            </p:cNvSpPr>
            <p:nvPr/>
          </p:nvSpPr>
          <p:spPr bwMode="auto">
            <a:xfrm>
              <a:off x="1542" y="1800"/>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FF5C39</a:t>
              </a:r>
              <a:endParaRPr kumimoji="0" lang="en-US" altLang="en-US" sz="1800" b="0" i="0" u="none" strike="noStrike" cap="none" normalizeH="0" baseline="0">
                <a:ln>
                  <a:noFill/>
                </a:ln>
                <a:effectLst/>
                <a:latin typeface="Arial" panose="020B0604020202020204" pitchFamily="34" charset="0"/>
              </a:endParaRPr>
            </a:p>
          </p:txBody>
        </p:sp>
        <p:sp>
          <p:nvSpPr>
            <p:cNvPr id="278" name="Rectangle 54">
              <a:extLst>
                <a:ext uri="{FF2B5EF4-FFF2-40B4-BE49-F238E27FC236}">
                  <a16:creationId xmlns:a16="http://schemas.microsoft.com/office/drawing/2014/main" id="{8ACAB4E1-6417-0C0C-9E12-B1E8EEA4613E}"/>
                </a:ext>
              </a:extLst>
            </p:cNvPr>
            <p:cNvSpPr>
              <a:spLocks noChangeArrowheads="1"/>
            </p:cNvSpPr>
            <p:nvPr/>
          </p:nvSpPr>
          <p:spPr bwMode="auto">
            <a:xfrm>
              <a:off x="1533" y="1871"/>
              <a:ext cx="706" cy="137"/>
            </a:xfrm>
            <a:prstGeom prst="rect">
              <a:avLst/>
            </a:prstGeom>
            <a:solidFill>
              <a:srgbClr val="73391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Rectangle 55">
              <a:extLst>
                <a:ext uri="{FF2B5EF4-FFF2-40B4-BE49-F238E27FC236}">
                  <a16:creationId xmlns:a16="http://schemas.microsoft.com/office/drawing/2014/main" id="{7E6BE592-BF8C-8CF1-0798-04DA17C036E6}"/>
                </a:ext>
              </a:extLst>
            </p:cNvPr>
            <p:cNvSpPr>
              <a:spLocks noChangeArrowheads="1"/>
            </p:cNvSpPr>
            <p:nvPr/>
          </p:nvSpPr>
          <p:spPr bwMode="auto">
            <a:xfrm>
              <a:off x="1542"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A38B"/>
                  </a:solidFill>
                  <a:effectLst/>
                  <a:latin typeface="Segoe UI Black" panose="020B0A02040204020203" pitchFamily="34" charset="0"/>
                </a:rPr>
                <a:t>A</a:t>
              </a:r>
              <a:endParaRPr kumimoji="0" lang="en-US" altLang="en-US" sz="1800" b="0" i="0" u="none" strike="noStrike" cap="none" normalizeH="0" baseline="0">
                <a:ln>
                  <a:noFill/>
                </a:ln>
                <a:solidFill>
                  <a:srgbClr val="FFA38B"/>
                </a:solidFill>
                <a:effectLst/>
                <a:latin typeface="Arial" panose="020B0604020202020204" pitchFamily="34" charset="0"/>
              </a:endParaRPr>
            </a:p>
          </p:txBody>
        </p:sp>
        <p:sp>
          <p:nvSpPr>
            <p:cNvPr id="280" name="Rectangle 56">
              <a:extLst>
                <a:ext uri="{FF2B5EF4-FFF2-40B4-BE49-F238E27FC236}">
                  <a16:creationId xmlns:a16="http://schemas.microsoft.com/office/drawing/2014/main" id="{F02A06DF-8715-F16B-5F10-11C5F2584525}"/>
                </a:ext>
              </a:extLst>
            </p:cNvPr>
            <p:cNvSpPr>
              <a:spLocks noChangeArrowheads="1"/>
            </p:cNvSpPr>
            <p:nvPr/>
          </p:nvSpPr>
          <p:spPr bwMode="auto">
            <a:xfrm>
              <a:off x="1608"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1" name="Rectangle 57">
              <a:extLst>
                <a:ext uri="{FF2B5EF4-FFF2-40B4-BE49-F238E27FC236}">
                  <a16:creationId xmlns:a16="http://schemas.microsoft.com/office/drawing/2014/main" id="{45F29D9D-6572-80B7-280A-53297335FBF7}"/>
                </a:ext>
              </a:extLst>
            </p:cNvPr>
            <p:cNvSpPr>
              <a:spLocks noChangeArrowheads="1"/>
            </p:cNvSpPr>
            <p:nvPr/>
          </p:nvSpPr>
          <p:spPr bwMode="auto">
            <a:xfrm>
              <a:off x="1542" y="1943"/>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73391D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2" name="Rectangle 58">
              <a:extLst>
                <a:ext uri="{FF2B5EF4-FFF2-40B4-BE49-F238E27FC236}">
                  <a16:creationId xmlns:a16="http://schemas.microsoft.com/office/drawing/2014/main" id="{013A62C5-A54C-C8BE-D34C-557861D50FBB}"/>
                </a:ext>
              </a:extLst>
            </p:cNvPr>
            <p:cNvSpPr>
              <a:spLocks noChangeArrowheads="1"/>
            </p:cNvSpPr>
            <p:nvPr/>
          </p:nvSpPr>
          <p:spPr bwMode="auto">
            <a:xfrm>
              <a:off x="1533" y="1582"/>
              <a:ext cx="706" cy="136"/>
            </a:xfrm>
            <a:prstGeom prst="rect">
              <a:avLst/>
            </a:prstGeom>
            <a:solidFill>
              <a:srgbClr val="FFA3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Rectangle 59">
              <a:extLst>
                <a:ext uri="{FF2B5EF4-FFF2-40B4-BE49-F238E27FC236}">
                  <a16:creationId xmlns:a16="http://schemas.microsoft.com/office/drawing/2014/main" id="{A3D38249-2B2F-44FE-8004-78F738A54143}"/>
                </a:ext>
              </a:extLst>
            </p:cNvPr>
            <p:cNvSpPr>
              <a:spLocks noChangeArrowheads="1"/>
            </p:cNvSpPr>
            <p:nvPr/>
          </p:nvSpPr>
          <p:spPr bwMode="auto">
            <a:xfrm>
              <a:off x="1542"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391D"/>
                  </a:solidFill>
                  <a:effectLst/>
                  <a:latin typeface="Segoe UI Black" panose="020B0A02040204020203" pitchFamily="34" charset="0"/>
                </a:rPr>
                <a:t>A</a:t>
              </a:r>
              <a:endParaRPr kumimoji="0" lang="en-US" altLang="en-US" sz="1800" b="0" i="0" u="none" strike="noStrike" cap="none" normalizeH="0" baseline="0">
                <a:ln>
                  <a:noFill/>
                </a:ln>
                <a:solidFill>
                  <a:srgbClr val="73391D"/>
                </a:solidFill>
                <a:effectLst/>
                <a:latin typeface="Arial" panose="020B0604020202020204" pitchFamily="34" charset="0"/>
              </a:endParaRPr>
            </a:p>
          </p:txBody>
        </p:sp>
        <p:sp>
          <p:nvSpPr>
            <p:cNvPr id="284" name="Rectangle 60">
              <a:extLst>
                <a:ext uri="{FF2B5EF4-FFF2-40B4-BE49-F238E27FC236}">
                  <a16:creationId xmlns:a16="http://schemas.microsoft.com/office/drawing/2014/main" id="{6356C9D6-F46C-5F18-CC06-57CEDB989050}"/>
                </a:ext>
              </a:extLst>
            </p:cNvPr>
            <p:cNvSpPr>
              <a:spLocks noChangeArrowheads="1"/>
            </p:cNvSpPr>
            <p:nvPr/>
          </p:nvSpPr>
          <p:spPr bwMode="auto">
            <a:xfrm>
              <a:off x="1608"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5" name="Rectangle 61">
              <a:extLst>
                <a:ext uri="{FF2B5EF4-FFF2-40B4-BE49-F238E27FC236}">
                  <a16:creationId xmlns:a16="http://schemas.microsoft.com/office/drawing/2014/main" id="{809C64CC-0B9B-063B-F7A5-63EE36FBDCCD}"/>
                </a:ext>
              </a:extLst>
            </p:cNvPr>
            <p:cNvSpPr>
              <a:spLocks noChangeArrowheads="1"/>
            </p:cNvSpPr>
            <p:nvPr/>
          </p:nvSpPr>
          <p:spPr bwMode="auto">
            <a:xfrm>
              <a:off x="1542" y="1654"/>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FFA38B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6" name="Rectangle 62">
              <a:extLst>
                <a:ext uri="{FF2B5EF4-FFF2-40B4-BE49-F238E27FC236}">
                  <a16:creationId xmlns:a16="http://schemas.microsoft.com/office/drawing/2014/main" id="{94AB9329-702D-4A1F-E5A5-C3B78F016261}"/>
                </a:ext>
              </a:extLst>
            </p:cNvPr>
            <p:cNvSpPr>
              <a:spLocks noChangeArrowheads="1"/>
            </p:cNvSpPr>
            <p:nvPr/>
          </p:nvSpPr>
          <p:spPr bwMode="auto">
            <a:xfrm>
              <a:off x="1533" y="2022"/>
              <a:ext cx="707" cy="136"/>
            </a:xfrm>
            <a:prstGeom prst="rect">
              <a:avLst/>
            </a:prstGeom>
            <a:solidFill>
              <a:srgbClr val="F4F3F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Rectangle 63">
              <a:extLst>
                <a:ext uri="{FF2B5EF4-FFF2-40B4-BE49-F238E27FC236}">
                  <a16:creationId xmlns:a16="http://schemas.microsoft.com/office/drawing/2014/main" id="{24EB0818-3B44-BF17-FF2B-E025C738466C}"/>
                </a:ext>
              </a:extLst>
            </p:cNvPr>
            <p:cNvSpPr>
              <a:spLocks noChangeArrowheads="1"/>
            </p:cNvSpPr>
            <p:nvPr/>
          </p:nvSpPr>
          <p:spPr bwMode="auto">
            <a:xfrm>
              <a:off x="1533" y="2022"/>
              <a:ext cx="70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8" name="Rectangle 64">
              <a:extLst>
                <a:ext uri="{FF2B5EF4-FFF2-40B4-BE49-F238E27FC236}">
                  <a16:creationId xmlns:a16="http://schemas.microsoft.com/office/drawing/2014/main" id="{8D3440B3-96D8-0B26-9877-7E62CD77370D}"/>
                </a:ext>
              </a:extLst>
            </p:cNvPr>
            <p:cNvSpPr>
              <a:spLocks noChangeArrowheads="1"/>
            </p:cNvSpPr>
            <p:nvPr/>
          </p:nvSpPr>
          <p:spPr bwMode="auto">
            <a:xfrm>
              <a:off x="1542" y="2024"/>
              <a:ext cx="127"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F4F3F5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9" name="Rectangle 65">
              <a:extLst>
                <a:ext uri="{FF2B5EF4-FFF2-40B4-BE49-F238E27FC236}">
                  <a16:creationId xmlns:a16="http://schemas.microsoft.com/office/drawing/2014/main" id="{64795BFF-26DD-4F9D-7E57-E8A3C163A079}"/>
                </a:ext>
              </a:extLst>
            </p:cNvPr>
            <p:cNvSpPr>
              <a:spLocks noChangeArrowheads="1"/>
            </p:cNvSpPr>
            <p:nvPr/>
          </p:nvSpPr>
          <p:spPr bwMode="auto">
            <a:xfrm>
              <a:off x="3698" y="1729"/>
              <a:ext cx="707" cy="135"/>
            </a:xfrm>
            <a:prstGeom prst="rect">
              <a:avLst/>
            </a:prstGeom>
            <a:solidFill>
              <a:srgbClr val="0078D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Rectangle 66">
              <a:extLst>
                <a:ext uri="{FF2B5EF4-FFF2-40B4-BE49-F238E27FC236}">
                  <a16:creationId xmlns:a16="http://schemas.microsoft.com/office/drawing/2014/main" id="{973E90C8-2FFF-2256-D29B-6A3ABBA35099}"/>
                </a:ext>
              </a:extLst>
            </p:cNvPr>
            <p:cNvSpPr>
              <a:spLocks noChangeArrowheads="1"/>
            </p:cNvSpPr>
            <p:nvPr/>
          </p:nvSpPr>
          <p:spPr bwMode="auto">
            <a:xfrm>
              <a:off x="3707"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1" name="Rectangle 67">
              <a:extLst>
                <a:ext uri="{FF2B5EF4-FFF2-40B4-BE49-F238E27FC236}">
                  <a16:creationId xmlns:a16="http://schemas.microsoft.com/office/drawing/2014/main" id="{F146B7CE-CBC5-956E-DA0D-244A26F54704}"/>
                </a:ext>
              </a:extLst>
            </p:cNvPr>
            <p:cNvSpPr>
              <a:spLocks noChangeArrowheads="1"/>
            </p:cNvSpPr>
            <p:nvPr/>
          </p:nvSpPr>
          <p:spPr bwMode="auto">
            <a:xfrm>
              <a:off x="3773"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2" name="Rectangle 68">
              <a:extLst>
                <a:ext uri="{FF2B5EF4-FFF2-40B4-BE49-F238E27FC236}">
                  <a16:creationId xmlns:a16="http://schemas.microsoft.com/office/drawing/2014/main" id="{841A3A9C-7ABE-216A-7AAA-FC8E018652B9}"/>
                </a:ext>
              </a:extLst>
            </p:cNvPr>
            <p:cNvSpPr>
              <a:spLocks noChangeArrowheads="1"/>
            </p:cNvSpPr>
            <p:nvPr/>
          </p:nvSpPr>
          <p:spPr bwMode="auto">
            <a:xfrm>
              <a:off x="3707" y="1801"/>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0078D4</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93" name="Rectangle 69">
              <a:extLst>
                <a:ext uri="{FF2B5EF4-FFF2-40B4-BE49-F238E27FC236}">
                  <a16:creationId xmlns:a16="http://schemas.microsoft.com/office/drawing/2014/main" id="{B67B7695-C3C0-34B4-72B1-C7E58FF3275A}"/>
                </a:ext>
              </a:extLst>
            </p:cNvPr>
            <p:cNvSpPr>
              <a:spLocks noChangeArrowheads="1"/>
            </p:cNvSpPr>
            <p:nvPr/>
          </p:nvSpPr>
          <p:spPr bwMode="auto">
            <a:xfrm>
              <a:off x="3698" y="1873"/>
              <a:ext cx="707" cy="136"/>
            </a:xfrm>
            <a:prstGeom prst="rect">
              <a:avLst/>
            </a:prstGeom>
            <a:solidFill>
              <a:srgbClr val="2A446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Rectangle 70">
              <a:extLst>
                <a:ext uri="{FF2B5EF4-FFF2-40B4-BE49-F238E27FC236}">
                  <a16:creationId xmlns:a16="http://schemas.microsoft.com/office/drawing/2014/main" id="{F3BB6A3B-AD16-5C6E-2848-CC82A261CE5A}"/>
                </a:ext>
              </a:extLst>
            </p:cNvPr>
            <p:cNvSpPr>
              <a:spLocks noChangeArrowheads="1"/>
            </p:cNvSpPr>
            <p:nvPr/>
          </p:nvSpPr>
          <p:spPr bwMode="auto">
            <a:xfrm>
              <a:off x="3707" y="1866"/>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8DC8E8"/>
                  </a:solidFill>
                  <a:effectLst/>
                  <a:latin typeface="Segoe UI Black" panose="020B0A02040204020203" pitchFamily="34" charset="0"/>
                </a:rPr>
                <a:t>A</a:t>
              </a:r>
              <a:endParaRPr kumimoji="0" lang="en-US" altLang="en-US" sz="1800" b="0" i="0" u="none" strike="noStrike" cap="none" normalizeH="0" baseline="0">
                <a:ln>
                  <a:noFill/>
                </a:ln>
                <a:solidFill>
                  <a:srgbClr val="8DC8E8"/>
                </a:solidFill>
                <a:effectLst/>
                <a:latin typeface="Arial" panose="020B0604020202020204" pitchFamily="34" charset="0"/>
              </a:endParaRPr>
            </a:p>
          </p:txBody>
        </p:sp>
        <p:sp>
          <p:nvSpPr>
            <p:cNvPr id="295" name="Rectangle 71">
              <a:extLst>
                <a:ext uri="{FF2B5EF4-FFF2-40B4-BE49-F238E27FC236}">
                  <a16:creationId xmlns:a16="http://schemas.microsoft.com/office/drawing/2014/main" id="{AF58A79C-F974-45C7-A85C-F40D9A65E853}"/>
                </a:ext>
              </a:extLst>
            </p:cNvPr>
            <p:cNvSpPr>
              <a:spLocks noChangeArrowheads="1"/>
            </p:cNvSpPr>
            <p:nvPr/>
          </p:nvSpPr>
          <p:spPr bwMode="auto">
            <a:xfrm>
              <a:off x="3773" y="1866"/>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6" name="Rectangle 72">
              <a:extLst>
                <a:ext uri="{FF2B5EF4-FFF2-40B4-BE49-F238E27FC236}">
                  <a16:creationId xmlns:a16="http://schemas.microsoft.com/office/drawing/2014/main" id="{9CAD9107-51BE-8F4A-FEBB-F3BD3DC96520}"/>
                </a:ext>
              </a:extLst>
            </p:cNvPr>
            <p:cNvSpPr>
              <a:spLocks noChangeArrowheads="1"/>
            </p:cNvSpPr>
            <p:nvPr/>
          </p:nvSpPr>
          <p:spPr bwMode="auto">
            <a:xfrm>
              <a:off x="3707" y="1944"/>
              <a:ext cx="135"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2A446F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7" name="Rectangle 73">
              <a:extLst>
                <a:ext uri="{FF2B5EF4-FFF2-40B4-BE49-F238E27FC236}">
                  <a16:creationId xmlns:a16="http://schemas.microsoft.com/office/drawing/2014/main" id="{F0CA8CB9-EFF0-9A10-BBC0-A9A36D6E6ADF}"/>
                </a:ext>
              </a:extLst>
            </p:cNvPr>
            <p:cNvSpPr>
              <a:spLocks noChangeArrowheads="1"/>
            </p:cNvSpPr>
            <p:nvPr/>
          </p:nvSpPr>
          <p:spPr bwMode="auto">
            <a:xfrm>
              <a:off x="3698" y="1583"/>
              <a:ext cx="707" cy="137"/>
            </a:xfrm>
            <a:prstGeom prst="rect">
              <a:avLst/>
            </a:prstGeom>
            <a:solidFill>
              <a:srgbClr val="8DC8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Rectangle 74">
              <a:extLst>
                <a:ext uri="{FF2B5EF4-FFF2-40B4-BE49-F238E27FC236}">
                  <a16:creationId xmlns:a16="http://schemas.microsoft.com/office/drawing/2014/main" id="{CF1A989F-9EAE-5BC1-AD31-5728CD61EE81}"/>
                </a:ext>
              </a:extLst>
            </p:cNvPr>
            <p:cNvSpPr>
              <a:spLocks noChangeArrowheads="1"/>
            </p:cNvSpPr>
            <p:nvPr/>
          </p:nvSpPr>
          <p:spPr bwMode="auto">
            <a:xfrm>
              <a:off x="3707" y="1578"/>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2A446F"/>
                  </a:solidFill>
                  <a:effectLst/>
                  <a:latin typeface="Segoe UI Black" panose="020B0A02040204020203" pitchFamily="34" charset="0"/>
                </a:rPr>
                <a:t>A</a:t>
              </a:r>
              <a:endParaRPr kumimoji="0" lang="en-US" altLang="en-US" sz="1800" b="0" i="0" u="none" strike="noStrike" cap="none" normalizeH="0" baseline="0">
                <a:ln>
                  <a:noFill/>
                </a:ln>
                <a:solidFill>
                  <a:srgbClr val="2A446F"/>
                </a:solidFill>
                <a:effectLst/>
                <a:latin typeface="Arial" panose="020B0604020202020204" pitchFamily="34" charset="0"/>
              </a:endParaRPr>
            </a:p>
          </p:txBody>
        </p:sp>
        <p:sp>
          <p:nvSpPr>
            <p:cNvPr id="299" name="Rectangle 75">
              <a:extLst>
                <a:ext uri="{FF2B5EF4-FFF2-40B4-BE49-F238E27FC236}">
                  <a16:creationId xmlns:a16="http://schemas.microsoft.com/office/drawing/2014/main" id="{957953AB-E9C6-D080-ADB2-1F206404C0B7}"/>
                </a:ext>
              </a:extLst>
            </p:cNvPr>
            <p:cNvSpPr>
              <a:spLocks noChangeArrowheads="1"/>
            </p:cNvSpPr>
            <p:nvPr/>
          </p:nvSpPr>
          <p:spPr bwMode="auto">
            <a:xfrm>
              <a:off x="3773" y="1578"/>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0" name="Rectangle 76">
              <a:extLst>
                <a:ext uri="{FF2B5EF4-FFF2-40B4-BE49-F238E27FC236}">
                  <a16:creationId xmlns:a16="http://schemas.microsoft.com/office/drawing/2014/main" id="{D3F9BD24-BF97-98DF-7799-FF5527E1F0E4}"/>
                </a:ext>
              </a:extLst>
            </p:cNvPr>
            <p:cNvSpPr>
              <a:spLocks noChangeArrowheads="1"/>
            </p:cNvSpPr>
            <p:nvPr/>
          </p:nvSpPr>
          <p:spPr bwMode="auto">
            <a:xfrm>
              <a:off x="3707" y="1655"/>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8DC8E8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1" name="Rectangle 80">
              <a:extLst>
                <a:ext uri="{FF2B5EF4-FFF2-40B4-BE49-F238E27FC236}">
                  <a16:creationId xmlns:a16="http://schemas.microsoft.com/office/drawing/2014/main" id="{D9F904A4-74AE-C098-E989-4C11A3671B63}"/>
                </a:ext>
              </a:extLst>
            </p:cNvPr>
            <p:cNvSpPr>
              <a:spLocks noChangeArrowheads="1"/>
            </p:cNvSpPr>
            <p:nvPr/>
          </p:nvSpPr>
          <p:spPr bwMode="auto">
            <a:xfrm>
              <a:off x="2981" y="1438"/>
              <a:ext cx="1423" cy="135"/>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Rectangle 81">
              <a:extLst>
                <a:ext uri="{FF2B5EF4-FFF2-40B4-BE49-F238E27FC236}">
                  <a16:creationId xmlns:a16="http://schemas.microsoft.com/office/drawing/2014/main" id="{86561027-5502-5CBF-CC1E-E9283F7A3EA8}"/>
                </a:ext>
              </a:extLst>
            </p:cNvPr>
            <p:cNvSpPr>
              <a:spLocks noChangeArrowheads="1"/>
            </p:cNvSpPr>
            <p:nvPr/>
          </p:nvSpPr>
          <p:spPr bwMode="auto">
            <a:xfrm>
              <a:off x="2977" y="1437"/>
              <a:ext cx="1427"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82">
              <a:extLst>
                <a:ext uri="{FF2B5EF4-FFF2-40B4-BE49-F238E27FC236}">
                  <a16:creationId xmlns:a16="http://schemas.microsoft.com/office/drawing/2014/main" id="{815862B1-E237-764F-DF2A-70DEC4B6F67A}"/>
                </a:ext>
              </a:extLst>
            </p:cNvPr>
            <p:cNvSpPr>
              <a:spLocks noEditPoints="1"/>
            </p:cNvSpPr>
            <p:nvPr/>
          </p:nvSpPr>
          <p:spPr bwMode="auto">
            <a:xfrm>
              <a:off x="2978" y="1437"/>
              <a:ext cx="1427" cy="136"/>
            </a:xfrm>
            <a:custGeom>
              <a:avLst/>
              <a:gdLst>
                <a:gd name="T0" fmla="*/ 0 w 15200"/>
                <a:gd name="T1" fmla="*/ 4 h 960"/>
                <a:gd name="T2" fmla="*/ 4 w 15200"/>
                <a:gd name="T3" fmla="*/ 0 h 960"/>
                <a:gd name="T4" fmla="*/ 15196 w 15200"/>
                <a:gd name="T5" fmla="*/ 0 h 960"/>
                <a:gd name="T6" fmla="*/ 15200 w 15200"/>
                <a:gd name="T7" fmla="*/ 4 h 960"/>
                <a:gd name="T8" fmla="*/ 15200 w 15200"/>
                <a:gd name="T9" fmla="*/ 956 h 960"/>
                <a:gd name="T10" fmla="*/ 15196 w 15200"/>
                <a:gd name="T11" fmla="*/ 960 h 960"/>
                <a:gd name="T12" fmla="*/ 4 w 15200"/>
                <a:gd name="T13" fmla="*/ 960 h 960"/>
                <a:gd name="T14" fmla="*/ 0 w 15200"/>
                <a:gd name="T15" fmla="*/ 956 h 960"/>
                <a:gd name="T16" fmla="*/ 0 w 15200"/>
                <a:gd name="T17" fmla="*/ 4 h 960"/>
                <a:gd name="T18" fmla="*/ 8 w 15200"/>
                <a:gd name="T19" fmla="*/ 956 h 960"/>
                <a:gd name="T20" fmla="*/ 4 w 15200"/>
                <a:gd name="T21" fmla="*/ 952 h 960"/>
                <a:gd name="T22" fmla="*/ 15196 w 15200"/>
                <a:gd name="T23" fmla="*/ 952 h 960"/>
                <a:gd name="T24" fmla="*/ 15192 w 15200"/>
                <a:gd name="T25" fmla="*/ 956 h 960"/>
                <a:gd name="T26" fmla="*/ 15192 w 15200"/>
                <a:gd name="T27" fmla="*/ 4 h 960"/>
                <a:gd name="T28" fmla="*/ 15196 w 15200"/>
                <a:gd name="T29" fmla="*/ 8 h 960"/>
                <a:gd name="T30" fmla="*/ 4 w 15200"/>
                <a:gd name="T31" fmla="*/ 8 h 960"/>
                <a:gd name="T32" fmla="*/ 8 w 15200"/>
                <a:gd name="T33" fmla="*/ 4 h 960"/>
                <a:gd name="T34" fmla="*/ 8 w 15200"/>
                <a:gd name="T35" fmla="*/ 956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0" h="960">
                  <a:moveTo>
                    <a:pt x="0" y="4"/>
                  </a:moveTo>
                  <a:cubicBezTo>
                    <a:pt x="0" y="2"/>
                    <a:pt x="2" y="0"/>
                    <a:pt x="4" y="0"/>
                  </a:cubicBezTo>
                  <a:lnTo>
                    <a:pt x="15196" y="0"/>
                  </a:lnTo>
                  <a:cubicBezTo>
                    <a:pt x="15199" y="0"/>
                    <a:pt x="15200" y="2"/>
                    <a:pt x="15200" y="4"/>
                  </a:cubicBezTo>
                  <a:lnTo>
                    <a:pt x="15200" y="956"/>
                  </a:lnTo>
                  <a:cubicBezTo>
                    <a:pt x="15200" y="959"/>
                    <a:pt x="15199" y="960"/>
                    <a:pt x="15196" y="960"/>
                  </a:cubicBezTo>
                  <a:lnTo>
                    <a:pt x="4" y="960"/>
                  </a:lnTo>
                  <a:cubicBezTo>
                    <a:pt x="2" y="960"/>
                    <a:pt x="0" y="959"/>
                    <a:pt x="0" y="956"/>
                  </a:cubicBezTo>
                  <a:lnTo>
                    <a:pt x="0" y="4"/>
                  </a:lnTo>
                  <a:close/>
                  <a:moveTo>
                    <a:pt x="8" y="956"/>
                  </a:moveTo>
                  <a:lnTo>
                    <a:pt x="4" y="952"/>
                  </a:lnTo>
                  <a:lnTo>
                    <a:pt x="15196" y="952"/>
                  </a:lnTo>
                  <a:lnTo>
                    <a:pt x="15192" y="956"/>
                  </a:lnTo>
                  <a:lnTo>
                    <a:pt x="15192" y="4"/>
                  </a:lnTo>
                  <a:lnTo>
                    <a:pt x="15196" y="8"/>
                  </a:lnTo>
                  <a:lnTo>
                    <a:pt x="4" y="8"/>
                  </a:lnTo>
                  <a:lnTo>
                    <a:pt x="8" y="4"/>
                  </a:lnTo>
                  <a:lnTo>
                    <a:pt x="8" y="956"/>
                  </a:lnTo>
                  <a:close/>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Rectangle 83">
              <a:extLst>
                <a:ext uri="{FF2B5EF4-FFF2-40B4-BE49-F238E27FC236}">
                  <a16:creationId xmlns:a16="http://schemas.microsoft.com/office/drawing/2014/main" id="{F8634574-E07B-D28B-BCBE-E63D6F2B0F02}"/>
                </a:ext>
              </a:extLst>
            </p:cNvPr>
            <p:cNvSpPr>
              <a:spLocks noChangeArrowheads="1"/>
            </p:cNvSpPr>
            <p:nvPr/>
          </p:nvSpPr>
          <p:spPr bwMode="auto">
            <a:xfrm>
              <a:off x="2978" y="1437"/>
              <a:ext cx="1426"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Rectangle 84">
              <a:extLst>
                <a:ext uri="{FF2B5EF4-FFF2-40B4-BE49-F238E27FC236}">
                  <a16:creationId xmlns:a16="http://schemas.microsoft.com/office/drawing/2014/main" id="{12699538-90CB-E2BB-A02E-9CAD1104357C}"/>
                </a:ext>
              </a:extLst>
            </p:cNvPr>
            <p:cNvSpPr>
              <a:spLocks noChangeArrowheads="1"/>
            </p:cNvSpPr>
            <p:nvPr/>
          </p:nvSpPr>
          <p:spPr bwMode="auto">
            <a:xfrm>
              <a:off x="2989" y="1440"/>
              <a:ext cx="314"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FFFFFF"/>
                  </a:solidFill>
                  <a:effectLst/>
                  <a:latin typeface="Segoe UI" panose="020B0502040204020203" pitchFamily="34" charset="0"/>
                </a:rPr>
                <a:t>Blue Black</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6" name="Rectangle 85">
              <a:extLst>
                <a:ext uri="{FF2B5EF4-FFF2-40B4-BE49-F238E27FC236}">
                  <a16:creationId xmlns:a16="http://schemas.microsoft.com/office/drawing/2014/main" id="{6FAB69FC-8CE4-AC4F-FDDF-81B46D7C1E11}"/>
                </a:ext>
              </a:extLst>
            </p:cNvPr>
            <p:cNvSpPr>
              <a:spLocks noChangeArrowheads="1"/>
            </p:cNvSpPr>
            <p:nvPr/>
          </p:nvSpPr>
          <p:spPr bwMode="auto">
            <a:xfrm>
              <a:off x="2989" y="1508"/>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091F2C</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7" name="Rectangle 86">
              <a:extLst>
                <a:ext uri="{FF2B5EF4-FFF2-40B4-BE49-F238E27FC236}">
                  <a16:creationId xmlns:a16="http://schemas.microsoft.com/office/drawing/2014/main" id="{0B6C3A35-3676-F821-8B84-E8FCD2D7AEB0}"/>
                </a:ext>
              </a:extLst>
            </p:cNvPr>
            <p:cNvSpPr>
              <a:spLocks noChangeArrowheads="1"/>
            </p:cNvSpPr>
            <p:nvPr/>
          </p:nvSpPr>
          <p:spPr bwMode="auto">
            <a:xfrm>
              <a:off x="2977" y="1730"/>
              <a:ext cx="706" cy="136"/>
            </a:xfrm>
            <a:prstGeom prst="rect">
              <a:avLst/>
            </a:prstGeom>
            <a:solidFill>
              <a:srgbClr val="C73E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Rectangle 87">
              <a:extLst>
                <a:ext uri="{FF2B5EF4-FFF2-40B4-BE49-F238E27FC236}">
                  <a16:creationId xmlns:a16="http://schemas.microsoft.com/office/drawing/2014/main" id="{E31C635C-F918-E83E-41BB-6A05312AF804}"/>
                </a:ext>
              </a:extLst>
            </p:cNvPr>
            <p:cNvSpPr>
              <a:spLocks noChangeArrowheads="1"/>
            </p:cNvSpPr>
            <p:nvPr/>
          </p:nvSpPr>
          <p:spPr bwMode="auto">
            <a:xfrm>
              <a:off x="2985"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9" name="Rectangle 88">
              <a:extLst>
                <a:ext uri="{FF2B5EF4-FFF2-40B4-BE49-F238E27FC236}">
                  <a16:creationId xmlns:a16="http://schemas.microsoft.com/office/drawing/2014/main" id="{C72C7396-887D-00AF-02FC-A8E598F00631}"/>
                </a:ext>
              </a:extLst>
            </p:cNvPr>
            <p:cNvSpPr>
              <a:spLocks noChangeArrowheads="1"/>
            </p:cNvSpPr>
            <p:nvPr/>
          </p:nvSpPr>
          <p:spPr bwMode="auto">
            <a:xfrm>
              <a:off x="2985" y="1803"/>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C73ECC</a:t>
              </a:r>
              <a:endParaRPr kumimoji="0" lang="en-US" altLang="en-US" sz="1800" b="0" i="0" u="none" strike="noStrike" cap="none" normalizeH="0" baseline="0">
                <a:ln>
                  <a:noFill/>
                </a:ln>
                <a:effectLst/>
                <a:latin typeface="Arial" panose="020B0604020202020204" pitchFamily="34" charset="0"/>
              </a:endParaRPr>
            </a:p>
          </p:txBody>
        </p:sp>
        <p:sp>
          <p:nvSpPr>
            <p:cNvPr id="310" name="Rectangle 89">
              <a:extLst>
                <a:ext uri="{FF2B5EF4-FFF2-40B4-BE49-F238E27FC236}">
                  <a16:creationId xmlns:a16="http://schemas.microsoft.com/office/drawing/2014/main" id="{D30DD6FD-51EB-19EC-8510-E1C9AF53735B}"/>
                </a:ext>
              </a:extLst>
            </p:cNvPr>
            <p:cNvSpPr>
              <a:spLocks noChangeArrowheads="1"/>
            </p:cNvSpPr>
            <p:nvPr/>
          </p:nvSpPr>
          <p:spPr bwMode="auto">
            <a:xfrm>
              <a:off x="2977" y="1875"/>
              <a:ext cx="706" cy="135"/>
            </a:xfrm>
            <a:prstGeom prst="rect">
              <a:avLst/>
            </a:prstGeom>
            <a:solidFill>
              <a:srgbClr val="7025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Rectangle 90">
              <a:extLst>
                <a:ext uri="{FF2B5EF4-FFF2-40B4-BE49-F238E27FC236}">
                  <a16:creationId xmlns:a16="http://schemas.microsoft.com/office/drawing/2014/main" id="{FA8D36D1-67FD-B784-519E-C36BEA31B3C5}"/>
                </a:ext>
              </a:extLst>
            </p:cNvPr>
            <p:cNvSpPr>
              <a:spLocks noChangeArrowheads="1"/>
            </p:cNvSpPr>
            <p:nvPr/>
          </p:nvSpPr>
          <p:spPr bwMode="auto">
            <a:xfrm>
              <a:off x="2985" y="1869"/>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CD9BCF"/>
                  </a:solidFill>
                  <a:effectLst/>
                  <a:latin typeface="Segoe UI Black" panose="020B0A02040204020203" pitchFamily="34" charset="0"/>
                </a:rPr>
                <a:t>A</a:t>
              </a:r>
              <a:endParaRPr kumimoji="0" lang="en-US" altLang="en-US" sz="1800" b="0" i="0" u="none" strike="noStrike" cap="none" normalizeH="0" baseline="0">
                <a:ln>
                  <a:noFill/>
                </a:ln>
                <a:solidFill>
                  <a:srgbClr val="CD9BCF"/>
                </a:solidFill>
                <a:effectLst/>
                <a:latin typeface="Arial" panose="020B0604020202020204" pitchFamily="34" charset="0"/>
              </a:endParaRPr>
            </a:p>
          </p:txBody>
        </p:sp>
        <p:sp>
          <p:nvSpPr>
            <p:cNvPr id="312" name="Rectangle 91">
              <a:extLst>
                <a:ext uri="{FF2B5EF4-FFF2-40B4-BE49-F238E27FC236}">
                  <a16:creationId xmlns:a16="http://schemas.microsoft.com/office/drawing/2014/main" id="{A2790CC1-ECD3-C2AA-C63A-83B06BB562FD}"/>
                </a:ext>
              </a:extLst>
            </p:cNvPr>
            <p:cNvSpPr>
              <a:spLocks noChangeArrowheads="1"/>
            </p:cNvSpPr>
            <p:nvPr/>
          </p:nvSpPr>
          <p:spPr bwMode="auto">
            <a:xfrm>
              <a:off x="3051" y="1869"/>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3" name="Rectangle 92">
              <a:extLst>
                <a:ext uri="{FF2B5EF4-FFF2-40B4-BE49-F238E27FC236}">
                  <a16:creationId xmlns:a16="http://schemas.microsoft.com/office/drawing/2014/main" id="{C2F74C0D-75FA-B70A-ED71-3CFA807964B4}"/>
                </a:ext>
              </a:extLst>
            </p:cNvPr>
            <p:cNvSpPr>
              <a:spLocks noChangeArrowheads="1"/>
            </p:cNvSpPr>
            <p:nvPr/>
          </p:nvSpPr>
          <p:spPr bwMode="auto">
            <a:xfrm>
              <a:off x="2985" y="1946"/>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702573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4" name="Rectangle 93">
              <a:extLst>
                <a:ext uri="{FF2B5EF4-FFF2-40B4-BE49-F238E27FC236}">
                  <a16:creationId xmlns:a16="http://schemas.microsoft.com/office/drawing/2014/main" id="{4B629030-A380-3E24-758E-F1D167C23086}"/>
                </a:ext>
              </a:extLst>
            </p:cNvPr>
            <p:cNvSpPr>
              <a:spLocks noChangeArrowheads="1"/>
            </p:cNvSpPr>
            <p:nvPr/>
          </p:nvSpPr>
          <p:spPr bwMode="auto">
            <a:xfrm>
              <a:off x="2977" y="1586"/>
              <a:ext cx="706" cy="135"/>
            </a:xfrm>
            <a:prstGeom prst="rect">
              <a:avLst/>
            </a:prstGeom>
            <a:solidFill>
              <a:srgbClr val="CD9B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Rectangle 94">
              <a:extLst>
                <a:ext uri="{FF2B5EF4-FFF2-40B4-BE49-F238E27FC236}">
                  <a16:creationId xmlns:a16="http://schemas.microsoft.com/office/drawing/2014/main" id="{6D81EE59-1E06-6AAB-A8EE-80D567AE752D}"/>
                </a:ext>
              </a:extLst>
            </p:cNvPr>
            <p:cNvSpPr>
              <a:spLocks noChangeArrowheads="1"/>
            </p:cNvSpPr>
            <p:nvPr/>
          </p:nvSpPr>
          <p:spPr bwMode="auto">
            <a:xfrm>
              <a:off x="2985" y="1580"/>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02573"/>
                  </a:solidFill>
                  <a:effectLst/>
                  <a:latin typeface="Segoe UI Black" panose="020B0A02040204020203" pitchFamily="34" charset="0"/>
                </a:rPr>
                <a:t>A</a:t>
              </a:r>
              <a:endParaRPr kumimoji="0" lang="en-US" altLang="en-US" sz="1800" b="0" i="0" u="none" strike="noStrike" cap="none" normalizeH="0" baseline="0">
                <a:ln>
                  <a:noFill/>
                </a:ln>
                <a:solidFill>
                  <a:srgbClr val="702573"/>
                </a:solidFill>
                <a:effectLst/>
                <a:latin typeface="Arial" panose="020B0604020202020204" pitchFamily="34" charset="0"/>
              </a:endParaRPr>
            </a:p>
          </p:txBody>
        </p:sp>
        <p:sp>
          <p:nvSpPr>
            <p:cNvPr id="316" name="Rectangle 95">
              <a:extLst>
                <a:ext uri="{FF2B5EF4-FFF2-40B4-BE49-F238E27FC236}">
                  <a16:creationId xmlns:a16="http://schemas.microsoft.com/office/drawing/2014/main" id="{6AD9F2DD-3CC6-E096-A24F-323DA0D326AD}"/>
                </a:ext>
              </a:extLst>
            </p:cNvPr>
            <p:cNvSpPr>
              <a:spLocks noChangeArrowheads="1"/>
            </p:cNvSpPr>
            <p:nvPr/>
          </p:nvSpPr>
          <p:spPr bwMode="auto">
            <a:xfrm>
              <a:off x="3051" y="1580"/>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7" name="Rectangle 96">
              <a:extLst>
                <a:ext uri="{FF2B5EF4-FFF2-40B4-BE49-F238E27FC236}">
                  <a16:creationId xmlns:a16="http://schemas.microsoft.com/office/drawing/2014/main" id="{AFB34C5D-AB21-1047-2C41-96AAFC6CF230}"/>
                </a:ext>
              </a:extLst>
            </p:cNvPr>
            <p:cNvSpPr>
              <a:spLocks noChangeArrowheads="1"/>
            </p:cNvSpPr>
            <p:nvPr/>
          </p:nvSpPr>
          <p:spPr bwMode="auto">
            <a:xfrm>
              <a:off x="2985" y="1658"/>
              <a:ext cx="14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CD9BCF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8" name="Rectangle 97">
              <a:extLst>
                <a:ext uri="{FF2B5EF4-FFF2-40B4-BE49-F238E27FC236}">
                  <a16:creationId xmlns:a16="http://schemas.microsoft.com/office/drawing/2014/main" id="{577AD0A0-7F00-AA4F-1B1B-61CFE55F937D}"/>
                </a:ext>
              </a:extLst>
            </p:cNvPr>
            <p:cNvSpPr>
              <a:spLocks noChangeArrowheads="1"/>
            </p:cNvSpPr>
            <p:nvPr/>
          </p:nvSpPr>
          <p:spPr bwMode="auto">
            <a:xfrm>
              <a:off x="2976" y="2023"/>
              <a:ext cx="1428" cy="13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Rectangle 98">
              <a:extLst>
                <a:ext uri="{FF2B5EF4-FFF2-40B4-BE49-F238E27FC236}">
                  <a16:creationId xmlns:a16="http://schemas.microsoft.com/office/drawing/2014/main" id="{AEE8AF68-7485-0DA2-1E8F-EA9EFEEF18D2}"/>
                </a:ext>
              </a:extLst>
            </p:cNvPr>
            <p:cNvSpPr>
              <a:spLocks noChangeArrowheads="1"/>
            </p:cNvSpPr>
            <p:nvPr/>
          </p:nvSpPr>
          <p:spPr bwMode="auto">
            <a:xfrm>
              <a:off x="2977" y="2024"/>
              <a:ext cx="142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0" name="Rectangle 99">
              <a:extLst>
                <a:ext uri="{FF2B5EF4-FFF2-40B4-BE49-F238E27FC236}">
                  <a16:creationId xmlns:a16="http://schemas.microsoft.com/office/drawing/2014/main" id="{00A4FA1A-2972-8EFD-C7DB-916888D02231}"/>
                </a:ext>
              </a:extLst>
            </p:cNvPr>
            <p:cNvSpPr>
              <a:spLocks noChangeArrowheads="1"/>
            </p:cNvSpPr>
            <p:nvPr/>
          </p:nvSpPr>
          <p:spPr bwMode="auto">
            <a:xfrm>
              <a:off x="2985" y="2028"/>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000000</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321" name="Rectangle 100">
              <a:extLst>
                <a:ext uri="{FF2B5EF4-FFF2-40B4-BE49-F238E27FC236}">
                  <a16:creationId xmlns:a16="http://schemas.microsoft.com/office/drawing/2014/main" id="{E02AE344-8FCD-07A4-1035-21E5745797EA}"/>
                </a:ext>
              </a:extLst>
            </p:cNvPr>
            <p:cNvSpPr>
              <a:spLocks noChangeArrowheads="1"/>
            </p:cNvSpPr>
            <p:nvPr/>
          </p:nvSpPr>
          <p:spPr bwMode="auto">
            <a:xfrm>
              <a:off x="1532" y="1439"/>
              <a:ext cx="1430" cy="136"/>
            </a:xfrm>
            <a:prstGeom prst="rect">
              <a:avLst/>
            </a:prstGeom>
            <a:solidFill>
              <a:srgbClr val="E8E6D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Rectangle 101">
              <a:extLst>
                <a:ext uri="{FF2B5EF4-FFF2-40B4-BE49-F238E27FC236}">
                  <a16:creationId xmlns:a16="http://schemas.microsoft.com/office/drawing/2014/main" id="{A8F0A57D-3D77-F52A-CEE5-C300AC719E97}"/>
                </a:ext>
              </a:extLst>
            </p:cNvPr>
            <p:cNvSpPr>
              <a:spLocks noChangeArrowheads="1"/>
            </p:cNvSpPr>
            <p:nvPr/>
          </p:nvSpPr>
          <p:spPr bwMode="auto">
            <a:xfrm>
              <a:off x="1532" y="1439"/>
              <a:ext cx="1429"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3" name="Rectangle 102">
              <a:extLst>
                <a:ext uri="{FF2B5EF4-FFF2-40B4-BE49-F238E27FC236}">
                  <a16:creationId xmlns:a16="http://schemas.microsoft.com/office/drawing/2014/main" id="{34755F26-EC65-BC3C-F00F-5952873E93B5}"/>
                </a:ext>
              </a:extLst>
            </p:cNvPr>
            <p:cNvSpPr>
              <a:spLocks noChangeArrowheads="1"/>
            </p:cNvSpPr>
            <p:nvPr/>
          </p:nvSpPr>
          <p:spPr bwMode="auto">
            <a:xfrm>
              <a:off x="1541" y="1435"/>
              <a:ext cx="3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1A1A1A"/>
                  </a:solidFill>
                  <a:effectLst/>
                  <a:latin typeface="Segoe UI" panose="020B0502040204020203" pitchFamily="34" charset="0"/>
                </a:rPr>
                <a:t>Neutral Gray</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4" name="Rectangle 103">
              <a:extLst>
                <a:ext uri="{FF2B5EF4-FFF2-40B4-BE49-F238E27FC236}">
                  <a16:creationId xmlns:a16="http://schemas.microsoft.com/office/drawing/2014/main" id="{B81AAAC1-86AE-E75F-941C-AB9A2CF58E0B}"/>
                </a:ext>
              </a:extLst>
            </p:cNvPr>
            <p:cNvSpPr>
              <a:spLocks noChangeArrowheads="1"/>
            </p:cNvSpPr>
            <p:nvPr/>
          </p:nvSpPr>
          <p:spPr bwMode="auto">
            <a:xfrm>
              <a:off x="1541" y="1502"/>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E8E6DF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5" name="Rectangle 14">
              <a:extLst>
                <a:ext uri="{FF2B5EF4-FFF2-40B4-BE49-F238E27FC236}">
                  <a16:creationId xmlns:a16="http://schemas.microsoft.com/office/drawing/2014/main" id="{EB0437A5-6694-879B-F94E-9FA34DFD9D2C}"/>
                </a:ext>
              </a:extLst>
            </p:cNvPr>
            <p:cNvSpPr>
              <a:spLocks noChangeArrowheads="1"/>
            </p:cNvSpPr>
            <p:nvPr/>
          </p:nvSpPr>
          <p:spPr bwMode="auto">
            <a:xfrm>
              <a:off x="2329" y="1724"/>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6" name="Rectangle 95">
              <a:extLst>
                <a:ext uri="{FF2B5EF4-FFF2-40B4-BE49-F238E27FC236}">
                  <a16:creationId xmlns:a16="http://schemas.microsoft.com/office/drawing/2014/main" id="{7CF198F9-1D72-F8CC-3A2E-9B2DAE529DAF}"/>
                </a:ext>
              </a:extLst>
            </p:cNvPr>
            <p:cNvSpPr>
              <a:spLocks noChangeArrowheads="1"/>
            </p:cNvSpPr>
            <p:nvPr/>
          </p:nvSpPr>
          <p:spPr bwMode="auto">
            <a:xfrm>
              <a:off x="3051"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3516608941"/>
      </p:ext>
    </p:extLst>
  </p:cSld>
  <p:clrMap bg1="lt1" tx1="dk1" bg2="lt2" tx2="dk2" accent1="accent1" accent2="accent2" accent3="accent3" accent4="accent4" accent5="accent5" accent6="accent6" hlink="hlink" folHlink="folHlink"/>
  <p:sldLayoutIdLst>
    <p:sldLayoutId id="2147485348" r:id="rId1"/>
    <p:sldLayoutId id="2147485349" r:id="rId2"/>
    <p:sldLayoutId id="2147485350" r:id="rId3"/>
    <p:sldLayoutId id="2147485351" r:id="rId4"/>
    <p:sldLayoutId id="2147485352" r:id="rId5"/>
    <p:sldLayoutId id="2147485353" r:id="rId6"/>
    <p:sldLayoutId id="2147485354" r:id="rId7"/>
    <p:sldLayoutId id="2147485355" r:id="rId8"/>
    <p:sldLayoutId id="2147485356" r:id="rId9"/>
    <p:sldLayoutId id="2147485357" r:id="rId10"/>
    <p:sldLayoutId id="2147485358" r:id="rId11"/>
    <p:sldLayoutId id="2147485359" r:id="rId12"/>
    <p:sldLayoutId id="2147485360" r:id="rId13"/>
    <p:sldLayoutId id="2147485361" r:id="rId14"/>
    <p:sldLayoutId id="2147485362" r:id="rId15"/>
    <p:sldLayoutId id="2147485363" r:id="rId16"/>
    <p:sldLayoutId id="2147485364" r:id="rId17"/>
    <p:sldLayoutId id="2147485365" r:id="rId18"/>
    <p:sldLayoutId id="2147485366" r:id="rId19"/>
    <p:sldLayoutId id="2147485367" r:id="rId20"/>
    <p:sldLayoutId id="2147485368" r:id="rId21"/>
    <p:sldLayoutId id="2147485369" r:id="rId22"/>
    <p:sldLayoutId id="2147485370" r:id="rId23"/>
    <p:sldLayoutId id="2147485371" r:id="rId24"/>
    <p:sldLayoutId id="2147485372" r:id="rId25"/>
    <p:sldLayoutId id="2147485373" r:id="rId26"/>
    <p:sldLayoutId id="2147485374" r:id="rId27"/>
    <p:sldLayoutId id="2147485375" r:id="rId28"/>
    <p:sldLayoutId id="2147485376" r:id="rId29"/>
    <p:sldLayoutId id="2147485377" r:id="rId30"/>
    <p:sldLayoutId id="2147485378" r:id="rId31"/>
    <p:sldLayoutId id="2147485379" r:id="rId32"/>
    <p:sldLayoutId id="2147485380" r:id="rId33"/>
    <p:sldLayoutId id="2147485381" r:id="rId34"/>
    <p:sldLayoutId id="2147485382" r:id="rId35"/>
    <p:sldLayoutId id="2147485383" r:id="rId36"/>
    <p:sldLayoutId id="2147485384" r:id="rId37"/>
    <p:sldLayoutId id="2147485385" r:id="rId38"/>
    <p:sldLayoutId id="2147485386" r:id="rId39"/>
    <p:sldLayoutId id="2147485387" r:id="rId40"/>
    <p:sldLayoutId id="2147485388" r:id="rId41"/>
    <p:sldLayoutId id="2147485389" r:id="rId42"/>
    <p:sldLayoutId id="2147485390" r:id="rId43"/>
    <p:sldLayoutId id="2147485391" r:id="rId44"/>
    <p:sldLayoutId id="2147485392" r:id="rId45"/>
    <p:sldLayoutId id="2147485393" r:id="rId46"/>
    <p:sldLayoutId id="2147485394" r:id="rId47"/>
    <p:sldLayoutId id="2147485395" r:id="rId48"/>
    <p:sldLayoutId id="2147485396" r:id="rId49"/>
    <p:sldLayoutId id="2147485397" r:id="rId50"/>
    <p:sldLayoutId id="2147485398" r:id="rId51"/>
    <p:sldLayoutId id="2147485399" r:id="rId52"/>
    <p:sldLayoutId id="2147485400" r:id="rId53"/>
    <p:sldLayoutId id="2147485401" r:id="rId54"/>
    <p:sldLayoutId id="2147485402" r:id="rId55"/>
    <p:sldLayoutId id="2147485403" r:id="rId56"/>
    <p:sldLayoutId id="2147485404" r:id="rId57"/>
    <p:sldLayoutId id="2147485405" r:id="rId58"/>
    <p:sldLayoutId id="2147485406" r:id="rId59"/>
    <p:sldLayoutId id="2147485407" r:id="rId60"/>
    <p:sldLayoutId id="2147485408" r:id="rId61"/>
    <p:sldLayoutId id="2147485409" r:id="rId62"/>
    <p:sldLayoutId id="2147485410" r:id="rId63"/>
    <p:sldLayoutId id="2147485411" r:id="rId64"/>
    <p:sldLayoutId id="2147485412" r:id="rId65"/>
    <p:sldLayoutId id="2147485413" r:id="rId66"/>
    <p:sldLayoutId id="2147485414" r:id="rId67"/>
    <p:sldLayoutId id="2147485415" r:id="rId68"/>
    <p:sldLayoutId id="2147485416" r:id="rId69"/>
    <p:sldLayoutId id="2147485417" r:id="rId70"/>
    <p:sldLayoutId id="2147485418" r:id="rId71"/>
    <p:sldLayoutId id="2147485419" r:id="rId72"/>
    <p:sldLayoutId id="2147485420" r:id="rId73"/>
    <p:sldLayoutId id="2147485421" r:id="rId74"/>
    <p:sldLayoutId id="2147485422" r:id="rId75"/>
    <p:sldLayoutId id="2147485423" r:id="rId76"/>
    <p:sldLayoutId id="2147485424" r:id="rId77"/>
    <p:sldLayoutId id="2147485425" r:id="rId78"/>
    <p:sldLayoutId id="2147485426" r:id="rId79"/>
    <p:sldLayoutId id="2147485427" r:id="rId80"/>
    <p:sldLayoutId id="2147485428" r:id="rId81"/>
    <p:sldLayoutId id="2147485429" r:id="rId82"/>
    <p:sldLayoutId id="2147485430" r:id="rId83"/>
    <p:sldLayoutId id="2147485431" r:id="rId84"/>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lang="en-US" sz="2800" kern="1200" spc="0" baseline="0" dirty="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20">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88427678"/>
      </p:ext>
    </p:extLst>
  </p:cSld>
  <p:clrMap bg1="lt1" tx1="dk1" bg2="lt2" tx2="dk2" accent1="accent1" accent2="accent2" accent3="accent3" accent4="accent4" accent5="accent5" accent6="accent6" hlink="hlink" folHlink="folHlink"/>
  <p:sldLayoutIdLst>
    <p:sldLayoutId id="2147485433" r:id="rId1"/>
    <p:sldLayoutId id="2147485434" r:id="rId2"/>
    <p:sldLayoutId id="2147485435" r:id="rId3"/>
    <p:sldLayoutId id="2147485436" r:id="rId4"/>
    <p:sldLayoutId id="2147485437" r:id="rId5"/>
    <p:sldLayoutId id="2147485438" r:id="rId6"/>
    <p:sldLayoutId id="2147485439" r:id="rId7"/>
    <p:sldLayoutId id="2147485440" r:id="rId8"/>
    <p:sldLayoutId id="2147485441" r:id="rId9"/>
    <p:sldLayoutId id="2147485442" r:id="rId10"/>
    <p:sldLayoutId id="2147485443" r:id="rId11"/>
    <p:sldLayoutId id="2147485444" r:id="rId12"/>
    <p:sldLayoutId id="2147485445" r:id="rId13"/>
    <p:sldLayoutId id="2147485446" r:id="rId14"/>
    <p:sldLayoutId id="2147485447" r:id="rId15"/>
    <p:sldLayoutId id="2147485448" r:id="rId16"/>
    <p:sldLayoutId id="2147485449" r:id="rId17"/>
    <p:sldLayoutId id="2147485450" r:id="rId18"/>
    <p:sldLayoutId id="2147485451" r:id="rId19"/>
    <p:sldLayoutId id="2147485452" r:id="rId20"/>
    <p:sldLayoutId id="2147485453" r:id="rId21"/>
    <p:sldLayoutId id="2147485454" r:id="rId22"/>
    <p:sldLayoutId id="2147485455" r:id="rId23"/>
    <p:sldLayoutId id="2147485456" r:id="rId24"/>
    <p:sldLayoutId id="2147485457" r:id="rId25"/>
    <p:sldLayoutId id="2147485458" r:id="rId26"/>
    <p:sldLayoutId id="2147485459" r:id="rId27"/>
    <p:sldLayoutId id="2147485460" r:id="rId28"/>
    <p:sldLayoutId id="2147485461" r:id="rId29"/>
    <p:sldLayoutId id="2147485462" r:id="rId30"/>
    <p:sldLayoutId id="2147485463" r:id="rId31"/>
    <p:sldLayoutId id="2147485464" r:id="rId32"/>
    <p:sldLayoutId id="2147485465" r:id="rId33"/>
    <p:sldLayoutId id="2147485466" r:id="rId34"/>
    <p:sldLayoutId id="2147485467" r:id="rId35"/>
    <p:sldLayoutId id="2147485468" r:id="rId36"/>
    <p:sldLayoutId id="2147485469" r:id="rId37"/>
    <p:sldLayoutId id="2147485470" r:id="rId38"/>
    <p:sldLayoutId id="2147485471" r:id="rId39"/>
    <p:sldLayoutId id="2147485472" r:id="rId40"/>
    <p:sldLayoutId id="2147485473" r:id="rId41"/>
    <p:sldLayoutId id="2147485474" r:id="rId42"/>
    <p:sldLayoutId id="2147485475" r:id="rId43"/>
    <p:sldLayoutId id="2147485476" r:id="rId44"/>
    <p:sldLayoutId id="2147485477" r:id="rId45"/>
    <p:sldLayoutId id="2147485478" r:id="rId46"/>
    <p:sldLayoutId id="2147485479" r:id="rId47"/>
    <p:sldLayoutId id="2147485480" r:id="rId48"/>
    <p:sldLayoutId id="2147485481" r:id="rId49"/>
    <p:sldLayoutId id="2147485482" r:id="rId50"/>
    <p:sldLayoutId id="2147485483" r:id="rId51"/>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userDrawn="1">
          <p15:clr>
            <a:srgbClr val="A5A5A5"/>
          </p15:clr>
        </p15:guide>
        <p15:guide id="2" pos="7680" userDrawn="1">
          <p15:clr>
            <a:srgbClr val="A5A5A5"/>
          </p15:clr>
        </p15:guide>
        <p15:guide id="3" pos="186" userDrawn="1">
          <p15:clr>
            <a:srgbClr val="A5A5A5"/>
          </p15:clr>
        </p15:guide>
        <p15:guide id="26" pos="7496" userDrawn="1">
          <p15:clr>
            <a:srgbClr val="A5A5A5"/>
          </p15:clr>
        </p15:guide>
        <p15:guide id="27" orient="horz" userDrawn="1">
          <p15:clr>
            <a:srgbClr val="A5A5A5"/>
          </p15:clr>
        </p15:guide>
        <p15:guide id="28" orient="horz" pos="4320" userDrawn="1">
          <p15:clr>
            <a:srgbClr val="A5A5A5"/>
          </p15:clr>
        </p15:guide>
        <p15:guide id="29" orient="horz" pos="184" userDrawn="1">
          <p15:clr>
            <a:srgbClr val="A5A5A5"/>
          </p15:clr>
        </p15:guide>
        <p15:guide id="40" orient="horz" pos="4134" userDrawn="1">
          <p15:clr>
            <a:srgbClr val="A5A5A5"/>
          </p15:clr>
        </p15:guide>
        <p15:guide id="42" pos="365" userDrawn="1">
          <p15:clr>
            <a:srgbClr val="C35EA4"/>
          </p15:clr>
        </p15:guide>
        <p15:guide id="43" orient="horz" pos="367" userDrawn="1">
          <p15:clr>
            <a:srgbClr val="C35EA4"/>
          </p15:clr>
        </p15:guide>
        <p15:guide id="44" orient="horz" pos="3953" userDrawn="1">
          <p15:clr>
            <a:srgbClr val="C35EA4"/>
          </p15:clr>
        </p15:guide>
        <p15:guide id="45" pos="7307" userDrawn="1">
          <p15:clr>
            <a:srgbClr val="C35EA4"/>
          </p15:clr>
        </p15:guide>
      </p15:sldGuideLst>
    </p:ext>
  </p:extLst>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94196827"/>
      </p:ext>
    </p:extLst>
  </p:cSld>
  <p:clrMap bg1="lt1" tx1="dk1" bg2="lt2" tx2="dk2" accent1="accent1" accent2="accent2" accent3="accent3" accent4="accent4" accent5="accent5" accent6="accent6" hlink="hlink" folHlink="folHlink"/>
  <p:sldLayoutIdLst>
    <p:sldLayoutId id="2147485485" r:id="rId1"/>
    <p:sldLayoutId id="2147485486" r:id="rId2"/>
    <p:sldLayoutId id="2147485487" r:id="rId3"/>
    <p:sldLayoutId id="2147485488" r:id="rId4"/>
    <p:sldLayoutId id="2147485489" r:id="rId5"/>
    <p:sldLayoutId id="2147485490" r:id="rId6"/>
    <p:sldLayoutId id="2147485491" r:id="rId7"/>
    <p:sldLayoutId id="2147485492" r:id="rId8"/>
    <p:sldLayoutId id="2147485493" r:id="rId9"/>
    <p:sldLayoutId id="2147485494" r:id="rId10"/>
    <p:sldLayoutId id="2147485495" r:id="rId11"/>
    <p:sldLayoutId id="2147485496" r:id="rId12"/>
    <p:sldLayoutId id="2147485497" r:id="rId13"/>
    <p:sldLayoutId id="2147485498" r:id="rId14"/>
    <p:sldLayoutId id="2147485499" r:id="rId15"/>
    <p:sldLayoutId id="2147485500" r:id="rId16"/>
    <p:sldLayoutId id="2147485501" r:id="rId17"/>
    <p:sldLayoutId id="2147485502" r:id="rId18"/>
    <p:sldLayoutId id="2147485503" r:id="rId19"/>
    <p:sldLayoutId id="2147485504" r:id="rId20"/>
    <p:sldLayoutId id="2147485505" r:id="rId21"/>
    <p:sldLayoutId id="2147485506" r:id="rId22"/>
    <p:sldLayoutId id="2147485507" r:id="rId23"/>
    <p:sldLayoutId id="2147485508" r:id="rId24"/>
    <p:sldLayoutId id="2147485509" r:id="rId25"/>
    <p:sldLayoutId id="2147485510" r:id="rId26"/>
    <p:sldLayoutId id="2147485511" r:id="rId27"/>
    <p:sldLayoutId id="2147485512" r:id="rId28"/>
    <p:sldLayoutId id="2147485513" r:id="rId29"/>
    <p:sldLayoutId id="2147485514" r:id="rId30"/>
    <p:sldLayoutId id="2147485515" r:id="rId31"/>
    <p:sldLayoutId id="2147485516" r:id="rId32"/>
    <p:sldLayoutId id="2147485517" r:id="rId33"/>
    <p:sldLayoutId id="2147485518" r:id="rId34"/>
    <p:sldLayoutId id="2147485519" r:id="rId35"/>
    <p:sldLayoutId id="2147485520" r:id="rId36"/>
    <p:sldLayoutId id="2147485521" r:id="rId37"/>
    <p:sldLayoutId id="2147485522" r:id="rId38"/>
    <p:sldLayoutId id="2147485523" r:id="rId39"/>
    <p:sldLayoutId id="2147485524" r:id="rId40"/>
    <p:sldLayoutId id="2147485525" r:id="rId41"/>
    <p:sldLayoutId id="2147485526" r:id="rId42"/>
    <p:sldLayoutId id="2147485527" r:id="rId43"/>
    <p:sldLayoutId id="2147485528" r:id="rId44"/>
    <p:sldLayoutId id="2147485529" r:id="rId45"/>
    <p:sldLayoutId id="2147485530" r:id="rId46"/>
    <p:sldLayoutId id="2147485531" r:id="rId47"/>
    <p:sldLayoutId id="2147485532" r:id="rId48"/>
    <p:sldLayoutId id="2147485533" r:id="rId49"/>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A5A5A5"/>
          </p15:clr>
        </p15:guide>
        <p15:guide id="2" pos="7680">
          <p15:clr>
            <a:srgbClr val="A5A5A5"/>
          </p15:clr>
        </p15:guide>
        <p15:guide id="3" pos="186">
          <p15:clr>
            <a:srgbClr val="A5A5A5"/>
          </p15:clr>
        </p15:guide>
        <p15:guide id="26" pos="7496">
          <p15:clr>
            <a:srgbClr val="A5A5A5"/>
          </p15:clr>
        </p15:guide>
        <p15:guide id="27" orient="horz">
          <p15:clr>
            <a:srgbClr val="A5A5A5"/>
          </p15:clr>
        </p15:guide>
        <p15:guide id="28" orient="horz" pos="4320">
          <p15:clr>
            <a:srgbClr val="A5A5A5"/>
          </p15:clr>
        </p15:guide>
        <p15:guide id="29" orient="horz" pos="184">
          <p15:clr>
            <a:srgbClr val="A5A5A5"/>
          </p15:clr>
        </p15:guide>
        <p15:guide id="40" orient="horz" pos="4134">
          <p15:clr>
            <a:srgbClr val="A5A5A5"/>
          </p15:clr>
        </p15:guide>
        <p15:guide id="42" pos="365">
          <p15:clr>
            <a:srgbClr val="C35EA4"/>
          </p15:clr>
        </p15:guide>
        <p15:guide id="43" orient="horz" pos="367">
          <p15:clr>
            <a:srgbClr val="C35EA4"/>
          </p15:clr>
        </p15:guide>
        <p15:guide id="44" orient="horz" pos="3953">
          <p15:clr>
            <a:srgbClr val="C35EA4"/>
          </p15:clr>
        </p15:guide>
        <p15:guide id="45" pos="7307">
          <p15:clr>
            <a:srgbClr val="C35EA4"/>
          </p15:clr>
        </p15:guide>
      </p15:sldGuideLst>
    </p:ext>
  </p:extLst>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bwMode="blackWhite">
      <p:bgPr>
        <a:solidFill>
          <a:srgbClr val="F4F3F5"/>
        </a:solidFill>
        <a:effectLst/>
      </p:bgPr>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marL="228600" marR="0" lvl="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Click to edit Master text styles</a:t>
            </a:r>
          </a:p>
          <a:p>
            <a:pPr marL="228600" marR="0" lvl="1"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Second level</a:t>
            </a:r>
          </a:p>
          <a:p>
            <a:pPr marL="228600" marR="0" lvl="2"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Third level</a:t>
            </a:r>
          </a:p>
          <a:p>
            <a:pPr marL="228600" marR="0" lvl="3"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Fourth level</a:t>
            </a:r>
          </a:p>
          <a:p>
            <a:pPr marL="228600" marR="0" lvl="4"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grpSp>
        <p:nvGrpSpPr>
          <p:cNvPr id="258" name="Group 257">
            <a:extLst>
              <a:ext uri="{FF2B5EF4-FFF2-40B4-BE49-F238E27FC236}">
                <a16:creationId xmlns:a16="http://schemas.microsoft.com/office/drawing/2014/main" id="{566C3ED6-7167-1619-C333-B86D0D162316}"/>
              </a:ext>
            </a:extLst>
          </p:cNvPr>
          <p:cNvGrpSpPr>
            <a:grpSpLocks noChangeAspect="1"/>
          </p:cNvGrpSpPr>
          <p:nvPr userDrawn="1"/>
        </p:nvGrpSpPr>
        <p:grpSpPr bwMode="auto">
          <a:xfrm rot="5400000">
            <a:off x="10659863" y="3998558"/>
            <a:ext cx="4597400" cy="1169987"/>
            <a:chOff x="1529" y="1423"/>
            <a:chExt cx="2896" cy="737"/>
          </a:xfrm>
        </p:grpSpPr>
        <p:sp>
          <p:nvSpPr>
            <p:cNvPr id="259" name="AutoShape 3">
              <a:extLst>
                <a:ext uri="{FF2B5EF4-FFF2-40B4-BE49-F238E27FC236}">
                  <a16:creationId xmlns:a16="http://schemas.microsoft.com/office/drawing/2014/main" id="{894C58B4-3C22-9620-7C92-D65ED6617E67}"/>
                </a:ext>
              </a:extLst>
            </p:cNvPr>
            <p:cNvSpPr>
              <a:spLocks noChangeAspect="1" noChangeArrowheads="1" noTextEdit="1"/>
            </p:cNvSpPr>
            <p:nvPr/>
          </p:nvSpPr>
          <p:spPr bwMode="auto">
            <a:xfrm>
              <a:off x="1529" y="1423"/>
              <a:ext cx="2896" cy="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Rectangle 5">
              <a:extLst>
                <a:ext uri="{FF2B5EF4-FFF2-40B4-BE49-F238E27FC236}">
                  <a16:creationId xmlns:a16="http://schemas.microsoft.com/office/drawing/2014/main" id="{B4F93CCF-3F88-5DCB-F12D-4DEBF36B9444}"/>
                </a:ext>
              </a:extLst>
            </p:cNvPr>
            <p:cNvSpPr>
              <a:spLocks noChangeArrowheads="1"/>
            </p:cNvSpPr>
            <p:nvPr/>
          </p:nvSpPr>
          <p:spPr bwMode="auto">
            <a:xfrm>
              <a:off x="2254" y="1727"/>
              <a:ext cx="707" cy="135"/>
            </a:xfrm>
            <a:prstGeom prst="rect">
              <a:avLst/>
            </a:prstGeom>
            <a:solidFill>
              <a:srgbClr val="F4364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Rectangle 6">
              <a:extLst>
                <a:ext uri="{FF2B5EF4-FFF2-40B4-BE49-F238E27FC236}">
                  <a16:creationId xmlns:a16="http://schemas.microsoft.com/office/drawing/2014/main" id="{7AC4893A-D0A3-D947-BE61-70B6DC4B9314}"/>
                </a:ext>
              </a:extLst>
            </p:cNvPr>
            <p:cNvSpPr>
              <a:spLocks noChangeArrowheads="1"/>
            </p:cNvSpPr>
            <p:nvPr/>
          </p:nvSpPr>
          <p:spPr bwMode="auto">
            <a:xfrm>
              <a:off x="2264"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62" name="Rectangle 7">
              <a:extLst>
                <a:ext uri="{FF2B5EF4-FFF2-40B4-BE49-F238E27FC236}">
                  <a16:creationId xmlns:a16="http://schemas.microsoft.com/office/drawing/2014/main" id="{DE65DAC6-345A-2542-166A-D2D08E76F806}"/>
                </a:ext>
              </a:extLst>
            </p:cNvPr>
            <p:cNvSpPr>
              <a:spLocks noChangeArrowheads="1"/>
            </p:cNvSpPr>
            <p:nvPr/>
          </p:nvSpPr>
          <p:spPr bwMode="auto">
            <a:xfrm>
              <a:off x="2264" y="1800"/>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F4364C</a:t>
              </a:r>
              <a:endParaRPr kumimoji="0" lang="en-US" altLang="en-US" sz="1800" b="0" i="0" u="none" strike="noStrike" cap="none" normalizeH="0" baseline="0">
                <a:ln>
                  <a:noFill/>
                </a:ln>
                <a:effectLst/>
                <a:latin typeface="Arial" panose="020B0604020202020204" pitchFamily="34" charset="0"/>
              </a:endParaRPr>
            </a:p>
          </p:txBody>
        </p:sp>
        <p:sp>
          <p:nvSpPr>
            <p:cNvPr id="263" name="Rectangle 8">
              <a:extLst>
                <a:ext uri="{FF2B5EF4-FFF2-40B4-BE49-F238E27FC236}">
                  <a16:creationId xmlns:a16="http://schemas.microsoft.com/office/drawing/2014/main" id="{1EADC519-4AB4-60A0-260A-EF7DC8229A97}"/>
                </a:ext>
              </a:extLst>
            </p:cNvPr>
            <p:cNvSpPr>
              <a:spLocks noChangeArrowheads="1"/>
            </p:cNvSpPr>
            <p:nvPr/>
          </p:nvSpPr>
          <p:spPr bwMode="auto">
            <a:xfrm>
              <a:off x="2254" y="1871"/>
              <a:ext cx="707" cy="137"/>
            </a:xfrm>
            <a:prstGeom prst="rect">
              <a:avLst/>
            </a:prstGeom>
            <a:solidFill>
              <a:srgbClr val="7326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Rectangle 9">
              <a:extLst>
                <a:ext uri="{FF2B5EF4-FFF2-40B4-BE49-F238E27FC236}">
                  <a16:creationId xmlns:a16="http://schemas.microsoft.com/office/drawing/2014/main" id="{B2CFF324-4BA8-188D-7395-AC042B4D6560}"/>
                </a:ext>
              </a:extLst>
            </p:cNvPr>
            <p:cNvSpPr>
              <a:spLocks noChangeArrowheads="1"/>
            </p:cNvSpPr>
            <p:nvPr/>
          </p:nvSpPr>
          <p:spPr bwMode="auto">
            <a:xfrm>
              <a:off x="2264"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B3BB"/>
                  </a:solidFill>
                  <a:effectLst/>
                  <a:latin typeface="Segoe UI Black" panose="020B0A02040204020203" pitchFamily="34" charset="0"/>
                </a:rPr>
                <a:t>A</a:t>
              </a:r>
              <a:endParaRPr kumimoji="0" lang="en-US" altLang="en-US" sz="1800" b="0" i="0" u="none" strike="noStrike" cap="none" normalizeH="0" baseline="0">
                <a:ln>
                  <a:noFill/>
                </a:ln>
                <a:solidFill>
                  <a:srgbClr val="FFB3BB"/>
                </a:solidFill>
                <a:effectLst/>
                <a:latin typeface="Arial" panose="020B0604020202020204" pitchFamily="34" charset="0"/>
              </a:endParaRPr>
            </a:p>
          </p:txBody>
        </p:sp>
        <p:sp>
          <p:nvSpPr>
            <p:cNvPr id="265" name="Rectangle 10">
              <a:extLst>
                <a:ext uri="{FF2B5EF4-FFF2-40B4-BE49-F238E27FC236}">
                  <a16:creationId xmlns:a16="http://schemas.microsoft.com/office/drawing/2014/main" id="{03BDB961-C287-23C5-66DF-74F0AFDFB76B}"/>
                </a:ext>
              </a:extLst>
            </p:cNvPr>
            <p:cNvSpPr>
              <a:spLocks noChangeArrowheads="1"/>
            </p:cNvSpPr>
            <p:nvPr/>
          </p:nvSpPr>
          <p:spPr bwMode="auto">
            <a:xfrm>
              <a:off x="2329"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 name="Rectangle 11">
              <a:extLst>
                <a:ext uri="{FF2B5EF4-FFF2-40B4-BE49-F238E27FC236}">
                  <a16:creationId xmlns:a16="http://schemas.microsoft.com/office/drawing/2014/main" id="{35ADEDE9-FB7B-876E-7225-4D3AB73422EF}"/>
                </a:ext>
              </a:extLst>
            </p:cNvPr>
            <p:cNvSpPr>
              <a:spLocks noChangeArrowheads="1"/>
            </p:cNvSpPr>
            <p:nvPr/>
          </p:nvSpPr>
          <p:spPr bwMode="auto">
            <a:xfrm>
              <a:off x="2264" y="1943"/>
              <a:ext cx="13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73262F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7" name="Rectangle 12">
              <a:extLst>
                <a:ext uri="{FF2B5EF4-FFF2-40B4-BE49-F238E27FC236}">
                  <a16:creationId xmlns:a16="http://schemas.microsoft.com/office/drawing/2014/main" id="{03DA7BF6-FE99-195F-2925-BD0968D0CE23}"/>
                </a:ext>
              </a:extLst>
            </p:cNvPr>
            <p:cNvSpPr>
              <a:spLocks noChangeArrowheads="1"/>
            </p:cNvSpPr>
            <p:nvPr/>
          </p:nvSpPr>
          <p:spPr bwMode="auto">
            <a:xfrm>
              <a:off x="2254" y="1582"/>
              <a:ext cx="707" cy="136"/>
            </a:xfrm>
            <a:prstGeom prst="rect">
              <a:avLst/>
            </a:prstGeom>
            <a:solidFill>
              <a:srgbClr val="FFB3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Rectangle 13">
              <a:extLst>
                <a:ext uri="{FF2B5EF4-FFF2-40B4-BE49-F238E27FC236}">
                  <a16:creationId xmlns:a16="http://schemas.microsoft.com/office/drawing/2014/main" id="{AE1CAD70-4A31-E224-8481-B797DB87F72F}"/>
                </a:ext>
              </a:extLst>
            </p:cNvPr>
            <p:cNvSpPr>
              <a:spLocks noChangeArrowheads="1"/>
            </p:cNvSpPr>
            <p:nvPr/>
          </p:nvSpPr>
          <p:spPr bwMode="auto">
            <a:xfrm>
              <a:off x="2264"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262F"/>
                  </a:solidFill>
                  <a:effectLst/>
                  <a:latin typeface="Segoe UI Black" panose="020B0A02040204020203" pitchFamily="34" charset="0"/>
                </a:rPr>
                <a:t>A</a:t>
              </a:r>
              <a:endParaRPr kumimoji="0" lang="en-US" altLang="en-US" sz="1800" b="0" i="0" u="none" strike="noStrike" cap="none" normalizeH="0" baseline="0">
                <a:ln>
                  <a:noFill/>
                </a:ln>
                <a:solidFill>
                  <a:srgbClr val="73262F"/>
                </a:solidFill>
                <a:effectLst/>
                <a:latin typeface="Arial" panose="020B0604020202020204" pitchFamily="34" charset="0"/>
              </a:endParaRPr>
            </a:p>
          </p:txBody>
        </p:sp>
        <p:sp>
          <p:nvSpPr>
            <p:cNvPr id="269" name="Rectangle 14">
              <a:extLst>
                <a:ext uri="{FF2B5EF4-FFF2-40B4-BE49-F238E27FC236}">
                  <a16:creationId xmlns:a16="http://schemas.microsoft.com/office/drawing/2014/main" id="{50413BA8-271F-17E9-274D-A6681E4E35BE}"/>
                </a:ext>
              </a:extLst>
            </p:cNvPr>
            <p:cNvSpPr>
              <a:spLocks noChangeArrowheads="1"/>
            </p:cNvSpPr>
            <p:nvPr/>
          </p:nvSpPr>
          <p:spPr bwMode="auto">
            <a:xfrm>
              <a:off x="2329"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0" name="Rectangle 15">
              <a:extLst>
                <a:ext uri="{FF2B5EF4-FFF2-40B4-BE49-F238E27FC236}">
                  <a16:creationId xmlns:a16="http://schemas.microsoft.com/office/drawing/2014/main" id="{5E8A55D7-5C9F-19E4-44F8-0D5ED73A059E}"/>
                </a:ext>
              </a:extLst>
            </p:cNvPr>
            <p:cNvSpPr>
              <a:spLocks noChangeArrowheads="1"/>
            </p:cNvSpPr>
            <p:nvPr/>
          </p:nvSpPr>
          <p:spPr bwMode="auto">
            <a:xfrm>
              <a:off x="2264" y="1654"/>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FFB3BB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1" name="Rectangle 16">
              <a:extLst>
                <a:ext uri="{FF2B5EF4-FFF2-40B4-BE49-F238E27FC236}">
                  <a16:creationId xmlns:a16="http://schemas.microsoft.com/office/drawing/2014/main" id="{AB98BB47-C797-09CC-A9F3-51FE51653B12}"/>
                </a:ext>
              </a:extLst>
            </p:cNvPr>
            <p:cNvSpPr>
              <a:spLocks noChangeArrowheads="1"/>
            </p:cNvSpPr>
            <p:nvPr/>
          </p:nvSpPr>
          <p:spPr bwMode="auto">
            <a:xfrm>
              <a:off x="2255" y="2022"/>
              <a:ext cx="706" cy="13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Rectangle 17">
              <a:extLst>
                <a:ext uri="{FF2B5EF4-FFF2-40B4-BE49-F238E27FC236}">
                  <a16:creationId xmlns:a16="http://schemas.microsoft.com/office/drawing/2014/main" id="{C52F19C0-13E8-0692-788F-02A274A980BA}"/>
                </a:ext>
              </a:extLst>
            </p:cNvPr>
            <p:cNvSpPr>
              <a:spLocks noChangeArrowheads="1"/>
            </p:cNvSpPr>
            <p:nvPr/>
          </p:nvSpPr>
          <p:spPr bwMode="auto">
            <a:xfrm>
              <a:off x="2255" y="2022"/>
              <a:ext cx="706"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3" name="Rectangle 18">
              <a:extLst>
                <a:ext uri="{FF2B5EF4-FFF2-40B4-BE49-F238E27FC236}">
                  <a16:creationId xmlns:a16="http://schemas.microsoft.com/office/drawing/2014/main" id="{0EF8B30C-1FB6-7C73-44FC-2C39DF7549A8}"/>
                </a:ext>
              </a:extLst>
            </p:cNvPr>
            <p:cNvSpPr>
              <a:spLocks noChangeArrowheads="1"/>
            </p:cNvSpPr>
            <p:nvPr/>
          </p:nvSpPr>
          <p:spPr bwMode="auto">
            <a:xfrm>
              <a:off x="2264" y="2024"/>
              <a:ext cx="12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FFFFFF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4" name="Rectangle 50">
              <a:extLst>
                <a:ext uri="{FF2B5EF4-FFF2-40B4-BE49-F238E27FC236}">
                  <a16:creationId xmlns:a16="http://schemas.microsoft.com/office/drawing/2014/main" id="{D25297AC-6025-DA45-015A-AD5967168C02}"/>
                </a:ext>
              </a:extLst>
            </p:cNvPr>
            <p:cNvSpPr>
              <a:spLocks noChangeArrowheads="1"/>
            </p:cNvSpPr>
            <p:nvPr/>
          </p:nvSpPr>
          <p:spPr bwMode="auto">
            <a:xfrm>
              <a:off x="1533" y="1727"/>
              <a:ext cx="706" cy="135"/>
            </a:xfrm>
            <a:prstGeom prst="rect">
              <a:avLst/>
            </a:prstGeom>
            <a:solidFill>
              <a:srgbClr val="FF5C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Rectangle 51">
              <a:extLst>
                <a:ext uri="{FF2B5EF4-FFF2-40B4-BE49-F238E27FC236}">
                  <a16:creationId xmlns:a16="http://schemas.microsoft.com/office/drawing/2014/main" id="{D895CA29-DE29-0BF3-3158-751FF8EC37F0}"/>
                </a:ext>
              </a:extLst>
            </p:cNvPr>
            <p:cNvSpPr>
              <a:spLocks noChangeArrowheads="1"/>
            </p:cNvSpPr>
            <p:nvPr/>
          </p:nvSpPr>
          <p:spPr bwMode="auto">
            <a:xfrm>
              <a:off x="1542"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76" name="Rectangle 52">
              <a:extLst>
                <a:ext uri="{FF2B5EF4-FFF2-40B4-BE49-F238E27FC236}">
                  <a16:creationId xmlns:a16="http://schemas.microsoft.com/office/drawing/2014/main" id="{7EFCFC16-4A98-86AC-7619-A114CF099F7D}"/>
                </a:ext>
              </a:extLst>
            </p:cNvPr>
            <p:cNvSpPr>
              <a:spLocks noChangeArrowheads="1"/>
            </p:cNvSpPr>
            <p:nvPr/>
          </p:nvSpPr>
          <p:spPr bwMode="auto">
            <a:xfrm>
              <a:off x="1608" y="1722"/>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7" name="Rectangle 53">
              <a:extLst>
                <a:ext uri="{FF2B5EF4-FFF2-40B4-BE49-F238E27FC236}">
                  <a16:creationId xmlns:a16="http://schemas.microsoft.com/office/drawing/2014/main" id="{B9712463-FD5D-ABC4-36B0-C830E76330F6}"/>
                </a:ext>
              </a:extLst>
            </p:cNvPr>
            <p:cNvSpPr>
              <a:spLocks noChangeArrowheads="1"/>
            </p:cNvSpPr>
            <p:nvPr/>
          </p:nvSpPr>
          <p:spPr bwMode="auto">
            <a:xfrm>
              <a:off x="1542" y="1800"/>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FF5C39</a:t>
              </a:r>
              <a:endParaRPr kumimoji="0" lang="en-US" altLang="en-US" sz="1800" b="0" i="0" u="none" strike="noStrike" cap="none" normalizeH="0" baseline="0">
                <a:ln>
                  <a:noFill/>
                </a:ln>
                <a:effectLst/>
                <a:latin typeface="Arial" panose="020B0604020202020204" pitchFamily="34" charset="0"/>
              </a:endParaRPr>
            </a:p>
          </p:txBody>
        </p:sp>
        <p:sp>
          <p:nvSpPr>
            <p:cNvPr id="278" name="Rectangle 54">
              <a:extLst>
                <a:ext uri="{FF2B5EF4-FFF2-40B4-BE49-F238E27FC236}">
                  <a16:creationId xmlns:a16="http://schemas.microsoft.com/office/drawing/2014/main" id="{8ACAB4E1-6417-0C0C-9E12-B1E8EEA4613E}"/>
                </a:ext>
              </a:extLst>
            </p:cNvPr>
            <p:cNvSpPr>
              <a:spLocks noChangeArrowheads="1"/>
            </p:cNvSpPr>
            <p:nvPr/>
          </p:nvSpPr>
          <p:spPr bwMode="auto">
            <a:xfrm>
              <a:off x="1533" y="1871"/>
              <a:ext cx="706" cy="137"/>
            </a:xfrm>
            <a:prstGeom prst="rect">
              <a:avLst/>
            </a:prstGeom>
            <a:solidFill>
              <a:srgbClr val="73391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Rectangle 55">
              <a:extLst>
                <a:ext uri="{FF2B5EF4-FFF2-40B4-BE49-F238E27FC236}">
                  <a16:creationId xmlns:a16="http://schemas.microsoft.com/office/drawing/2014/main" id="{7E6BE592-BF8C-8CF1-0798-04DA17C036E6}"/>
                </a:ext>
              </a:extLst>
            </p:cNvPr>
            <p:cNvSpPr>
              <a:spLocks noChangeArrowheads="1"/>
            </p:cNvSpPr>
            <p:nvPr/>
          </p:nvSpPr>
          <p:spPr bwMode="auto">
            <a:xfrm>
              <a:off x="1542"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A38B"/>
                  </a:solidFill>
                  <a:effectLst/>
                  <a:latin typeface="Segoe UI Black" panose="020B0A02040204020203" pitchFamily="34" charset="0"/>
                </a:rPr>
                <a:t>A</a:t>
              </a:r>
              <a:endParaRPr kumimoji="0" lang="en-US" altLang="en-US" sz="1800" b="0" i="0" u="none" strike="noStrike" cap="none" normalizeH="0" baseline="0">
                <a:ln>
                  <a:noFill/>
                </a:ln>
                <a:solidFill>
                  <a:srgbClr val="FFA38B"/>
                </a:solidFill>
                <a:effectLst/>
                <a:latin typeface="Arial" panose="020B0604020202020204" pitchFamily="34" charset="0"/>
              </a:endParaRPr>
            </a:p>
          </p:txBody>
        </p:sp>
        <p:sp>
          <p:nvSpPr>
            <p:cNvPr id="280" name="Rectangle 56">
              <a:extLst>
                <a:ext uri="{FF2B5EF4-FFF2-40B4-BE49-F238E27FC236}">
                  <a16:creationId xmlns:a16="http://schemas.microsoft.com/office/drawing/2014/main" id="{F02A06DF-8715-F16B-5F10-11C5F2584525}"/>
                </a:ext>
              </a:extLst>
            </p:cNvPr>
            <p:cNvSpPr>
              <a:spLocks noChangeArrowheads="1"/>
            </p:cNvSpPr>
            <p:nvPr/>
          </p:nvSpPr>
          <p:spPr bwMode="auto">
            <a:xfrm>
              <a:off x="1608"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1" name="Rectangle 57">
              <a:extLst>
                <a:ext uri="{FF2B5EF4-FFF2-40B4-BE49-F238E27FC236}">
                  <a16:creationId xmlns:a16="http://schemas.microsoft.com/office/drawing/2014/main" id="{45F29D9D-6572-80B7-280A-53297335FBF7}"/>
                </a:ext>
              </a:extLst>
            </p:cNvPr>
            <p:cNvSpPr>
              <a:spLocks noChangeArrowheads="1"/>
            </p:cNvSpPr>
            <p:nvPr/>
          </p:nvSpPr>
          <p:spPr bwMode="auto">
            <a:xfrm>
              <a:off x="1542" y="1943"/>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73391D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2" name="Rectangle 58">
              <a:extLst>
                <a:ext uri="{FF2B5EF4-FFF2-40B4-BE49-F238E27FC236}">
                  <a16:creationId xmlns:a16="http://schemas.microsoft.com/office/drawing/2014/main" id="{013A62C5-A54C-C8BE-D34C-557861D50FBB}"/>
                </a:ext>
              </a:extLst>
            </p:cNvPr>
            <p:cNvSpPr>
              <a:spLocks noChangeArrowheads="1"/>
            </p:cNvSpPr>
            <p:nvPr/>
          </p:nvSpPr>
          <p:spPr bwMode="auto">
            <a:xfrm>
              <a:off x="1533" y="1582"/>
              <a:ext cx="706" cy="136"/>
            </a:xfrm>
            <a:prstGeom prst="rect">
              <a:avLst/>
            </a:prstGeom>
            <a:solidFill>
              <a:srgbClr val="FFA3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Rectangle 59">
              <a:extLst>
                <a:ext uri="{FF2B5EF4-FFF2-40B4-BE49-F238E27FC236}">
                  <a16:creationId xmlns:a16="http://schemas.microsoft.com/office/drawing/2014/main" id="{A3D38249-2B2F-44FE-8004-78F738A54143}"/>
                </a:ext>
              </a:extLst>
            </p:cNvPr>
            <p:cNvSpPr>
              <a:spLocks noChangeArrowheads="1"/>
            </p:cNvSpPr>
            <p:nvPr/>
          </p:nvSpPr>
          <p:spPr bwMode="auto">
            <a:xfrm>
              <a:off x="1542"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391D"/>
                  </a:solidFill>
                  <a:effectLst/>
                  <a:latin typeface="Segoe UI Black" panose="020B0A02040204020203" pitchFamily="34" charset="0"/>
                </a:rPr>
                <a:t>A</a:t>
              </a:r>
              <a:endParaRPr kumimoji="0" lang="en-US" altLang="en-US" sz="1800" b="0" i="0" u="none" strike="noStrike" cap="none" normalizeH="0" baseline="0">
                <a:ln>
                  <a:noFill/>
                </a:ln>
                <a:solidFill>
                  <a:srgbClr val="73391D"/>
                </a:solidFill>
                <a:effectLst/>
                <a:latin typeface="Arial" panose="020B0604020202020204" pitchFamily="34" charset="0"/>
              </a:endParaRPr>
            </a:p>
          </p:txBody>
        </p:sp>
        <p:sp>
          <p:nvSpPr>
            <p:cNvPr id="284" name="Rectangle 60">
              <a:extLst>
                <a:ext uri="{FF2B5EF4-FFF2-40B4-BE49-F238E27FC236}">
                  <a16:creationId xmlns:a16="http://schemas.microsoft.com/office/drawing/2014/main" id="{6356C9D6-F46C-5F18-CC06-57CEDB989050}"/>
                </a:ext>
              </a:extLst>
            </p:cNvPr>
            <p:cNvSpPr>
              <a:spLocks noChangeArrowheads="1"/>
            </p:cNvSpPr>
            <p:nvPr/>
          </p:nvSpPr>
          <p:spPr bwMode="auto">
            <a:xfrm>
              <a:off x="1608"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5" name="Rectangle 61">
              <a:extLst>
                <a:ext uri="{FF2B5EF4-FFF2-40B4-BE49-F238E27FC236}">
                  <a16:creationId xmlns:a16="http://schemas.microsoft.com/office/drawing/2014/main" id="{809C64CC-0B9B-063B-F7A5-63EE36FBDCCD}"/>
                </a:ext>
              </a:extLst>
            </p:cNvPr>
            <p:cNvSpPr>
              <a:spLocks noChangeArrowheads="1"/>
            </p:cNvSpPr>
            <p:nvPr/>
          </p:nvSpPr>
          <p:spPr bwMode="auto">
            <a:xfrm>
              <a:off x="1542" y="1654"/>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FFA38B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6" name="Rectangle 62">
              <a:extLst>
                <a:ext uri="{FF2B5EF4-FFF2-40B4-BE49-F238E27FC236}">
                  <a16:creationId xmlns:a16="http://schemas.microsoft.com/office/drawing/2014/main" id="{94AB9329-702D-4A1F-E5A5-C3B78F016261}"/>
                </a:ext>
              </a:extLst>
            </p:cNvPr>
            <p:cNvSpPr>
              <a:spLocks noChangeArrowheads="1"/>
            </p:cNvSpPr>
            <p:nvPr/>
          </p:nvSpPr>
          <p:spPr bwMode="auto">
            <a:xfrm>
              <a:off x="1533" y="2022"/>
              <a:ext cx="707" cy="136"/>
            </a:xfrm>
            <a:prstGeom prst="rect">
              <a:avLst/>
            </a:prstGeom>
            <a:solidFill>
              <a:srgbClr val="F4F3F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Rectangle 63">
              <a:extLst>
                <a:ext uri="{FF2B5EF4-FFF2-40B4-BE49-F238E27FC236}">
                  <a16:creationId xmlns:a16="http://schemas.microsoft.com/office/drawing/2014/main" id="{24EB0818-3B44-BF17-FF2B-E025C738466C}"/>
                </a:ext>
              </a:extLst>
            </p:cNvPr>
            <p:cNvSpPr>
              <a:spLocks noChangeArrowheads="1"/>
            </p:cNvSpPr>
            <p:nvPr/>
          </p:nvSpPr>
          <p:spPr bwMode="auto">
            <a:xfrm>
              <a:off x="1533" y="2022"/>
              <a:ext cx="70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8" name="Rectangle 64">
              <a:extLst>
                <a:ext uri="{FF2B5EF4-FFF2-40B4-BE49-F238E27FC236}">
                  <a16:creationId xmlns:a16="http://schemas.microsoft.com/office/drawing/2014/main" id="{8D3440B3-96D8-0B26-9877-7E62CD77370D}"/>
                </a:ext>
              </a:extLst>
            </p:cNvPr>
            <p:cNvSpPr>
              <a:spLocks noChangeArrowheads="1"/>
            </p:cNvSpPr>
            <p:nvPr/>
          </p:nvSpPr>
          <p:spPr bwMode="auto">
            <a:xfrm>
              <a:off x="1542" y="2024"/>
              <a:ext cx="127"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F4F3F5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9" name="Rectangle 65">
              <a:extLst>
                <a:ext uri="{FF2B5EF4-FFF2-40B4-BE49-F238E27FC236}">
                  <a16:creationId xmlns:a16="http://schemas.microsoft.com/office/drawing/2014/main" id="{64795BFF-26DD-4F9D-7E57-E8A3C163A079}"/>
                </a:ext>
              </a:extLst>
            </p:cNvPr>
            <p:cNvSpPr>
              <a:spLocks noChangeArrowheads="1"/>
            </p:cNvSpPr>
            <p:nvPr/>
          </p:nvSpPr>
          <p:spPr bwMode="auto">
            <a:xfrm>
              <a:off x="3698" y="1729"/>
              <a:ext cx="707" cy="135"/>
            </a:xfrm>
            <a:prstGeom prst="rect">
              <a:avLst/>
            </a:prstGeom>
            <a:solidFill>
              <a:srgbClr val="0078D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Rectangle 66">
              <a:extLst>
                <a:ext uri="{FF2B5EF4-FFF2-40B4-BE49-F238E27FC236}">
                  <a16:creationId xmlns:a16="http://schemas.microsoft.com/office/drawing/2014/main" id="{973E90C8-2FFF-2256-D29B-6A3ABBA35099}"/>
                </a:ext>
              </a:extLst>
            </p:cNvPr>
            <p:cNvSpPr>
              <a:spLocks noChangeArrowheads="1"/>
            </p:cNvSpPr>
            <p:nvPr/>
          </p:nvSpPr>
          <p:spPr bwMode="auto">
            <a:xfrm>
              <a:off x="3707"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1" name="Rectangle 67">
              <a:extLst>
                <a:ext uri="{FF2B5EF4-FFF2-40B4-BE49-F238E27FC236}">
                  <a16:creationId xmlns:a16="http://schemas.microsoft.com/office/drawing/2014/main" id="{F146B7CE-CBC5-956E-DA0D-244A26F54704}"/>
                </a:ext>
              </a:extLst>
            </p:cNvPr>
            <p:cNvSpPr>
              <a:spLocks noChangeArrowheads="1"/>
            </p:cNvSpPr>
            <p:nvPr/>
          </p:nvSpPr>
          <p:spPr bwMode="auto">
            <a:xfrm>
              <a:off x="3773"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2" name="Rectangle 68">
              <a:extLst>
                <a:ext uri="{FF2B5EF4-FFF2-40B4-BE49-F238E27FC236}">
                  <a16:creationId xmlns:a16="http://schemas.microsoft.com/office/drawing/2014/main" id="{841A3A9C-7ABE-216A-7AAA-FC8E018652B9}"/>
                </a:ext>
              </a:extLst>
            </p:cNvPr>
            <p:cNvSpPr>
              <a:spLocks noChangeArrowheads="1"/>
            </p:cNvSpPr>
            <p:nvPr/>
          </p:nvSpPr>
          <p:spPr bwMode="auto">
            <a:xfrm>
              <a:off x="3707" y="1801"/>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0078D4</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93" name="Rectangle 69">
              <a:extLst>
                <a:ext uri="{FF2B5EF4-FFF2-40B4-BE49-F238E27FC236}">
                  <a16:creationId xmlns:a16="http://schemas.microsoft.com/office/drawing/2014/main" id="{B67B7695-C3C0-34B4-72B1-C7E58FF3275A}"/>
                </a:ext>
              </a:extLst>
            </p:cNvPr>
            <p:cNvSpPr>
              <a:spLocks noChangeArrowheads="1"/>
            </p:cNvSpPr>
            <p:nvPr/>
          </p:nvSpPr>
          <p:spPr bwMode="auto">
            <a:xfrm>
              <a:off x="3698" y="1873"/>
              <a:ext cx="707" cy="136"/>
            </a:xfrm>
            <a:prstGeom prst="rect">
              <a:avLst/>
            </a:prstGeom>
            <a:solidFill>
              <a:srgbClr val="2A446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Rectangle 70">
              <a:extLst>
                <a:ext uri="{FF2B5EF4-FFF2-40B4-BE49-F238E27FC236}">
                  <a16:creationId xmlns:a16="http://schemas.microsoft.com/office/drawing/2014/main" id="{F3BB6A3B-AD16-5C6E-2848-CC82A261CE5A}"/>
                </a:ext>
              </a:extLst>
            </p:cNvPr>
            <p:cNvSpPr>
              <a:spLocks noChangeArrowheads="1"/>
            </p:cNvSpPr>
            <p:nvPr/>
          </p:nvSpPr>
          <p:spPr bwMode="auto">
            <a:xfrm>
              <a:off x="3707" y="1866"/>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8DC8E8"/>
                  </a:solidFill>
                  <a:effectLst/>
                  <a:latin typeface="Segoe UI Black" panose="020B0A02040204020203" pitchFamily="34" charset="0"/>
                </a:rPr>
                <a:t>A</a:t>
              </a:r>
              <a:endParaRPr kumimoji="0" lang="en-US" altLang="en-US" sz="1800" b="0" i="0" u="none" strike="noStrike" cap="none" normalizeH="0" baseline="0">
                <a:ln>
                  <a:noFill/>
                </a:ln>
                <a:solidFill>
                  <a:srgbClr val="8DC8E8"/>
                </a:solidFill>
                <a:effectLst/>
                <a:latin typeface="Arial" panose="020B0604020202020204" pitchFamily="34" charset="0"/>
              </a:endParaRPr>
            </a:p>
          </p:txBody>
        </p:sp>
        <p:sp>
          <p:nvSpPr>
            <p:cNvPr id="295" name="Rectangle 71">
              <a:extLst>
                <a:ext uri="{FF2B5EF4-FFF2-40B4-BE49-F238E27FC236}">
                  <a16:creationId xmlns:a16="http://schemas.microsoft.com/office/drawing/2014/main" id="{AF58A79C-F974-45C7-A85C-F40D9A65E853}"/>
                </a:ext>
              </a:extLst>
            </p:cNvPr>
            <p:cNvSpPr>
              <a:spLocks noChangeArrowheads="1"/>
            </p:cNvSpPr>
            <p:nvPr/>
          </p:nvSpPr>
          <p:spPr bwMode="auto">
            <a:xfrm>
              <a:off x="3773" y="1866"/>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6" name="Rectangle 72">
              <a:extLst>
                <a:ext uri="{FF2B5EF4-FFF2-40B4-BE49-F238E27FC236}">
                  <a16:creationId xmlns:a16="http://schemas.microsoft.com/office/drawing/2014/main" id="{9CAD9107-51BE-8F4A-FEBB-F3BD3DC96520}"/>
                </a:ext>
              </a:extLst>
            </p:cNvPr>
            <p:cNvSpPr>
              <a:spLocks noChangeArrowheads="1"/>
            </p:cNvSpPr>
            <p:nvPr/>
          </p:nvSpPr>
          <p:spPr bwMode="auto">
            <a:xfrm>
              <a:off x="3707" y="1944"/>
              <a:ext cx="135"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2A446F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7" name="Rectangle 73">
              <a:extLst>
                <a:ext uri="{FF2B5EF4-FFF2-40B4-BE49-F238E27FC236}">
                  <a16:creationId xmlns:a16="http://schemas.microsoft.com/office/drawing/2014/main" id="{F0CA8CB9-EFF0-9A10-BBC0-A9A36D6E6ADF}"/>
                </a:ext>
              </a:extLst>
            </p:cNvPr>
            <p:cNvSpPr>
              <a:spLocks noChangeArrowheads="1"/>
            </p:cNvSpPr>
            <p:nvPr/>
          </p:nvSpPr>
          <p:spPr bwMode="auto">
            <a:xfrm>
              <a:off x="3698" y="1583"/>
              <a:ext cx="707" cy="137"/>
            </a:xfrm>
            <a:prstGeom prst="rect">
              <a:avLst/>
            </a:prstGeom>
            <a:solidFill>
              <a:srgbClr val="8DC8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Rectangle 74">
              <a:extLst>
                <a:ext uri="{FF2B5EF4-FFF2-40B4-BE49-F238E27FC236}">
                  <a16:creationId xmlns:a16="http://schemas.microsoft.com/office/drawing/2014/main" id="{CF1A989F-9EAE-5BC1-AD31-5728CD61EE81}"/>
                </a:ext>
              </a:extLst>
            </p:cNvPr>
            <p:cNvSpPr>
              <a:spLocks noChangeArrowheads="1"/>
            </p:cNvSpPr>
            <p:nvPr/>
          </p:nvSpPr>
          <p:spPr bwMode="auto">
            <a:xfrm>
              <a:off x="3707" y="1578"/>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2A446F"/>
                  </a:solidFill>
                  <a:effectLst/>
                  <a:latin typeface="Segoe UI Black" panose="020B0A02040204020203" pitchFamily="34" charset="0"/>
                </a:rPr>
                <a:t>A</a:t>
              </a:r>
              <a:endParaRPr kumimoji="0" lang="en-US" altLang="en-US" sz="1800" b="0" i="0" u="none" strike="noStrike" cap="none" normalizeH="0" baseline="0">
                <a:ln>
                  <a:noFill/>
                </a:ln>
                <a:solidFill>
                  <a:srgbClr val="2A446F"/>
                </a:solidFill>
                <a:effectLst/>
                <a:latin typeface="Arial" panose="020B0604020202020204" pitchFamily="34" charset="0"/>
              </a:endParaRPr>
            </a:p>
          </p:txBody>
        </p:sp>
        <p:sp>
          <p:nvSpPr>
            <p:cNvPr id="299" name="Rectangle 75">
              <a:extLst>
                <a:ext uri="{FF2B5EF4-FFF2-40B4-BE49-F238E27FC236}">
                  <a16:creationId xmlns:a16="http://schemas.microsoft.com/office/drawing/2014/main" id="{957953AB-E9C6-D080-ADB2-1F206404C0B7}"/>
                </a:ext>
              </a:extLst>
            </p:cNvPr>
            <p:cNvSpPr>
              <a:spLocks noChangeArrowheads="1"/>
            </p:cNvSpPr>
            <p:nvPr/>
          </p:nvSpPr>
          <p:spPr bwMode="auto">
            <a:xfrm>
              <a:off x="3773" y="1578"/>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0" name="Rectangle 76">
              <a:extLst>
                <a:ext uri="{FF2B5EF4-FFF2-40B4-BE49-F238E27FC236}">
                  <a16:creationId xmlns:a16="http://schemas.microsoft.com/office/drawing/2014/main" id="{D3F9BD24-BF97-98DF-7799-FF5527E1F0E4}"/>
                </a:ext>
              </a:extLst>
            </p:cNvPr>
            <p:cNvSpPr>
              <a:spLocks noChangeArrowheads="1"/>
            </p:cNvSpPr>
            <p:nvPr/>
          </p:nvSpPr>
          <p:spPr bwMode="auto">
            <a:xfrm>
              <a:off x="3707" y="1655"/>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8DC8E8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1" name="Rectangle 80">
              <a:extLst>
                <a:ext uri="{FF2B5EF4-FFF2-40B4-BE49-F238E27FC236}">
                  <a16:creationId xmlns:a16="http://schemas.microsoft.com/office/drawing/2014/main" id="{D9F904A4-74AE-C098-E989-4C11A3671B63}"/>
                </a:ext>
              </a:extLst>
            </p:cNvPr>
            <p:cNvSpPr>
              <a:spLocks noChangeArrowheads="1"/>
            </p:cNvSpPr>
            <p:nvPr/>
          </p:nvSpPr>
          <p:spPr bwMode="auto">
            <a:xfrm>
              <a:off x="2981" y="1438"/>
              <a:ext cx="1423" cy="135"/>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Rectangle 81">
              <a:extLst>
                <a:ext uri="{FF2B5EF4-FFF2-40B4-BE49-F238E27FC236}">
                  <a16:creationId xmlns:a16="http://schemas.microsoft.com/office/drawing/2014/main" id="{86561027-5502-5CBF-CC1E-E9283F7A3EA8}"/>
                </a:ext>
              </a:extLst>
            </p:cNvPr>
            <p:cNvSpPr>
              <a:spLocks noChangeArrowheads="1"/>
            </p:cNvSpPr>
            <p:nvPr/>
          </p:nvSpPr>
          <p:spPr bwMode="auto">
            <a:xfrm>
              <a:off x="2977" y="1437"/>
              <a:ext cx="1427"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82">
              <a:extLst>
                <a:ext uri="{FF2B5EF4-FFF2-40B4-BE49-F238E27FC236}">
                  <a16:creationId xmlns:a16="http://schemas.microsoft.com/office/drawing/2014/main" id="{815862B1-E237-764F-DF2A-70DEC4B6F67A}"/>
                </a:ext>
              </a:extLst>
            </p:cNvPr>
            <p:cNvSpPr>
              <a:spLocks noEditPoints="1"/>
            </p:cNvSpPr>
            <p:nvPr/>
          </p:nvSpPr>
          <p:spPr bwMode="auto">
            <a:xfrm>
              <a:off x="2978" y="1437"/>
              <a:ext cx="1427" cy="136"/>
            </a:xfrm>
            <a:custGeom>
              <a:avLst/>
              <a:gdLst>
                <a:gd name="T0" fmla="*/ 0 w 15200"/>
                <a:gd name="T1" fmla="*/ 4 h 960"/>
                <a:gd name="T2" fmla="*/ 4 w 15200"/>
                <a:gd name="T3" fmla="*/ 0 h 960"/>
                <a:gd name="T4" fmla="*/ 15196 w 15200"/>
                <a:gd name="T5" fmla="*/ 0 h 960"/>
                <a:gd name="T6" fmla="*/ 15200 w 15200"/>
                <a:gd name="T7" fmla="*/ 4 h 960"/>
                <a:gd name="T8" fmla="*/ 15200 w 15200"/>
                <a:gd name="T9" fmla="*/ 956 h 960"/>
                <a:gd name="T10" fmla="*/ 15196 w 15200"/>
                <a:gd name="T11" fmla="*/ 960 h 960"/>
                <a:gd name="T12" fmla="*/ 4 w 15200"/>
                <a:gd name="T13" fmla="*/ 960 h 960"/>
                <a:gd name="T14" fmla="*/ 0 w 15200"/>
                <a:gd name="T15" fmla="*/ 956 h 960"/>
                <a:gd name="T16" fmla="*/ 0 w 15200"/>
                <a:gd name="T17" fmla="*/ 4 h 960"/>
                <a:gd name="T18" fmla="*/ 8 w 15200"/>
                <a:gd name="T19" fmla="*/ 956 h 960"/>
                <a:gd name="T20" fmla="*/ 4 w 15200"/>
                <a:gd name="T21" fmla="*/ 952 h 960"/>
                <a:gd name="T22" fmla="*/ 15196 w 15200"/>
                <a:gd name="T23" fmla="*/ 952 h 960"/>
                <a:gd name="T24" fmla="*/ 15192 w 15200"/>
                <a:gd name="T25" fmla="*/ 956 h 960"/>
                <a:gd name="T26" fmla="*/ 15192 w 15200"/>
                <a:gd name="T27" fmla="*/ 4 h 960"/>
                <a:gd name="T28" fmla="*/ 15196 w 15200"/>
                <a:gd name="T29" fmla="*/ 8 h 960"/>
                <a:gd name="T30" fmla="*/ 4 w 15200"/>
                <a:gd name="T31" fmla="*/ 8 h 960"/>
                <a:gd name="T32" fmla="*/ 8 w 15200"/>
                <a:gd name="T33" fmla="*/ 4 h 960"/>
                <a:gd name="T34" fmla="*/ 8 w 15200"/>
                <a:gd name="T35" fmla="*/ 956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0" h="960">
                  <a:moveTo>
                    <a:pt x="0" y="4"/>
                  </a:moveTo>
                  <a:cubicBezTo>
                    <a:pt x="0" y="2"/>
                    <a:pt x="2" y="0"/>
                    <a:pt x="4" y="0"/>
                  </a:cubicBezTo>
                  <a:lnTo>
                    <a:pt x="15196" y="0"/>
                  </a:lnTo>
                  <a:cubicBezTo>
                    <a:pt x="15199" y="0"/>
                    <a:pt x="15200" y="2"/>
                    <a:pt x="15200" y="4"/>
                  </a:cubicBezTo>
                  <a:lnTo>
                    <a:pt x="15200" y="956"/>
                  </a:lnTo>
                  <a:cubicBezTo>
                    <a:pt x="15200" y="959"/>
                    <a:pt x="15199" y="960"/>
                    <a:pt x="15196" y="960"/>
                  </a:cubicBezTo>
                  <a:lnTo>
                    <a:pt x="4" y="960"/>
                  </a:lnTo>
                  <a:cubicBezTo>
                    <a:pt x="2" y="960"/>
                    <a:pt x="0" y="959"/>
                    <a:pt x="0" y="956"/>
                  </a:cubicBezTo>
                  <a:lnTo>
                    <a:pt x="0" y="4"/>
                  </a:lnTo>
                  <a:close/>
                  <a:moveTo>
                    <a:pt x="8" y="956"/>
                  </a:moveTo>
                  <a:lnTo>
                    <a:pt x="4" y="952"/>
                  </a:lnTo>
                  <a:lnTo>
                    <a:pt x="15196" y="952"/>
                  </a:lnTo>
                  <a:lnTo>
                    <a:pt x="15192" y="956"/>
                  </a:lnTo>
                  <a:lnTo>
                    <a:pt x="15192" y="4"/>
                  </a:lnTo>
                  <a:lnTo>
                    <a:pt x="15196" y="8"/>
                  </a:lnTo>
                  <a:lnTo>
                    <a:pt x="4" y="8"/>
                  </a:lnTo>
                  <a:lnTo>
                    <a:pt x="8" y="4"/>
                  </a:lnTo>
                  <a:lnTo>
                    <a:pt x="8" y="956"/>
                  </a:lnTo>
                  <a:close/>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Rectangle 83">
              <a:extLst>
                <a:ext uri="{FF2B5EF4-FFF2-40B4-BE49-F238E27FC236}">
                  <a16:creationId xmlns:a16="http://schemas.microsoft.com/office/drawing/2014/main" id="{F8634574-E07B-D28B-BCBE-E63D6F2B0F02}"/>
                </a:ext>
              </a:extLst>
            </p:cNvPr>
            <p:cNvSpPr>
              <a:spLocks noChangeArrowheads="1"/>
            </p:cNvSpPr>
            <p:nvPr/>
          </p:nvSpPr>
          <p:spPr bwMode="auto">
            <a:xfrm>
              <a:off x="2978" y="1437"/>
              <a:ext cx="1426"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Rectangle 84">
              <a:extLst>
                <a:ext uri="{FF2B5EF4-FFF2-40B4-BE49-F238E27FC236}">
                  <a16:creationId xmlns:a16="http://schemas.microsoft.com/office/drawing/2014/main" id="{12699538-90CB-E2BB-A02E-9CAD1104357C}"/>
                </a:ext>
              </a:extLst>
            </p:cNvPr>
            <p:cNvSpPr>
              <a:spLocks noChangeArrowheads="1"/>
            </p:cNvSpPr>
            <p:nvPr/>
          </p:nvSpPr>
          <p:spPr bwMode="auto">
            <a:xfrm>
              <a:off x="2989" y="1440"/>
              <a:ext cx="314"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FFFFFF"/>
                  </a:solidFill>
                  <a:effectLst/>
                  <a:latin typeface="Segoe UI" panose="020B0502040204020203" pitchFamily="34" charset="0"/>
                </a:rPr>
                <a:t>Blue Black</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6" name="Rectangle 85">
              <a:extLst>
                <a:ext uri="{FF2B5EF4-FFF2-40B4-BE49-F238E27FC236}">
                  <a16:creationId xmlns:a16="http://schemas.microsoft.com/office/drawing/2014/main" id="{6FAB69FC-8CE4-AC4F-FDDF-81B46D7C1E11}"/>
                </a:ext>
              </a:extLst>
            </p:cNvPr>
            <p:cNvSpPr>
              <a:spLocks noChangeArrowheads="1"/>
            </p:cNvSpPr>
            <p:nvPr/>
          </p:nvSpPr>
          <p:spPr bwMode="auto">
            <a:xfrm>
              <a:off x="2989" y="1508"/>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091F2C</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7" name="Rectangle 86">
              <a:extLst>
                <a:ext uri="{FF2B5EF4-FFF2-40B4-BE49-F238E27FC236}">
                  <a16:creationId xmlns:a16="http://schemas.microsoft.com/office/drawing/2014/main" id="{0B6C3A35-3676-F821-8B84-E8FCD2D7AEB0}"/>
                </a:ext>
              </a:extLst>
            </p:cNvPr>
            <p:cNvSpPr>
              <a:spLocks noChangeArrowheads="1"/>
            </p:cNvSpPr>
            <p:nvPr/>
          </p:nvSpPr>
          <p:spPr bwMode="auto">
            <a:xfrm>
              <a:off x="2977" y="1730"/>
              <a:ext cx="706" cy="136"/>
            </a:xfrm>
            <a:prstGeom prst="rect">
              <a:avLst/>
            </a:prstGeom>
            <a:solidFill>
              <a:srgbClr val="C73E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Rectangle 87">
              <a:extLst>
                <a:ext uri="{FF2B5EF4-FFF2-40B4-BE49-F238E27FC236}">
                  <a16:creationId xmlns:a16="http://schemas.microsoft.com/office/drawing/2014/main" id="{E31C635C-F918-E83E-41BB-6A05312AF804}"/>
                </a:ext>
              </a:extLst>
            </p:cNvPr>
            <p:cNvSpPr>
              <a:spLocks noChangeArrowheads="1"/>
            </p:cNvSpPr>
            <p:nvPr/>
          </p:nvSpPr>
          <p:spPr bwMode="auto">
            <a:xfrm>
              <a:off x="2985"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9" name="Rectangle 88">
              <a:extLst>
                <a:ext uri="{FF2B5EF4-FFF2-40B4-BE49-F238E27FC236}">
                  <a16:creationId xmlns:a16="http://schemas.microsoft.com/office/drawing/2014/main" id="{C72C7396-887D-00AF-02FC-A8E598F00631}"/>
                </a:ext>
              </a:extLst>
            </p:cNvPr>
            <p:cNvSpPr>
              <a:spLocks noChangeArrowheads="1"/>
            </p:cNvSpPr>
            <p:nvPr/>
          </p:nvSpPr>
          <p:spPr bwMode="auto">
            <a:xfrm>
              <a:off x="2985" y="1803"/>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C73ECC</a:t>
              </a:r>
              <a:endParaRPr kumimoji="0" lang="en-US" altLang="en-US" sz="1800" b="0" i="0" u="none" strike="noStrike" cap="none" normalizeH="0" baseline="0">
                <a:ln>
                  <a:noFill/>
                </a:ln>
                <a:effectLst/>
                <a:latin typeface="Arial" panose="020B0604020202020204" pitchFamily="34" charset="0"/>
              </a:endParaRPr>
            </a:p>
          </p:txBody>
        </p:sp>
        <p:sp>
          <p:nvSpPr>
            <p:cNvPr id="310" name="Rectangle 89">
              <a:extLst>
                <a:ext uri="{FF2B5EF4-FFF2-40B4-BE49-F238E27FC236}">
                  <a16:creationId xmlns:a16="http://schemas.microsoft.com/office/drawing/2014/main" id="{D30DD6FD-51EB-19EC-8510-E1C9AF53735B}"/>
                </a:ext>
              </a:extLst>
            </p:cNvPr>
            <p:cNvSpPr>
              <a:spLocks noChangeArrowheads="1"/>
            </p:cNvSpPr>
            <p:nvPr/>
          </p:nvSpPr>
          <p:spPr bwMode="auto">
            <a:xfrm>
              <a:off x="2977" y="1875"/>
              <a:ext cx="706" cy="135"/>
            </a:xfrm>
            <a:prstGeom prst="rect">
              <a:avLst/>
            </a:prstGeom>
            <a:solidFill>
              <a:srgbClr val="7025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Rectangle 90">
              <a:extLst>
                <a:ext uri="{FF2B5EF4-FFF2-40B4-BE49-F238E27FC236}">
                  <a16:creationId xmlns:a16="http://schemas.microsoft.com/office/drawing/2014/main" id="{FA8D36D1-67FD-B784-519E-C36BEA31B3C5}"/>
                </a:ext>
              </a:extLst>
            </p:cNvPr>
            <p:cNvSpPr>
              <a:spLocks noChangeArrowheads="1"/>
            </p:cNvSpPr>
            <p:nvPr/>
          </p:nvSpPr>
          <p:spPr bwMode="auto">
            <a:xfrm>
              <a:off x="2985" y="1869"/>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CD9BCF"/>
                  </a:solidFill>
                  <a:effectLst/>
                  <a:latin typeface="Segoe UI Black" panose="020B0A02040204020203" pitchFamily="34" charset="0"/>
                </a:rPr>
                <a:t>A</a:t>
              </a:r>
              <a:endParaRPr kumimoji="0" lang="en-US" altLang="en-US" sz="1800" b="0" i="0" u="none" strike="noStrike" cap="none" normalizeH="0" baseline="0">
                <a:ln>
                  <a:noFill/>
                </a:ln>
                <a:solidFill>
                  <a:srgbClr val="CD9BCF"/>
                </a:solidFill>
                <a:effectLst/>
                <a:latin typeface="Arial" panose="020B0604020202020204" pitchFamily="34" charset="0"/>
              </a:endParaRPr>
            </a:p>
          </p:txBody>
        </p:sp>
        <p:sp>
          <p:nvSpPr>
            <p:cNvPr id="312" name="Rectangle 91">
              <a:extLst>
                <a:ext uri="{FF2B5EF4-FFF2-40B4-BE49-F238E27FC236}">
                  <a16:creationId xmlns:a16="http://schemas.microsoft.com/office/drawing/2014/main" id="{A2790CC1-ECD3-C2AA-C63A-83B06BB562FD}"/>
                </a:ext>
              </a:extLst>
            </p:cNvPr>
            <p:cNvSpPr>
              <a:spLocks noChangeArrowheads="1"/>
            </p:cNvSpPr>
            <p:nvPr/>
          </p:nvSpPr>
          <p:spPr bwMode="auto">
            <a:xfrm>
              <a:off x="3051" y="1869"/>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3" name="Rectangle 92">
              <a:extLst>
                <a:ext uri="{FF2B5EF4-FFF2-40B4-BE49-F238E27FC236}">
                  <a16:creationId xmlns:a16="http://schemas.microsoft.com/office/drawing/2014/main" id="{C2F74C0D-75FA-B70A-ED71-3CFA807964B4}"/>
                </a:ext>
              </a:extLst>
            </p:cNvPr>
            <p:cNvSpPr>
              <a:spLocks noChangeArrowheads="1"/>
            </p:cNvSpPr>
            <p:nvPr/>
          </p:nvSpPr>
          <p:spPr bwMode="auto">
            <a:xfrm>
              <a:off x="2985" y="1946"/>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702573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4" name="Rectangle 93">
              <a:extLst>
                <a:ext uri="{FF2B5EF4-FFF2-40B4-BE49-F238E27FC236}">
                  <a16:creationId xmlns:a16="http://schemas.microsoft.com/office/drawing/2014/main" id="{4B629030-A380-3E24-758E-F1D167C23086}"/>
                </a:ext>
              </a:extLst>
            </p:cNvPr>
            <p:cNvSpPr>
              <a:spLocks noChangeArrowheads="1"/>
            </p:cNvSpPr>
            <p:nvPr/>
          </p:nvSpPr>
          <p:spPr bwMode="auto">
            <a:xfrm>
              <a:off x="2977" y="1586"/>
              <a:ext cx="706" cy="135"/>
            </a:xfrm>
            <a:prstGeom prst="rect">
              <a:avLst/>
            </a:prstGeom>
            <a:solidFill>
              <a:srgbClr val="CD9B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Rectangle 94">
              <a:extLst>
                <a:ext uri="{FF2B5EF4-FFF2-40B4-BE49-F238E27FC236}">
                  <a16:creationId xmlns:a16="http://schemas.microsoft.com/office/drawing/2014/main" id="{6D81EE59-1E06-6AAB-A8EE-80D567AE752D}"/>
                </a:ext>
              </a:extLst>
            </p:cNvPr>
            <p:cNvSpPr>
              <a:spLocks noChangeArrowheads="1"/>
            </p:cNvSpPr>
            <p:nvPr/>
          </p:nvSpPr>
          <p:spPr bwMode="auto">
            <a:xfrm>
              <a:off x="2985" y="1580"/>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02573"/>
                  </a:solidFill>
                  <a:effectLst/>
                  <a:latin typeface="Segoe UI Black" panose="020B0A02040204020203" pitchFamily="34" charset="0"/>
                </a:rPr>
                <a:t>A</a:t>
              </a:r>
              <a:endParaRPr kumimoji="0" lang="en-US" altLang="en-US" sz="1800" b="0" i="0" u="none" strike="noStrike" cap="none" normalizeH="0" baseline="0">
                <a:ln>
                  <a:noFill/>
                </a:ln>
                <a:solidFill>
                  <a:srgbClr val="702573"/>
                </a:solidFill>
                <a:effectLst/>
                <a:latin typeface="Arial" panose="020B0604020202020204" pitchFamily="34" charset="0"/>
              </a:endParaRPr>
            </a:p>
          </p:txBody>
        </p:sp>
        <p:sp>
          <p:nvSpPr>
            <p:cNvPr id="316" name="Rectangle 95">
              <a:extLst>
                <a:ext uri="{FF2B5EF4-FFF2-40B4-BE49-F238E27FC236}">
                  <a16:creationId xmlns:a16="http://schemas.microsoft.com/office/drawing/2014/main" id="{6AD9F2DD-3CC6-E096-A24F-323DA0D326AD}"/>
                </a:ext>
              </a:extLst>
            </p:cNvPr>
            <p:cNvSpPr>
              <a:spLocks noChangeArrowheads="1"/>
            </p:cNvSpPr>
            <p:nvPr/>
          </p:nvSpPr>
          <p:spPr bwMode="auto">
            <a:xfrm>
              <a:off x="3051" y="1580"/>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7" name="Rectangle 96">
              <a:extLst>
                <a:ext uri="{FF2B5EF4-FFF2-40B4-BE49-F238E27FC236}">
                  <a16:creationId xmlns:a16="http://schemas.microsoft.com/office/drawing/2014/main" id="{AFB34C5D-AB21-1047-2C41-96AAFC6CF230}"/>
                </a:ext>
              </a:extLst>
            </p:cNvPr>
            <p:cNvSpPr>
              <a:spLocks noChangeArrowheads="1"/>
            </p:cNvSpPr>
            <p:nvPr/>
          </p:nvSpPr>
          <p:spPr bwMode="auto">
            <a:xfrm>
              <a:off x="2985" y="1658"/>
              <a:ext cx="14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CD9BCF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8" name="Rectangle 97">
              <a:extLst>
                <a:ext uri="{FF2B5EF4-FFF2-40B4-BE49-F238E27FC236}">
                  <a16:creationId xmlns:a16="http://schemas.microsoft.com/office/drawing/2014/main" id="{577AD0A0-7F00-AA4F-1B1B-61CFE55F937D}"/>
                </a:ext>
              </a:extLst>
            </p:cNvPr>
            <p:cNvSpPr>
              <a:spLocks noChangeArrowheads="1"/>
            </p:cNvSpPr>
            <p:nvPr/>
          </p:nvSpPr>
          <p:spPr bwMode="auto">
            <a:xfrm>
              <a:off x="2976" y="2023"/>
              <a:ext cx="1428" cy="13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Rectangle 98">
              <a:extLst>
                <a:ext uri="{FF2B5EF4-FFF2-40B4-BE49-F238E27FC236}">
                  <a16:creationId xmlns:a16="http://schemas.microsoft.com/office/drawing/2014/main" id="{AEE8AF68-7485-0DA2-1E8F-EA9EFEEF18D2}"/>
                </a:ext>
              </a:extLst>
            </p:cNvPr>
            <p:cNvSpPr>
              <a:spLocks noChangeArrowheads="1"/>
            </p:cNvSpPr>
            <p:nvPr/>
          </p:nvSpPr>
          <p:spPr bwMode="auto">
            <a:xfrm>
              <a:off x="2977" y="2024"/>
              <a:ext cx="142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0" name="Rectangle 99">
              <a:extLst>
                <a:ext uri="{FF2B5EF4-FFF2-40B4-BE49-F238E27FC236}">
                  <a16:creationId xmlns:a16="http://schemas.microsoft.com/office/drawing/2014/main" id="{00A4FA1A-2972-8EFD-C7DB-916888D02231}"/>
                </a:ext>
              </a:extLst>
            </p:cNvPr>
            <p:cNvSpPr>
              <a:spLocks noChangeArrowheads="1"/>
            </p:cNvSpPr>
            <p:nvPr/>
          </p:nvSpPr>
          <p:spPr bwMode="auto">
            <a:xfrm>
              <a:off x="2985" y="2028"/>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000000</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321" name="Rectangle 100">
              <a:extLst>
                <a:ext uri="{FF2B5EF4-FFF2-40B4-BE49-F238E27FC236}">
                  <a16:creationId xmlns:a16="http://schemas.microsoft.com/office/drawing/2014/main" id="{E02AE344-8FCD-07A4-1035-21E5745797EA}"/>
                </a:ext>
              </a:extLst>
            </p:cNvPr>
            <p:cNvSpPr>
              <a:spLocks noChangeArrowheads="1"/>
            </p:cNvSpPr>
            <p:nvPr/>
          </p:nvSpPr>
          <p:spPr bwMode="auto">
            <a:xfrm>
              <a:off x="1532" y="1439"/>
              <a:ext cx="1430" cy="136"/>
            </a:xfrm>
            <a:prstGeom prst="rect">
              <a:avLst/>
            </a:prstGeom>
            <a:solidFill>
              <a:srgbClr val="E8E6D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Rectangle 101">
              <a:extLst>
                <a:ext uri="{FF2B5EF4-FFF2-40B4-BE49-F238E27FC236}">
                  <a16:creationId xmlns:a16="http://schemas.microsoft.com/office/drawing/2014/main" id="{A8F0A57D-3D77-F52A-CEE5-C300AC719E97}"/>
                </a:ext>
              </a:extLst>
            </p:cNvPr>
            <p:cNvSpPr>
              <a:spLocks noChangeArrowheads="1"/>
            </p:cNvSpPr>
            <p:nvPr/>
          </p:nvSpPr>
          <p:spPr bwMode="auto">
            <a:xfrm>
              <a:off x="1532" y="1439"/>
              <a:ext cx="1429"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3" name="Rectangle 102">
              <a:extLst>
                <a:ext uri="{FF2B5EF4-FFF2-40B4-BE49-F238E27FC236}">
                  <a16:creationId xmlns:a16="http://schemas.microsoft.com/office/drawing/2014/main" id="{34755F26-EC65-BC3C-F00F-5952873E93B5}"/>
                </a:ext>
              </a:extLst>
            </p:cNvPr>
            <p:cNvSpPr>
              <a:spLocks noChangeArrowheads="1"/>
            </p:cNvSpPr>
            <p:nvPr/>
          </p:nvSpPr>
          <p:spPr bwMode="auto">
            <a:xfrm>
              <a:off x="1541" y="1435"/>
              <a:ext cx="3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1A1A1A"/>
                  </a:solidFill>
                  <a:effectLst/>
                  <a:latin typeface="Segoe UI" panose="020B0502040204020203" pitchFamily="34" charset="0"/>
                </a:rPr>
                <a:t>Neutral Gray</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4" name="Rectangle 103">
              <a:extLst>
                <a:ext uri="{FF2B5EF4-FFF2-40B4-BE49-F238E27FC236}">
                  <a16:creationId xmlns:a16="http://schemas.microsoft.com/office/drawing/2014/main" id="{B81AAAC1-86AE-E75F-941C-AB9A2CF58E0B}"/>
                </a:ext>
              </a:extLst>
            </p:cNvPr>
            <p:cNvSpPr>
              <a:spLocks noChangeArrowheads="1"/>
            </p:cNvSpPr>
            <p:nvPr/>
          </p:nvSpPr>
          <p:spPr bwMode="auto">
            <a:xfrm>
              <a:off x="1541" y="1502"/>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E8E6DF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5" name="Rectangle 14">
              <a:extLst>
                <a:ext uri="{FF2B5EF4-FFF2-40B4-BE49-F238E27FC236}">
                  <a16:creationId xmlns:a16="http://schemas.microsoft.com/office/drawing/2014/main" id="{EB0437A5-6694-879B-F94E-9FA34DFD9D2C}"/>
                </a:ext>
              </a:extLst>
            </p:cNvPr>
            <p:cNvSpPr>
              <a:spLocks noChangeArrowheads="1"/>
            </p:cNvSpPr>
            <p:nvPr/>
          </p:nvSpPr>
          <p:spPr bwMode="auto">
            <a:xfrm>
              <a:off x="2329" y="1724"/>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6" name="Rectangle 95">
              <a:extLst>
                <a:ext uri="{FF2B5EF4-FFF2-40B4-BE49-F238E27FC236}">
                  <a16:creationId xmlns:a16="http://schemas.microsoft.com/office/drawing/2014/main" id="{7CF198F9-1D72-F8CC-3A2E-9B2DAE529DAF}"/>
                </a:ext>
              </a:extLst>
            </p:cNvPr>
            <p:cNvSpPr>
              <a:spLocks noChangeArrowheads="1"/>
            </p:cNvSpPr>
            <p:nvPr/>
          </p:nvSpPr>
          <p:spPr bwMode="auto">
            <a:xfrm>
              <a:off x="3051"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3516608941"/>
      </p:ext>
    </p:extLst>
  </p:cSld>
  <p:clrMap bg1="lt1" tx1="dk1" bg2="lt2" tx2="dk2" accent1="accent1" accent2="accent2" accent3="accent3" accent4="accent4" accent5="accent5" accent6="accent6" hlink="hlink" folHlink="folHlink"/>
  <p:sldLayoutIdLst>
    <p:sldLayoutId id="2147485535" r:id="rId1"/>
    <p:sldLayoutId id="2147485536" r:id="rId2"/>
    <p:sldLayoutId id="2147485537" r:id="rId3"/>
    <p:sldLayoutId id="2147485538" r:id="rId4"/>
    <p:sldLayoutId id="2147485539" r:id="rId5"/>
    <p:sldLayoutId id="2147485540" r:id="rId6"/>
    <p:sldLayoutId id="2147485541" r:id="rId7"/>
    <p:sldLayoutId id="2147485542" r:id="rId8"/>
    <p:sldLayoutId id="2147485543" r:id="rId9"/>
    <p:sldLayoutId id="2147485544" r:id="rId10"/>
    <p:sldLayoutId id="2147485545" r:id="rId11"/>
    <p:sldLayoutId id="2147485546" r:id="rId12"/>
    <p:sldLayoutId id="2147485547" r:id="rId13"/>
    <p:sldLayoutId id="2147485548" r:id="rId14"/>
    <p:sldLayoutId id="2147485549" r:id="rId15"/>
    <p:sldLayoutId id="2147485550" r:id="rId16"/>
    <p:sldLayoutId id="2147485551" r:id="rId17"/>
    <p:sldLayoutId id="2147485552" r:id="rId18"/>
    <p:sldLayoutId id="2147485553" r:id="rId19"/>
    <p:sldLayoutId id="2147485554" r:id="rId20"/>
    <p:sldLayoutId id="2147485555" r:id="rId21"/>
    <p:sldLayoutId id="2147485556" r:id="rId22"/>
    <p:sldLayoutId id="2147485557" r:id="rId23"/>
    <p:sldLayoutId id="2147485558" r:id="rId24"/>
    <p:sldLayoutId id="2147485559" r:id="rId25"/>
    <p:sldLayoutId id="2147485560" r:id="rId26"/>
    <p:sldLayoutId id="2147485561" r:id="rId27"/>
    <p:sldLayoutId id="2147485562" r:id="rId28"/>
    <p:sldLayoutId id="2147485563" r:id="rId29"/>
    <p:sldLayoutId id="2147485564" r:id="rId30"/>
    <p:sldLayoutId id="2147485565" r:id="rId31"/>
    <p:sldLayoutId id="2147485566" r:id="rId32"/>
    <p:sldLayoutId id="2147485567" r:id="rId33"/>
    <p:sldLayoutId id="2147485568" r:id="rId34"/>
    <p:sldLayoutId id="2147485569" r:id="rId35"/>
    <p:sldLayoutId id="2147485570" r:id="rId36"/>
    <p:sldLayoutId id="2147485571" r:id="rId37"/>
    <p:sldLayoutId id="2147485572" r:id="rId38"/>
    <p:sldLayoutId id="2147485573" r:id="rId39"/>
    <p:sldLayoutId id="2147485574" r:id="rId40"/>
    <p:sldLayoutId id="2147485575" r:id="rId41"/>
    <p:sldLayoutId id="2147485576" r:id="rId42"/>
    <p:sldLayoutId id="2147485577" r:id="rId43"/>
    <p:sldLayoutId id="2147485578" r:id="rId44"/>
    <p:sldLayoutId id="2147485579" r:id="rId45"/>
    <p:sldLayoutId id="2147485580" r:id="rId46"/>
    <p:sldLayoutId id="2147485581" r:id="rId47"/>
    <p:sldLayoutId id="2147485582" r:id="rId48"/>
    <p:sldLayoutId id="2147485583" r:id="rId49"/>
    <p:sldLayoutId id="2147485584" r:id="rId50"/>
    <p:sldLayoutId id="2147485585" r:id="rId51"/>
    <p:sldLayoutId id="2147485586" r:id="rId52"/>
    <p:sldLayoutId id="2147485587" r:id="rId53"/>
    <p:sldLayoutId id="2147485588" r:id="rId54"/>
    <p:sldLayoutId id="2147485589" r:id="rId55"/>
    <p:sldLayoutId id="2147485590" r:id="rId56"/>
    <p:sldLayoutId id="2147485591" r:id="rId57"/>
    <p:sldLayoutId id="2147485592" r:id="rId58"/>
    <p:sldLayoutId id="2147485593" r:id="rId59"/>
    <p:sldLayoutId id="2147485594" r:id="rId60"/>
    <p:sldLayoutId id="2147485595" r:id="rId61"/>
    <p:sldLayoutId id="2147485596" r:id="rId62"/>
    <p:sldLayoutId id="2147485597" r:id="rId63"/>
    <p:sldLayoutId id="2147485598" r:id="rId64"/>
    <p:sldLayoutId id="2147485599" r:id="rId65"/>
    <p:sldLayoutId id="2147485600" r:id="rId66"/>
    <p:sldLayoutId id="2147485601" r:id="rId67"/>
    <p:sldLayoutId id="2147485602" r:id="rId68"/>
    <p:sldLayoutId id="2147485603" r:id="rId69"/>
    <p:sldLayoutId id="2147485604" r:id="rId70"/>
    <p:sldLayoutId id="2147485605" r:id="rId71"/>
    <p:sldLayoutId id="2147485606" r:id="rId72"/>
    <p:sldLayoutId id="2147485607" r:id="rId73"/>
    <p:sldLayoutId id="2147485608" r:id="rId74"/>
    <p:sldLayoutId id="2147485609" r:id="rId75"/>
    <p:sldLayoutId id="2147485610" r:id="rId76"/>
    <p:sldLayoutId id="2147485611" r:id="rId77"/>
    <p:sldLayoutId id="2147485612" r:id="rId78"/>
    <p:sldLayoutId id="2147485613" r:id="rId79"/>
    <p:sldLayoutId id="2147485614" r:id="rId80"/>
    <p:sldLayoutId id="2147485615" r:id="rId81"/>
    <p:sldLayoutId id="2147485616" r:id="rId82"/>
    <p:sldLayoutId id="2147485617" r:id="rId83"/>
    <p:sldLayoutId id="2147485618" r:id="rId84"/>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lang="en-US" sz="2800" kern="1200" spc="0" baseline="0" dirty="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20">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88427678"/>
      </p:ext>
    </p:extLst>
  </p:cSld>
  <p:clrMap bg1="lt1" tx1="dk1" bg2="lt2" tx2="dk2" accent1="accent1" accent2="accent2" accent3="accent3" accent4="accent4" accent5="accent5" accent6="accent6" hlink="hlink" folHlink="folHlink"/>
  <p:sldLayoutIdLst>
    <p:sldLayoutId id="2147485620" r:id="rId1"/>
    <p:sldLayoutId id="2147485621" r:id="rId2"/>
    <p:sldLayoutId id="2147485622" r:id="rId3"/>
    <p:sldLayoutId id="2147485623" r:id="rId4"/>
    <p:sldLayoutId id="2147485624" r:id="rId5"/>
    <p:sldLayoutId id="2147485625" r:id="rId6"/>
    <p:sldLayoutId id="2147485626" r:id="rId7"/>
    <p:sldLayoutId id="2147485627" r:id="rId8"/>
    <p:sldLayoutId id="2147485628" r:id="rId9"/>
    <p:sldLayoutId id="2147485629" r:id="rId10"/>
    <p:sldLayoutId id="2147485630" r:id="rId11"/>
    <p:sldLayoutId id="2147485631" r:id="rId12"/>
    <p:sldLayoutId id="2147485632" r:id="rId13"/>
    <p:sldLayoutId id="2147485633" r:id="rId14"/>
    <p:sldLayoutId id="2147485634" r:id="rId15"/>
    <p:sldLayoutId id="2147485635" r:id="rId16"/>
    <p:sldLayoutId id="2147485636" r:id="rId17"/>
    <p:sldLayoutId id="2147485637" r:id="rId18"/>
    <p:sldLayoutId id="2147485638" r:id="rId19"/>
    <p:sldLayoutId id="2147485639" r:id="rId20"/>
    <p:sldLayoutId id="2147485640" r:id="rId21"/>
    <p:sldLayoutId id="2147485641" r:id="rId22"/>
    <p:sldLayoutId id="2147485643" r:id="rId23"/>
    <p:sldLayoutId id="2147485644" r:id="rId24"/>
    <p:sldLayoutId id="2147485645" r:id="rId25"/>
    <p:sldLayoutId id="2147485646" r:id="rId26"/>
    <p:sldLayoutId id="2147485647" r:id="rId27"/>
    <p:sldLayoutId id="2147485648" r:id="rId28"/>
    <p:sldLayoutId id="2147485649" r:id="rId29"/>
    <p:sldLayoutId id="2147485650" r:id="rId30"/>
    <p:sldLayoutId id="2147485651" r:id="rId31"/>
    <p:sldLayoutId id="2147485652" r:id="rId32"/>
    <p:sldLayoutId id="2147485653" r:id="rId33"/>
    <p:sldLayoutId id="2147485654" r:id="rId34"/>
    <p:sldLayoutId id="2147485655" r:id="rId35"/>
    <p:sldLayoutId id="2147485656" r:id="rId36"/>
    <p:sldLayoutId id="2147485657" r:id="rId37"/>
    <p:sldLayoutId id="2147485658" r:id="rId38"/>
    <p:sldLayoutId id="2147485659" r:id="rId39"/>
    <p:sldLayoutId id="2147485660" r:id="rId40"/>
    <p:sldLayoutId id="2147485661" r:id="rId41"/>
    <p:sldLayoutId id="2147485662" r:id="rId42"/>
    <p:sldLayoutId id="2147485663" r:id="rId43"/>
    <p:sldLayoutId id="2147485664" r:id="rId44"/>
    <p:sldLayoutId id="2147485665" r:id="rId45"/>
    <p:sldLayoutId id="2147485666" r:id="rId46"/>
    <p:sldLayoutId id="2147485667" r:id="rId47"/>
    <p:sldLayoutId id="2147485668" r:id="rId48"/>
    <p:sldLayoutId id="2147485669" r:id="rId49"/>
    <p:sldLayoutId id="2147485670" r:id="rId50"/>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userDrawn="1">
          <p15:clr>
            <a:srgbClr val="A5A5A5"/>
          </p15:clr>
        </p15:guide>
        <p15:guide id="2" pos="7680" userDrawn="1">
          <p15:clr>
            <a:srgbClr val="A5A5A5"/>
          </p15:clr>
        </p15:guide>
        <p15:guide id="3" pos="186" userDrawn="1">
          <p15:clr>
            <a:srgbClr val="A5A5A5"/>
          </p15:clr>
        </p15:guide>
        <p15:guide id="26" pos="7496" userDrawn="1">
          <p15:clr>
            <a:srgbClr val="A5A5A5"/>
          </p15:clr>
        </p15:guide>
        <p15:guide id="27" orient="horz" userDrawn="1">
          <p15:clr>
            <a:srgbClr val="A5A5A5"/>
          </p15:clr>
        </p15:guide>
        <p15:guide id="28" orient="horz" pos="4320" userDrawn="1">
          <p15:clr>
            <a:srgbClr val="A5A5A5"/>
          </p15:clr>
        </p15:guide>
        <p15:guide id="29" orient="horz" pos="184" userDrawn="1">
          <p15:clr>
            <a:srgbClr val="A5A5A5"/>
          </p15:clr>
        </p15:guide>
        <p15:guide id="40" orient="horz" pos="4134" userDrawn="1">
          <p15:clr>
            <a:srgbClr val="A5A5A5"/>
          </p15:clr>
        </p15:guide>
        <p15:guide id="42" pos="365" userDrawn="1">
          <p15:clr>
            <a:srgbClr val="C35EA4"/>
          </p15:clr>
        </p15:guide>
        <p15:guide id="43" orient="horz" pos="367" userDrawn="1">
          <p15:clr>
            <a:srgbClr val="C35EA4"/>
          </p15:clr>
        </p15:guide>
        <p15:guide id="44" orient="horz" pos="3953" userDrawn="1">
          <p15:clr>
            <a:srgbClr val="C35EA4"/>
          </p15:clr>
        </p15:guide>
        <p15:guide id="45" pos="7307" userDrawn="1">
          <p15:clr>
            <a:srgbClr val="C35EA4"/>
          </p15:clr>
        </p15:guide>
      </p15:sldGuideLst>
    </p:ext>
  </p:extLst>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94196827"/>
      </p:ext>
    </p:extLst>
  </p:cSld>
  <p:clrMap bg1="lt1" tx1="dk1" bg2="lt2" tx2="dk2" accent1="accent1" accent2="accent2" accent3="accent3" accent4="accent4" accent5="accent5" accent6="accent6" hlink="hlink" folHlink="folHlink"/>
  <p:sldLayoutIdLst>
    <p:sldLayoutId id="2147485672" r:id="rId1"/>
    <p:sldLayoutId id="2147485673" r:id="rId2"/>
    <p:sldLayoutId id="2147485674" r:id="rId3"/>
    <p:sldLayoutId id="2147485675" r:id="rId4"/>
    <p:sldLayoutId id="2147485676" r:id="rId5"/>
    <p:sldLayoutId id="2147485677" r:id="rId6"/>
    <p:sldLayoutId id="2147485678" r:id="rId7"/>
    <p:sldLayoutId id="2147485679" r:id="rId8"/>
    <p:sldLayoutId id="2147485680" r:id="rId9"/>
    <p:sldLayoutId id="2147485681" r:id="rId10"/>
    <p:sldLayoutId id="2147485682" r:id="rId11"/>
    <p:sldLayoutId id="2147485683" r:id="rId12"/>
    <p:sldLayoutId id="2147485684" r:id="rId13"/>
    <p:sldLayoutId id="2147485685" r:id="rId14"/>
    <p:sldLayoutId id="2147485686" r:id="rId15"/>
    <p:sldLayoutId id="2147485687" r:id="rId16"/>
    <p:sldLayoutId id="2147485688" r:id="rId17"/>
    <p:sldLayoutId id="2147485689" r:id="rId18"/>
    <p:sldLayoutId id="2147485690" r:id="rId19"/>
    <p:sldLayoutId id="2147485691" r:id="rId20"/>
    <p:sldLayoutId id="2147485692" r:id="rId21"/>
    <p:sldLayoutId id="2147485693" r:id="rId22"/>
    <p:sldLayoutId id="2147485694" r:id="rId23"/>
    <p:sldLayoutId id="2147485695" r:id="rId24"/>
    <p:sldLayoutId id="2147485696" r:id="rId25"/>
    <p:sldLayoutId id="2147485697" r:id="rId26"/>
    <p:sldLayoutId id="2147485698" r:id="rId27"/>
    <p:sldLayoutId id="2147485699" r:id="rId28"/>
    <p:sldLayoutId id="2147485700" r:id="rId29"/>
    <p:sldLayoutId id="2147485701" r:id="rId30"/>
    <p:sldLayoutId id="2147485702" r:id="rId31"/>
    <p:sldLayoutId id="2147485703" r:id="rId32"/>
    <p:sldLayoutId id="2147485704" r:id="rId33"/>
    <p:sldLayoutId id="2147485705" r:id="rId34"/>
    <p:sldLayoutId id="2147485706" r:id="rId35"/>
    <p:sldLayoutId id="2147485707" r:id="rId36"/>
    <p:sldLayoutId id="2147485708" r:id="rId37"/>
    <p:sldLayoutId id="2147485709" r:id="rId38"/>
    <p:sldLayoutId id="2147485710" r:id="rId39"/>
    <p:sldLayoutId id="2147485711" r:id="rId40"/>
    <p:sldLayoutId id="2147485712" r:id="rId41"/>
    <p:sldLayoutId id="2147485713" r:id="rId42"/>
    <p:sldLayoutId id="2147485714" r:id="rId43"/>
    <p:sldLayoutId id="2147485715" r:id="rId44"/>
    <p:sldLayoutId id="2147485716" r:id="rId45"/>
    <p:sldLayoutId id="2147485717" r:id="rId46"/>
    <p:sldLayoutId id="2147485718" r:id="rId47"/>
    <p:sldLayoutId id="2147485719" r:id="rId48"/>
    <p:sldLayoutId id="2147485720" r:id="rId49"/>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A5A5A5"/>
          </p15:clr>
        </p15:guide>
        <p15:guide id="2" pos="7680">
          <p15:clr>
            <a:srgbClr val="A5A5A5"/>
          </p15:clr>
        </p15:guide>
        <p15:guide id="3" pos="186">
          <p15:clr>
            <a:srgbClr val="A5A5A5"/>
          </p15:clr>
        </p15:guide>
        <p15:guide id="26" pos="7496">
          <p15:clr>
            <a:srgbClr val="A5A5A5"/>
          </p15:clr>
        </p15:guide>
        <p15:guide id="27" orient="horz">
          <p15:clr>
            <a:srgbClr val="A5A5A5"/>
          </p15:clr>
        </p15:guide>
        <p15:guide id="28" orient="horz" pos="4320">
          <p15:clr>
            <a:srgbClr val="A5A5A5"/>
          </p15:clr>
        </p15:guide>
        <p15:guide id="29" orient="horz" pos="184">
          <p15:clr>
            <a:srgbClr val="A5A5A5"/>
          </p15:clr>
        </p15:guide>
        <p15:guide id="40" orient="horz" pos="4134">
          <p15:clr>
            <a:srgbClr val="A5A5A5"/>
          </p15:clr>
        </p15:guide>
        <p15:guide id="42" pos="365">
          <p15:clr>
            <a:srgbClr val="C35EA4"/>
          </p15:clr>
        </p15:guide>
        <p15:guide id="43" orient="horz" pos="367">
          <p15:clr>
            <a:srgbClr val="C35EA4"/>
          </p15:clr>
        </p15:guide>
        <p15:guide id="44" orient="horz" pos="3953">
          <p15:clr>
            <a:srgbClr val="C35EA4"/>
          </p15:clr>
        </p15:guide>
        <p15:guide id="45" pos="7307">
          <p15:clr>
            <a:srgbClr val="C35EA4"/>
          </p15:clr>
        </p15:guide>
      </p15:sldGuideLst>
    </p:ext>
  </p:extLst>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bwMode="blackWhite">
      <p:bgPr>
        <a:solidFill>
          <a:srgbClr val="F4F3F5"/>
        </a:solidFill>
        <a:effectLst/>
      </p:bgPr>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marL="228600" marR="0" lvl="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Click to edit Master text styles</a:t>
            </a:r>
          </a:p>
          <a:p>
            <a:pPr marL="228600" marR="0" lvl="1"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Second level</a:t>
            </a:r>
          </a:p>
          <a:p>
            <a:pPr marL="228600" marR="0" lvl="2"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Third level</a:t>
            </a:r>
          </a:p>
          <a:p>
            <a:pPr marL="228600" marR="0" lvl="3"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Fourth level</a:t>
            </a:r>
          </a:p>
          <a:p>
            <a:pPr marL="228600" marR="0" lvl="4"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grpSp>
        <p:nvGrpSpPr>
          <p:cNvPr id="258" name="Group 257">
            <a:extLst>
              <a:ext uri="{FF2B5EF4-FFF2-40B4-BE49-F238E27FC236}">
                <a16:creationId xmlns:a16="http://schemas.microsoft.com/office/drawing/2014/main" id="{566C3ED6-7167-1619-C333-B86D0D162316}"/>
              </a:ext>
            </a:extLst>
          </p:cNvPr>
          <p:cNvGrpSpPr>
            <a:grpSpLocks noChangeAspect="1"/>
          </p:cNvGrpSpPr>
          <p:nvPr userDrawn="1"/>
        </p:nvGrpSpPr>
        <p:grpSpPr bwMode="auto">
          <a:xfrm rot="5400000">
            <a:off x="10659863" y="3998558"/>
            <a:ext cx="4597400" cy="1169987"/>
            <a:chOff x="1529" y="1423"/>
            <a:chExt cx="2896" cy="737"/>
          </a:xfrm>
        </p:grpSpPr>
        <p:sp>
          <p:nvSpPr>
            <p:cNvPr id="259" name="AutoShape 3">
              <a:extLst>
                <a:ext uri="{FF2B5EF4-FFF2-40B4-BE49-F238E27FC236}">
                  <a16:creationId xmlns:a16="http://schemas.microsoft.com/office/drawing/2014/main" id="{894C58B4-3C22-9620-7C92-D65ED6617E67}"/>
                </a:ext>
              </a:extLst>
            </p:cNvPr>
            <p:cNvSpPr>
              <a:spLocks noChangeAspect="1" noChangeArrowheads="1" noTextEdit="1"/>
            </p:cNvSpPr>
            <p:nvPr/>
          </p:nvSpPr>
          <p:spPr bwMode="auto">
            <a:xfrm>
              <a:off x="1529" y="1423"/>
              <a:ext cx="2896" cy="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Rectangle 5">
              <a:extLst>
                <a:ext uri="{FF2B5EF4-FFF2-40B4-BE49-F238E27FC236}">
                  <a16:creationId xmlns:a16="http://schemas.microsoft.com/office/drawing/2014/main" id="{B4F93CCF-3F88-5DCB-F12D-4DEBF36B9444}"/>
                </a:ext>
              </a:extLst>
            </p:cNvPr>
            <p:cNvSpPr>
              <a:spLocks noChangeArrowheads="1"/>
            </p:cNvSpPr>
            <p:nvPr/>
          </p:nvSpPr>
          <p:spPr bwMode="auto">
            <a:xfrm>
              <a:off x="2254" y="1727"/>
              <a:ext cx="707" cy="135"/>
            </a:xfrm>
            <a:prstGeom prst="rect">
              <a:avLst/>
            </a:prstGeom>
            <a:solidFill>
              <a:srgbClr val="F4364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Rectangle 6">
              <a:extLst>
                <a:ext uri="{FF2B5EF4-FFF2-40B4-BE49-F238E27FC236}">
                  <a16:creationId xmlns:a16="http://schemas.microsoft.com/office/drawing/2014/main" id="{7AC4893A-D0A3-D947-BE61-70B6DC4B9314}"/>
                </a:ext>
              </a:extLst>
            </p:cNvPr>
            <p:cNvSpPr>
              <a:spLocks noChangeArrowheads="1"/>
            </p:cNvSpPr>
            <p:nvPr/>
          </p:nvSpPr>
          <p:spPr bwMode="auto">
            <a:xfrm>
              <a:off x="2264"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62" name="Rectangle 7">
              <a:extLst>
                <a:ext uri="{FF2B5EF4-FFF2-40B4-BE49-F238E27FC236}">
                  <a16:creationId xmlns:a16="http://schemas.microsoft.com/office/drawing/2014/main" id="{DE65DAC6-345A-2542-166A-D2D08E76F806}"/>
                </a:ext>
              </a:extLst>
            </p:cNvPr>
            <p:cNvSpPr>
              <a:spLocks noChangeArrowheads="1"/>
            </p:cNvSpPr>
            <p:nvPr/>
          </p:nvSpPr>
          <p:spPr bwMode="auto">
            <a:xfrm>
              <a:off x="2264" y="1800"/>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F4364C</a:t>
              </a:r>
              <a:endParaRPr kumimoji="0" lang="en-US" altLang="en-US" sz="1800" b="0" i="0" u="none" strike="noStrike" cap="none" normalizeH="0" baseline="0">
                <a:ln>
                  <a:noFill/>
                </a:ln>
                <a:effectLst/>
                <a:latin typeface="Arial" panose="020B0604020202020204" pitchFamily="34" charset="0"/>
              </a:endParaRPr>
            </a:p>
          </p:txBody>
        </p:sp>
        <p:sp>
          <p:nvSpPr>
            <p:cNvPr id="263" name="Rectangle 8">
              <a:extLst>
                <a:ext uri="{FF2B5EF4-FFF2-40B4-BE49-F238E27FC236}">
                  <a16:creationId xmlns:a16="http://schemas.microsoft.com/office/drawing/2014/main" id="{1EADC519-4AB4-60A0-260A-EF7DC8229A97}"/>
                </a:ext>
              </a:extLst>
            </p:cNvPr>
            <p:cNvSpPr>
              <a:spLocks noChangeArrowheads="1"/>
            </p:cNvSpPr>
            <p:nvPr/>
          </p:nvSpPr>
          <p:spPr bwMode="auto">
            <a:xfrm>
              <a:off x="2254" y="1871"/>
              <a:ext cx="707" cy="137"/>
            </a:xfrm>
            <a:prstGeom prst="rect">
              <a:avLst/>
            </a:prstGeom>
            <a:solidFill>
              <a:srgbClr val="7326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Rectangle 9">
              <a:extLst>
                <a:ext uri="{FF2B5EF4-FFF2-40B4-BE49-F238E27FC236}">
                  <a16:creationId xmlns:a16="http://schemas.microsoft.com/office/drawing/2014/main" id="{B2CFF324-4BA8-188D-7395-AC042B4D6560}"/>
                </a:ext>
              </a:extLst>
            </p:cNvPr>
            <p:cNvSpPr>
              <a:spLocks noChangeArrowheads="1"/>
            </p:cNvSpPr>
            <p:nvPr/>
          </p:nvSpPr>
          <p:spPr bwMode="auto">
            <a:xfrm>
              <a:off x="2264"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B3BB"/>
                  </a:solidFill>
                  <a:effectLst/>
                  <a:latin typeface="Segoe UI Black" panose="020B0A02040204020203" pitchFamily="34" charset="0"/>
                </a:rPr>
                <a:t>A</a:t>
              </a:r>
              <a:endParaRPr kumimoji="0" lang="en-US" altLang="en-US" sz="1800" b="0" i="0" u="none" strike="noStrike" cap="none" normalizeH="0" baseline="0">
                <a:ln>
                  <a:noFill/>
                </a:ln>
                <a:solidFill>
                  <a:srgbClr val="FFB3BB"/>
                </a:solidFill>
                <a:effectLst/>
                <a:latin typeface="Arial" panose="020B0604020202020204" pitchFamily="34" charset="0"/>
              </a:endParaRPr>
            </a:p>
          </p:txBody>
        </p:sp>
        <p:sp>
          <p:nvSpPr>
            <p:cNvPr id="265" name="Rectangle 10">
              <a:extLst>
                <a:ext uri="{FF2B5EF4-FFF2-40B4-BE49-F238E27FC236}">
                  <a16:creationId xmlns:a16="http://schemas.microsoft.com/office/drawing/2014/main" id="{03BDB961-C287-23C5-66DF-74F0AFDFB76B}"/>
                </a:ext>
              </a:extLst>
            </p:cNvPr>
            <p:cNvSpPr>
              <a:spLocks noChangeArrowheads="1"/>
            </p:cNvSpPr>
            <p:nvPr/>
          </p:nvSpPr>
          <p:spPr bwMode="auto">
            <a:xfrm>
              <a:off x="2329"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 name="Rectangle 11">
              <a:extLst>
                <a:ext uri="{FF2B5EF4-FFF2-40B4-BE49-F238E27FC236}">
                  <a16:creationId xmlns:a16="http://schemas.microsoft.com/office/drawing/2014/main" id="{35ADEDE9-FB7B-876E-7225-4D3AB73422EF}"/>
                </a:ext>
              </a:extLst>
            </p:cNvPr>
            <p:cNvSpPr>
              <a:spLocks noChangeArrowheads="1"/>
            </p:cNvSpPr>
            <p:nvPr/>
          </p:nvSpPr>
          <p:spPr bwMode="auto">
            <a:xfrm>
              <a:off x="2264" y="1943"/>
              <a:ext cx="13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73262F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7" name="Rectangle 12">
              <a:extLst>
                <a:ext uri="{FF2B5EF4-FFF2-40B4-BE49-F238E27FC236}">
                  <a16:creationId xmlns:a16="http://schemas.microsoft.com/office/drawing/2014/main" id="{03DA7BF6-FE99-195F-2925-BD0968D0CE23}"/>
                </a:ext>
              </a:extLst>
            </p:cNvPr>
            <p:cNvSpPr>
              <a:spLocks noChangeArrowheads="1"/>
            </p:cNvSpPr>
            <p:nvPr/>
          </p:nvSpPr>
          <p:spPr bwMode="auto">
            <a:xfrm>
              <a:off x="2254" y="1582"/>
              <a:ext cx="707" cy="136"/>
            </a:xfrm>
            <a:prstGeom prst="rect">
              <a:avLst/>
            </a:prstGeom>
            <a:solidFill>
              <a:srgbClr val="FFB3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Rectangle 13">
              <a:extLst>
                <a:ext uri="{FF2B5EF4-FFF2-40B4-BE49-F238E27FC236}">
                  <a16:creationId xmlns:a16="http://schemas.microsoft.com/office/drawing/2014/main" id="{AE1CAD70-4A31-E224-8481-B797DB87F72F}"/>
                </a:ext>
              </a:extLst>
            </p:cNvPr>
            <p:cNvSpPr>
              <a:spLocks noChangeArrowheads="1"/>
            </p:cNvSpPr>
            <p:nvPr/>
          </p:nvSpPr>
          <p:spPr bwMode="auto">
            <a:xfrm>
              <a:off x="2264"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262F"/>
                  </a:solidFill>
                  <a:effectLst/>
                  <a:latin typeface="Segoe UI Black" panose="020B0A02040204020203" pitchFamily="34" charset="0"/>
                </a:rPr>
                <a:t>A</a:t>
              </a:r>
              <a:endParaRPr kumimoji="0" lang="en-US" altLang="en-US" sz="1800" b="0" i="0" u="none" strike="noStrike" cap="none" normalizeH="0" baseline="0">
                <a:ln>
                  <a:noFill/>
                </a:ln>
                <a:solidFill>
                  <a:srgbClr val="73262F"/>
                </a:solidFill>
                <a:effectLst/>
                <a:latin typeface="Arial" panose="020B0604020202020204" pitchFamily="34" charset="0"/>
              </a:endParaRPr>
            </a:p>
          </p:txBody>
        </p:sp>
        <p:sp>
          <p:nvSpPr>
            <p:cNvPr id="269" name="Rectangle 14">
              <a:extLst>
                <a:ext uri="{FF2B5EF4-FFF2-40B4-BE49-F238E27FC236}">
                  <a16:creationId xmlns:a16="http://schemas.microsoft.com/office/drawing/2014/main" id="{50413BA8-271F-17E9-274D-A6681E4E35BE}"/>
                </a:ext>
              </a:extLst>
            </p:cNvPr>
            <p:cNvSpPr>
              <a:spLocks noChangeArrowheads="1"/>
            </p:cNvSpPr>
            <p:nvPr/>
          </p:nvSpPr>
          <p:spPr bwMode="auto">
            <a:xfrm>
              <a:off x="2329"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0" name="Rectangle 15">
              <a:extLst>
                <a:ext uri="{FF2B5EF4-FFF2-40B4-BE49-F238E27FC236}">
                  <a16:creationId xmlns:a16="http://schemas.microsoft.com/office/drawing/2014/main" id="{5E8A55D7-5C9F-19E4-44F8-0D5ED73A059E}"/>
                </a:ext>
              </a:extLst>
            </p:cNvPr>
            <p:cNvSpPr>
              <a:spLocks noChangeArrowheads="1"/>
            </p:cNvSpPr>
            <p:nvPr/>
          </p:nvSpPr>
          <p:spPr bwMode="auto">
            <a:xfrm>
              <a:off x="2264" y="1654"/>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FFB3BB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1" name="Rectangle 16">
              <a:extLst>
                <a:ext uri="{FF2B5EF4-FFF2-40B4-BE49-F238E27FC236}">
                  <a16:creationId xmlns:a16="http://schemas.microsoft.com/office/drawing/2014/main" id="{AB98BB47-C797-09CC-A9F3-51FE51653B12}"/>
                </a:ext>
              </a:extLst>
            </p:cNvPr>
            <p:cNvSpPr>
              <a:spLocks noChangeArrowheads="1"/>
            </p:cNvSpPr>
            <p:nvPr/>
          </p:nvSpPr>
          <p:spPr bwMode="auto">
            <a:xfrm>
              <a:off x="2255" y="2022"/>
              <a:ext cx="706" cy="13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Rectangle 17">
              <a:extLst>
                <a:ext uri="{FF2B5EF4-FFF2-40B4-BE49-F238E27FC236}">
                  <a16:creationId xmlns:a16="http://schemas.microsoft.com/office/drawing/2014/main" id="{C52F19C0-13E8-0692-788F-02A274A980BA}"/>
                </a:ext>
              </a:extLst>
            </p:cNvPr>
            <p:cNvSpPr>
              <a:spLocks noChangeArrowheads="1"/>
            </p:cNvSpPr>
            <p:nvPr/>
          </p:nvSpPr>
          <p:spPr bwMode="auto">
            <a:xfrm>
              <a:off x="2255" y="2022"/>
              <a:ext cx="706"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3" name="Rectangle 18">
              <a:extLst>
                <a:ext uri="{FF2B5EF4-FFF2-40B4-BE49-F238E27FC236}">
                  <a16:creationId xmlns:a16="http://schemas.microsoft.com/office/drawing/2014/main" id="{0EF8B30C-1FB6-7C73-44FC-2C39DF7549A8}"/>
                </a:ext>
              </a:extLst>
            </p:cNvPr>
            <p:cNvSpPr>
              <a:spLocks noChangeArrowheads="1"/>
            </p:cNvSpPr>
            <p:nvPr/>
          </p:nvSpPr>
          <p:spPr bwMode="auto">
            <a:xfrm>
              <a:off x="2264" y="2024"/>
              <a:ext cx="12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FFFFFF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4" name="Rectangle 50">
              <a:extLst>
                <a:ext uri="{FF2B5EF4-FFF2-40B4-BE49-F238E27FC236}">
                  <a16:creationId xmlns:a16="http://schemas.microsoft.com/office/drawing/2014/main" id="{D25297AC-6025-DA45-015A-AD5967168C02}"/>
                </a:ext>
              </a:extLst>
            </p:cNvPr>
            <p:cNvSpPr>
              <a:spLocks noChangeArrowheads="1"/>
            </p:cNvSpPr>
            <p:nvPr/>
          </p:nvSpPr>
          <p:spPr bwMode="auto">
            <a:xfrm>
              <a:off x="1533" y="1727"/>
              <a:ext cx="706" cy="135"/>
            </a:xfrm>
            <a:prstGeom prst="rect">
              <a:avLst/>
            </a:prstGeom>
            <a:solidFill>
              <a:srgbClr val="FF5C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Rectangle 51">
              <a:extLst>
                <a:ext uri="{FF2B5EF4-FFF2-40B4-BE49-F238E27FC236}">
                  <a16:creationId xmlns:a16="http://schemas.microsoft.com/office/drawing/2014/main" id="{D895CA29-DE29-0BF3-3158-751FF8EC37F0}"/>
                </a:ext>
              </a:extLst>
            </p:cNvPr>
            <p:cNvSpPr>
              <a:spLocks noChangeArrowheads="1"/>
            </p:cNvSpPr>
            <p:nvPr/>
          </p:nvSpPr>
          <p:spPr bwMode="auto">
            <a:xfrm>
              <a:off x="1542"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76" name="Rectangle 52">
              <a:extLst>
                <a:ext uri="{FF2B5EF4-FFF2-40B4-BE49-F238E27FC236}">
                  <a16:creationId xmlns:a16="http://schemas.microsoft.com/office/drawing/2014/main" id="{7EFCFC16-4A98-86AC-7619-A114CF099F7D}"/>
                </a:ext>
              </a:extLst>
            </p:cNvPr>
            <p:cNvSpPr>
              <a:spLocks noChangeArrowheads="1"/>
            </p:cNvSpPr>
            <p:nvPr/>
          </p:nvSpPr>
          <p:spPr bwMode="auto">
            <a:xfrm>
              <a:off x="1608" y="1722"/>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7" name="Rectangle 53">
              <a:extLst>
                <a:ext uri="{FF2B5EF4-FFF2-40B4-BE49-F238E27FC236}">
                  <a16:creationId xmlns:a16="http://schemas.microsoft.com/office/drawing/2014/main" id="{B9712463-FD5D-ABC4-36B0-C830E76330F6}"/>
                </a:ext>
              </a:extLst>
            </p:cNvPr>
            <p:cNvSpPr>
              <a:spLocks noChangeArrowheads="1"/>
            </p:cNvSpPr>
            <p:nvPr/>
          </p:nvSpPr>
          <p:spPr bwMode="auto">
            <a:xfrm>
              <a:off x="1542" y="1800"/>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FF5C39</a:t>
              </a:r>
              <a:endParaRPr kumimoji="0" lang="en-US" altLang="en-US" sz="1800" b="0" i="0" u="none" strike="noStrike" cap="none" normalizeH="0" baseline="0">
                <a:ln>
                  <a:noFill/>
                </a:ln>
                <a:effectLst/>
                <a:latin typeface="Arial" panose="020B0604020202020204" pitchFamily="34" charset="0"/>
              </a:endParaRPr>
            </a:p>
          </p:txBody>
        </p:sp>
        <p:sp>
          <p:nvSpPr>
            <p:cNvPr id="278" name="Rectangle 54">
              <a:extLst>
                <a:ext uri="{FF2B5EF4-FFF2-40B4-BE49-F238E27FC236}">
                  <a16:creationId xmlns:a16="http://schemas.microsoft.com/office/drawing/2014/main" id="{8ACAB4E1-6417-0C0C-9E12-B1E8EEA4613E}"/>
                </a:ext>
              </a:extLst>
            </p:cNvPr>
            <p:cNvSpPr>
              <a:spLocks noChangeArrowheads="1"/>
            </p:cNvSpPr>
            <p:nvPr/>
          </p:nvSpPr>
          <p:spPr bwMode="auto">
            <a:xfrm>
              <a:off x="1533" y="1871"/>
              <a:ext cx="706" cy="137"/>
            </a:xfrm>
            <a:prstGeom prst="rect">
              <a:avLst/>
            </a:prstGeom>
            <a:solidFill>
              <a:srgbClr val="73391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Rectangle 55">
              <a:extLst>
                <a:ext uri="{FF2B5EF4-FFF2-40B4-BE49-F238E27FC236}">
                  <a16:creationId xmlns:a16="http://schemas.microsoft.com/office/drawing/2014/main" id="{7E6BE592-BF8C-8CF1-0798-04DA17C036E6}"/>
                </a:ext>
              </a:extLst>
            </p:cNvPr>
            <p:cNvSpPr>
              <a:spLocks noChangeArrowheads="1"/>
            </p:cNvSpPr>
            <p:nvPr/>
          </p:nvSpPr>
          <p:spPr bwMode="auto">
            <a:xfrm>
              <a:off x="1542"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A38B"/>
                  </a:solidFill>
                  <a:effectLst/>
                  <a:latin typeface="Segoe UI Black" panose="020B0A02040204020203" pitchFamily="34" charset="0"/>
                </a:rPr>
                <a:t>A</a:t>
              </a:r>
              <a:endParaRPr kumimoji="0" lang="en-US" altLang="en-US" sz="1800" b="0" i="0" u="none" strike="noStrike" cap="none" normalizeH="0" baseline="0">
                <a:ln>
                  <a:noFill/>
                </a:ln>
                <a:solidFill>
                  <a:srgbClr val="FFA38B"/>
                </a:solidFill>
                <a:effectLst/>
                <a:latin typeface="Arial" panose="020B0604020202020204" pitchFamily="34" charset="0"/>
              </a:endParaRPr>
            </a:p>
          </p:txBody>
        </p:sp>
        <p:sp>
          <p:nvSpPr>
            <p:cNvPr id="280" name="Rectangle 56">
              <a:extLst>
                <a:ext uri="{FF2B5EF4-FFF2-40B4-BE49-F238E27FC236}">
                  <a16:creationId xmlns:a16="http://schemas.microsoft.com/office/drawing/2014/main" id="{F02A06DF-8715-F16B-5F10-11C5F2584525}"/>
                </a:ext>
              </a:extLst>
            </p:cNvPr>
            <p:cNvSpPr>
              <a:spLocks noChangeArrowheads="1"/>
            </p:cNvSpPr>
            <p:nvPr/>
          </p:nvSpPr>
          <p:spPr bwMode="auto">
            <a:xfrm>
              <a:off x="1608"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1" name="Rectangle 57">
              <a:extLst>
                <a:ext uri="{FF2B5EF4-FFF2-40B4-BE49-F238E27FC236}">
                  <a16:creationId xmlns:a16="http://schemas.microsoft.com/office/drawing/2014/main" id="{45F29D9D-6572-80B7-280A-53297335FBF7}"/>
                </a:ext>
              </a:extLst>
            </p:cNvPr>
            <p:cNvSpPr>
              <a:spLocks noChangeArrowheads="1"/>
            </p:cNvSpPr>
            <p:nvPr/>
          </p:nvSpPr>
          <p:spPr bwMode="auto">
            <a:xfrm>
              <a:off x="1542" y="1943"/>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73391D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2" name="Rectangle 58">
              <a:extLst>
                <a:ext uri="{FF2B5EF4-FFF2-40B4-BE49-F238E27FC236}">
                  <a16:creationId xmlns:a16="http://schemas.microsoft.com/office/drawing/2014/main" id="{013A62C5-A54C-C8BE-D34C-557861D50FBB}"/>
                </a:ext>
              </a:extLst>
            </p:cNvPr>
            <p:cNvSpPr>
              <a:spLocks noChangeArrowheads="1"/>
            </p:cNvSpPr>
            <p:nvPr/>
          </p:nvSpPr>
          <p:spPr bwMode="auto">
            <a:xfrm>
              <a:off x="1533" y="1582"/>
              <a:ext cx="706" cy="136"/>
            </a:xfrm>
            <a:prstGeom prst="rect">
              <a:avLst/>
            </a:prstGeom>
            <a:solidFill>
              <a:srgbClr val="FFA3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Rectangle 59">
              <a:extLst>
                <a:ext uri="{FF2B5EF4-FFF2-40B4-BE49-F238E27FC236}">
                  <a16:creationId xmlns:a16="http://schemas.microsoft.com/office/drawing/2014/main" id="{A3D38249-2B2F-44FE-8004-78F738A54143}"/>
                </a:ext>
              </a:extLst>
            </p:cNvPr>
            <p:cNvSpPr>
              <a:spLocks noChangeArrowheads="1"/>
            </p:cNvSpPr>
            <p:nvPr/>
          </p:nvSpPr>
          <p:spPr bwMode="auto">
            <a:xfrm>
              <a:off x="1542"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391D"/>
                  </a:solidFill>
                  <a:effectLst/>
                  <a:latin typeface="Segoe UI Black" panose="020B0A02040204020203" pitchFamily="34" charset="0"/>
                </a:rPr>
                <a:t>A</a:t>
              </a:r>
              <a:endParaRPr kumimoji="0" lang="en-US" altLang="en-US" sz="1800" b="0" i="0" u="none" strike="noStrike" cap="none" normalizeH="0" baseline="0">
                <a:ln>
                  <a:noFill/>
                </a:ln>
                <a:solidFill>
                  <a:srgbClr val="73391D"/>
                </a:solidFill>
                <a:effectLst/>
                <a:latin typeface="Arial" panose="020B0604020202020204" pitchFamily="34" charset="0"/>
              </a:endParaRPr>
            </a:p>
          </p:txBody>
        </p:sp>
        <p:sp>
          <p:nvSpPr>
            <p:cNvPr id="284" name="Rectangle 60">
              <a:extLst>
                <a:ext uri="{FF2B5EF4-FFF2-40B4-BE49-F238E27FC236}">
                  <a16:creationId xmlns:a16="http://schemas.microsoft.com/office/drawing/2014/main" id="{6356C9D6-F46C-5F18-CC06-57CEDB989050}"/>
                </a:ext>
              </a:extLst>
            </p:cNvPr>
            <p:cNvSpPr>
              <a:spLocks noChangeArrowheads="1"/>
            </p:cNvSpPr>
            <p:nvPr/>
          </p:nvSpPr>
          <p:spPr bwMode="auto">
            <a:xfrm>
              <a:off x="1608"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5" name="Rectangle 61">
              <a:extLst>
                <a:ext uri="{FF2B5EF4-FFF2-40B4-BE49-F238E27FC236}">
                  <a16:creationId xmlns:a16="http://schemas.microsoft.com/office/drawing/2014/main" id="{809C64CC-0B9B-063B-F7A5-63EE36FBDCCD}"/>
                </a:ext>
              </a:extLst>
            </p:cNvPr>
            <p:cNvSpPr>
              <a:spLocks noChangeArrowheads="1"/>
            </p:cNvSpPr>
            <p:nvPr/>
          </p:nvSpPr>
          <p:spPr bwMode="auto">
            <a:xfrm>
              <a:off x="1542" y="1654"/>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FFA38B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6" name="Rectangle 62">
              <a:extLst>
                <a:ext uri="{FF2B5EF4-FFF2-40B4-BE49-F238E27FC236}">
                  <a16:creationId xmlns:a16="http://schemas.microsoft.com/office/drawing/2014/main" id="{94AB9329-702D-4A1F-E5A5-C3B78F016261}"/>
                </a:ext>
              </a:extLst>
            </p:cNvPr>
            <p:cNvSpPr>
              <a:spLocks noChangeArrowheads="1"/>
            </p:cNvSpPr>
            <p:nvPr/>
          </p:nvSpPr>
          <p:spPr bwMode="auto">
            <a:xfrm>
              <a:off x="1533" y="2022"/>
              <a:ext cx="707" cy="136"/>
            </a:xfrm>
            <a:prstGeom prst="rect">
              <a:avLst/>
            </a:prstGeom>
            <a:solidFill>
              <a:srgbClr val="F4F3F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Rectangle 63">
              <a:extLst>
                <a:ext uri="{FF2B5EF4-FFF2-40B4-BE49-F238E27FC236}">
                  <a16:creationId xmlns:a16="http://schemas.microsoft.com/office/drawing/2014/main" id="{24EB0818-3B44-BF17-FF2B-E025C738466C}"/>
                </a:ext>
              </a:extLst>
            </p:cNvPr>
            <p:cNvSpPr>
              <a:spLocks noChangeArrowheads="1"/>
            </p:cNvSpPr>
            <p:nvPr/>
          </p:nvSpPr>
          <p:spPr bwMode="auto">
            <a:xfrm>
              <a:off x="1533" y="2022"/>
              <a:ext cx="70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8" name="Rectangle 64">
              <a:extLst>
                <a:ext uri="{FF2B5EF4-FFF2-40B4-BE49-F238E27FC236}">
                  <a16:creationId xmlns:a16="http://schemas.microsoft.com/office/drawing/2014/main" id="{8D3440B3-96D8-0B26-9877-7E62CD77370D}"/>
                </a:ext>
              </a:extLst>
            </p:cNvPr>
            <p:cNvSpPr>
              <a:spLocks noChangeArrowheads="1"/>
            </p:cNvSpPr>
            <p:nvPr/>
          </p:nvSpPr>
          <p:spPr bwMode="auto">
            <a:xfrm>
              <a:off x="1542" y="2024"/>
              <a:ext cx="127"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F4F3F5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9" name="Rectangle 65">
              <a:extLst>
                <a:ext uri="{FF2B5EF4-FFF2-40B4-BE49-F238E27FC236}">
                  <a16:creationId xmlns:a16="http://schemas.microsoft.com/office/drawing/2014/main" id="{64795BFF-26DD-4F9D-7E57-E8A3C163A079}"/>
                </a:ext>
              </a:extLst>
            </p:cNvPr>
            <p:cNvSpPr>
              <a:spLocks noChangeArrowheads="1"/>
            </p:cNvSpPr>
            <p:nvPr/>
          </p:nvSpPr>
          <p:spPr bwMode="auto">
            <a:xfrm>
              <a:off x="3698" y="1729"/>
              <a:ext cx="707" cy="135"/>
            </a:xfrm>
            <a:prstGeom prst="rect">
              <a:avLst/>
            </a:prstGeom>
            <a:solidFill>
              <a:srgbClr val="0078D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Rectangle 66">
              <a:extLst>
                <a:ext uri="{FF2B5EF4-FFF2-40B4-BE49-F238E27FC236}">
                  <a16:creationId xmlns:a16="http://schemas.microsoft.com/office/drawing/2014/main" id="{973E90C8-2FFF-2256-D29B-6A3ABBA35099}"/>
                </a:ext>
              </a:extLst>
            </p:cNvPr>
            <p:cNvSpPr>
              <a:spLocks noChangeArrowheads="1"/>
            </p:cNvSpPr>
            <p:nvPr/>
          </p:nvSpPr>
          <p:spPr bwMode="auto">
            <a:xfrm>
              <a:off x="3707"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1" name="Rectangle 67">
              <a:extLst>
                <a:ext uri="{FF2B5EF4-FFF2-40B4-BE49-F238E27FC236}">
                  <a16:creationId xmlns:a16="http://schemas.microsoft.com/office/drawing/2014/main" id="{F146B7CE-CBC5-956E-DA0D-244A26F54704}"/>
                </a:ext>
              </a:extLst>
            </p:cNvPr>
            <p:cNvSpPr>
              <a:spLocks noChangeArrowheads="1"/>
            </p:cNvSpPr>
            <p:nvPr/>
          </p:nvSpPr>
          <p:spPr bwMode="auto">
            <a:xfrm>
              <a:off x="3773"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2" name="Rectangle 68">
              <a:extLst>
                <a:ext uri="{FF2B5EF4-FFF2-40B4-BE49-F238E27FC236}">
                  <a16:creationId xmlns:a16="http://schemas.microsoft.com/office/drawing/2014/main" id="{841A3A9C-7ABE-216A-7AAA-FC8E018652B9}"/>
                </a:ext>
              </a:extLst>
            </p:cNvPr>
            <p:cNvSpPr>
              <a:spLocks noChangeArrowheads="1"/>
            </p:cNvSpPr>
            <p:nvPr/>
          </p:nvSpPr>
          <p:spPr bwMode="auto">
            <a:xfrm>
              <a:off x="3707" y="1801"/>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0078D4</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93" name="Rectangle 69">
              <a:extLst>
                <a:ext uri="{FF2B5EF4-FFF2-40B4-BE49-F238E27FC236}">
                  <a16:creationId xmlns:a16="http://schemas.microsoft.com/office/drawing/2014/main" id="{B67B7695-C3C0-34B4-72B1-C7E58FF3275A}"/>
                </a:ext>
              </a:extLst>
            </p:cNvPr>
            <p:cNvSpPr>
              <a:spLocks noChangeArrowheads="1"/>
            </p:cNvSpPr>
            <p:nvPr/>
          </p:nvSpPr>
          <p:spPr bwMode="auto">
            <a:xfrm>
              <a:off x="3698" y="1873"/>
              <a:ext cx="707" cy="136"/>
            </a:xfrm>
            <a:prstGeom prst="rect">
              <a:avLst/>
            </a:prstGeom>
            <a:solidFill>
              <a:srgbClr val="2A446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Rectangle 70">
              <a:extLst>
                <a:ext uri="{FF2B5EF4-FFF2-40B4-BE49-F238E27FC236}">
                  <a16:creationId xmlns:a16="http://schemas.microsoft.com/office/drawing/2014/main" id="{F3BB6A3B-AD16-5C6E-2848-CC82A261CE5A}"/>
                </a:ext>
              </a:extLst>
            </p:cNvPr>
            <p:cNvSpPr>
              <a:spLocks noChangeArrowheads="1"/>
            </p:cNvSpPr>
            <p:nvPr/>
          </p:nvSpPr>
          <p:spPr bwMode="auto">
            <a:xfrm>
              <a:off x="3707" y="1866"/>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8DC8E8"/>
                  </a:solidFill>
                  <a:effectLst/>
                  <a:latin typeface="Segoe UI Black" panose="020B0A02040204020203" pitchFamily="34" charset="0"/>
                </a:rPr>
                <a:t>A</a:t>
              </a:r>
              <a:endParaRPr kumimoji="0" lang="en-US" altLang="en-US" sz="1800" b="0" i="0" u="none" strike="noStrike" cap="none" normalizeH="0" baseline="0">
                <a:ln>
                  <a:noFill/>
                </a:ln>
                <a:solidFill>
                  <a:srgbClr val="8DC8E8"/>
                </a:solidFill>
                <a:effectLst/>
                <a:latin typeface="Arial" panose="020B0604020202020204" pitchFamily="34" charset="0"/>
              </a:endParaRPr>
            </a:p>
          </p:txBody>
        </p:sp>
        <p:sp>
          <p:nvSpPr>
            <p:cNvPr id="295" name="Rectangle 71">
              <a:extLst>
                <a:ext uri="{FF2B5EF4-FFF2-40B4-BE49-F238E27FC236}">
                  <a16:creationId xmlns:a16="http://schemas.microsoft.com/office/drawing/2014/main" id="{AF58A79C-F974-45C7-A85C-F40D9A65E853}"/>
                </a:ext>
              </a:extLst>
            </p:cNvPr>
            <p:cNvSpPr>
              <a:spLocks noChangeArrowheads="1"/>
            </p:cNvSpPr>
            <p:nvPr/>
          </p:nvSpPr>
          <p:spPr bwMode="auto">
            <a:xfrm>
              <a:off x="3773" y="1866"/>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6" name="Rectangle 72">
              <a:extLst>
                <a:ext uri="{FF2B5EF4-FFF2-40B4-BE49-F238E27FC236}">
                  <a16:creationId xmlns:a16="http://schemas.microsoft.com/office/drawing/2014/main" id="{9CAD9107-51BE-8F4A-FEBB-F3BD3DC96520}"/>
                </a:ext>
              </a:extLst>
            </p:cNvPr>
            <p:cNvSpPr>
              <a:spLocks noChangeArrowheads="1"/>
            </p:cNvSpPr>
            <p:nvPr/>
          </p:nvSpPr>
          <p:spPr bwMode="auto">
            <a:xfrm>
              <a:off x="3707" y="1944"/>
              <a:ext cx="135"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2A446F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7" name="Rectangle 73">
              <a:extLst>
                <a:ext uri="{FF2B5EF4-FFF2-40B4-BE49-F238E27FC236}">
                  <a16:creationId xmlns:a16="http://schemas.microsoft.com/office/drawing/2014/main" id="{F0CA8CB9-EFF0-9A10-BBC0-A9A36D6E6ADF}"/>
                </a:ext>
              </a:extLst>
            </p:cNvPr>
            <p:cNvSpPr>
              <a:spLocks noChangeArrowheads="1"/>
            </p:cNvSpPr>
            <p:nvPr/>
          </p:nvSpPr>
          <p:spPr bwMode="auto">
            <a:xfrm>
              <a:off x="3698" y="1583"/>
              <a:ext cx="707" cy="137"/>
            </a:xfrm>
            <a:prstGeom prst="rect">
              <a:avLst/>
            </a:prstGeom>
            <a:solidFill>
              <a:srgbClr val="8DC8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Rectangle 74">
              <a:extLst>
                <a:ext uri="{FF2B5EF4-FFF2-40B4-BE49-F238E27FC236}">
                  <a16:creationId xmlns:a16="http://schemas.microsoft.com/office/drawing/2014/main" id="{CF1A989F-9EAE-5BC1-AD31-5728CD61EE81}"/>
                </a:ext>
              </a:extLst>
            </p:cNvPr>
            <p:cNvSpPr>
              <a:spLocks noChangeArrowheads="1"/>
            </p:cNvSpPr>
            <p:nvPr/>
          </p:nvSpPr>
          <p:spPr bwMode="auto">
            <a:xfrm>
              <a:off x="3707" y="1578"/>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2A446F"/>
                  </a:solidFill>
                  <a:effectLst/>
                  <a:latin typeface="Segoe UI Black" panose="020B0A02040204020203" pitchFamily="34" charset="0"/>
                </a:rPr>
                <a:t>A</a:t>
              </a:r>
              <a:endParaRPr kumimoji="0" lang="en-US" altLang="en-US" sz="1800" b="0" i="0" u="none" strike="noStrike" cap="none" normalizeH="0" baseline="0">
                <a:ln>
                  <a:noFill/>
                </a:ln>
                <a:solidFill>
                  <a:srgbClr val="2A446F"/>
                </a:solidFill>
                <a:effectLst/>
                <a:latin typeface="Arial" panose="020B0604020202020204" pitchFamily="34" charset="0"/>
              </a:endParaRPr>
            </a:p>
          </p:txBody>
        </p:sp>
        <p:sp>
          <p:nvSpPr>
            <p:cNvPr id="299" name="Rectangle 75">
              <a:extLst>
                <a:ext uri="{FF2B5EF4-FFF2-40B4-BE49-F238E27FC236}">
                  <a16:creationId xmlns:a16="http://schemas.microsoft.com/office/drawing/2014/main" id="{957953AB-E9C6-D080-ADB2-1F206404C0B7}"/>
                </a:ext>
              </a:extLst>
            </p:cNvPr>
            <p:cNvSpPr>
              <a:spLocks noChangeArrowheads="1"/>
            </p:cNvSpPr>
            <p:nvPr/>
          </p:nvSpPr>
          <p:spPr bwMode="auto">
            <a:xfrm>
              <a:off x="3773" y="1578"/>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0" name="Rectangle 76">
              <a:extLst>
                <a:ext uri="{FF2B5EF4-FFF2-40B4-BE49-F238E27FC236}">
                  <a16:creationId xmlns:a16="http://schemas.microsoft.com/office/drawing/2014/main" id="{D3F9BD24-BF97-98DF-7799-FF5527E1F0E4}"/>
                </a:ext>
              </a:extLst>
            </p:cNvPr>
            <p:cNvSpPr>
              <a:spLocks noChangeArrowheads="1"/>
            </p:cNvSpPr>
            <p:nvPr/>
          </p:nvSpPr>
          <p:spPr bwMode="auto">
            <a:xfrm>
              <a:off x="3707" y="1655"/>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8DC8E8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1" name="Rectangle 80">
              <a:extLst>
                <a:ext uri="{FF2B5EF4-FFF2-40B4-BE49-F238E27FC236}">
                  <a16:creationId xmlns:a16="http://schemas.microsoft.com/office/drawing/2014/main" id="{D9F904A4-74AE-C098-E989-4C11A3671B63}"/>
                </a:ext>
              </a:extLst>
            </p:cNvPr>
            <p:cNvSpPr>
              <a:spLocks noChangeArrowheads="1"/>
            </p:cNvSpPr>
            <p:nvPr/>
          </p:nvSpPr>
          <p:spPr bwMode="auto">
            <a:xfrm>
              <a:off x="2981" y="1438"/>
              <a:ext cx="1423" cy="135"/>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Rectangle 81">
              <a:extLst>
                <a:ext uri="{FF2B5EF4-FFF2-40B4-BE49-F238E27FC236}">
                  <a16:creationId xmlns:a16="http://schemas.microsoft.com/office/drawing/2014/main" id="{86561027-5502-5CBF-CC1E-E9283F7A3EA8}"/>
                </a:ext>
              </a:extLst>
            </p:cNvPr>
            <p:cNvSpPr>
              <a:spLocks noChangeArrowheads="1"/>
            </p:cNvSpPr>
            <p:nvPr/>
          </p:nvSpPr>
          <p:spPr bwMode="auto">
            <a:xfrm>
              <a:off x="2977" y="1437"/>
              <a:ext cx="1427"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82">
              <a:extLst>
                <a:ext uri="{FF2B5EF4-FFF2-40B4-BE49-F238E27FC236}">
                  <a16:creationId xmlns:a16="http://schemas.microsoft.com/office/drawing/2014/main" id="{815862B1-E237-764F-DF2A-70DEC4B6F67A}"/>
                </a:ext>
              </a:extLst>
            </p:cNvPr>
            <p:cNvSpPr>
              <a:spLocks noEditPoints="1"/>
            </p:cNvSpPr>
            <p:nvPr/>
          </p:nvSpPr>
          <p:spPr bwMode="auto">
            <a:xfrm>
              <a:off x="2978" y="1437"/>
              <a:ext cx="1427" cy="136"/>
            </a:xfrm>
            <a:custGeom>
              <a:avLst/>
              <a:gdLst>
                <a:gd name="T0" fmla="*/ 0 w 15200"/>
                <a:gd name="T1" fmla="*/ 4 h 960"/>
                <a:gd name="T2" fmla="*/ 4 w 15200"/>
                <a:gd name="T3" fmla="*/ 0 h 960"/>
                <a:gd name="T4" fmla="*/ 15196 w 15200"/>
                <a:gd name="T5" fmla="*/ 0 h 960"/>
                <a:gd name="T6" fmla="*/ 15200 w 15200"/>
                <a:gd name="T7" fmla="*/ 4 h 960"/>
                <a:gd name="T8" fmla="*/ 15200 w 15200"/>
                <a:gd name="T9" fmla="*/ 956 h 960"/>
                <a:gd name="T10" fmla="*/ 15196 w 15200"/>
                <a:gd name="T11" fmla="*/ 960 h 960"/>
                <a:gd name="T12" fmla="*/ 4 w 15200"/>
                <a:gd name="T13" fmla="*/ 960 h 960"/>
                <a:gd name="T14" fmla="*/ 0 w 15200"/>
                <a:gd name="T15" fmla="*/ 956 h 960"/>
                <a:gd name="T16" fmla="*/ 0 w 15200"/>
                <a:gd name="T17" fmla="*/ 4 h 960"/>
                <a:gd name="T18" fmla="*/ 8 w 15200"/>
                <a:gd name="T19" fmla="*/ 956 h 960"/>
                <a:gd name="T20" fmla="*/ 4 w 15200"/>
                <a:gd name="T21" fmla="*/ 952 h 960"/>
                <a:gd name="T22" fmla="*/ 15196 w 15200"/>
                <a:gd name="T23" fmla="*/ 952 h 960"/>
                <a:gd name="T24" fmla="*/ 15192 w 15200"/>
                <a:gd name="T25" fmla="*/ 956 h 960"/>
                <a:gd name="T26" fmla="*/ 15192 w 15200"/>
                <a:gd name="T27" fmla="*/ 4 h 960"/>
                <a:gd name="T28" fmla="*/ 15196 w 15200"/>
                <a:gd name="T29" fmla="*/ 8 h 960"/>
                <a:gd name="T30" fmla="*/ 4 w 15200"/>
                <a:gd name="T31" fmla="*/ 8 h 960"/>
                <a:gd name="T32" fmla="*/ 8 w 15200"/>
                <a:gd name="T33" fmla="*/ 4 h 960"/>
                <a:gd name="T34" fmla="*/ 8 w 15200"/>
                <a:gd name="T35" fmla="*/ 956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0" h="960">
                  <a:moveTo>
                    <a:pt x="0" y="4"/>
                  </a:moveTo>
                  <a:cubicBezTo>
                    <a:pt x="0" y="2"/>
                    <a:pt x="2" y="0"/>
                    <a:pt x="4" y="0"/>
                  </a:cubicBezTo>
                  <a:lnTo>
                    <a:pt x="15196" y="0"/>
                  </a:lnTo>
                  <a:cubicBezTo>
                    <a:pt x="15199" y="0"/>
                    <a:pt x="15200" y="2"/>
                    <a:pt x="15200" y="4"/>
                  </a:cubicBezTo>
                  <a:lnTo>
                    <a:pt x="15200" y="956"/>
                  </a:lnTo>
                  <a:cubicBezTo>
                    <a:pt x="15200" y="959"/>
                    <a:pt x="15199" y="960"/>
                    <a:pt x="15196" y="960"/>
                  </a:cubicBezTo>
                  <a:lnTo>
                    <a:pt x="4" y="960"/>
                  </a:lnTo>
                  <a:cubicBezTo>
                    <a:pt x="2" y="960"/>
                    <a:pt x="0" y="959"/>
                    <a:pt x="0" y="956"/>
                  </a:cubicBezTo>
                  <a:lnTo>
                    <a:pt x="0" y="4"/>
                  </a:lnTo>
                  <a:close/>
                  <a:moveTo>
                    <a:pt x="8" y="956"/>
                  </a:moveTo>
                  <a:lnTo>
                    <a:pt x="4" y="952"/>
                  </a:lnTo>
                  <a:lnTo>
                    <a:pt x="15196" y="952"/>
                  </a:lnTo>
                  <a:lnTo>
                    <a:pt x="15192" y="956"/>
                  </a:lnTo>
                  <a:lnTo>
                    <a:pt x="15192" y="4"/>
                  </a:lnTo>
                  <a:lnTo>
                    <a:pt x="15196" y="8"/>
                  </a:lnTo>
                  <a:lnTo>
                    <a:pt x="4" y="8"/>
                  </a:lnTo>
                  <a:lnTo>
                    <a:pt x="8" y="4"/>
                  </a:lnTo>
                  <a:lnTo>
                    <a:pt x="8" y="956"/>
                  </a:lnTo>
                  <a:close/>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Rectangle 83">
              <a:extLst>
                <a:ext uri="{FF2B5EF4-FFF2-40B4-BE49-F238E27FC236}">
                  <a16:creationId xmlns:a16="http://schemas.microsoft.com/office/drawing/2014/main" id="{F8634574-E07B-D28B-BCBE-E63D6F2B0F02}"/>
                </a:ext>
              </a:extLst>
            </p:cNvPr>
            <p:cNvSpPr>
              <a:spLocks noChangeArrowheads="1"/>
            </p:cNvSpPr>
            <p:nvPr/>
          </p:nvSpPr>
          <p:spPr bwMode="auto">
            <a:xfrm>
              <a:off x="2978" y="1437"/>
              <a:ext cx="1426"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Rectangle 84">
              <a:extLst>
                <a:ext uri="{FF2B5EF4-FFF2-40B4-BE49-F238E27FC236}">
                  <a16:creationId xmlns:a16="http://schemas.microsoft.com/office/drawing/2014/main" id="{12699538-90CB-E2BB-A02E-9CAD1104357C}"/>
                </a:ext>
              </a:extLst>
            </p:cNvPr>
            <p:cNvSpPr>
              <a:spLocks noChangeArrowheads="1"/>
            </p:cNvSpPr>
            <p:nvPr/>
          </p:nvSpPr>
          <p:spPr bwMode="auto">
            <a:xfrm>
              <a:off x="2989" y="1440"/>
              <a:ext cx="314"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FFFFFF"/>
                  </a:solidFill>
                  <a:effectLst/>
                  <a:latin typeface="Segoe UI" panose="020B0502040204020203" pitchFamily="34" charset="0"/>
                </a:rPr>
                <a:t>Blue Black</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6" name="Rectangle 85">
              <a:extLst>
                <a:ext uri="{FF2B5EF4-FFF2-40B4-BE49-F238E27FC236}">
                  <a16:creationId xmlns:a16="http://schemas.microsoft.com/office/drawing/2014/main" id="{6FAB69FC-8CE4-AC4F-FDDF-81B46D7C1E11}"/>
                </a:ext>
              </a:extLst>
            </p:cNvPr>
            <p:cNvSpPr>
              <a:spLocks noChangeArrowheads="1"/>
            </p:cNvSpPr>
            <p:nvPr/>
          </p:nvSpPr>
          <p:spPr bwMode="auto">
            <a:xfrm>
              <a:off x="2989" y="1508"/>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091F2C</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7" name="Rectangle 86">
              <a:extLst>
                <a:ext uri="{FF2B5EF4-FFF2-40B4-BE49-F238E27FC236}">
                  <a16:creationId xmlns:a16="http://schemas.microsoft.com/office/drawing/2014/main" id="{0B6C3A35-3676-F821-8B84-E8FCD2D7AEB0}"/>
                </a:ext>
              </a:extLst>
            </p:cNvPr>
            <p:cNvSpPr>
              <a:spLocks noChangeArrowheads="1"/>
            </p:cNvSpPr>
            <p:nvPr/>
          </p:nvSpPr>
          <p:spPr bwMode="auto">
            <a:xfrm>
              <a:off x="2977" y="1730"/>
              <a:ext cx="706" cy="136"/>
            </a:xfrm>
            <a:prstGeom prst="rect">
              <a:avLst/>
            </a:prstGeom>
            <a:solidFill>
              <a:srgbClr val="C73E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Rectangle 87">
              <a:extLst>
                <a:ext uri="{FF2B5EF4-FFF2-40B4-BE49-F238E27FC236}">
                  <a16:creationId xmlns:a16="http://schemas.microsoft.com/office/drawing/2014/main" id="{E31C635C-F918-E83E-41BB-6A05312AF804}"/>
                </a:ext>
              </a:extLst>
            </p:cNvPr>
            <p:cNvSpPr>
              <a:spLocks noChangeArrowheads="1"/>
            </p:cNvSpPr>
            <p:nvPr/>
          </p:nvSpPr>
          <p:spPr bwMode="auto">
            <a:xfrm>
              <a:off x="2985"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9" name="Rectangle 88">
              <a:extLst>
                <a:ext uri="{FF2B5EF4-FFF2-40B4-BE49-F238E27FC236}">
                  <a16:creationId xmlns:a16="http://schemas.microsoft.com/office/drawing/2014/main" id="{C72C7396-887D-00AF-02FC-A8E598F00631}"/>
                </a:ext>
              </a:extLst>
            </p:cNvPr>
            <p:cNvSpPr>
              <a:spLocks noChangeArrowheads="1"/>
            </p:cNvSpPr>
            <p:nvPr/>
          </p:nvSpPr>
          <p:spPr bwMode="auto">
            <a:xfrm>
              <a:off x="2985" y="1803"/>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C73ECC</a:t>
              </a:r>
              <a:endParaRPr kumimoji="0" lang="en-US" altLang="en-US" sz="1800" b="0" i="0" u="none" strike="noStrike" cap="none" normalizeH="0" baseline="0">
                <a:ln>
                  <a:noFill/>
                </a:ln>
                <a:effectLst/>
                <a:latin typeface="Arial" panose="020B0604020202020204" pitchFamily="34" charset="0"/>
              </a:endParaRPr>
            </a:p>
          </p:txBody>
        </p:sp>
        <p:sp>
          <p:nvSpPr>
            <p:cNvPr id="310" name="Rectangle 89">
              <a:extLst>
                <a:ext uri="{FF2B5EF4-FFF2-40B4-BE49-F238E27FC236}">
                  <a16:creationId xmlns:a16="http://schemas.microsoft.com/office/drawing/2014/main" id="{D30DD6FD-51EB-19EC-8510-E1C9AF53735B}"/>
                </a:ext>
              </a:extLst>
            </p:cNvPr>
            <p:cNvSpPr>
              <a:spLocks noChangeArrowheads="1"/>
            </p:cNvSpPr>
            <p:nvPr/>
          </p:nvSpPr>
          <p:spPr bwMode="auto">
            <a:xfrm>
              <a:off x="2977" y="1875"/>
              <a:ext cx="706" cy="135"/>
            </a:xfrm>
            <a:prstGeom prst="rect">
              <a:avLst/>
            </a:prstGeom>
            <a:solidFill>
              <a:srgbClr val="7025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Rectangle 90">
              <a:extLst>
                <a:ext uri="{FF2B5EF4-FFF2-40B4-BE49-F238E27FC236}">
                  <a16:creationId xmlns:a16="http://schemas.microsoft.com/office/drawing/2014/main" id="{FA8D36D1-67FD-B784-519E-C36BEA31B3C5}"/>
                </a:ext>
              </a:extLst>
            </p:cNvPr>
            <p:cNvSpPr>
              <a:spLocks noChangeArrowheads="1"/>
            </p:cNvSpPr>
            <p:nvPr/>
          </p:nvSpPr>
          <p:spPr bwMode="auto">
            <a:xfrm>
              <a:off x="2985" y="1869"/>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CD9BCF"/>
                  </a:solidFill>
                  <a:effectLst/>
                  <a:latin typeface="Segoe UI Black" panose="020B0A02040204020203" pitchFamily="34" charset="0"/>
                </a:rPr>
                <a:t>A</a:t>
              </a:r>
              <a:endParaRPr kumimoji="0" lang="en-US" altLang="en-US" sz="1800" b="0" i="0" u="none" strike="noStrike" cap="none" normalizeH="0" baseline="0">
                <a:ln>
                  <a:noFill/>
                </a:ln>
                <a:solidFill>
                  <a:srgbClr val="CD9BCF"/>
                </a:solidFill>
                <a:effectLst/>
                <a:latin typeface="Arial" panose="020B0604020202020204" pitchFamily="34" charset="0"/>
              </a:endParaRPr>
            </a:p>
          </p:txBody>
        </p:sp>
        <p:sp>
          <p:nvSpPr>
            <p:cNvPr id="312" name="Rectangle 91">
              <a:extLst>
                <a:ext uri="{FF2B5EF4-FFF2-40B4-BE49-F238E27FC236}">
                  <a16:creationId xmlns:a16="http://schemas.microsoft.com/office/drawing/2014/main" id="{A2790CC1-ECD3-C2AA-C63A-83B06BB562FD}"/>
                </a:ext>
              </a:extLst>
            </p:cNvPr>
            <p:cNvSpPr>
              <a:spLocks noChangeArrowheads="1"/>
            </p:cNvSpPr>
            <p:nvPr/>
          </p:nvSpPr>
          <p:spPr bwMode="auto">
            <a:xfrm>
              <a:off x="3051" y="1869"/>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3" name="Rectangle 92">
              <a:extLst>
                <a:ext uri="{FF2B5EF4-FFF2-40B4-BE49-F238E27FC236}">
                  <a16:creationId xmlns:a16="http://schemas.microsoft.com/office/drawing/2014/main" id="{C2F74C0D-75FA-B70A-ED71-3CFA807964B4}"/>
                </a:ext>
              </a:extLst>
            </p:cNvPr>
            <p:cNvSpPr>
              <a:spLocks noChangeArrowheads="1"/>
            </p:cNvSpPr>
            <p:nvPr/>
          </p:nvSpPr>
          <p:spPr bwMode="auto">
            <a:xfrm>
              <a:off x="2985" y="1946"/>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702573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4" name="Rectangle 93">
              <a:extLst>
                <a:ext uri="{FF2B5EF4-FFF2-40B4-BE49-F238E27FC236}">
                  <a16:creationId xmlns:a16="http://schemas.microsoft.com/office/drawing/2014/main" id="{4B629030-A380-3E24-758E-F1D167C23086}"/>
                </a:ext>
              </a:extLst>
            </p:cNvPr>
            <p:cNvSpPr>
              <a:spLocks noChangeArrowheads="1"/>
            </p:cNvSpPr>
            <p:nvPr/>
          </p:nvSpPr>
          <p:spPr bwMode="auto">
            <a:xfrm>
              <a:off x="2977" y="1586"/>
              <a:ext cx="706" cy="135"/>
            </a:xfrm>
            <a:prstGeom prst="rect">
              <a:avLst/>
            </a:prstGeom>
            <a:solidFill>
              <a:srgbClr val="CD9B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Rectangle 94">
              <a:extLst>
                <a:ext uri="{FF2B5EF4-FFF2-40B4-BE49-F238E27FC236}">
                  <a16:creationId xmlns:a16="http://schemas.microsoft.com/office/drawing/2014/main" id="{6D81EE59-1E06-6AAB-A8EE-80D567AE752D}"/>
                </a:ext>
              </a:extLst>
            </p:cNvPr>
            <p:cNvSpPr>
              <a:spLocks noChangeArrowheads="1"/>
            </p:cNvSpPr>
            <p:nvPr/>
          </p:nvSpPr>
          <p:spPr bwMode="auto">
            <a:xfrm>
              <a:off x="2985" y="1580"/>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02573"/>
                  </a:solidFill>
                  <a:effectLst/>
                  <a:latin typeface="Segoe UI Black" panose="020B0A02040204020203" pitchFamily="34" charset="0"/>
                </a:rPr>
                <a:t>A</a:t>
              </a:r>
              <a:endParaRPr kumimoji="0" lang="en-US" altLang="en-US" sz="1800" b="0" i="0" u="none" strike="noStrike" cap="none" normalizeH="0" baseline="0">
                <a:ln>
                  <a:noFill/>
                </a:ln>
                <a:solidFill>
                  <a:srgbClr val="702573"/>
                </a:solidFill>
                <a:effectLst/>
                <a:latin typeface="Arial" panose="020B0604020202020204" pitchFamily="34" charset="0"/>
              </a:endParaRPr>
            </a:p>
          </p:txBody>
        </p:sp>
        <p:sp>
          <p:nvSpPr>
            <p:cNvPr id="316" name="Rectangle 95">
              <a:extLst>
                <a:ext uri="{FF2B5EF4-FFF2-40B4-BE49-F238E27FC236}">
                  <a16:creationId xmlns:a16="http://schemas.microsoft.com/office/drawing/2014/main" id="{6AD9F2DD-3CC6-E096-A24F-323DA0D326AD}"/>
                </a:ext>
              </a:extLst>
            </p:cNvPr>
            <p:cNvSpPr>
              <a:spLocks noChangeArrowheads="1"/>
            </p:cNvSpPr>
            <p:nvPr/>
          </p:nvSpPr>
          <p:spPr bwMode="auto">
            <a:xfrm>
              <a:off x="3051" y="1580"/>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7" name="Rectangle 96">
              <a:extLst>
                <a:ext uri="{FF2B5EF4-FFF2-40B4-BE49-F238E27FC236}">
                  <a16:creationId xmlns:a16="http://schemas.microsoft.com/office/drawing/2014/main" id="{AFB34C5D-AB21-1047-2C41-96AAFC6CF230}"/>
                </a:ext>
              </a:extLst>
            </p:cNvPr>
            <p:cNvSpPr>
              <a:spLocks noChangeArrowheads="1"/>
            </p:cNvSpPr>
            <p:nvPr/>
          </p:nvSpPr>
          <p:spPr bwMode="auto">
            <a:xfrm>
              <a:off x="2985" y="1658"/>
              <a:ext cx="14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CD9BCF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8" name="Rectangle 97">
              <a:extLst>
                <a:ext uri="{FF2B5EF4-FFF2-40B4-BE49-F238E27FC236}">
                  <a16:creationId xmlns:a16="http://schemas.microsoft.com/office/drawing/2014/main" id="{577AD0A0-7F00-AA4F-1B1B-61CFE55F937D}"/>
                </a:ext>
              </a:extLst>
            </p:cNvPr>
            <p:cNvSpPr>
              <a:spLocks noChangeArrowheads="1"/>
            </p:cNvSpPr>
            <p:nvPr/>
          </p:nvSpPr>
          <p:spPr bwMode="auto">
            <a:xfrm>
              <a:off x="2976" y="2023"/>
              <a:ext cx="1428" cy="13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Rectangle 98">
              <a:extLst>
                <a:ext uri="{FF2B5EF4-FFF2-40B4-BE49-F238E27FC236}">
                  <a16:creationId xmlns:a16="http://schemas.microsoft.com/office/drawing/2014/main" id="{AEE8AF68-7485-0DA2-1E8F-EA9EFEEF18D2}"/>
                </a:ext>
              </a:extLst>
            </p:cNvPr>
            <p:cNvSpPr>
              <a:spLocks noChangeArrowheads="1"/>
            </p:cNvSpPr>
            <p:nvPr/>
          </p:nvSpPr>
          <p:spPr bwMode="auto">
            <a:xfrm>
              <a:off x="2977" y="2024"/>
              <a:ext cx="142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0" name="Rectangle 99">
              <a:extLst>
                <a:ext uri="{FF2B5EF4-FFF2-40B4-BE49-F238E27FC236}">
                  <a16:creationId xmlns:a16="http://schemas.microsoft.com/office/drawing/2014/main" id="{00A4FA1A-2972-8EFD-C7DB-916888D02231}"/>
                </a:ext>
              </a:extLst>
            </p:cNvPr>
            <p:cNvSpPr>
              <a:spLocks noChangeArrowheads="1"/>
            </p:cNvSpPr>
            <p:nvPr/>
          </p:nvSpPr>
          <p:spPr bwMode="auto">
            <a:xfrm>
              <a:off x="2985" y="2028"/>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000000</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321" name="Rectangle 100">
              <a:extLst>
                <a:ext uri="{FF2B5EF4-FFF2-40B4-BE49-F238E27FC236}">
                  <a16:creationId xmlns:a16="http://schemas.microsoft.com/office/drawing/2014/main" id="{E02AE344-8FCD-07A4-1035-21E5745797EA}"/>
                </a:ext>
              </a:extLst>
            </p:cNvPr>
            <p:cNvSpPr>
              <a:spLocks noChangeArrowheads="1"/>
            </p:cNvSpPr>
            <p:nvPr/>
          </p:nvSpPr>
          <p:spPr bwMode="auto">
            <a:xfrm>
              <a:off x="1532" y="1439"/>
              <a:ext cx="1430" cy="136"/>
            </a:xfrm>
            <a:prstGeom prst="rect">
              <a:avLst/>
            </a:prstGeom>
            <a:solidFill>
              <a:srgbClr val="E8E6D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Rectangle 101">
              <a:extLst>
                <a:ext uri="{FF2B5EF4-FFF2-40B4-BE49-F238E27FC236}">
                  <a16:creationId xmlns:a16="http://schemas.microsoft.com/office/drawing/2014/main" id="{A8F0A57D-3D77-F52A-CEE5-C300AC719E97}"/>
                </a:ext>
              </a:extLst>
            </p:cNvPr>
            <p:cNvSpPr>
              <a:spLocks noChangeArrowheads="1"/>
            </p:cNvSpPr>
            <p:nvPr/>
          </p:nvSpPr>
          <p:spPr bwMode="auto">
            <a:xfrm>
              <a:off x="1532" y="1439"/>
              <a:ext cx="1429"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3" name="Rectangle 102">
              <a:extLst>
                <a:ext uri="{FF2B5EF4-FFF2-40B4-BE49-F238E27FC236}">
                  <a16:creationId xmlns:a16="http://schemas.microsoft.com/office/drawing/2014/main" id="{34755F26-EC65-BC3C-F00F-5952873E93B5}"/>
                </a:ext>
              </a:extLst>
            </p:cNvPr>
            <p:cNvSpPr>
              <a:spLocks noChangeArrowheads="1"/>
            </p:cNvSpPr>
            <p:nvPr/>
          </p:nvSpPr>
          <p:spPr bwMode="auto">
            <a:xfrm>
              <a:off x="1541" y="1435"/>
              <a:ext cx="3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1A1A1A"/>
                  </a:solidFill>
                  <a:effectLst/>
                  <a:latin typeface="Segoe UI" panose="020B0502040204020203" pitchFamily="34" charset="0"/>
                </a:rPr>
                <a:t>Neutral Gray</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4" name="Rectangle 103">
              <a:extLst>
                <a:ext uri="{FF2B5EF4-FFF2-40B4-BE49-F238E27FC236}">
                  <a16:creationId xmlns:a16="http://schemas.microsoft.com/office/drawing/2014/main" id="{B81AAAC1-86AE-E75F-941C-AB9A2CF58E0B}"/>
                </a:ext>
              </a:extLst>
            </p:cNvPr>
            <p:cNvSpPr>
              <a:spLocks noChangeArrowheads="1"/>
            </p:cNvSpPr>
            <p:nvPr/>
          </p:nvSpPr>
          <p:spPr bwMode="auto">
            <a:xfrm>
              <a:off x="1541" y="1502"/>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E8E6DF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5" name="Rectangle 14">
              <a:extLst>
                <a:ext uri="{FF2B5EF4-FFF2-40B4-BE49-F238E27FC236}">
                  <a16:creationId xmlns:a16="http://schemas.microsoft.com/office/drawing/2014/main" id="{EB0437A5-6694-879B-F94E-9FA34DFD9D2C}"/>
                </a:ext>
              </a:extLst>
            </p:cNvPr>
            <p:cNvSpPr>
              <a:spLocks noChangeArrowheads="1"/>
            </p:cNvSpPr>
            <p:nvPr/>
          </p:nvSpPr>
          <p:spPr bwMode="auto">
            <a:xfrm>
              <a:off x="2329" y="1724"/>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6" name="Rectangle 95">
              <a:extLst>
                <a:ext uri="{FF2B5EF4-FFF2-40B4-BE49-F238E27FC236}">
                  <a16:creationId xmlns:a16="http://schemas.microsoft.com/office/drawing/2014/main" id="{7CF198F9-1D72-F8CC-3A2E-9B2DAE529DAF}"/>
                </a:ext>
              </a:extLst>
            </p:cNvPr>
            <p:cNvSpPr>
              <a:spLocks noChangeArrowheads="1"/>
            </p:cNvSpPr>
            <p:nvPr/>
          </p:nvSpPr>
          <p:spPr bwMode="auto">
            <a:xfrm>
              <a:off x="3051"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3516608941"/>
      </p:ext>
    </p:extLst>
  </p:cSld>
  <p:clrMap bg1="lt1" tx1="dk1" bg2="lt2" tx2="dk2" accent1="accent1" accent2="accent2" accent3="accent3" accent4="accent4" accent5="accent5" accent6="accent6" hlink="hlink" folHlink="folHlink"/>
  <p:sldLayoutIdLst>
    <p:sldLayoutId id="2147485722" r:id="rId1"/>
    <p:sldLayoutId id="2147485723" r:id="rId2"/>
    <p:sldLayoutId id="2147485724" r:id="rId3"/>
    <p:sldLayoutId id="2147485725" r:id="rId4"/>
    <p:sldLayoutId id="2147485726" r:id="rId5"/>
    <p:sldLayoutId id="2147485727" r:id="rId6"/>
    <p:sldLayoutId id="2147485728" r:id="rId7"/>
    <p:sldLayoutId id="2147485729" r:id="rId8"/>
    <p:sldLayoutId id="2147485730" r:id="rId9"/>
    <p:sldLayoutId id="2147485731" r:id="rId10"/>
    <p:sldLayoutId id="2147485732" r:id="rId11"/>
    <p:sldLayoutId id="2147485733" r:id="rId12"/>
    <p:sldLayoutId id="2147485734" r:id="rId13"/>
    <p:sldLayoutId id="2147485735" r:id="rId14"/>
    <p:sldLayoutId id="2147485736" r:id="rId15"/>
    <p:sldLayoutId id="2147485737" r:id="rId16"/>
    <p:sldLayoutId id="2147485738" r:id="rId17"/>
    <p:sldLayoutId id="2147485739" r:id="rId18"/>
    <p:sldLayoutId id="2147485740" r:id="rId19"/>
    <p:sldLayoutId id="2147485741" r:id="rId20"/>
    <p:sldLayoutId id="2147485742" r:id="rId21"/>
    <p:sldLayoutId id="2147485743" r:id="rId22"/>
    <p:sldLayoutId id="2147485744" r:id="rId23"/>
    <p:sldLayoutId id="2147485745" r:id="rId24"/>
    <p:sldLayoutId id="2147485746" r:id="rId25"/>
    <p:sldLayoutId id="2147485747" r:id="rId26"/>
    <p:sldLayoutId id="2147485748" r:id="rId27"/>
    <p:sldLayoutId id="2147485749" r:id="rId28"/>
    <p:sldLayoutId id="2147485750" r:id="rId29"/>
    <p:sldLayoutId id="2147485751" r:id="rId30"/>
    <p:sldLayoutId id="2147485752" r:id="rId31"/>
    <p:sldLayoutId id="2147485753" r:id="rId32"/>
    <p:sldLayoutId id="2147485754" r:id="rId33"/>
    <p:sldLayoutId id="2147485755" r:id="rId34"/>
    <p:sldLayoutId id="2147485756" r:id="rId35"/>
    <p:sldLayoutId id="2147485757" r:id="rId36"/>
    <p:sldLayoutId id="2147485758" r:id="rId37"/>
    <p:sldLayoutId id="2147485759" r:id="rId38"/>
    <p:sldLayoutId id="2147485760" r:id="rId39"/>
    <p:sldLayoutId id="2147485761" r:id="rId40"/>
    <p:sldLayoutId id="2147485762" r:id="rId41"/>
    <p:sldLayoutId id="2147485763" r:id="rId42"/>
    <p:sldLayoutId id="2147485764" r:id="rId43"/>
    <p:sldLayoutId id="2147485765" r:id="rId44"/>
    <p:sldLayoutId id="2147485766" r:id="rId45"/>
    <p:sldLayoutId id="2147485767" r:id="rId46"/>
    <p:sldLayoutId id="2147485768" r:id="rId47"/>
    <p:sldLayoutId id="2147485769" r:id="rId48"/>
    <p:sldLayoutId id="2147485770" r:id="rId49"/>
    <p:sldLayoutId id="2147485771" r:id="rId50"/>
    <p:sldLayoutId id="2147485772" r:id="rId51"/>
    <p:sldLayoutId id="2147485773" r:id="rId52"/>
    <p:sldLayoutId id="2147485774" r:id="rId53"/>
    <p:sldLayoutId id="2147485775" r:id="rId54"/>
    <p:sldLayoutId id="2147485776" r:id="rId55"/>
    <p:sldLayoutId id="2147485777" r:id="rId56"/>
    <p:sldLayoutId id="2147485778" r:id="rId57"/>
    <p:sldLayoutId id="2147485779" r:id="rId58"/>
    <p:sldLayoutId id="2147485780" r:id="rId59"/>
    <p:sldLayoutId id="2147485781" r:id="rId60"/>
    <p:sldLayoutId id="2147485782" r:id="rId61"/>
    <p:sldLayoutId id="2147485783" r:id="rId62"/>
    <p:sldLayoutId id="2147485784" r:id="rId63"/>
    <p:sldLayoutId id="2147485785" r:id="rId64"/>
    <p:sldLayoutId id="2147485786" r:id="rId65"/>
    <p:sldLayoutId id="2147485787" r:id="rId66"/>
    <p:sldLayoutId id="2147485788" r:id="rId67"/>
    <p:sldLayoutId id="2147485789" r:id="rId68"/>
    <p:sldLayoutId id="2147485790" r:id="rId69"/>
    <p:sldLayoutId id="2147485791" r:id="rId70"/>
    <p:sldLayoutId id="2147485792" r:id="rId71"/>
    <p:sldLayoutId id="2147485793" r:id="rId72"/>
    <p:sldLayoutId id="2147485794" r:id="rId73"/>
    <p:sldLayoutId id="2147485795" r:id="rId74"/>
    <p:sldLayoutId id="2147485796" r:id="rId75"/>
    <p:sldLayoutId id="2147485797" r:id="rId76"/>
    <p:sldLayoutId id="2147485798" r:id="rId77"/>
    <p:sldLayoutId id="2147485799" r:id="rId78"/>
    <p:sldLayoutId id="2147485800" r:id="rId79"/>
    <p:sldLayoutId id="2147485801" r:id="rId80"/>
    <p:sldLayoutId id="2147485802" r:id="rId81"/>
    <p:sldLayoutId id="2147485803" r:id="rId82"/>
    <p:sldLayoutId id="2147485804" r:id="rId83"/>
    <p:sldLayoutId id="2147485805" r:id="rId84"/>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lang="en-US" sz="2800" kern="1200" spc="0" baseline="0" dirty="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20">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88427678"/>
      </p:ext>
    </p:extLst>
  </p:cSld>
  <p:clrMap bg1="lt1" tx1="dk1" bg2="lt2" tx2="dk2" accent1="accent1" accent2="accent2" accent3="accent3" accent4="accent4" accent5="accent5" accent6="accent6" hlink="hlink" folHlink="folHlink"/>
  <p:sldLayoutIdLst>
    <p:sldLayoutId id="2147485807" r:id="rId1"/>
    <p:sldLayoutId id="2147485808" r:id="rId2"/>
    <p:sldLayoutId id="2147485809" r:id="rId3"/>
    <p:sldLayoutId id="2147485810" r:id="rId4"/>
    <p:sldLayoutId id="2147485811" r:id="rId5"/>
    <p:sldLayoutId id="2147485812" r:id="rId6"/>
    <p:sldLayoutId id="2147485813" r:id="rId7"/>
    <p:sldLayoutId id="2147485814" r:id="rId8"/>
    <p:sldLayoutId id="2147485815" r:id="rId9"/>
    <p:sldLayoutId id="2147485816" r:id="rId10"/>
    <p:sldLayoutId id="2147485817" r:id="rId11"/>
    <p:sldLayoutId id="2147485818" r:id="rId12"/>
    <p:sldLayoutId id="2147485819" r:id="rId13"/>
    <p:sldLayoutId id="2147485820" r:id="rId14"/>
    <p:sldLayoutId id="2147485821" r:id="rId15"/>
    <p:sldLayoutId id="2147485822" r:id="rId16"/>
    <p:sldLayoutId id="2147485823" r:id="rId17"/>
    <p:sldLayoutId id="2147485824" r:id="rId18"/>
    <p:sldLayoutId id="2147485825" r:id="rId19"/>
    <p:sldLayoutId id="2147485826" r:id="rId20"/>
    <p:sldLayoutId id="2147485827" r:id="rId21"/>
    <p:sldLayoutId id="2147485828" r:id="rId22"/>
    <p:sldLayoutId id="2147485830" r:id="rId23"/>
    <p:sldLayoutId id="2147485831" r:id="rId24"/>
    <p:sldLayoutId id="2147485832" r:id="rId25"/>
    <p:sldLayoutId id="2147485833" r:id="rId26"/>
    <p:sldLayoutId id="2147485834" r:id="rId27"/>
    <p:sldLayoutId id="2147485835" r:id="rId28"/>
    <p:sldLayoutId id="2147485836" r:id="rId29"/>
    <p:sldLayoutId id="2147485837" r:id="rId30"/>
    <p:sldLayoutId id="2147485838" r:id="rId31"/>
    <p:sldLayoutId id="2147485839" r:id="rId32"/>
    <p:sldLayoutId id="2147485840" r:id="rId33"/>
    <p:sldLayoutId id="2147485841" r:id="rId34"/>
    <p:sldLayoutId id="2147485842" r:id="rId35"/>
    <p:sldLayoutId id="2147485843" r:id="rId36"/>
    <p:sldLayoutId id="2147485844" r:id="rId37"/>
    <p:sldLayoutId id="2147485845" r:id="rId38"/>
    <p:sldLayoutId id="2147485846" r:id="rId39"/>
    <p:sldLayoutId id="2147485847" r:id="rId40"/>
    <p:sldLayoutId id="2147485848" r:id="rId41"/>
    <p:sldLayoutId id="2147485849" r:id="rId42"/>
    <p:sldLayoutId id="2147485850" r:id="rId43"/>
    <p:sldLayoutId id="2147485851" r:id="rId44"/>
    <p:sldLayoutId id="2147485852" r:id="rId45"/>
    <p:sldLayoutId id="2147485853" r:id="rId46"/>
    <p:sldLayoutId id="2147485854" r:id="rId47"/>
    <p:sldLayoutId id="2147485855" r:id="rId48"/>
    <p:sldLayoutId id="2147485856" r:id="rId49"/>
    <p:sldLayoutId id="2147485857" r:id="rId50"/>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userDrawn="1">
          <p15:clr>
            <a:srgbClr val="A5A5A5"/>
          </p15:clr>
        </p15:guide>
        <p15:guide id="2" pos="7680" userDrawn="1">
          <p15:clr>
            <a:srgbClr val="A5A5A5"/>
          </p15:clr>
        </p15:guide>
        <p15:guide id="3" pos="186" userDrawn="1">
          <p15:clr>
            <a:srgbClr val="A5A5A5"/>
          </p15:clr>
        </p15:guide>
        <p15:guide id="26" pos="7496" userDrawn="1">
          <p15:clr>
            <a:srgbClr val="A5A5A5"/>
          </p15:clr>
        </p15:guide>
        <p15:guide id="27" orient="horz" userDrawn="1">
          <p15:clr>
            <a:srgbClr val="A5A5A5"/>
          </p15:clr>
        </p15:guide>
        <p15:guide id="28" orient="horz" pos="4320" userDrawn="1">
          <p15:clr>
            <a:srgbClr val="A5A5A5"/>
          </p15:clr>
        </p15:guide>
        <p15:guide id="29" orient="horz" pos="184" userDrawn="1">
          <p15:clr>
            <a:srgbClr val="A5A5A5"/>
          </p15:clr>
        </p15:guide>
        <p15:guide id="40" orient="horz" pos="4134" userDrawn="1">
          <p15:clr>
            <a:srgbClr val="A5A5A5"/>
          </p15:clr>
        </p15:guide>
        <p15:guide id="42" pos="365" userDrawn="1">
          <p15:clr>
            <a:srgbClr val="C35EA4"/>
          </p15:clr>
        </p15:guide>
        <p15:guide id="43" orient="horz" pos="367" userDrawn="1">
          <p15:clr>
            <a:srgbClr val="C35EA4"/>
          </p15:clr>
        </p15:guide>
        <p15:guide id="44" orient="horz" pos="3953" userDrawn="1">
          <p15:clr>
            <a:srgbClr val="C35EA4"/>
          </p15:clr>
        </p15:guide>
        <p15:guide id="45" pos="7307" userDrawn="1">
          <p15:clr>
            <a:srgbClr val="C35EA4"/>
          </p15:clr>
        </p15:guide>
      </p15:sldGuideLst>
    </p:ext>
  </p:extLst>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94196827"/>
      </p:ext>
    </p:extLst>
  </p:cSld>
  <p:clrMap bg1="lt1" tx1="dk1" bg2="lt2" tx2="dk2" accent1="accent1" accent2="accent2" accent3="accent3" accent4="accent4" accent5="accent5" accent6="accent6" hlink="hlink" folHlink="folHlink"/>
  <p:sldLayoutIdLst>
    <p:sldLayoutId id="2147485859" r:id="rId1"/>
    <p:sldLayoutId id="2147485860" r:id="rId2"/>
    <p:sldLayoutId id="2147485861" r:id="rId3"/>
    <p:sldLayoutId id="2147485862" r:id="rId4"/>
    <p:sldLayoutId id="2147485863" r:id="rId5"/>
    <p:sldLayoutId id="2147485864" r:id="rId6"/>
    <p:sldLayoutId id="2147485865" r:id="rId7"/>
    <p:sldLayoutId id="2147485866" r:id="rId8"/>
    <p:sldLayoutId id="2147485867" r:id="rId9"/>
    <p:sldLayoutId id="2147485868" r:id="rId10"/>
    <p:sldLayoutId id="2147485869" r:id="rId11"/>
    <p:sldLayoutId id="2147485870" r:id="rId12"/>
    <p:sldLayoutId id="2147485871" r:id="rId13"/>
    <p:sldLayoutId id="2147485872" r:id="rId14"/>
    <p:sldLayoutId id="2147485873" r:id="rId15"/>
    <p:sldLayoutId id="2147485874" r:id="rId16"/>
    <p:sldLayoutId id="2147485875" r:id="rId17"/>
    <p:sldLayoutId id="2147485876" r:id="rId18"/>
    <p:sldLayoutId id="2147485877" r:id="rId19"/>
    <p:sldLayoutId id="2147485878" r:id="rId20"/>
    <p:sldLayoutId id="2147485879" r:id="rId21"/>
    <p:sldLayoutId id="2147485880" r:id="rId22"/>
    <p:sldLayoutId id="2147485881" r:id="rId23"/>
    <p:sldLayoutId id="2147485882" r:id="rId24"/>
    <p:sldLayoutId id="2147485883" r:id="rId25"/>
    <p:sldLayoutId id="2147485884" r:id="rId26"/>
    <p:sldLayoutId id="2147485885" r:id="rId27"/>
    <p:sldLayoutId id="2147485886" r:id="rId28"/>
    <p:sldLayoutId id="2147485887" r:id="rId29"/>
    <p:sldLayoutId id="2147485888" r:id="rId30"/>
    <p:sldLayoutId id="2147485889" r:id="rId31"/>
    <p:sldLayoutId id="2147485890" r:id="rId32"/>
    <p:sldLayoutId id="2147485891" r:id="rId33"/>
    <p:sldLayoutId id="2147485892" r:id="rId34"/>
    <p:sldLayoutId id="2147485893" r:id="rId35"/>
    <p:sldLayoutId id="2147485894" r:id="rId36"/>
    <p:sldLayoutId id="2147485895" r:id="rId37"/>
    <p:sldLayoutId id="2147485896" r:id="rId38"/>
    <p:sldLayoutId id="2147485897" r:id="rId39"/>
    <p:sldLayoutId id="2147485898" r:id="rId40"/>
    <p:sldLayoutId id="2147485899" r:id="rId41"/>
    <p:sldLayoutId id="2147485900" r:id="rId42"/>
    <p:sldLayoutId id="2147485901" r:id="rId43"/>
    <p:sldLayoutId id="2147485902" r:id="rId44"/>
    <p:sldLayoutId id="2147485903" r:id="rId45"/>
    <p:sldLayoutId id="2147485904" r:id="rId46"/>
    <p:sldLayoutId id="2147485905" r:id="rId47"/>
    <p:sldLayoutId id="2147485906" r:id="rId48"/>
    <p:sldLayoutId id="2147485907" r:id="rId49"/>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A5A5A5"/>
          </p15:clr>
        </p15:guide>
        <p15:guide id="2" pos="7680">
          <p15:clr>
            <a:srgbClr val="A5A5A5"/>
          </p15:clr>
        </p15:guide>
        <p15:guide id="3" pos="186">
          <p15:clr>
            <a:srgbClr val="A5A5A5"/>
          </p15:clr>
        </p15:guide>
        <p15:guide id="26" pos="7496">
          <p15:clr>
            <a:srgbClr val="A5A5A5"/>
          </p15:clr>
        </p15:guide>
        <p15:guide id="27" orient="horz">
          <p15:clr>
            <a:srgbClr val="A5A5A5"/>
          </p15:clr>
        </p15:guide>
        <p15:guide id="28" orient="horz" pos="4320">
          <p15:clr>
            <a:srgbClr val="A5A5A5"/>
          </p15:clr>
        </p15:guide>
        <p15:guide id="29" orient="horz" pos="184">
          <p15:clr>
            <a:srgbClr val="A5A5A5"/>
          </p15:clr>
        </p15:guide>
        <p15:guide id="40" orient="horz" pos="4134">
          <p15:clr>
            <a:srgbClr val="A5A5A5"/>
          </p15:clr>
        </p15:guide>
        <p15:guide id="42" pos="365">
          <p15:clr>
            <a:srgbClr val="C35EA4"/>
          </p15:clr>
        </p15:guide>
        <p15:guide id="43" orient="horz" pos="367">
          <p15:clr>
            <a:srgbClr val="C35EA4"/>
          </p15:clr>
        </p15:guide>
        <p15:guide id="44" orient="horz" pos="3953">
          <p15:clr>
            <a:srgbClr val="C35EA4"/>
          </p15:clr>
        </p15:guide>
        <p15:guide id="45" pos="7307">
          <p15:clr>
            <a:srgbClr val="C35EA4"/>
          </p15:clr>
        </p15:guide>
      </p15:sldGuideLst>
    </p:ext>
  </p:extLst>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bwMode="blackWhite">
      <p:bgPr>
        <a:solidFill>
          <a:srgbClr val="F4F3F5"/>
        </a:solidFill>
        <a:effectLst/>
      </p:bgPr>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marL="228600" marR="0" lvl="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Click to edit Master text styles</a:t>
            </a:r>
          </a:p>
          <a:p>
            <a:pPr marL="228600" marR="0" lvl="1"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Second level</a:t>
            </a:r>
          </a:p>
          <a:p>
            <a:pPr marL="228600" marR="0" lvl="2"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Third level</a:t>
            </a:r>
          </a:p>
          <a:p>
            <a:pPr marL="228600" marR="0" lvl="3"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Fourth level</a:t>
            </a:r>
          </a:p>
          <a:p>
            <a:pPr marL="228600" marR="0" lvl="4"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grpSp>
        <p:nvGrpSpPr>
          <p:cNvPr id="258" name="Group 257">
            <a:extLst>
              <a:ext uri="{FF2B5EF4-FFF2-40B4-BE49-F238E27FC236}">
                <a16:creationId xmlns:a16="http://schemas.microsoft.com/office/drawing/2014/main" id="{566C3ED6-7167-1619-C333-B86D0D162316}"/>
              </a:ext>
            </a:extLst>
          </p:cNvPr>
          <p:cNvGrpSpPr>
            <a:grpSpLocks noChangeAspect="1"/>
          </p:cNvGrpSpPr>
          <p:nvPr userDrawn="1"/>
        </p:nvGrpSpPr>
        <p:grpSpPr bwMode="auto">
          <a:xfrm rot="5400000">
            <a:off x="10659863" y="3998558"/>
            <a:ext cx="4597400" cy="1169987"/>
            <a:chOff x="1529" y="1423"/>
            <a:chExt cx="2896" cy="737"/>
          </a:xfrm>
        </p:grpSpPr>
        <p:sp>
          <p:nvSpPr>
            <p:cNvPr id="259" name="AutoShape 3">
              <a:extLst>
                <a:ext uri="{FF2B5EF4-FFF2-40B4-BE49-F238E27FC236}">
                  <a16:creationId xmlns:a16="http://schemas.microsoft.com/office/drawing/2014/main" id="{894C58B4-3C22-9620-7C92-D65ED6617E67}"/>
                </a:ext>
              </a:extLst>
            </p:cNvPr>
            <p:cNvSpPr>
              <a:spLocks noChangeAspect="1" noChangeArrowheads="1" noTextEdit="1"/>
            </p:cNvSpPr>
            <p:nvPr/>
          </p:nvSpPr>
          <p:spPr bwMode="auto">
            <a:xfrm>
              <a:off x="1529" y="1423"/>
              <a:ext cx="2896" cy="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Rectangle 5">
              <a:extLst>
                <a:ext uri="{FF2B5EF4-FFF2-40B4-BE49-F238E27FC236}">
                  <a16:creationId xmlns:a16="http://schemas.microsoft.com/office/drawing/2014/main" id="{B4F93CCF-3F88-5DCB-F12D-4DEBF36B9444}"/>
                </a:ext>
              </a:extLst>
            </p:cNvPr>
            <p:cNvSpPr>
              <a:spLocks noChangeArrowheads="1"/>
            </p:cNvSpPr>
            <p:nvPr/>
          </p:nvSpPr>
          <p:spPr bwMode="auto">
            <a:xfrm>
              <a:off x="2254" y="1727"/>
              <a:ext cx="707" cy="135"/>
            </a:xfrm>
            <a:prstGeom prst="rect">
              <a:avLst/>
            </a:prstGeom>
            <a:solidFill>
              <a:srgbClr val="F4364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Rectangle 6">
              <a:extLst>
                <a:ext uri="{FF2B5EF4-FFF2-40B4-BE49-F238E27FC236}">
                  <a16:creationId xmlns:a16="http://schemas.microsoft.com/office/drawing/2014/main" id="{7AC4893A-D0A3-D947-BE61-70B6DC4B9314}"/>
                </a:ext>
              </a:extLst>
            </p:cNvPr>
            <p:cNvSpPr>
              <a:spLocks noChangeArrowheads="1"/>
            </p:cNvSpPr>
            <p:nvPr/>
          </p:nvSpPr>
          <p:spPr bwMode="auto">
            <a:xfrm>
              <a:off x="2264"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62" name="Rectangle 7">
              <a:extLst>
                <a:ext uri="{FF2B5EF4-FFF2-40B4-BE49-F238E27FC236}">
                  <a16:creationId xmlns:a16="http://schemas.microsoft.com/office/drawing/2014/main" id="{DE65DAC6-345A-2542-166A-D2D08E76F806}"/>
                </a:ext>
              </a:extLst>
            </p:cNvPr>
            <p:cNvSpPr>
              <a:spLocks noChangeArrowheads="1"/>
            </p:cNvSpPr>
            <p:nvPr/>
          </p:nvSpPr>
          <p:spPr bwMode="auto">
            <a:xfrm>
              <a:off x="2264" y="1800"/>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F4364C</a:t>
              </a:r>
              <a:endParaRPr kumimoji="0" lang="en-US" altLang="en-US" sz="1800" b="0" i="0" u="none" strike="noStrike" cap="none" normalizeH="0" baseline="0">
                <a:ln>
                  <a:noFill/>
                </a:ln>
                <a:effectLst/>
                <a:latin typeface="Arial" panose="020B0604020202020204" pitchFamily="34" charset="0"/>
              </a:endParaRPr>
            </a:p>
          </p:txBody>
        </p:sp>
        <p:sp>
          <p:nvSpPr>
            <p:cNvPr id="263" name="Rectangle 8">
              <a:extLst>
                <a:ext uri="{FF2B5EF4-FFF2-40B4-BE49-F238E27FC236}">
                  <a16:creationId xmlns:a16="http://schemas.microsoft.com/office/drawing/2014/main" id="{1EADC519-4AB4-60A0-260A-EF7DC8229A97}"/>
                </a:ext>
              </a:extLst>
            </p:cNvPr>
            <p:cNvSpPr>
              <a:spLocks noChangeArrowheads="1"/>
            </p:cNvSpPr>
            <p:nvPr/>
          </p:nvSpPr>
          <p:spPr bwMode="auto">
            <a:xfrm>
              <a:off x="2254" y="1871"/>
              <a:ext cx="707" cy="137"/>
            </a:xfrm>
            <a:prstGeom prst="rect">
              <a:avLst/>
            </a:prstGeom>
            <a:solidFill>
              <a:srgbClr val="7326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Rectangle 9">
              <a:extLst>
                <a:ext uri="{FF2B5EF4-FFF2-40B4-BE49-F238E27FC236}">
                  <a16:creationId xmlns:a16="http://schemas.microsoft.com/office/drawing/2014/main" id="{B2CFF324-4BA8-188D-7395-AC042B4D6560}"/>
                </a:ext>
              </a:extLst>
            </p:cNvPr>
            <p:cNvSpPr>
              <a:spLocks noChangeArrowheads="1"/>
            </p:cNvSpPr>
            <p:nvPr/>
          </p:nvSpPr>
          <p:spPr bwMode="auto">
            <a:xfrm>
              <a:off x="2264"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B3BB"/>
                  </a:solidFill>
                  <a:effectLst/>
                  <a:latin typeface="Segoe UI Black" panose="020B0A02040204020203" pitchFamily="34" charset="0"/>
                </a:rPr>
                <a:t>A</a:t>
              </a:r>
              <a:endParaRPr kumimoji="0" lang="en-US" altLang="en-US" sz="1800" b="0" i="0" u="none" strike="noStrike" cap="none" normalizeH="0" baseline="0">
                <a:ln>
                  <a:noFill/>
                </a:ln>
                <a:solidFill>
                  <a:srgbClr val="FFB3BB"/>
                </a:solidFill>
                <a:effectLst/>
                <a:latin typeface="Arial" panose="020B0604020202020204" pitchFamily="34" charset="0"/>
              </a:endParaRPr>
            </a:p>
          </p:txBody>
        </p:sp>
        <p:sp>
          <p:nvSpPr>
            <p:cNvPr id="265" name="Rectangle 10">
              <a:extLst>
                <a:ext uri="{FF2B5EF4-FFF2-40B4-BE49-F238E27FC236}">
                  <a16:creationId xmlns:a16="http://schemas.microsoft.com/office/drawing/2014/main" id="{03BDB961-C287-23C5-66DF-74F0AFDFB76B}"/>
                </a:ext>
              </a:extLst>
            </p:cNvPr>
            <p:cNvSpPr>
              <a:spLocks noChangeArrowheads="1"/>
            </p:cNvSpPr>
            <p:nvPr/>
          </p:nvSpPr>
          <p:spPr bwMode="auto">
            <a:xfrm>
              <a:off x="2329"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 name="Rectangle 11">
              <a:extLst>
                <a:ext uri="{FF2B5EF4-FFF2-40B4-BE49-F238E27FC236}">
                  <a16:creationId xmlns:a16="http://schemas.microsoft.com/office/drawing/2014/main" id="{35ADEDE9-FB7B-876E-7225-4D3AB73422EF}"/>
                </a:ext>
              </a:extLst>
            </p:cNvPr>
            <p:cNvSpPr>
              <a:spLocks noChangeArrowheads="1"/>
            </p:cNvSpPr>
            <p:nvPr/>
          </p:nvSpPr>
          <p:spPr bwMode="auto">
            <a:xfrm>
              <a:off x="2264" y="1943"/>
              <a:ext cx="13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73262F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7" name="Rectangle 12">
              <a:extLst>
                <a:ext uri="{FF2B5EF4-FFF2-40B4-BE49-F238E27FC236}">
                  <a16:creationId xmlns:a16="http://schemas.microsoft.com/office/drawing/2014/main" id="{03DA7BF6-FE99-195F-2925-BD0968D0CE23}"/>
                </a:ext>
              </a:extLst>
            </p:cNvPr>
            <p:cNvSpPr>
              <a:spLocks noChangeArrowheads="1"/>
            </p:cNvSpPr>
            <p:nvPr/>
          </p:nvSpPr>
          <p:spPr bwMode="auto">
            <a:xfrm>
              <a:off x="2254" y="1582"/>
              <a:ext cx="707" cy="136"/>
            </a:xfrm>
            <a:prstGeom prst="rect">
              <a:avLst/>
            </a:prstGeom>
            <a:solidFill>
              <a:srgbClr val="FFB3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Rectangle 13">
              <a:extLst>
                <a:ext uri="{FF2B5EF4-FFF2-40B4-BE49-F238E27FC236}">
                  <a16:creationId xmlns:a16="http://schemas.microsoft.com/office/drawing/2014/main" id="{AE1CAD70-4A31-E224-8481-B797DB87F72F}"/>
                </a:ext>
              </a:extLst>
            </p:cNvPr>
            <p:cNvSpPr>
              <a:spLocks noChangeArrowheads="1"/>
            </p:cNvSpPr>
            <p:nvPr/>
          </p:nvSpPr>
          <p:spPr bwMode="auto">
            <a:xfrm>
              <a:off x="2264"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262F"/>
                  </a:solidFill>
                  <a:effectLst/>
                  <a:latin typeface="Segoe UI Black" panose="020B0A02040204020203" pitchFamily="34" charset="0"/>
                </a:rPr>
                <a:t>A</a:t>
              </a:r>
              <a:endParaRPr kumimoji="0" lang="en-US" altLang="en-US" sz="1800" b="0" i="0" u="none" strike="noStrike" cap="none" normalizeH="0" baseline="0">
                <a:ln>
                  <a:noFill/>
                </a:ln>
                <a:solidFill>
                  <a:srgbClr val="73262F"/>
                </a:solidFill>
                <a:effectLst/>
                <a:latin typeface="Arial" panose="020B0604020202020204" pitchFamily="34" charset="0"/>
              </a:endParaRPr>
            </a:p>
          </p:txBody>
        </p:sp>
        <p:sp>
          <p:nvSpPr>
            <p:cNvPr id="269" name="Rectangle 14">
              <a:extLst>
                <a:ext uri="{FF2B5EF4-FFF2-40B4-BE49-F238E27FC236}">
                  <a16:creationId xmlns:a16="http://schemas.microsoft.com/office/drawing/2014/main" id="{50413BA8-271F-17E9-274D-A6681E4E35BE}"/>
                </a:ext>
              </a:extLst>
            </p:cNvPr>
            <p:cNvSpPr>
              <a:spLocks noChangeArrowheads="1"/>
            </p:cNvSpPr>
            <p:nvPr/>
          </p:nvSpPr>
          <p:spPr bwMode="auto">
            <a:xfrm>
              <a:off x="2329"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0" name="Rectangle 15">
              <a:extLst>
                <a:ext uri="{FF2B5EF4-FFF2-40B4-BE49-F238E27FC236}">
                  <a16:creationId xmlns:a16="http://schemas.microsoft.com/office/drawing/2014/main" id="{5E8A55D7-5C9F-19E4-44F8-0D5ED73A059E}"/>
                </a:ext>
              </a:extLst>
            </p:cNvPr>
            <p:cNvSpPr>
              <a:spLocks noChangeArrowheads="1"/>
            </p:cNvSpPr>
            <p:nvPr/>
          </p:nvSpPr>
          <p:spPr bwMode="auto">
            <a:xfrm>
              <a:off x="2264" y="1654"/>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FFB3BB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1" name="Rectangle 16">
              <a:extLst>
                <a:ext uri="{FF2B5EF4-FFF2-40B4-BE49-F238E27FC236}">
                  <a16:creationId xmlns:a16="http://schemas.microsoft.com/office/drawing/2014/main" id="{AB98BB47-C797-09CC-A9F3-51FE51653B12}"/>
                </a:ext>
              </a:extLst>
            </p:cNvPr>
            <p:cNvSpPr>
              <a:spLocks noChangeArrowheads="1"/>
            </p:cNvSpPr>
            <p:nvPr/>
          </p:nvSpPr>
          <p:spPr bwMode="auto">
            <a:xfrm>
              <a:off x="2255" y="2022"/>
              <a:ext cx="706" cy="13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Rectangle 17">
              <a:extLst>
                <a:ext uri="{FF2B5EF4-FFF2-40B4-BE49-F238E27FC236}">
                  <a16:creationId xmlns:a16="http://schemas.microsoft.com/office/drawing/2014/main" id="{C52F19C0-13E8-0692-788F-02A274A980BA}"/>
                </a:ext>
              </a:extLst>
            </p:cNvPr>
            <p:cNvSpPr>
              <a:spLocks noChangeArrowheads="1"/>
            </p:cNvSpPr>
            <p:nvPr/>
          </p:nvSpPr>
          <p:spPr bwMode="auto">
            <a:xfrm>
              <a:off x="2255" y="2022"/>
              <a:ext cx="706"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3" name="Rectangle 18">
              <a:extLst>
                <a:ext uri="{FF2B5EF4-FFF2-40B4-BE49-F238E27FC236}">
                  <a16:creationId xmlns:a16="http://schemas.microsoft.com/office/drawing/2014/main" id="{0EF8B30C-1FB6-7C73-44FC-2C39DF7549A8}"/>
                </a:ext>
              </a:extLst>
            </p:cNvPr>
            <p:cNvSpPr>
              <a:spLocks noChangeArrowheads="1"/>
            </p:cNvSpPr>
            <p:nvPr/>
          </p:nvSpPr>
          <p:spPr bwMode="auto">
            <a:xfrm>
              <a:off x="2264" y="2024"/>
              <a:ext cx="12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FFFFFF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4" name="Rectangle 50">
              <a:extLst>
                <a:ext uri="{FF2B5EF4-FFF2-40B4-BE49-F238E27FC236}">
                  <a16:creationId xmlns:a16="http://schemas.microsoft.com/office/drawing/2014/main" id="{D25297AC-6025-DA45-015A-AD5967168C02}"/>
                </a:ext>
              </a:extLst>
            </p:cNvPr>
            <p:cNvSpPr>
              <a:spLocks noChangeArrowheads="1"/>
            </p:cNvSpPr>
            <p:nvPr/>
          </p:nvSpPr>
          <p:spPr bwMode="auto">
            <a:xfrm>
              <a:off x="1533" y="1727"/>
              <a:ext cx="706" cy="135"/>
            </a:xfrm>
            <a:prstGeom prst="rect">
              <a:avLst/>
            </a:prstGeom>
            <a:solidFill>
              <a:srgbClr val="FF5C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Rectangle 51">
              <a:extLst>
                <a:ext uri="{FF2B5EF4-FFF2-40B4-BE49-F238E27FC236}">
                  <a16:creationId xmlns:a16="http://schemas.microsoft.com/office/drawing/2014/main" id="{D895CA29-DE29-0BF3-3158-751FF8EC37F0}"/>
                </a:ext>
              </a:extLst>
            </p:cNvPr>
            <p:cNvSpPr>
              <a:spLocks noChangeArrowheads="1"/>
            </p:cNvSpPr>
            <p:nvPr/>
          </p:nvSpPr>
          <p:spPr bwMode="auto">
            <a:xfrm>
              <a:off x="1542"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76" name="Rectangle 52">
              <a:extLst>
                <a:ext uri="{FF2B5EF4-FFF2-40B4-BE49-F238E27FC236}">
                  <a16:creationId xmlns:a16="http://schemas.microsoft.com/office/drawing/2014/main" id="{7EFCFC16-4A98-86AC-7619-A114CF099F7D}"/>
                </a:ext>
              </a:extLst>
            </p:cNvPr>
            <p:cNvSpPr>
              <a:spLocks noChangeArrowheads="1"/>
            </p:cNvSpPr>
            <p:nvPr/>
          </p:nvSpPr>
          <p:spPr bwMode="auto">
            <a:xfrm>
              <a:off x="1608" y="1722"/>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7" name="Rectangle 53">
              <a:extLst>
                <a:ext uri="{FF2B5EF4-FFF2-40B4-BE49-F238E27FC236}">
                  <a16:creationId xmlns:a16="http://schemas.microsoft.com/office/drawing/2014/main" id="{B9712463-FD5D-ABC4-36B0-C830E76330F6}"/>
                </a:ext>
              </a:extLst>
            </p:cNvPr>
            <p:cNvSpPr>
              <a:spLocks noChangeArrowheads="1"/>
            </p:cNvSpPr>
            <p:nvPr/>
          </p:nvSpPr>
          <p:spPr bwMode="auto">
            <a:xfrm>
              <a:off x="1542" y="1800"/>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FF5C39</a:t>
              </a:r>
              <a:endParaRPr kumimoji="0" lang="en-US" altLang="en-US" sz="1800" b="0" i="0" u="none" strike="noStrike" cap="none" normalizeH="0" baseline="0">
                <a:ln>
                  <a:noFill/>
                </a:ln>
                <a:effectLst/>
                <a:latin typeface="Arial" panose="020B0604020202020204" pitchFamily="34" charset="0"/>
              </a:endParaRPr>
            </a:p>
          </p:txBody>
        </p:sp>
        <p:sp>
          <p:nvSpPr>
            <p:cNvPr id="278" name="Rectangle 54">
              <a:extLst>
                <a:ext uri="{FF2B5EF4-FFF2-40B4-BE49-F238E27FC236}">
                  <a16:creationId xmlns:a16="http://schemas.microsoft.com/office/drawing/2014/main" id="{8ACAB4E1-6417-0C0C-9E12-B1E8EEA4613E}"/>
                </a:ext>
              </a:extLst>
            </p:cNvPr>
            <p:cNvSpPr>
              <a:spLocks noChangeArrowheads="1"/>
            </p:cNvSpPr>
            <p:nvPr/>
          </p:nvSpPr>
          <p:spPr bwMode="auto">
            <a:xfrm>
              <a:off x="1533" y="1871"/>
              <a:ext cx="706" cy="137"/>
            </a:xfrm>
            <a:prstGeom prst="rect">
              <a:avLst/>
            </a:prstGeom>
            <a:solidFill>
              <a:srgbClr val="73391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Rectangle 55">
              <a:extLst>
                <a:ext uri="{FF2B5EF4-FFF2-40B4-BE49-F238E27FC236}">
                  <a16:creationId xmlns:a16="http://schemas.microsoft.com/office/drawing/2014/main" id="{7E6BE592-BF8C-8CF1-0798-04DA17C036E6}"/>
                </a:ext>
              </a:extLst>
            </p:cNvPr>
            <p:cNvSpPr>
              <a:spLocks noChangeArrowheads="1"/>
            </p:cNvSpPr>
            <p:nvPr/>
          </p:nvSpPr>
          <p:spPr bwMode="auto">
            <a:xfrm>
              <a:off x="1542"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A38B"/>
                  </a:solidFill>
                  <a:effectLst/>
                  <a:latin typeface="Segoe UI Black" panose="020B0A02040204020203" pitchFamily="34" charset="0"/>
                </a:rPr>
                <a:t>A</a:t>
              </a:r>
              <a:endParaRPr kumimoji="0" lang="en-US" altLang="en-US" sz="1800" b="0" i="0" u="none" strike="noStrike" cap="none" normalizeH="0" baseline="0">
                <a:ln>
                  <a:noFill/>
                </a:ln>
                <a:solidFill>
                  <a:srgbClr val="FFA38B"/>
                </a:solidFill>
                <a:effectLst/>
                <a:latin typeface="Arial" panose="020B0604020202020204" pitchFamily="34" charset="0"/>
              </a:endParaRPr>
            </a:p>
          </p:txBody>
        </p:sp>
        <p:sp>
          <p:nvSpPr>
            <p:cNvPr id="280" name="Rectangle 56">
              <a:extLst>
                <a:ext uri="{FF2B5EF4-FFF2-40B4-BE49-F238E27FC236}">
                  <a16:creationId xmlns:a16="http://schemas.microsoft.com/office/drawing/2014/main" id="{F02A06DF-8715-F16B-5F10-11C5F2584525}"/>
                </a:ext>
              </a:extLst>
            </p:cNvPr>
            <p:cNvSpPr>
              <a:spLocks noChangeArrowheads="1"/>
            </p:cNvSpPr>
            <p:nvPr/>
          </p:nvSpPr>
          <p:spPr bwMode="auto">
            <a:xfrm>
              <a:off x="1608"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1" name="Rectangle 57">
              <a:extLst>
                <a:ext uri="{FF2B5EF4-FFF2-40B4-BE49-F238E27FC236}">
                  <a16:creationId xmlns:a16="http://schemas.microsoft.com/office/drawing/2014/main" id="{45F29D9D-6572-80B7-280A-53297335FBF7}"/>
                </a:ext>
              </a:extLst>
            </p:cNvPr>
            <p:cNvSpPr>
              <a:spLocks noChangeArrowheads="1"/>
            </p:cNvSpPr>
            <p:nvPr/>
          </p:nvSpPr>
          <p:spPr bwMode="auto">
            <a:xfrm>
              <a:off x="1542" y="1943"/>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73391D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2" name="Rectangle 58">
              <a:extLst>
                <a:ext uri="{FF2B5EF4-FFF2-40B4-BE49-F238E27FC236}">
                  <a16:creationId xmlns:a16="http://schemas.microsoft.com/office/drawing/2014/main" id="{013A62C5-A54C-C8BE-D34C-557861D50FBB}"/>
                </a:ext>
              </a:extLst>
            </p:cNvPr>
            <p:cNvSpPr>
              <a:spLocks noChangeArrowheads="1"/>
            </p:cNvSpPr>
            <p:nvPr/>
          </p:nvSpPr>
          <p:spPr bwMode="auto">
            <a:xfrm>
              <a:off x="1533" y="1582"/>
              <a:ext cx="706" cy="136"/>
            </a:xfrm>
            <a:prstGeom prst="rect">
              <a:avLst/>
            </a:prstGeom>
            <a:solidFill>
              <a:srgbClr val="FFA3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Rectangle 59">
              <a:extLst>
                <a:ext uri="{FF2B5EF4-FFF2-40B4-BE49-F238E27FC236}">
                  <a16:creationId xmlns:a16="http://schemas.microsoft.com/office/drawing/2014/main" id="{A3D38249-2B2F-44FE-8004-78F738A54143}"/>
                </a:ext>
              </a:extLst>
            </p:cNvPr>
            <p:cNvSpPr>
              <a:spLocks noChangeArrowheads="1"/>
            </p:cNvSpPr>
            <p:nvPr/>
          </p:nvSpPr>
          <p:spPr bwMode="auto">
            <a:xfrm>
              <a:off x="1542"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391D"/>
                  </a:solidFill>
                  <a:effectLst/>
                  <a:latin typeface="Segoe UI Black" panose="020B0A02040204020203" pitchFamily="34" charset="0"/>
                </a:rPr>
                <a:t>A</a:t>
              </a:r>
              <a:endParaRPr kumimoji="0" lang="en-US" altLang="en-US" sz="1800" b="0" i="0" u="none" strike="noStrike" cap="none" normalizeH="0" baseline="0">
                <a:ln>
                  <a:noFill/>
                </a:ln>
                <a:solidFill>
                  <a:srgbClr val="73391D"/>
                </a:solidFill>
                <a:effectLst/>
                <a:latin typeface="Arial" panose="020B0604020202020204" pitchFamily="34" charset="0"/>
              </a:endParaRPr>
            </a:p>
          </p:txBody>
        </p:sp>
        <p:sp>
          <p:nvSpPr>
            <p:cNvPr id="284" name="Rectangle 60">
              <a:extLst>
                <a:ext uri="{FF2B5EF4-FFF2-40B4-BE49-F238E27FC236}">
                  <a16:creationId xmlns:a16="http://schemas.microsoft.com/office/drawing/2014/main" id="{6356C9D6-F46C-5F18-CC06-57CEDB989050}"/>
                </a:ext>
              </a:extLst>
            </p:cNvPr>
            <p:cNvSpPr>
              <a:spLocks noChangeArrowheads="1"/>
            </p:cNvSpPr>
            <p:nvPr/>
          </p:nvSpPr>
          <p:spPr bwMode="auto">
            <a:xfrm>
              <a:off x="1608"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5" name="Rectangle 61">
              <a:extLst>
                <a:ext uri="{FF2B5EF4-FFF2-40B4-BE49-F238E27FC236}">
                  <a16:creationId xmlns:a16="http://schemas.microsoft.com/office/drawing/2014/main" id="{809C64CC-0B9B-063B-F7A5-63EE36FBDCCD}"/>
                </a:ext>
              </a:extLst>
            </p:cNvPr>
            <p:cNvSpPr>
              <a:spLocks noChangeArrowheads="1"/>
            </p:cNvSpPr>
            <p:nvPr/>
          </p:nvSpPr>
          <p:spPr bwMode="auto">
            <a:xfrm>
              <a:off x="1542" y="1654"/>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FFA38B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6" name="Rectangle 62">
              <a:extLst>
                <a:ext uri="{FF2B5EF4-FFF2-40B4-BE49-F238E27FC236}">
                  <a16:creationId xmlns:a16="http://schemas.microsoft.com/office/drawing/2014/main" id="{94AB9329-702D-4A1F-E5A5-C3B78F016261}"/>
                </a:ext>
              </a:extLst>
            </p:cNvPr>
            <p:cNvSpPr>
              <a:spLocks noChangeArrowheads="1"/>
            </p:cNvSpPr>
            <p:nvPr/>
          </p:nvSpPr>
          <p:spPr bwMode="auto">
            <a:xfrm>
              <a:off x="1533" y="2022"/>
              <a:ext cx="707" cy="136"/>
            </a:xfrm>
            <a:prstGeom prst="rect">
              <a:avLst/>
            </a:prstGeom>
            <a:solidFill>
              <a:srgbClr val="F4F3F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Rectangle 63">
              <a:extLst>
                <a:ext uri="{FF2B5EF4-FFF2-40B4-BE49-F238E27FC236}">
                  <a16:creationId xmlns:a16="http://schemas.microsoft.com/office/drawing/2014/main" id="{24EB0818-3B44-BF17-FF2B-E025C738466C}"/>
                </a:ext>
              </a:extLst>
            </p:cNvPr>
            <p:cNvSpPr>
              <a:spLocks noChangeArrowheads="1"/>
            </p:cNvSpPr>
            <p:nvPr/>
          </p:nvSpPr>
          <p:spPr bwMode="auto">
            <a:xfrm>
              <a:off x="1533" y="2022"/>
              <a:ext cx="70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8" name="Rectangle 64">
              <a:extLst>
                <a:ext uri="{FF2B5EF4-FFF2-40B4-BE49-F238E27FC236}">
                  <a16:creationId xmlns:a16="http://schemas.microsoft.com/office/drawing/2014/main" id="{8D3440B3-96D8-0B26-9877-7E62CD77370D}"/>
                </a:ext>
              </a:extLst>
            </p:cNvPr>
            <p:cNvSpPr>
              <a:spLocks noChangeArrowheads="1"/>
            </p:cNvSpPr>
            <p:nvPr/>
          </p:nvSpPr>
          <p:spPr bwMode="auto">
            <a:xfrm>
              <a:off x="1542" y="2024"/>
              <a:ext cx="127"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F4F3F5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9" name="Rectangle 65">
              <a:extLst>
                <a:ext uri="{FF2B5EF4-FFF2-40B4-BE49-F238E27FC236}">
                  <a16:creationId xmlns:a16="http://schemas.microsoft.com/office/drawing/2014/main" id="{64795BFF-26DD-4F9D-7E57-E8A3C163A079}"/>
                </a:ext>
              </a:extLst>
            </p:cNvPr>
            <p:cNvSpPr>
              <a:spLocks noChangeArrowheads="1"/>
            </p:cNvSpPr>
            <p:nvPr/>
          </p:nvSpPr>
          <p:spPr bwMode="auto">
            <a:xfrm>
              <a:off x="3698" y="1729"/>
              <a:ext cx="707" cy="135"/>
            </a:xfrm>
            <a:prstGeom prst="rect">
              <a:avLst/>
            </a:prstGeom>
            <a:solidFill>
              <a:srgbClr val="0078D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Rectangle 66">
              <a:extLst>
                <a:ext uri="{FF2B5EF4-FFF2-40B4-BE49-F238E27FC236}">
                  <a16:creationId xmlns:a16="http://schemas.microsoft.com/office/drawing/2014/main" id="{973E90C8-2FFF-2256-D29B-6A3ABBA35099}"/>
                </a:ext>
              </a:extLst>
            </p:cNvPr>
            <p:cNvSpPr>
              <a:spLocks noChangeArrowheads="1"/>
            </p:cNvSpPr>
            <p:nvPr/>
          </p:nvSpPr>
          <p:spPr bwMode="auto">
            <a:xfrm>
              <a:off x="3707"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1" name="Rectangle 67">
              <a:extLst>
                <a:ext uri="{FF2B5EF4-FFF2-40B4-BE49-F238E27FC236}">
                  <a16:creationId xmlns:a16="http://schemas.microsoft.com/office/drawing/2014/main" id="{F146B7CE-CBC5-956E-DA0D-244A26F54704}"/>
                </a:ext>
              </a:extLst>
            </p:cNvPr>
            <p:cNvSpPr>
              <a:spLocks noChangeArrowheads="1"/>
            </p:cNvSpPr>
            <p:nvPr/>
          </p:nvSpPr>
          <p:spPr bwMode="auto">
            <a:xfrm>
              <a:off x="3773"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2" name="Rectangle 68">
              <a:extLst>
                <a:ext uri="{FF2B5EF4-FFF2-40B4-BE49-F238E27FC236}">
                  <a16:creationId xmlns:a16="http://schemas.microsoft.com/office/drawing/2014/main" id="{841A3A9C-7ABE-216A-7AAA-FC8E018652B9}"/>
                </a:ext>
              </a:extLst>
            </p:cNvPr>
            <p:cNvSpPr>
              <a:spLocks noChangeArrowheads="1"/>
            </p:cNvSpPr>
            <p:nvPr/>
          </p:nvSpPr>
          <p:spPr bwMode="auto">
            <a:xfrm>
              <a:off x="3707" y="1801"/>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0078D4</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93" name="Rectangle 69">
              <a:extLst>
                <a:ext uri="{FF2B5EF4-FFF2-40B4-BE49-F238E27FC236}">
                  <a16:creationId xmlns:a16="http://schemas.microsoft.com/office/drawing/2014/main" id="{B67B7695-C3C0-34B4-72B1-C7E58FF3275A}"/>
                </a:ext>
              </a:extLst>
            </p:cNvPr>
            <p:cNvSpPr>
              <a:spLocks noChangeArrowheads="1"/>
            </p:cNvSpPr>
            <p:nvPr/>
          </p:nvSpPr>
          <p:spPr bwMode="auto">
            <a:xfrm>
              <a:off x="3698" y="1873"/>
              <a:ext cx="707" cy="136"/>
            </a:xfrm>
            <a:prstGeom prst="rect">
              <a:avLst/>
            </a:prstGeom>
            <a:solidFill>
              <a:srgbClr val="2A446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Rectangle 70">
              <a:extLst>
                <a:ext uri="{FF2B5EF4-FFF2-40B4-BE49-F238E27FC236}">
                  <a16:creationId xmlns:a16="http://schemas.microsoft.com/office/drawing/2014/main" id="{F3BB6A3B-AD16-5C6E-2848-CC82A261CE5A}"/>
                </a:ext>
              </a:extLst>
            </p:cNvPr>
            <p:cNvSpPr>
              <a:spLocks noChangeArrowheads="1"/>
            </p:cNvSpPr>
            <p:nvPr/>
          </p:nvSpPr>
          <p:spPr bwMode="auto">
            <a:xfrm>
              <a:off x="3707" y="1866"/>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8DC8E8"/>
                  </a:solidFill>
                  <a:effectLst/>
                  <a:latin typeface="Segoe UI Black" panose="020B0A02040204020203" pitchFamily="34" charset="0"/>
                </a:rPr>
                <a:t>A</a:t>
              </a:r>
              <a:endParaRPr kumimoji="0" lang="en-US" altLang="en-US" sz="1800" b="0" i="0" u="none" strike="noStrike" cap="none" normalizeH="0" baseline="0">
                <a:ln>
                  <a:noFill/>
                </a:ln>
                <a:solidFill>
                  <a:srgbClr val="8DC8E8"/>
                </a:solidFill>
                <a:effectLst/>
                <a:latin typeface="Arial" panose="020B0604020202020204" pitchFamily="34" charset="0"/>
              </a:endParaRPr>
            </a:p>
          </p:txBody>
        </p:sp>
        <p:sp>
          <p:nvSpPr>
            <p:cNvPr id="295" name="Rectangle 71">
              <a:extLst>
                <a:ext uri="{FF2B5EF4-FFF2-40B4-BE49-F238E27FC236}">
                  <a16:creationId xmlns:a16="http://schemas.microsoft.com/office/drawing/2014/main" id="{AF58A79C-F974-45C7-A85C-F40D9A65E853}"/>
                </a:ext>
              </a:extLst>
            </p:cNvPr>
            <p:cNvSpPr>
              <a:spLocks noChangeArrowheads="1"/>
            </p:cNvSpPr>
            <p:nvPr/>
          </p:nvSpPr>
          <p:spPr bwMode="auto">
            <a:xfrm>
              <a:off x="3773" y="1866"/>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6" name="Rectangle 72">
              <a:extLst>
                <a:ext uri="{FF2B5EF4-FFF2-40B4-BE49-F238E27FC236}">
                  <a16:creationId xmlns:a16="http://schemas.microsoft.com/office/drawing/2014/main" id="{9CAD9107-51BE-8F4A-FEBB-F3BD3DC96520}"/>
                </a:ext>
              </a:extLst>
            </p:cNvPr>
            <p:cNvSpPr>
              <a:spLocks noChangeArrowheads="1"/>
            </p:cNvSpPr>
            <p:nvPr/>
          </p:nvSpPr>
          <p:spPr bwMode="auto">
            <a:xfrm>
              <a:off x="3707" y="1944"/>
              <a:ext cx="135"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2A446F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7" name="Rectangle 73">
              <a:extLst>
                <a:ext uri="{FF2B5EF4-FFF2-40B4-BE49-F238E27FC236}">
                  <a16:creationId xmlns:a16="http://schemas.microsoft.com/office/drawing/2014/main" id="{F0CA8CB9-EFF0-9A10-BBC0-A9A36D6E6ADF}"/>
                </a:ext>
              </a:extLst>
            </p:cNvPr>
            <p:cNvSpPr>
              <a:spLocks noChangeArrowheads="1"/>
            </p:cNvSpPr>
            <p:nvPr/>
          </p:nvSpPr>
          <p:spPr bwMode="auto">
            <a:xfrm>
              <a:off x="3698" y="1583"/>
              <a:ext cx="707" cy="137"/>
            </a:xfrm>
            <a:prstGeom prst="rect">
              <a:avLst/>
            </a:prstGeom>
            <a:solidFill>
              <a:srgbClr val="8DC8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Rectangle 74">
              <a:extLst>
                <a:ext uri="{FF2B5EF4-FFF2-40B4-BE49-F238E27FC236}">
                  <a16:creationId xmlns:a16="http://schemas.microsoft.com/office/drawing/2014/main" id="{CF1A989F-9EAE-5BC1-AD31-5728CD61EE81}"/>
                </a:ext>
              </a:extLst>
            </p:cNvPr>
            <p:cNvSpPr>
              <a:spLocks noChangeArrowheads="1"/>
            </p:cNvSpPr>
            <p:nvPr/>
          </p:nvSpPr>
          <p:spPr bwMode="auto">
            <a:xfrm>
              <a:off x="3707" y="1578"/>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2A446F"/>
                  </a:solidFill>
                  <a:effectLst/>
                  <a:latin typeface="Segoe UI Black" panose="020B0A02040204020203" pitchFamily="34" charset="0"/>
                </a:rPr>
                <a:t>A</a:t>
              </a:r>
              <a:endParaRPr kumimoji="0" lang="en-US" altLang="en-US" sz="1800" b="0" i="0" u="none" strike="noStrike" cap="none" normalizeH="0" baseline="0">
                <a:ln>
                  <a:noFill/>
                </a:ln>
                <a:solidFill>
                  <a:srgbClr val="2A446F"/>
                </a:solidFill>
                <a:effectLst/>
                <a:latin typeface="Arial" panose="020B0604020202020204" pitchFamily="34" charset="0"/>
              </a:endParaRPr>
            </a:p>
          </p:txBody>
        </p:sp>
        <p:sp>
          <p:nvSpPr>
            <p:cNvPr id="299" name="Rectangle 75">
              <a:extLst>
                <a:ext uri="{FF2B5EF4-FFF2-40B4-BE49-F238E27FC236}">
                  <a16:creationId xmlns:a16="http://schemas.microsoft.com/office/drawing/2014/main" id="{957953AB-E9C6-D080-ADB2-1F206404C0B7}"/>
                </a:ext>
              </a:extLst>
            </p:cNvPr>
            <p:cNvSpPr>
              <a:spLocks noChangeArrowheads="1"/>
            </p:cNvSpPr>
            <p:nvPr/>
          </p:nvSpPr>
          <p:spPr bwMode="auto">
            <a:xfrm>
              <a:off x="3773" y="1578"/>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0" name="Rectangle 76">
              <a:extLst>
                <a:ext uri="{FF2B5EF4-FFF2-40B4-BE49-F238E27FC236}">
                  <a16:creationId xmlns:a16="http://schemas.microsoft.com/office/drawing/2014/main" id="{D3F9BD24-BF97-98DF-7799-FF5527E1F0E4}"/>
                </a:ext>
              </a:extLst>
            </p:cNvPr>
            <p:cNvSpPr>
              <a:spLocks noChangeArrowheads="1"/>
            </p:cNvSpPr>
            <p:nvPr/>
          </p:nvSpPr>
          <p:spPr bwMode="auto">
            <a:xfrm>
              <a:off x="3707" y="1655"/>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8DC8E8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1" name="Rectangle 80">
              <a:extLst>
                <a:ext uri="{FF2B5EF4-FFF2-40B4-BE49-F238E27FC236}">
                  <a16:creationId xmlns:a16="http://schemas.microsoft.com/office/drawing/2014/main" id="{D9F904A4-74AE-C098-E989-4C11A3671B63}"/>
                </a:ext>
              </a:extLst>
            </p:cNvPr>
            <p:cNvSpPr>
              <a:spLocks noChangeArrowheads="1"/>
            </p:cNvSpPr>
            <p:nvPr/>
          </p:nvSpPr>
          <p:spPr bwMode="auto">
            <a:xfrm>
              <a:off x="2981" y="1438"/>
              <a:ext cx="1423" cy="135"/>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Rectangle 81">
              <a:extLst>
                <a:ext uri="{FF2B5EF4-FFF2-40B4-BE49-F238E27FC236}">
                  <a16:creationId xmlns:a16="http://schemas.microsoft.com/office/drawing/2014/main" id="{86561027-5502-5CBF-CC1E-E9283F7A3EA8}"/>
                </a:ext>
              </a:extLst>
            </p:cNvPr>
            <p:cNvSpPr>
              <a:spLocks noChangeArrowheads="1"/>
            </p:cNvSpPr>
            <p:nvPr/>
          </p:nvSpPr>
          <p:spPr bwMode="auto">
            <a:xfrm>
              <a:off x="2977" y="1437"/>
              <a:ext cx="1427"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82">
              <a:extLst>
                <a:ext uri="{FF2B5EF4-FFF2-40B4-BE49-F238E27FC236}">
                  <a16:creationId xmlns:a16="http://schemas.microsoft.com/office/drawing/2014/main" id="{815862B1-E237-764F-DF2A-70DEC4B6F67A}"/>
                </a:ext>
              </a:extLst>
            </p:cNvPr>
            <p:cNvSpPr>
              <a:spLocks noEditPoints="1"/>
            </p:cNvSpPr>
            <p:nvPr/>
          </p:nvSpPr>
          <p:spPr bwMode="auto">
            <a:xfrm>
              <a:off x="2978" y="1437"/>
              <a:ext cx="1427" cy="136"/>
            </a:xfrm>
            <a:custGeom>
              <a:avLst/>
              <a:gdLst>
                <a:gd name="T0" fmla="*/ 0 w 15200"/>
                <a:gd name="T1" fmla="*/ 4 h 960"/>
                <a:gd name="T2" fmla="*/ 4 w 15200"/>
                <a:gd name="T3" fmla="*/ 0 h 960"/>
                <a:gd name="T4" fmla="*/ 15196 w 15200"/>
                <a:gd name="T5" fmla="*/ 0 h 960"/>
                <a:gd name="T6" fmla="*/ 15200 w 15200"/>
                <a:gd name="T7" fmla="*/ 4 h 960"/>
                <a:gd name="T8" fmla="*/ 15200 w 15200"/>
                <a:gd name="T9" fmla="*/ 956 h 960"/>
                <a:gd name="T10" fmla="*/ 15196 w 15200"/>
                <a:gd name="T11" fmla="*/ 960 h 960"/>
                <a:gd name="T12" fmla="*/ 4 w 15200"/>
                <a:gd name="T13" fmla="*/ 960 h 960"/>
                <a:gd name="T14" fmla="*/ 0 w 15200"/>
                <a:gd name="T15" fmla="*/ 956 h 960"/>
                <a:gd name="T16" fmla="*/ 0 w 15200"/>
                <a:gd name="T17" fmla="*/ 4 h 960"/>
                <a:gd name="T18" fmla="*/ 8 w 15200"/>
                <a:gd name="T19" fmla="*/ 956 h 960"/>
                <a:gd name="T20" fmla="*/ 4 w 15200"/>
                <a:gd name="T21" fmla="*/ 952 h 960"/>
                <a:gd name="T22" fmla="*/ 15196 w 15200"/>
                <a:gd name="T23" fmla="*/ 952 h 960"/>
                <a:gd name="T24" fmla="*/ 15192 w 15200"/>
                <a:gd name="T25" fmla="*/ 956 h 960"/>
                <a:gd name="T26" fmla="*/ 15192 w 15200"/>
                <a:gd name="T27" fmla="*/ 4 h 960"/>
                <a:gd name="T28" fmla="*/ 15196 w 15200"/>
                <a:gd name="T29" fmla="*/ 8 h 960"/>
                <a:gd name="T30" fmla="*/ 4 w 15200"/>
                <a:gd name="T31" fmla="*/ 8 h 960"/>
                <a:gd name="T32" fmla="*/ 8 w 15200"/>
                <a:gd name="T33" fmla="*/ 4 h 960"/>
                <a:gd name="T34" fmla="*/ 8 w 15200"/>
                <a:gd name="T35" fmla="*/ 956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0" h="960">
                  <a:moveTo>
                    <a:pt x="0" y="4"/>
                  </a:moveTo>
                  <a:cubicBezTo>
                    <a:pt x="0" y="2"/>
                    <a:pt x="2" y="0"/>
                    <a:pt x="4" y="0"/>
                  </a:cubicBezTo>
                  <a:lnTo>
                    <a:pt x="15196" y="0"/>
                  </a:lnTo>
                  <a:cubicBezTo>
                    <a:pt x="15199" y="0"/>
                    <a:pt x="15200" y="2"/>
                    <a:pt x="15200" y="4"/>
                  </a:cubicBezTo>
                  <a:lnTo>
                    <a:pt x="15200" y="956"/>
                  </a:lnTo>
                  <a:cubicBezTo>
                    <a:pt x="15200" y="959"/>
                    <a:pt x="15199" y="960"/>
                    <a:pt x="15196" y="960"/>
                  </a:cubicBezTo>
                  <a:lnTo>
                    <a:pt x="4" y="960"/>
                  </a:lnTo>
                  <a:cubicBezTo>
                    <a:pt x="2" y="960"/>
                    <a:pt x="0" y="959"/>
                    <a:pt x="0" y="956"/>
                  </a:cubicBezTo>
                  <a:lnTo>
                    <a:pt x="0" y="4"/>
                  </a:lnTo>
                  <a:close/>
                  <a:moveTo>
                    <a:pt x="8" y="956"/>
                  </a:moveTo>
                  <a:lnTo>
                    <a:pt x="4" y="952"/>
                  </a:lnTo>
                  <a:lnTo>
                    <a:pt x="15196" y="952"/>
                  </a:lnTo>
                  <a:lnTo>
                    <a:pt x="15192" y="956"/>
                  </a:lnTo>
                  <a:lnTo>
                    <a:pt x="15192" y="4"/>
                  </a:lnTo>
                  <a:lnTo>
                    <a:pt x="15196" y="8"/>
                  </a:lnTo>
                  <a:lnTo>
                    <a:pt x="4" y="8"/>
                  </a:lnTo>
                  <a:lnTo>
                    <a:pt x="8" y="4"/>
                  </a:lnTo>
                  <a:lnTo>
                    <a:pt x="8" y="956"/>
                  </a:lnTo>
                  <a:close/>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Rectangle 83">
              <a:extLst>
                <a:ext uri="{FF2B5EF4-FFF2-40B4-BE49-F238E27FC236}">
                  <a16:creationId xmlns:a16="http://schemas.microsoft.com/office/drawing/2014/main" id="{F8634574-E07B-D28B-BCBE-E63D6F2B0F02}"/>
                </a:ext>
              </a:extLst>
            </p:cNvPr>
            <p:cNvSpPr>
              <a:spLocks noChangeArrowheads="1"/>
            </p:cNvSpPr>
            <p:nvPr/>
          </p:nvSpPr>
          <p:spPr bwMode="auto">
            <a:xfrm>
              <a:off x="2978" y="1437"/>
              <a:ext cx="1426"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Rectangle 84">
              <a:extLst>
                <a:ext uri="{FF2B5EF4-FFF2-40B4-BE49-F238E27FC236}">
                  <a16:creationId xmlns:a16="http://schemas.microsoft.com/office/drawing/2014/main" id="{12699538-90CB-E2BB-A02E-9CAD1104357C}"/>
                </a:ext>
              </a:extLst>
            </p:cNvPr>
            <p:cNvSpPr>
              <a:spLocks noChangeArrowheads="1"/>
            </p:cNvSpPr>
            <p:nvPr/>
          </p:nvSpPr>
          <p:spPr bwMode="auto">
            <a:xfrm>
              <a:off x="2989" y="1440"/>
              <a:ext cx="314"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FFFFFF"/>
                  </a:solidFill>
                  <a:effectLst/>
                  <a:latin typeface="Segoe UI" panose="020B0502040204020203" pitchFamily="34" charset="0"/>
                </a:rPr>
                <a:t>Blue Black</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6" name="Rectangle 85">
              <a:extLst>
                <a:ext uri="{FF2B5EF4-FFF2-40B4-BE49-F238E27FC236}">
                  <a16:creationId xmlns:a16="http://schemas.microsoft.com/office/drawing/2014/main" id="{6FAB69FC-8CE4-AC4F-FDDF-81B46D7C1E11}"/>
                </a:ext>
              </a:extLst>
            </p:cNvPr>
            <p:cNvSpPr>
              <a:spLocks noChangeArrowheads="1"/>
            </p:cNvSpPr>
            <p:nvPr/>
          </p:nvSpPr>
          <p:spPr bwMode="auto">
            <a:xfrm>
              <a:off x="2989" y="1508"/>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091F2C</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7" name="Rectangle 86">
              <a:extLst>
                <a:ext uri="{FF2B5EF4-FFF2-40B4-BE49-F238E27FC236}">
                  <a16:creationId xmlns:a16="http://schemas.microsoft.com/office/drawing/2014/main" id="{0B6C3A35-3676-F821-8B84-E8FCD2D7AEB0}"/>
                </a:ext>
              </a:extLst>
            </p:cNvPr>
            <p:cNvSpPr>
              <a:spLocks noChangeArrowheads="1"/>
            </p:cNvSpPr>
            <p:nvPr/>
          </p:nvSpPr>
          <p:spPr bwMode="auto">
            <a:xfrm>
              <a:off x="2977" y="1730"/>
              <a:ext cx="706" cy="136"/>
            </a:xfrm>
            <a:prstGeom prst="rect">
              <a:avLst/>
            </a:prstGeom>
            <a:solidFill>
              <a:srgbClr val="C73E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Rectangle 87">
              <a:extLst>
                <a:ext uri="{FF2B5EF4-FFF2-40B4-BE49-F238E27FC236}">
                  <a16:creationId xmlns:a16="http://schemas.microsoft.com/office/drawing/2014/main" id="{E31C635C-F918-E83E-41BB-6A05312AF804}"/>
                </a:ext>
              </a:extLst>
            </p:cNvPr>
            <p:cNvSpPr>
              <a:spLocks noChangeArrowheads="1"/>
            </p:cNvSpPr>
            <p:nvPr/>
          </p:nvSpPr>
          <p:spPr bwMode="auto">
            <a:xfrm>
              <a:off x="2985"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9" name="Rectangle 88">
              <a:extLst>
                <a:ext uri="{FF2B5EF4-FFF2-40B4-BE49-F238E27FC236}">
                  <a16:creationId xmlns:a16="http://schemas.microsoft.com/office/drawing/2014/main" id="{C72C7396-887D-00AF-02FC-A8E598F00631}"/>
                </a:ext>
              </a:extLst>
            </p:cNvPr>
            <p:cNvSpPr>
              <a:spLocks noChangeArrowheads="1"/>
            </p:cNvSpPr>
            <p:nvPr/>
          </p:nvSpPr>
          <p:spPr bwMode="auto">
            <a:xfrm>
              <a:off x="2985" y="1803"/>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C73ECC</a:t>
              </a:r>
              <a:endParaRPr kumimoji="0" lang="en-US" altLang="en-US" sz="1800" b="0" i="0" u="none" strike="noStrike" cap="none" normalizeH="0" baseline="0">
                <a:ln>
                  <a:noFill/>
                </a:ln>
                <a:effectLst/>
                <a:latin typeface="Arial" panose="020B0604020202020204" pitchFamily="34" charset="0"/>
              </a:endParaRPr>
            </a:p>
          </p:txBody>
        </p:sp>
        <p:sp>
          <p:nvSpPr>
            <p:cNvPr id="310" name="Rectangle 89">
              <a:extLst>
                <a:ext uri="{FF2B5EF4-FFF2-40B4-BE49-F238E27FC236}">
                  <a16:creationId xmlns:a16="http://schemas.microsoft.com/office/drawing/2014/main" id="{D30DD6FD-51EB-19EC-8510-E1C9AF53735B}"/>
                </a:ext>
              </a:extLst>
            </p:cNvPr>
            <p:cNvSpPr>
              <a:spLocks noChangeArrowheads="1"/>
            </p:cNvSpPr>
            <p:nvPr/>
          </p:nvSpPr>
          <p:spPr bwMode="auto">
            <a:xfrm>
              <a:off x="2977" y="1875"/>
              <a:ext cx="706" cy="135"/>
            </a:xfrm>
            <a:prstGeom prst="rect">
              <a:avLst/>
            </a:prstGeom>
            <a:solidFill>
              <a:srgbClr val="7025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Rectangle 90">
              <a:extLst>
                <a:ext uri="{FF2B5EF4-FFF2-40B4-BE49-F238E27FC236}">
                  <a16:creationId xmlns:a16="http://schemas.microsoft.com/office/drawing/2014/main" id="{FA8D36D1-67FD-B784-519E-C36BEA31B3C5}"/>
                </a:ext>
              </a:extLst>
            </p:cNvPr>
            <p:cNvSpPr>
              <a:spLocks noChangeArrowheads="1"/>
            </p:cNvSpPr>
            <p:nvPr/>
          </p:nvSpPr>
          <p:spPr bwMode="auto">
            <a:xfrm>
              <a:off x="2985" y="1869"/>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CD9BCF"/>
                  </a:solidFill>
                  <a:effectLst/>
                  <a:latin typeface="Segoe UI Black" panose="020B0A02040204020203" pitchFamily="34" charset="0"/>
                </a:rPr>
                <a:t>A</a:t>
              </a:r>
              <a:endParaRPr kumimoji="0" lang="en-US" altLang="en-US" sz="1800" b="0" i="0" u="none" strike="noStrike" cap="none" normalizeH="0" baseline="0">
                <a:ln>
                  <a:noFill/>
                </a:ln>
                <a:solidFill>
                  <a:srgbClr val="CD9BCF"/>
                </a:solidFill>
                <a:effectLst/>
                <a:latin typeface="Arial" panose="020B0604020202020204" pitchFamily="34" charset="0"/>
              </a:endParaRPr>
            </a:p>
          </p:txBody>
        </p:sp>
        <p:sp>
          <p:nvSpPr>
            <p:cNvPr id="312" name="Rectangle 91">
              <a:extLst>
                <a:ext uri="{FF2B5EF4-FFF2-40B4-BE49-F238E27FC236}">
                  <a16:creationId xmlns:a16="http://schemas.microsoft.com/office/drawing/2014/main" id="{A2790CC1-ECD3-C2AA-C63A-83B06BB562FD}"/>
                </a:ext>
              </a:extLst>
            </p:cNvPr>
            <p:cNvSpPr>
              <a:spLocks noChangeArrowheads="1"/>
            </p:cNvSpPr>
            <p:nvPr/>
          </p:nvSpPr>
          <p:spPr bwMode="auto">
            <a:xfrm>
              <a:off x="3051" y="1869"/>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3" name="Rectangle 92">
              <a:extLst>
                <a:ext uri="{FF2B5EF4-FFF2-40B4-BE49-F238E27FC236}">
                  <a16:creationId xmlns:a16="http://schemas.microsoft.com/office/drawing/2014/main" id="{C2F74C0D-75FA-B70A-ED71-3CFA807964B4}"/>
                </a:ext>
              </a:extLst>
            </p:cNvPr>
            <p:cNvSpPr>
              <a:spLocks noChangeArrowheads="1"/>
            </p:cNvSpPr>
            <p:nvPr/>
          </p:nvSpPr>
          <p:spPr bwMode="auto">
            <a:xfrm>
              <a:off x="2985" y="1946"/>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702573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4" name="Rectangle 93">
              <a:extLst>
                <a:ext uri="{FF2B5EF4-FFF2-40B4-BE49-F238E27FC236}">
                  <a16:creationId xmlns:a16="http://schemas.microsoft.com/office/drawing/2014/main" id="{4B629030-A380-3E24-758E-F1D167C23086}"/>
                </a:ext>
              </a:extLst>
            </p:cNvPr>
            <p:cNvSpPr>
              <a:spLocks noChangeArrowheads="1"/>
            </p:cNvSpPr>
            <p:nvPr/>
          </p:nvSpPr>
          <p:spPr bwMode="auto">
            <a:xfrm>
              <a:off x="2977" y="1586"/>
              <a:ext cx="706" cy="135"/>
            </a:xfrm>
            <a:prstGeom prst="rect">
              <a:avLst/>
            </a:prstGeom>
            <a:solidFill>
              <a:srgbClr val="CD9B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Rectangle 94">
              <a:extLst>
                <a:ext uri="{FF2B5EF4-FFF2-40B4-BE49-F238E27FC236}">
                  <a16:creationId xmlns:a16="http://schemas.microsoft.com/office/drawing/2014/main" id="{6D81EE59-1E06-6AAB-A8EE-80D567AE752D}"/>
                </a:ext>
              </a:extLst>
            </p:cNvPr>
            <p:cNvSpPr>
              <a:spLocks noChangeArrowheads="1"/>
            </p:cNvSpPr>
            <p:nvPr/>
          </p:nvSpPr>
          <p:spPr bwMode="auto">
            <a:xfrm>
              <a:off x="2985" y="1580"/>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02573"/>
                  </a:solidFill>
                  <a:effectLst/>
                  <a:latin typeface="Segoe UI Black" panose="020B0A02040204020203" pitchFamily="34" charset="0"/>
                </a:rPr>
                <a:t>A</a:t>
              </a:r>
              <a:endParaRPr kumimoji="0" lang="en-US" altLang="en-US" sz="1800" b="0" i="0" u="none" strike="noStrike" cap="none" normalizeH="0" baseline="0">
                <a:ln>
                  <a:noFill/>
                </a:ln>
                <a:solidFill>
                  <a:srgbClr val="702573"/>
                </a:solidFill>
                <a:effectLst/>
                <a:latin typeface="Arial" panose="020B0604020202020204" pitchFamily="34" charset="0"/>
              </a:endParaRPr>
            </a:p>
          </p:txBody>
        </p:sp>
        <p:sp>
          <p:nvSpPr>
            <p:cNvPr id="316" name="Rectangle 95">
              <a:extLst>
                <a:ext uri="{FF2B5EF4-FFF2-40B4-BE49-F238E27FC236}">
                  <a16:creationId xmlns:a16="http://schemas.microsoft.com/office/drawing/2014/main" id="{6AD9F2DD-3CC6-E096-A24F-323DA0D326AD}"/>
                </a:ext>
              </a:extLst>
            </p:cNvPr>
            <p:cNvSpPr>
              <a:spLocks noChangeArrowheads="1"/>
            </p:cNvSpPr>
            <p:nvPr/>
          </p:nvSpPr>
          <p:spPr bwMode="auto">
            <a:xfrm>
              <a:off x="3051" y="1580"/>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7" name="Rectangle 96">
              <a:extLst>
                <a:ext uri="{FF2B5EF4-FFF2-40B4-BE49-F238E27FC236}">
                  <a16:creationId xmlns:a16="http://schemas.microsoft.com/office/drawing/2014/main" id="{AFB34C5D-AB21-1047-2C41-96AAFC6CF230}"/>
                </a:ext>
              </a:extLst>
            </p:cNvPr>
            <p:cNvSpPr>
              <a:spLocks noChangeArrowheads="1"/>
            </p:cNvSpPr>
            <p:nvPr/>
          </p:nvSpPr>
          <p:spPr bwMode="auto">
            <a:xfrm>
              <a:off x="2985" y="1658"/>
              <a:ext cx="14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CD9BCF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8" name="Rectangle 97">
              <a:extLst>
                <a:ext uri="{FF2B5EF4-FFF2-40B4-BE49-F238E27FC236}">
                  <a16:creationId xmlns:a16="http://schemas.microsoft.com/office/drawing/2014/main" id="{577AD0A0-7F00-AA4F-1B1B-61CFE55F937D}"/>
                </a:ext>
              </a:extLst>
            </p:cNvPr>
            <p:cNvSpPr>
              <a:spLocks noChangeArrowheads="1"/>
            </p:cNvSpPr>
            <p:nvPr/>
          </p:nvSpPr>
          <p:spPr bwMode="auto">
            <a:xfrm>
              <a:off x="2976" y="2023"/>
              <a:ext cx="1428" cy="13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Rectangle 98">
              <a:extLst>
                <a:ext uri="{FF2B5EF4-FFF2-40B4-BE49-F238E27FC236}">
                  <a16:creationId xmlns:a16="http://schemas.microsoft.com/office/drawing/2014/main" id="{AEE8AF68-7485-0DA2-1E8F-EA9EFEEF18D2}"/>
                </a:ext>
              </a:extLst>
            </p:cNvPr>
            <p:cNvSpPr>
              <a:spLocks noChangeArrowheads="1"/>
            </p:cNvSpPr>
            <p:nvPr/>
          </p:nvSpPr>
          <p:spPr bwMode="auto">
            <a:xfrm>
              <a:off x="2977" y="2024"/>
              <a:ext cx="142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0" name="Rectangle 99">
              <a:extLst>
                <a:ext uri="{FF2B5EF4-FFF2-40B4-BE49-F238E27FC236}">
                  <a16:creationId xmlns:a16="http://schemas.microsoft.com/office/drawing/2014/main" id="{00A4FA1A-2972-8EFD-C7DB-916888D02231}"/>
                </a:ext>
              </a:extLst>
            </p:cNvPr>
            <p:cNvSpPr>
              <a:spLocks noChangeArrowheads="1"/>
            </p:cNvSpPr>
            <p:nvPr/>
          </p:nvSpPr>
          <p:spPr bwMode="auto">
            <a:xfrm>
              <a:off x="2985" y="2028"/>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000000</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321" name="Rectangle 100">
              <a:extLst>
                <a:ext uri="{FF2B5EF4-FFF2-40B4-BE49-F238E27FC236}">
                  <a16:creationId xmlns:a16="http://schemas.microsoft.com/office/drawing/2014/main" id="{E02AE344-8FCD-07A4-1035-21E5745797EA}"/>
                </a:ext>
              </a:extLst>
            </p:cNvPr>
            <p:cNvSpPr>
              <a:spLocks noChangeArrowheads="1"/>
            </p:cNvSpPr>
            <p:nvPr/>
          </p:nvSpPr>
          <p:spPr bwMode="auto">
            <a:xfrm>
              <a:off x="1532" y="1439"/>
              <a:ext cx="1430" cy="136"/>
            </a:xfrm>
            <a:prstGeom prst="rect">
              <a:avLst/>
            </a:prstGeom>
            <a:solidFill>
              <a:srgbClr val="E8E6D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Rectangle 101">
              <a:extLst>
                <a:ext uri="{FF2B5EF4-FFF2-40B4-BE49-F238E27FC236}">
                  <a16:creationId xmlns:a16="http://schemas.microsoft.com/office/drawing/2014/main" id="{A8F0A57D-3D77-F52A-CEE5-C300AC719E97}"/>
                </a:ext>
              </a:extLst>
            </p:cNvPr>
            <p:cNvSpPr>
              <a:spLocks noChangeArrowheads="1"/>
            </p:cNvSpPr>
            <p:nvPr/>
          </p:nvSpPr>
          <p:spPr bwMode="auto">
            <a:xfrm>
              <a:off x="1532" y="1439"/>
              <a:ext cx="1429"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3" name="Rectangle 102">
              <a:extLst>
                <a:ext uri="{FF2B5EF4-FFF2-40B4-BE49-F238E27FC236}">
                  <a16:creationId xmlns:a16="http://schemas.microsoft.com/office/drawing/2014/main" id="{34755F26-EC65-BC3C-F00F-5952873E93B5}"/>
                </a:ext>
              </a:extLst>
            </p:cNvPr>
            <p:cNvSpPr>
              <a:spLocks noChangeArrowheads="1"/>
            </p:cNvSpPr>
            <p:nvPr/>
          </p:nvSpPr>
          <p:spPr bwMode="auto">
            <a:xfrm>
              <a:off x="1541" y="1435"/>
              <a:ext cx="3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1A1A1A"/>
                  </a:solidFill>
                  <a:effectLst/>
                  <a:latin typeface="Segoe UI" panose="020B0502040204020203" pitchFamily="34" charset="0"/>
                </a:rPr>
                <a:t>Neutral Gray</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4" name="Rectangle 103">
              <a:extLst>
                <a:ext uri="{FF2B5EF4-FFF2-40B4-BE49-F238E27FC236}">
                  <a16:creationId xmlns:a16="http://schemas.microsoft.com/office/drawing/2014/main" id="{B81AAAC1-86AE-E75F-941C-AB9A2CF58E0B}"/>
                </a:ext>
              </a:extLst>
            </p:cNvPr>
            <p:cNvSpPr>
              <a:spLocks noChangeArrowheads="1"/>
            </p:cNvSpPr>
            <p:nvPr/>
          </p:nvSpPr>
          <p:spPr bwMode="auto">
            <a:xfrm>
              <a:off x="1541" y="1502"/>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E8E6DF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5" name="Rectangle 14">
              <a:extLst>
                <a:ext uri="{FF2B5EF4-FFF2-40B4-BE49-F238E27FC236}">
                  <a16:creationId xmlns:a16="http://schemas.microsoft.com/office/drawing/2014/main" id="{EB0437A5-6694-879B-F94E-9FA34DFD9D2C}"/>
                </a:ext>
              </a:extLst>
            </p:cNvPr>
            <p:cNvSpPr>
              <a:spLocks noChangeArrowheads="1"/>
            </p:cNvSpPr>
            <p:nvPr/>
          </p:nvSpPr>
          <p:spPr bwMode="auto">
            <a:xfrm>
              <a:off x="2329" y="1724"/>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6" name="Rectangle 95">
              <a:extLst>
                <a:ext uri="{FF2B5EF4-FFF2-40B4-BE49-F238E27FC236}">
                  <a16:creationId xmlns:a16="http://schemas.microsoft.com/office/drawing/2014/main" id="{7CF198F9-1D72-F8CC-3A2E-9B2DAE529DAF}"/>
                </a:ext>
              </a:extLst>
            </p:cNvPr>
            <p:cNvSpPr>
              <a:spLocks noChangeArrowheads="1"/>
            </p:cNvSpPr>
            <p:nvPr/>
          </p:nvSpPr>
          <p:spPr bwMode="auto">
            <a:xfrm>
              <a:off x="3051"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3516608941"/>
      </p:ext>
    </p:extLst>
  </p:cSld>
  <p:clrMap bg1="lt1" tx1="dk1" bg2="lt2" tx2="dk2" accent1="accent1" accent2="accent2" accent3="accent3" accent4="accent4" accent5="accent5" accent6="accent6" hlink="hlink" folHlink="folHlink"/>
  <p:sldLayoutIdLst>
    <p:sldLayoutId id="2147485909" r:id="rId1"/>
    <p:sldLayoutId id="2147485910" r:id="rId2"/>
    <p:sldLayoutId id="2147485911" r:id="rId3"/>
    <p:sldLayoutId id="2147485912" r:id="rId4"/>
    <p:sldLayoutId id="2147485913" r:id="rId5"/>
    <p:sldLayoutId id="2147485914" r:id="rId6"/>
    <p:sldLayoutId id="2147485915" r:id="rId7"/>
    <p:sldLayoutId id="2147485916" r:id="rId8"/>
    <p:sldLayoutId id="2147485917" r:id="rId9"/>
    <p:sldLayoutId id="2147485918" r:id="rId10"/>
    <p:sldLayoutId id="2147485919" r:id="rId11"/>
    <p:sldLayoutId id="2147485920" r:id="rId12"/>
    <p:sldLayoutId id="2147485921" r:id="rId13"/>
    <p:sldLayoutId id="2147485922" r:id="rId14"/>
    <p:sldLayoutId id="2147485923" r:id="rId15"/>
    <p:sldLayoutId id="2147485924" r:id="rId16"/>
    <p:sldLayoutId id="2147485925" r:id="rId17"/>
    <p:sldLayoutId id="2147485926" r:id="rId18"/>
    <p:sldLayoutId id="2147485927" r:id="rId19"/>
    <p:sldLayoutId id="2147485928" r:id="rId20"/>
    <p:sldLayoutId id="2147485929" r:id="rId21"/>
    <p:sldLayoutId id="2147485930" r:id="rId22"/>
    <p:sldLayoutId id="2147485931" r:id="rId23"/>
    <p:sldLayoutId id="2147485932" r:id="rId24"/>
    <p:sldLayoutId id="2147485933" r:id="rId25"/>
    <p:sldLayoutId id="2147485934" r:id="rId26"/>
    <p:sldLayoutId id="2147485935" r:id="rId27"/>
    <p:sldLayoutId id="2147485936" r:id="rId28"/>
    <p:sldLayoutId id="2147485937" r:id="rId29"/>
    <p:sldLayoutId id="2147485938" r:id="rId30"/>
    <p:sldLayoutId id="2147485939" r:id="rId31"/>
    <p:sldLayoutId id="2147485940" r:id="rId32"/>
    <p:sldLayoutId id="2147485941" r:id="rId33"/>
    <p:sldLayoutId id="2147485942" r:id="rId34"/>
    <p:sldLayoutId id="2147485943" r:id="rId35"/>
    <p:sldLayoutId id="2147485944" r:id="rId36"/>
    <p:sldLayoutId id="2147485945" r:id="rId37"/>
    <p:sldLayoutId id="2147485946" r:id="rId38"/>
    <p:sldLayoutId id="2147485947" r:id="rId39"/>
    <p:sldLayoutId id="2147485948" r:id="rId40"/>
    <p:sldLayoutId id="2147485949" r:id="rId41"/>
    <p:sldLayoutId id="2147485950" r:id="rId42"/>
    <p:sldLayoutId id="2147485951" r:id="rId43"/>
    <p:sldLayoutId id="2147485952" r:id="rId44"/>
    <p:sldLayoutId id="2147485953" r:id="rId45"/>
    <p:sldLayoutId id="2147485954" r:id="rId46"/>
    <p:sldLayoutId id="2147485955" r:id="rId47"/>
    <p:sldLayoutId id="2147485956" r:id="rId48"/>
    <p:sldLayoutId id="2147485957" r:id="rId49"/>
    <p:sldLayoutId id="2147485958" r:id="rId50"/>
    <p:sldLayoutId id="2147485959" r:id="rId51"/>
    <p:sldLayoutId id="2147485960" r:id="rId52"/>
    <p:sldLayoutId id="2147485961" r:id="rId53"/>
    <p:sldLayoutId id="2147485962" r:id="rId54"/>
    <p:sldLayoutId id="2147485963" r:id="rId55"/>
    <p:sldLayoutId id="2147485964" r:id="rId56"/>
    <p:sldLayoutId id="2147485965" r:id="rId57"/>
    <p:sldLayoutId id="2147485966" r:id="rId58"/>
    <p:sldLayoutId id="2147485967" r:id="rId59"/>
    <p:sldLayoutId id="2147485968" r:id="rId60"/>
    <p:sldLayoutId id="2147485969" r:id="rId61"/>
    <p:sldLayoutId id="2147485970" r:id="rId62"/>
    <p:sldLayoutId id="2147485971" r:id="rId63"/>
    <p:sldLayoutId id="2147485972" r:id="rId64"/>
    <p:sldLayoutId id="2147485973" r:id="rId65"/>
    <p:sldLayoutId id="2147485974" r:id="rId66"/>
    <p:sldLayoutId id="2147485975" r:id="rId67"/>
    <p:sldLayoutId id="2147485976" r:id="rId68"/>
    <p:sldLayoutId id="2147485977" r:id="rId69"/>
    <p:sldLayoutId id="2147485978" r:id="rId70"/>
    <p:sldLayoutId id="2147485979" r:id="rId71"/>
    <p:sldLayoutId id="2147485980" r:id="rId72"/>
    <p:sldLayoutId id="2147485981" r:id="rId73"/>
    <p:sldLayoutId id="2147485982" r:id="rId74"/>
    <p:sldLayoutId id="2147485983" r:id="rId75"/>
    <p:sldLayoutId id="2147485984" r:id="rId76"/>
    <p:sldLayoutId id="2147485985" r:id="rId77"/>
    <p:sldLayoutId id="2147485986" r:id="rId78"/>
    <p:sldLayoutId id="2147485987" r:id="rId79"/>
    <p:sldLayoutId id="2147485988" r:id="rId80"/>
    <p:sldLayoutId id="2147485989" r:id="rId81"/>
    <p:sldLayoutId id="2147485990" r:id="rId82"/>
    <p:sldLayoutId id="2147485991" r:id="rId83"/>
    <p:sldLayoutId id="2147485992" r:id="rId84"/>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lang="en-US" sz="2800" kern="1200" spc="0" baseline="0" dirty="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20">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88427678"/>
      </p:ext>
    </p:extLst>
  </p:cSld>
  <p:clrMap bg1="lt1" tx1="dk1" bg2="lt2" tx2="dk2" accent1="accent1" accent2="accent2" accent3="accent3" accent4="accent4" accent5="accent5" accent6="accent6" hlink="hlink" folHlink="folHlink"/>
  <p:sldLayoutIdLst>
    <p:sldLayoutId id="2147485994" r:id="rId1"/>
    <p:sldLayoutId id="2147485995" r:id="rId2"/>
    <p:sldLayoutId id="2147485996" r:id="rId3"/>
    <p:sldLayoutId id="2147485997" r:id="rId4"/>
    <p:sldLayoutId id="2147485998" r:id="rId5"/>
    <p:sldLayoutId id="2147485999" r:id="rId6"/>
    <p:sldLayoutId id="2147486000" r:id="rId7"/>
    <p:sldLayoutId id="2147486001" r:id="rId8"/>
    <p:sldLayoutId id="2147486002" r:id="rId9"/>
    <p:sldLayoutId id="2147486003" r:id="rId10"/>
    <p:sldLayoutId id="2147486004" r:id="rId11"/>
    <p:sldLayoutId id="2147486005" r:id="rId12"/>
    <p:sldLayoutId id="2147486006" r:id="rId13"/>
    <p:sldLayoutId id="2147486007" r:id="rId14"/>
    <p:sldLayoutId id="2147486008" r:id="rId15"/>
    <p:sldLayoutId id="2147486009" r:id="rId16"/>
    <p:sldLayoutId id="2147486010" r:id="rId17"/>
    <p:sldLayoutId id="2147486011" r:id="rId18"/>
    <p:sldLayoutId id="2147486012" r:id="rId19"/>
    <p:sldLayoutId id="2147486013" r:id="rId20"/>
    <p:sldLayoutId id="2147486014" r:id="rId21"/>
    <p:sldLayoutId id="2147486015" r:id="rId22"/>
    <p:sldLayoutId id="2147486017" r:id="rId23"/>
    <p:sldLayoutId id="2147486018" r:id="rId24"/>
    <p:sldLayoutId id="2147486019" r:id="rId25"/>
    <p:sldLayoutId id="2147486020" r:id="rId26"/>
    <p:sldLayoutId id="2147486021" r:id="rId27"/>
    <p:sldLayoutId id="2147486022" r:id="rId28"/>
    <p:sldLayoutId id="2147486023" r:id="rId29"/>
    <p:sldLayoutId id="2147486024" r:id="rId30"/>
    <p:sldLayoutId id="2147486025" r:id="rId31"/>
    <p:sldLayoutId id="2147486026" r:id="rId32"/>
    <p:sldLayoutId id="2147486027" r:id="rId33"/>
    <p:sldLayoutId id="2147486028" r:id="rId34"/>
    <p:sldLayoutId id="2147486029" r:id="rId35"/>
    <p:sldLayoutId id="2147486030" r:id="rId36"/>
    <p:sldLayoutId id="2147486031" r:id="rId37"/>
    <p:sldLayoutId id="2147486032" r:id="rId38"/>
    <p:sldLayoutId id="2147486033" r:id="rId39"/>
    <p:sldLayoutId id="2147486034" r:id="rId40"/>
    <p:sldLayoutId id="2147486035" r:id="rId41"/>
    <p:sldLayoutId id="2147486036" r:id="rId42"/>
    <p:sldLayoutId id="2147486037" r:id="rId43"/>
    <p:sldLayoutId id="2147486038" r:id="rId44"/>
    <p:sldLayoutId id="2147486039" r:id="rId45"/>
    <p:sldLayoutId id="2147486040" r:id="rId46"/>
    <p:sldLayoutId id="2147486041" r:id="rId47"/>
    <p:sldLayoutId id="2147486042" r:id="rId48"/>
    <p:sldLayoutId id="2147486043" r:id="rId49"/>
    <p:sldLayoutId id="2147486044" r:id="rId50"/>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userDrawn="1">
          <p15:clr>
            <a:srgbClr val="A5A5A5"/>
          </p15:clr>
        </p15:guide>
        <p15:guide id="2" pos="7680" userDrawn="1">
          <p15:clr>
            <a:srgbClr val="A5A5A5"/>
          </p15:clr>
        </p15:guide>
        <p15:guide id="3" pos="186" userDrawn="1">
          <p15:clr>
            <a:srgbClr val="A5A5A5"/>
          </p15:clr>
        </p15:guide>
        <p15:guide id="26" pos="7496" userDrawn="1">
          <p15:clr>
            <a:srgbClr val="A5A5A5"/>
          </p15:clr>
        </p15:guide>
        <p15:guide id="27" orient="horz" userDrawn="1">
          <p15:clr>
            <a:srgbClr val="A5A5A5"/>
          </p15:clr>
        </p15:guide>
        <p15:guide id="28" orient="horz" pos="4320" userDrawn="1">
          <p15:clr>
            <a:srgbClr val="A5A5A5"/>
          </p15:clr>
        </p15:guide>
        <p15:guide id="29" orient="horz" pos="184" userDrawn="1">
          <p15:clr>
            <a:srgbClr val="A5A5A5"/>
          </p15:clr>
        </p15:guide>
        <p15:guide id="40" orient="horz" pos="4134" userDrawn="1">
          <p15:clr>
            <a:srgbClr val="A5A5A5"/>
          </p15:clr>
        </p15:guide>
        <p15:guide id="42" pos="365" userDrawn="1">
          <p15:clr>
            <a:srgbClr val="C35EA4"/>
          </p15:clr>
        </p15:guide>
        <p15:guide id="43" orient="horz" pos="367" userDrawn="1">
          <p15:clr>
            <a:srgbClr val="C35EA4"/>
          </p15:clr>
        </p15:guide>
        <p15:guide id="44" orient="horz" pos="3953" userDrawn="1">
          <p15:clr>
            <a:srgbClr val="C35EA4"/>
          </p15:clr>
        </p15:guide>
        <p15:guide id="45" pos="7307" userDrawn="1">
          <p15:clr>
            <a:srgbClr val="C35EA4"/>
          </p15:clr>
        </p15:guide>
      </p15:sldGuideLst>
    </p:ext>
  </p:extLst>
</p:sldMaster>
</file>

<file path=ppt/slideMasters/slideMaster2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94196827"/>
      </p:ext>
    </p:extLst>
  </p:cSld>
  <p:clrMap bg1="lt1" tx1="dk1" bg2="lt2" tx2="dk2" accent1="accent1" accent2="accent2" accent3="accent3" accent4="accent4" accent5="accent5" accent6="accent6" hlink="hlink" folHlink="folHlink"/>
  <p:sldLayoutIdLst>
    <p:sldLayoutId id="2147486046" r:id="rId1"/>
    <p:sldLayoutId id="2147486047" r:id="rId2"/>
    <p:sldLayoutId id="2147486048" r:id="rId3"/>
    <p:sldLayoutId id="2147486049" r:id="rId4"/>
    <p:sldLayoutId id="2147486050" r:id="rId5"/>
    <p:sldLayoutId id="2147486051" r:id="rId6"/>
    <p:sldLayoutId id="2147486052" r:id="rId7"/>
    <p:sldLayoutId id="2147486053" r:id="rId8"/>
    <p:sldLayoutId id="2147486054" r:id="rId9"/>
    <p:sldLayoutId id="2147486055" r:id="rId10"/>
    <p:sldLayoutId id="2147486056" r:id="rId11"/>
    <p:sldLayoutId id="2147486057" r:id="rId12"/>
    <p:sldLayoutId id="2147486058" r:id="rId13"/>
    <p:sldLayoutId id="2147486059" r:id="rId14"/>
    <p:sldLayoutId id="2147486060" r:id="rId15"/>
    <p:sldLayoutId id="2147486061" r:id="rId16"/>
    <p:sldLayoutId id="2147486062" r:id="rId17"/>
    <p:sldLayoutId id="2147486063" r:id="rId18"/>
    <p:sldLayoutId id="2147486064" r:id="rId19"/>
    <p:sldLayoutId id="2147486065" r:id="rId20"/>
    <p:sldLayoutId id="2147486066" r:id="rId21"/>
    <p:sldLayoutId id="2147486067" r:id="rId22"/>
    <p:sldLayoutId id="2147486068" r:id="rId23"/>
    <p:sldLayoutId id="2147486069" r:id="rId24"/>
    <p:sldLayoutId id="2147486070" r:id="rId25"/>
    <p:sldLayoutId id="2147486071" r:id="rId26"/>
    <p:sldLayoutId id="2147486072" r:id="rId27"/>
    <p:sldLayoutId id="2147486073" r:id="rId28"/>
    <p:sldLayoutId id="2147486074" r:id="rId29"/>
    <p:sldLayoutId id="2147486075" r:id="rId30"/>
    <p:sldLayoutId id="2147486076" r:id="rId31"/>
    <p:sldLayoutId id="2147486077" r:id="rId32"/>
    <p:sldLayoutId id="2147486078" r:id="rId33"/>
    <p:sldLayoutId id="2147486079" r:id="rId34"/>
    <p:sldLayoutId id="2147486080" r:id="rId35"/>
    <p:sldLayoutId id="2147486081" r:id="rId36"/>
    <p:sldLayoutId id="2147486082" r:id="rId37"/>
    <p:sldLayoutId id="2147486083" r:id="rId38"/>
    <p:sldLayoutId id="2147486084" r:id="rId39"/>
    <p:sldLayoutId id="2147486085" r:id="rId40"/>
    <p:sldLayoutId id="2147486086" r:id="rId41"/>
    <p:sldLayoutId id="2147486087" r:id="rId42"/>
    <p:sldLayoutId id="2147486088" r:id="rId43"/>
    <p:sldLayoutId id="2147486089" r:id="rId44"/>
    <p:sldLayoutId id="2147486090" r:id="rId45"/>
    <p:sldLayoutId id="2147486091" r:id="rId46"/>
    <p:sldLayoutId id="2147486092" r:id="rId47"/>
    <p:sldLayoutId id="2147486093" r:id="rId48"/>
    <p:sldLayoutId id="2147486094" r:id="rId49"/>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A5A5A5"/>
          </p15:clr>
        </p15:guide>
        <p15:guide id="2" pos="7680">
          <p15:clr>
            <a:srgbClr val="A5A5A5"/>
          </p15:clr>
        </p15:guide>
        <p15:guide id="3" pos="186">
          <p15:clr>
            <a:srgbClr val="A5A5A5"/>
          </p15:clr>
        </p15:guide>
        <p15:guide id="26" pos="7496">
          <p15:clr>
            <a:srgbClr val="A5A5A5"/>
          </p15:clr>
        </p15:guide>
        <p15:guide id="27" orient="horz">
          <p15:clr>
            <a:srgbClr val="A5A5A5"/>
          </p15:clr>
        </p15:guide>
        <p15:guide id="28" orient="horz" pos="4320">
          <p15:clr>
            <a:srgbClr val="A5A5A5"/>
          </p15:clr>
        </p15:guide>
        <p15:guide id="29" orient="horz" pos="184">
          <p15:clr>
            <a:srgbClr val="A5A5A5"/>
          </p15:clr>
        </p15:guide>
        <p15:guide id="40" orient="horz" pos="4134">
          <p15:clr>
            <a:srgbClr val="A5A5A5"/>
          </p15:clr>
        </p15:guide>
        <p15:guide id="42" pos="365">
          <p15:clr>
            <a:srgbClr val="C35EA4"/>
          </p15:clr>
        </p15:guide>
        <p15:guide id="43" orient="horz" pos="367">
          <p15:clr>
            <a:srgbClr val="C35EA4"/>
          </p15:clr>
        </p15:guide>
        <p15:guide id="44" orient="horz" pos="3953">
          <p15:clr>
            <a:srgbClr val="C35EA4"/>
          </p15:clr>
        </p15:guide>
        <p15:guide id="45" pos="7307">
          <p15:clr>
            <a:srgbClr val="C35EA4"/>
          </p15:clr>
        </p15:guide>
      </p15:sldGuideLst>
    </p:ext>
  </p:extLst>
</p:sldMaster>
</file>

<file path=ppt/slideMasters/slideMaster21.xml><?xml version="1.0" encoding="utf-8"?>
<p:sldMaster xmlns:a="http://schemas.openxmlformats.org/drawingml/2006/main" xmlns:r="http://schemas.openxmlformats.org/officeDocument/2006/relationships" xmlns:p="http://schemas.openxmlformats.org/presentationml/2006/main" preserve="1">
  <p:cSld>
    <p:bg bwMode="blackWhite">
      <p:bgPr>
        <a:solidFill>
          <a:srgbClr val="F4F3F5"/>
        </a:solidFill>
        <a:effectLst/>
      </p:bgPr>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marL="228600" marR="0" lvl="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Click to edit Master text styles</a:t>
            </a:r>
          </a:p>
          <a:p>
            <a:pPr marL="228600" marR="0" lvl="1"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Second level</a:t>
            </a:r>
          </a:p>
          <a:p>
            <a:pPr marL="228600" marR="0" lvl="2"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Third level</a:t>
            </a:r>
          </a:p>
          <a:p>
            <a:pPr marL="228600" marR="0" lvl="3"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Fourth level</a:t>
            </a:r>
          </a:p>
          <a:p>
            <a:pPr marL="228600" marR="0" lvl="4"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grpSp>
        <p:nvGrpSpPr>
          <p:cNvPr id="258" name="Group 257">
            <a:extLst>
              <a:ext uri="{FF2B5EF4-FFF2-40B4-BE49-F238E27FC236}">
                <a16:creationId xmlns:a16="http://schemas.microsoft.com/office/drawing/2014/main" id="{566C3ED6-7167-1619-C333-B86D0D162316}"/>
              </a:ext>
            </a:extLst>
          </p:cNvPr>
          <p:cNvGrpSpPr>
            <a:grpSpLocks noChangeAspect="1"/>
          </p:cNvGrpSpPr>
          <p:nvPr userDrawn="1"/>
        </p:nvGrpSpPr>
        <p:grpSpPr bwMode="auto">
          <a:xfrm rot="5400000">
            <a:off x="10659863" y="3998558"/>
            <a:ext cx="4597400" cy="1169987"/>
            <a:chOff x="1529" y="1423"/>
            <a:chExt cx="2896" cy="737"/>
          </a:xfrm>
        </p:grpSpPr>
        <p:sp>
          <p:nvSpPr>
            <p:cNvPr id="259" name="AutoShape 3">
              <a:extLst>
                <a:ext uri="{FF2B5EF4-FFF2-40B4-BE49-F238E27FC236}">
                  <a16:creationId xmlns:a16="http://schemas.microsoft.com/office/drawing/2014/main" id="{894C58B4-3C22-9620-7C92-D65ED6617E67}"/>
                </a:ext>
              </a:extLst>
            </p:cNvPr>
            <p:cNvSpPr>
              <a:spLocks noChangeAspect="1" noChangeArrowheads="1" noTextEdit="1"/>
            </p:cNvSpPr>
            <p:nvPr/>
          </p:nvSpPr>
          <p:spPr bwMode="auto">
            <a:xfrm>
              <a:off x="1529" y="1423"/>
              <a:ext cx="2896" cy="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Rectangle 5">
              <a:extLst>
                <a:ext uri="{FF2B5EF4-FFF2-40B4-BE49-F238E27FC236}">
                  <a16:creationId xmlns:a16="http://schemas.microsoft.com/office/drawing/2014/main" id="{B4F93CCF-3F88-5DCB-F12D-4DEBF36B9444}"/>
                </a:ext>
              </a:extLst>
            </p:cNvPr>
            <p:cNvSpPr>
              <a:spLocks noChangeArrowheads="1"/>
            </p:cNvSpPr>
            <p:nvPr/>
          </p:nvSpPr>
          <p:spPr bwMode="auto">
            <a:xfrm>
              <a:off x="2254" y="1727"/>
              <a:ext cx="707" cy="135"/>
            </a:xfrm>
            <a:prstGeom prst="rect">
              <a:avLst/>
            </a:prstGeom>
            <a:solidFill>
              <a:srgbClr val="F4364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Rectangle 6">
              <a:extLst>
                <a:ext uri="{FF2B5EF4-FFF2-40B4-BE49-F238E27FC236}">
                  <a16:creationId xmlns:a16="http://schemas.microsoft.com/office/drawing/2014/main" id="{7AC4893A-D0A3-D947-BE61-70B6DC4B9314}"/>
                </a:ext>
              </a:extLst>
            </p:cNvPr>
            <p:cNvSpPr>
              <a:spLocks noChangeArrowheads="1"/>
            </p:cNvSpPr>
            <p:nvPr/>
          </p:nvSpPr>
          <p:spPr bwMode="auto">
            <a:xfrm>
              <a:off x="2264"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62" name="Rectangle 7">
              <a:extLst>
                <a:ext uri="{FF2B5EF4-FFF2-40B4-BE49-F238E27FC236}">
                  <a16:creationId xmlns:a16="http://schemas.microsoft.com/office/drawing/2014/main" id="{DE65DAC6-345A-2542-166A-D2D08E76F806}"/>
                </a:ext>
              </a:extLst>
            </p:cNvPr>
            <p:cNvSpPr>
              <a:spLocks noChangeArrowheads="1"/>
            </p:cNvSpPr>
            <p:nvPr/>
          </p:nvSpPr>
          <p:spPr bwMode="auto">
            <a:xfrm>
              <a:off x="2264" y="1800"/>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F4364C</a:t>
              </a:r>
              <a:endParaRPr kumimoji="0" lang="en-US" altLang="en-US" sz="1800" b="0" i="0" u="none" strike="noStrike" cap="none" normalizeH="0" baseline="0">
                <a:ln>
                  <a:noFill/>
                </a:ln>
                <a:effectLst/>
                <a:latin typeface="Arial" panose="020B0604020202020204" pitchFamily="34" charset="0"/>
              </a:endParaRPr>
            </a:p>
          </p:txBody>
        </p:sp>
        <p:sp>
          <p:nvSpPr>
            <p:cNvPr id="263" name="Rectangle 8">
              <a:extLst>
                <a:ext uri="{FF2B5EF4-FFF2-40B4-BE49-F238E27FC236}">
                  <a16:creationId xmlns:a16="http://schemas.microsoft.com/office/drawing/2014/main" id="{1EADC519-4AB4-60A0-260A-EF7DC8229A97}"/>
                </a:ext>
              </a:extLst>
            </p:cNvPr>
            <p:cNvSpPr>
              <a:spLocks noChangeArrowheads="1"/>
            </p:cNvSpPr>
            <p:nvPr/>
          </p:nvSpPr>
          <p:spPr bwMode="auto">
            <a:xfrm>
              <a:off x="2254" y="1871"/>
              <a:ext cx="707" cy="137"/>
            </a:xfrm>
            <a:prstGeom prst="rect">
              <a:avLst/>
            </a:prstGeom>
            <a:solidFill>
              <a:srgbClr val="7326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Rectangle 9">
              <a:extLst>
                <a:ext uri="{FF2B5EF4-FFF2-40B4-BE49-F238E27FC236}">
                  <a16:creationId xmlns:a16="http://schemas.microsoft.com/office/drawing/2014/main" id="{B2CFF324-4BA8-188D-7395-AC042B4D6560}"/>
                </a:ext>
              </a:extLst>
            </p:cNvPr>
            <p:cNvSpPr>
              <a:spLocks noChangeArrowheads="1"/>
            </p:cNvSpPr>
            <p:nvPr/>
          </p:nvSpPr>
          <p:spPr bwMode="auto">
            <a:xfrm>
              <a:off x="2264"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B3BB"/>
                  </a:solidFill>
                  <a:effectLst/>
                  <a:latin typeface="Segoe UI Black" panose="020B0A02040204020203" pitchFamily="34" charset="0"/>
                </a:rPr>
                <a:t>A</a:t>
              </a:r>
              <a:endParaRPr kumimoji="0" lang="en-US" altLang="en-US" sz="1800" b="0" i="0" u="none" strike="noStrike" cap="none" normalizeH="0" baseline="0">
                <a:ln>
                  <a:noFill/>
                </a:ln>
                <a:solidFill>
                  <a:srgbClr val="FFB3BB"/>
                </a:solidFill>
                <a:effectLst/>
                <a:latin typeface="Arial" panose="020B0604020202020204" pitchFamily="34" charset="0"/>
              </a:endParaRPr>
            </a:p>
          </p:txBody>
        </p:sp>
        <p:sp>
          <p:nvSpPr>
            <p:cNvPr id="265" name="Rectangle 10">
              <a:extLst>
                <a:ext uri="{FF2B5EF4-FFF2-40B4-BE49-F238E27FC236}">
                  <a16:creationId xmlns:a16="http://schemas.microsoft.com/office/drawing/2014/main" id="{03BDB961-C287-23C5-66DF-74F0AFDFB76B}"/>
                </a:ext>
              </a:extLst>
            </p:cNvPr>
            <p:cNvSpPr>
              <a:spLocks noChangeArrowheads="1"/>
            </p:cNvSpPr>
            <p:nvPr/>
          </p:nvSpPr>
          <p:spPr bwMode="auto">
            <a:xfrm>
              <a:off x="2329"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 name="Rectangle 11">
              <a:extLst>
                <a:ext uri="{FF2B5EF4-FFF2-40B4-BE49-F238E27FC236}">
                  <a16:creationId xmlns:a16="http://schemas.microsoft.com/office/drawing/2014/main" id="{35ADEDE9-FB7B-876E-7225-4D3AB73422EF}"/>
                </a:ext>
              </a:extLst>
            </p:cNvPr>
            <p:cNvSpPr>
              <a:spLocks noChangeArrowheads="1"/>
            </p:cNvSpPr>
            <p:nvPr/>
          </p:nvSpPr>
          <p:spPr bwMode="auto">
            <a:xfrm>
              <a:off x="2264" y="1943"/>
              <a:ext cx="13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73262F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7" name="Rectangle 12">
              <a:extLst>
                <a:ext uri="{FF2B5EF4-FFF2-40B4-BE49-F238E27FC236}">
                  <a16:creationId xmlns:a16="http://schemas.microsoft.com/office/drawing/2014/main" id="{03DA7BF6-FE99-195F-2925-BD0968D0CE23}"/>
                </a:ext>
              </a:extLst>
            </p:cNvPr>
            <p:cNvSpPr>
              <a:spLocks noChangeArrowheads="1"/>
            </p:cNvSpPr>
            <p:nvPr/>
          </p:nvSpPr>
          <p:spPr bwMode="auto">
            <a:xfrm>
              <a:off x="2254" y="1582"/>
              <a:ext cx="707" cy="136"/>
            </a:xfrm>
            <a:prstGeom prst="rect">
              <a:avLst/>
            </a:prstGeom>
            <a:solidFill>
              <a:srgbClr val="FFB3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Rectangle 13">
              <a:extLst>
                <a:ext uri="{FF2B5EF4-FFF2-40B4-BE49-F238E27FC236}">
                  <a16:creationId xmlns:a16="http://schemas.microsoft.com/office/drawing/2014/main" id="{AE1CAD70-4A31-E224-8481-B797DB87F72F}"/>
                </a:ext>
              </a:extLst>
            </p:cNvPr>
            <p:cNvSpPr>
              <a:spLocks noChangeArrowheads="1"/>
            </p:cNvSpPr>
            <p:nvPr/>
          </p:nvSpPr>
          <p:spPr bwMode="auto">
            <a:xfrm>
              <a:off x="2264"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262F"/>
                  </a:solidFill>
                  <a:effectLst/>
                  <a:latin typeface="Segoe UI Black" panose="020B0A02040204020203" pitchFamily="34" charset="0"/>
                </a:rPr>
                <a:t>A</a:t>
              </a:r>
              <a:endParaRPr kumimoji="0" lang="en-US" altLang="en-US" sz="1800" b="0" i="0" u="none" strike="noStrike" cap="none" normalizeH="0" baseline="0">
                <a:ln>
                  <a:noFill/>
                </a:ln>
                <a:solidFill>
                  <a:srgbClr val="73262F"/>
                </a:solidFill>
                <a:effectLst/>
                <a:latin typeface="Arial" panose="020B0604020202020204" pitchFamily="34" charset="0"/>
              </a:endParaRPr>
            </a:p>
          </p:txBody>
        </p:sp>
        <p:sp>
          <p:nvSpPr>
            <p:cNvPr id="269" name="Rectangle 14">
              <a:extLst>
                <a:ext uri="{FF2B5EF4-FFF2-40B4-BE49-F238E27FC236}">
                  <a16:creationId xmlns:a16="http://schemas.microsoft.com/office/drawing/2014/main" id="{50413BA8-271F-17E9-274D-A6681E4E35BE}"/>
                </a:ext>
              </a:extLst>
            </p:cNvPr>
            <p:cNvSpPr>
              <a:spLocks noChangeArrowheads="1"/>
            </p:cNvSpPr>
            <p:nvPr/>
          </p:nvSpPr>
          <p:spPr bwMode="auto">
            <a:xfrm>
              <a:off x="2329"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0" name="Rectangle 15">
              <a:extLst>
                <a:ext uri="{FF2B5EF4-FFF2-40B4-BE49-F238E27FC236}">
                  <a16:creationId xmlns:a16="http://schemas.microsoft.com/office/drawing/2014/main" id="{5E8A55D7-5C9F-19E4-44F8-0D5ED73A059E}"/>
                </a:ext>
              </a:extLst>
            </p:cNvPr>
            <p:cNvSpPr>
              <a:spLocks noChangeArrowheads="1"/>
            </p:cNvSpPr>
            <p:nvPr/>
          </p:nvSpPr>
          <p:spPr bwMode="auto">
            <a:xfrm>
              <a:off x="2264" y="1654"/>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FFB3BB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1" name="Rectangle 16">
              <a:extLst>
                <a:ext uri="{FF2B5EF4-FFF2-40B4-BE49-F238E27FC236}">
                  <a16:creationId xmlns:a16="http://schemas.microsoft.com/office/drawing/2014/main" id="{AB98BB47-C797-09CC-A9F3-51FE51653B12}"/>
                </a:ext>
              </a:extLst>
            </p:cNvPr>
            <p:cNvSpPr>
              <a:spLocks noChangeArrowheads="1"/>
            </p:cNvSpPr>
            <p:nvPr/>
          </p:nvSpPr>
          <p:spPr bwMode="auto">
            <a:xfrm>
              <a:off x="2255" y="2022"/>
              <a:ext cx="706" cy="13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Rectangle 17">
              <a:extLst>
                <a:ext uri="{FF2B5EF4-FFF2-40B4-BE49-F238E27FC236}">
                  <a16:creationId xmlns:a16="http://schemas.microsoft.com/office/drawing/2014/main" id="{C52F19C0-13E8-0692-788F-02A274A980BA}"/>
                </a:ext>
              </a:extLst>
            </p:cNvPr>
            <p:cNvSpPr>
              <a:spLocks noChangeArrowheads="1"/>
            </p:cNvSpPr>
            <p:nvPr/>
          </p:nvSpPr>
          <p:spPr bwMode="auto">
            <a:xfrm>
              <a:off x="2255" y="2022"/>
              <a:ext cx="706"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3" name="Rectangle 18">
              <a:extLst>
                <a:ext uri="{FF2B5EF4-FFF2-40B4-BE49-F238E27FC236}">
                  <a16:creationId xmlns:a16="http://schemas.microsoft.com/office/drawing/2014/main" id="{0EF8B30C-1FB6-7C73-44FC-2C39DF7549A8}"/>
                </a:ext>
              </a:extLst>
            </p:cNvPr>
            <p:cNvSpPr>
              <a:spLocks noChangeArrowheads="1"/>
            </p:cNvSpPr>
            <p:nvPr/>
          </p:nvSpPr>
          <p:spPr bwMode="auto">
            <a:xfrm>
              <a:off x="2264" y="2024"/>
              <a:ext cx="12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FFFFFF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4" name="Rectangle 50">
              <a:extLst>
                <a:ext uri="{FF2B5EF4-FFF2-40B4-BE49-F238E27FC236}">
                  <a16:creationId xmlns:a16="http://schemas.microsoft.com/office/drawing/2014/main" id="{D25297AC-6025-DA45-015A-AD5967168C02}"/>
                </a:ext>
              </a:extLst>
            </p:cNvPr>
            <p:cNvSpPr>
              <a:spLocks noChangeArrowheads="1"/>
            </p:cNvSpPr>
            <p:nvPr/>
          </p:nvSpPr>
          <p:spPr bwMode="auto">
            <a:xfrm>
              <a:off x="1533" y="1727"/>
              <a:ext cx="706" cy="135"/>
            </a:xfrm>
            <a:prstGeom prst="rect">
              <a:avLst/>
            </a:prstGeom>
            <a:solidFill>
              <a:srgbClr val="FF5C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Rectangle 51">
              <a:extLst>
                <a:ext uri="{FF2B5EF4-FFF2-40B4-BE49-F238E27FC236}">
                  <a16:creationId xmlns:a16="http://schemas.microsoft.com/office/drawing/2014/main" id="{D895CA29-DE29-0BF3-3158-751FF8EC37F0}"/>
                </a:ext>
              </a:extLst>
            </p:cNvPr>
            <p:cNvSpPr>
              <a:spLocks noChangeArrowheads="1"/>
            </p:cNvSpPr>
            <p:nvPr/>
          </p:nvSpPr>
          <p:spPr bwMode="auto">
            <a:xfrm>
              <a:off x="1542"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76" name="Rectangle 52">
              <a:extLst>
                <a:ext uri="{FF2B5EF4-FFF2-40B4-BE49-F238E27FC236}">
                  <a16:creationId xmlns:a16="http://schemas.microsoft.com/office/drawing/2014/main" id="{7EFCFC16-4A98-86AC-7619-A114CF099F7D}"/>
                </a:ext>
              </a:extLst>
            </p:cNvPr>
            <p:cNvSpPr>
              <a:spLocks noChangeArrowheads="1"/>
            </p:cNvSpPr>
            <p:nvPr/>
          </p:nvSpPr>
          <p:spPr bwMode="auto">
            <a:xfrm>
              <a:off x="1608" y="1722"/>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7" name="Rectangle 53">
              <a:extLst>
                <a:ext uri="{FF2B5EF4-FFF2-40B4-BE49-F238E27FC236}">
                  <a16:creationId xmlns:a16="http://schemas.microsoft.com/office/drawing/2014/main" id="{B9712463-FD5D-ABC4-36B0-C830E76330F6}"/>
                </a:ext>
              </a:extLst>
            </p:cNvPr>
            <p:cNvSpPr>
              <a:spLocks noChangeArrowheads="1"/>
            </p:cNvSpPr>
            <p:nvPr/>
          </p:nvSpPr>
          <p:spPr bwMode="auto">
            <a:xfrm>
              <a:off x="1542" y="1800"/>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FF5C39</a:t>
              </a:r>
              <a:endParaRPr kumimoji="0" lang="en-US" altLang="en-US" sz="1800" b="0" i="0" u="none" strike="noStrike" cap="none" normalizeH="0" baseline="0">
                <a:ln>
                  <a:noFill/>
                </a:ln>
                <a:effectLst/>
                <a:latin typeface="Arial" panose="020B0604020202020204" pitchFamily="34" charset="0"/>
              </a:endParaRPr>
            </a:p>
          </p:txBody>
        </p:sp>
        <p:sp>
          <p:nvSpPr>
            <p:cNvPr id="278" name="Rectangle 54">
              <a:extLst>
                <a:ext uri="{FF2B5EF4-FFF2-40B4-BE49-F238E27FC236}">
                  <a16:creationId xmlns:a16="http://schemas.microsoft.com/office/drawing/2014/main" id="{8ACAB4E1-6417-0C0C-9E12-B1E8EEA4613E}"/>
                </a:ext>
              </a:extLst>
            </p:cNvPr>
            <p:cNvSpPr>
              <a:spLocks noChangeArrowheads="1"/>
            </p:cNvSpPr>
            <p:nvPr/>
          </p:nvSpPr>
          <p:spPr bwMode="auto">
            <a:xfrm>
              <a:off x="1533" y="1871"/>
              <a:ext cx="706" cy="137"/>
            </a:xfrm>
            <a:prstGeom prst="rect">
              <a:avLst/>
            </a:prstGeom>
            <a:solidFill>
              <a:srgbClr val="73391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Rectangle 55">
              <a:extLst>
                <a:ext uri="{FF2B5EF4-FFF2-40B4-BE49-F238E27FC236}">
                  <a16:creationId xmlns:a16="http://schemas.microsoft.com/office/drawing/2014/main" id="{7E6BE592-BF8C-8CF1-0798-04DA17C036E6}"/>
                </a:ext>
              </a:extLst>
            </p:cNvPr>
            <p:cNvSpPr>
              <a:spLocks noChangeArrowheads="1"/>
            </p:cNvSpPr>
            <p:nvPr/>
          </p:nvSpPr>
          <p:spPr bwMode="auto">
            <a:xfrm>
              <a:off x="1542"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A38B"/>
                  </a:solidFill>
                  <a:effectLst/>
                  <a:latin typeface="Segoe UI Black" panose="020B0A02040204020203" pitchFamily="34" charset="0"/>
                </a:rPr>
                <a:t>A</a:t>
              </a:r>
              <a:endParaRPr kumimoji="0" lang="en-US" altLang="en-US" sz="1800" b="0" i="0" u="none" strike="noStrike" cap="none" normalizeH="0" baseline="0">
                <a:ln>
                  <a:noFill/>
                </a:ln>
                <a:solidFill>
                  <a:srgbClr val="FFA38B"/>
                </a:solidFill>
                <a:effectLst/>
                <a:latin typeface="Arial" panose="020B0604020202020204" pitchFamily="34" charset="0"/>
              </a:endParaRPr>
            </a:p>
          </p:txBody>
        </p:sp>
        <p:sp>
          <p:nvSpPr>
            <p:cNvPr id="280" name="Rectangle 56">
              <a:extLst>
                <a:ext uri="{FF2B5EF4-FFF2-40B4-BE49-F238E27FC236}">
                  <a16:creationId xmlns:a16="http://schemas.microsoft.com/office/drawing/2014/main" id="{F02A06DF-8715-F16B-5F10-11C5F2584525}"/>
                </a:ext>
              </a:extLst>
            </p:cNvPr>
            <p:cNvSpPr>
              <a:spLocks noChangeArrowheads="1"/>
            </p:cNvSpPr>
            <p:nvPr/>
          </p:nvSpPr>
          <p:spPr bwMode="auto">
            <a:xfrm>
              <a:off x="1608"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1" name="Rectangle 57">
              <a:extLst>
                <a:ext uri="{FF2B5EF4-FFF2-40B4-BE49-F238E27FC236}">
                  <a16:creationId xmlns:a16="http://schemas.microsoft.com/office/drawing/2014/main" id="{45F29D9D-6572-80B7-280A-53297335FBF7}"/>
                </a:ext>
              </a:extLst>
            </p:cNvPr>
            <p:cNvSpPr>
              <a:spLocks noChangeArrowheads="1"/>
            </p:cNvSpPr>
            <p:nvPr/>
          </p:nvSpPr>
          <p:spPr bwMode="auto">
            <a:xfrm>
              <a:off x="1542" y="1943"/>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73391D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2" name="Rectangle 58">
              <a:extLst>
                <a:ext uri="{FF2B5EF4-FFF2-40B4-BE49-F238E27FC236}">
                  <a16:creationId xmlns:a16="http://schemas.microsoft.com/office/drawing/2014/main" id="{013A62C5-A54C-C8BE-D34C-557861D50FBB}"/>
                </a:ext>
              </a:extLst>
            </p:cNvPr>
            <p:cNvSpPr>
              <a:spLocks noChangeArrowheads="1"/>
            </p:cNvSpPr>
            <p:nvPr/>
          </p:nvSpPr>
          <p:spPr bwMode="auto">
            <a:xfrm>
              <a:off x="1533" y="1582"/>
              <a:ext cx="706" cy="136"/>
            </a:xfrm>
            <a:prstGeom prst="rect">
              <a:avLst/>
            </a:prstGeom>
            <a:solidFill>
              <a:srgbClr val="FFA3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Rectangle 59">
              <a:extLst>
                <a:ext uri="{FF2B5EF4-FFF2-40B4-BE49-F238E27FC236}">
                  <a16:creationId xmlns:a16="http://schemas.microsoft.com/office/drawing/2014/main" id="{A3D38249-2B2F-44FE-8004-78F738A54143}"/>
                </a:ext>
              </a:extLst>
            </p:cNvPr>
            <p:cNvSpPr>
              <a:spLocks noChangeArrowheads="1"/>
            </p:cNvSpPr>
            <p:nvPr/>
          </p:nvSpPr>
          <p:spPr bwMode="auto">
            <a:xfrm>
              <a:off x="1542"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391D"/>
                  </a:solidFill>
                  <a:effectLst/>
                  <a:latin typeface="Segoe UI Black" panose="020B0A02040204020203" pitchFamily="34" charset="0"/>
                </a:rPr>
                <a:t>A</a:t>
              </a:r>
              <a:endParaRPr kumimoji="0" lang="en-US" altLang="en-US" sz="1800" b="0" i="0" u="none" strike="noStrike" cap="none" normalizeH="0" baseline="0">
                <a:ln>
                  <a:noFill/>
                </a:ln>
                <a:solidFill>
                  <a:srgbClr val="73391D"/>
                </a:solidFill>
                <a:effectLst/>
                <a:latin typeface="Arial" panose="020B0604020202020204" pitchFamily="34" charset="0"/>
              </a:endParaRPr>
            </a:p>
          </p:txBody>
        </p:sp>
        <p:sp>
          <p:nvSpPr>
            <p:cNvPr id="284" name="Rectangle 60">
              <a:extLst>
                <a:ext uri="{FF2B5EF4-FFF2-40B4-BE49-F238E27FC236}">
                  <a16:creationId xmlns:a16="http://schemas.microsoft.com/office/drawing/2014/main" id="{6356C9D6-F46C-5F18-CC06-57CEDB989050}"/>
                </a:ext>
              </a:extLst>
            </p:cNvPr>
            <p:cNvSpPr>
              <a:spLocks noChangeArrowheads="1"/>
            </p:cNvSpPr>
            <p:nvPr/>
          </p:nvSpPr>
          <p:spPr bwMode="auto">
            <a:xfrm>
              <a:off x="1608"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5" name="Rectangle 61">
              <a:extLst>
                <a:ext uri="{FF2B5EF4-FFF2-40B4-BE49-F238E27FC236}">
                  <a16:creationId xmlns:a16="http://schemas.microsoft.com/office/drawing/2014/main" id="{809C64CC-0B9B-063B-F7A5-63EE36FBDCCD}"/>
                </a:ext>
              </a:extLst>
            </p:cNvPr>
            <p:cNvSpPr>
              <a:spLocks noChangeArrowheads="1"/>
            </p:cNvSpPr>
            <p:nvPr/>
          </p:nvSpPr>
          <p:spPr bwMode="auto">
            <a:xfrm>
              <a:off x="1542" y="1654"/>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FFA38B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6" name="Rectangle 62">
              <a:extLst>
                <a:ext uri="{FF2B5EF4-FFF2-40B4-BE49-F238E27FC236}">
                  <a16:creationId xmlns:a16="http://schemas.microsoft.com/office/drawing/2014/main" id="{94AB9329-702D-4A1F-E5A5-C3B78F016261}"/>
                </a:ext>
              </a:extLst>
            </p:cNvPr>
            <p:cNvSpPr>
              <a:spLocks noChangeArrowheads="1"/>
            </p:cNvSpPr>
            <p:nvPr/>
          </p:nvSpPr>
          <p:spPr bwMode="auto">
            <a:xfrm>
              <a:off x="1533" y="2022"/>
              <a:ext cx="707" cy="136"/>
            </a:xfrm>
            <a:prstGeom prst="rect">
              <a:avLst/>
            </a:prstGeom>
            <a:solidFill>
              <a:srgbClr val="F4F3F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Rectangle 63">
              <a:extLst>
                <a:ext uri="{FF2B5EF4-FFF2-40B4-BE49-F238E27FC236}">
                  <a16:creationId xmlns:a16="http://schemas.microsoft.com/office/drawing/2014/main" id="{24EB0818-3B44-BF17-FF2B-E025C738466C}"/>
                </a:ext>
              </a:extLst>
            </p:cNvPr>
            <p:cNvSpPr>
              <a:spLocks noChangeArrowheads="1"/>
            </p:cNvSpPr>
            <p:nvPr/>
          </p:nvSpPr>
          <p:spPr bwMode="auto">
            <a:xfrm>
              <a:off x="1533" y="2022"/>
              <a:ext cx="70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8" name="Rectangle 64">
              <a:extLst>
                <a:ext uri="{FF2B5EF4-FFF2-40B4-BE49-F238E27FC236}">
                  <a16:creationId xmlns:a16="http://schemas.microsoft.com/office/drawing/2014/main" id="{8D3440B3-96D8-0B26-9877-7E62CD77370D}"/>
                </a:ext>
              </a:extLst>
            </p:cNvPr>
            <p:cNvSpPr>
              <a:spLocks noChangeArrowheads="1"/>
            </p:cNvSpPr>
            <p:nvPr/>
          </p:nvSpPr>
          <p:spPr bwMode="auto">
            <a:xfrm>
              <a:off x="1542" y="2024"/>
              <a:ext cx="127"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F4F3F5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9" name="Rectangle 65">
              <a:extLst>
                <a:ext uri="{FF2B5EF4-FFF2-40B4-BE49-F238E27FC236}">
                  <a16:creationId xmlns:a16="http://schemas.microsoft.com/office/drawing/2014/main" id="{64795BFF-26DD-4F9D-7E57-E8A3C163A079}"/>
                </a:ext>
              </a:extLst>
            </p:cNvPr>
            <p:cNvSpPr>
              <a:spLocks noChangeArrowheads="1"/>
            </p:cNvSpPr>
            <p:nvPr/>
          </p:nvSpPr>
          <p:spPr bwMode="auto">
            <a:xfrm>
              <a:off x="3698" y="1729"/>
              <a:ext cx="707" cy="135"/>
            </a:xfrm>
            <a:prstGeom prst="rect">
              <a:avLst/>
            </a:prstGeom>
            <a:solidFill>
              <a:srgbClr val="0078D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Rectangle 66">
              <a:extLst>
                <a:ext uri="{FF2B5EF4-FFF2-40B4-BE49-F238E27FC236}">
                  <a16:creationId xmlns:a16="http://schemas.microsoft.com/office/drawing/2014/main" id="{973E90C8-2FFF-2256-D29B-6A3ABBA35099}"/>
                </a:ext>
              </a:extLst>
            </p:cNvPr>
            <p:cNvSpPr>
              <a:spLocks noChangeArrowheads="1"/>
            </p:cNvSpPr>
            <p:nvPr/>
          </p:nvSpPr>
          <p:spPr bwMode="auto">
            <a:xfrm>
              <a:off x="3707"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1" name="Rectangle 67">
              <a:extLst>
                <a:ext uri="{FF2B5EF4-FFF2-40B4-BE49-F238E27FC236}">
                  <a16:creationId xmlns:a16="http://schemas.microsoft.com/office/drawing/2014/main" id="{F146B7CE-CBC5-956E-DA0D-244A26F54704}"/>
                </a:ext>
              </a:extLst>
            </p:cNvPr>
            <p:cNvSpPr>
              <a:spLocks noChangeArrowheads="1"/>
            </p:cNvSpPr>
            <p:nvPr/>
          </p:nvSpPr>
          <p:spPr bwMode="auto">
            <a:xfrm>
              <a:off x="3773"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2" name="Rectangle 68">
              <a:extLst>
                <a:ext uri="{FF2B5EF4-FFF2-40B4-BE49-F238E27FC236}">
                  <a16:creationId xmlns:a16="http://schemas.microsoft.com/office/drawing/2014/main" id="{841A3A9C-7ABE-216A-7AAA-FC8E018652B9}"/>
                </a:ext>
              </a:extLst>
            </p:cNvPr>
            <p:cNvSpPr>
              <a:spLocks noChangeArrowheads="1"/>
            </p:cNvSpPr>
            <p:nvPr/>
          </p:nvSpPr>
          <p:spPr bwMode="auto">
            <a:xfrm>
              <a:off x="3707" y="1801"/>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0078D4</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93" name="Rectangle 69">
              <a:extLst>
                <a:ext uri="{FF2B5EF4-FFF2-40B4-BE49-F238E27FC236}">
                  <a16:creationId xmlns:a16="http://schemas.microsoft.com/office/drawing/2014/main" id="{B67B7695-C3C0-34B4-72B1-C7E58FF3275A}"/>
                </a:ext>
              </a:extLst>
            </p:cNvPr>
            <p:cNvSpPr>
              <a:spLocks noChangeArrowheads="1"/>
            </p:cNvSpPr>
            <p:nvPr/>
          </p:nvSpPr>
          <p:spPr bwMode="auto">
            <a:xfrm>
              <a:off x="3698" y="1873"/>
              <a:ext cx="707" cy="136"/>
            </a:xfrm>
            <a:prstGeom prst="rect">
              <a:avLst/>
            </a:prstGeom>
            <a:solidFill>
              <a:srgbClr val="2A446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Rectangle 70">
              <a:extLst>
                <a:ext uri="{FF2B5EF4-FFF2-40B4-BE49-F238E27FC236}">
                  <a16:creationId xmlns:a16="http://schemas.microsoft.com/office/drawing/2014/main" id="{F3BB6A3B-AD16-5C6E-2848-CC82A261CE5A}"/>
                </a:ext>
              </a:extLst>
            </p:cNvPr>
            <p:cNvSpPr>
              <a:spLocks noChangeArrowheads="1"/>
            </p:cNvSpPr>
            <p:nvPr/>
          </p:nvSpPr>
          <p:spPr bwMode="auto">
            <a:xfrm>
              <a:off x="3707" y="1866"/>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8DC8E8"/>
                  </a:solidFill>
                  <a:effectLst/>
                  <a:latin typeface="Segoe UI Black" panose="020B0A02040204020203" pitchFamily="34" charset="0"/>
                </a:rPr>
                <a:t>A</a:t>
              </a:r>
              <a:endParaRPr kumimoji="0" lang="en-US" altLang="en-US" sz="1800" b="0" i="0" u="none" strike="noStrike" cap="none" normalizeH="0" baseline="0">
                <a:ln>
                  <a:noFill/>
                </a:ln>
                <a:solidFill>
                  <a:srgbClr val="8DC8E8"/>
                </a:solidFill>
                <a:effectLst/>
                <a:latin typeface="Arial" panose="020B0604020202020204" pitchFamily="34" charset="0"/>
              </a:endParaRPr>
            </a:p>
          </p:txBody>
        </p:sp>
        <p:sp>
          <p:nvSpPr>
            <p:cNvPr id="295" name="Rectangle 71">
              <a:extLst>
                <a:ext uri="{FF2B5EF4-FFF2-40B4-BE49-F238E27FC236}">
                  <a16:creationId xmlns:a16="http://schemas.microsoft.com/office/drawing/2014/main" id="{AF58A79C-F974-45C7-A85C-F40D9A65E853}"/>
                </a:ext>
              </a:extLst>
            </p:cNvPr>
            <p:cNvSpPr>
              <a:spLocks noChangeArrowheads="1"/>
            </p:cNvSpPr>
            <p:nvPr/>
          </p:nvSpPr>
          <p:spPr bwMode="auto">
            <a:xfrm>
              <a:off x="3773" y="1866"/>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6" name="Rectangle 72">
              <a:extLst>
                <a:ext uri="{FF2B5EF4-FFF2-40B4-BE49-F238E27FC236}">
                  <a16:creationId xmlns:a16="http://schemas.microsoft.com/office/drawing/2014/main" id="{9CAD9107-51BE-8F4A-FEBB-F3BD3DC96520}"/>
                </a:ext>
              </a:extLst>
            </p:cNvPr>
            <p:cNvSpPr>
              <a:spLocks noChangeArrowheads="1"/>
            </p:cNvSpPr>
            <p:nvPr/>
          </p:nvSpPr>
          <p:spPr bwMode="auto">
            <a:xfrm>
              <a:off x="3707" y="1944"/>
              <a:ext cx="135"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2A446F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7" name="Rectangle 73">
              <a:extLst>
                <a:ext uri="{FF2B5EF4-FFF2-40B4-BE49-F238E27FC236}">
                  <a16:creationId xmlns:a16="http://schemas.microsoft.com/office/drawing/2014/main" id="{F0CA8CB9-EFF0-9A10-BBC0-A9A36D6E6ADF}"/>
                </a:ext>
              </a:extLst>
            </p:cNvPr>
            <p:cNvSpPr>
              <a:spLocks noChangeArrowheads="1"/>
            </p:cNvSpPr>
            <p:nvPr/>
          </p:nvSpPr>
          <p:spPr bwMode="auto">
            <a:xfrm>
              <a:off x="3698" y="1583"/>
              <a:ext cx="707" cy="137"/>
            </a:xfrm>
            <a:prstGeom prst="rect">
              <a:avLst/>
            </a:prstGeom>
            <a:solidFill>
              <a:srgbClr val="8DC8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Rectangle 74">
              <a:extLst>
                <a:ext uri="{FF2B5EF4-FFF2-40B4-BE49-F238E27FC236}">
                  <a16:creationId xmlns:a16="http://schemas.microsoft.com/office/drawing/2014/main" id="{CF1A989F-9EAE-5BC1-AD31-5728CD61EE81}"/>
                </a:ext>
              </a:extLst>
            </p:cNvPr>
            <p:cNvSpPr>
              <a:spLocks noChangeArrowheads="1"/>
            </p:cNvSpPr>
            <p:nvPr/>
          </p:nvSpPr>
          <p:spPr bwMode="auto">
            <a:xfrm>
              <a:off x="3707" y="1578"/>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2A446F"/>
                  </a:solidFill>
                  <a:effectLst/>
                  <a:latin typeface="Segoe UI Black" panose="020B0A02040204020203" pitchFamily="34" charset="0"/>
                </a:rPr>
                <a:t>A</a:t>
              </a:r>
              <a:endParaRPr kumimoji="0" lang="en-US" altLang="en-US" sz="1800" b="0" i="0" u="none" strike="noStrike" cap="none" normalizeH="0" baseline="0">
                <a:ln>
                  <a:noFill/>
                </a:ln>
                <a:solidFill>
                  <a:srgbClr val="2A446F"/>
                </a:solidFill>
                <a:effectLst/>
                <a:latin typeface="Arial" panose="020B0604020202020204" pitchFamily="34" charset="0"/>
              </a:endParaRPr>
            </a:p>
          </p:txBody>
        </p:sp>
        <p:sp>
          <p:nvSpPr>
            <p:cNvPr id="299" name="Rectangle 75">
              <a:extLst>
                <a:ext uri="{FF2B5EF4-FFF2-40B4-BE49-F238E27FC236}">
                  <a16:creationId xmlns:a16="http://schemas.microsoft.com/office/drawing/2014/main" id="{957953AB-E9C6-D080-ADB2-1F206404C0B7}"/>
                </a:ext>
              </a:extLst>
            </p:cNvPr>
            <p:cNvSpPr>
              <a:spLocks noChangeArrowheads="1"/>
            </p:cNvSpPr>
            <p:nvPr/>
          </p:nvSpPr>
          <p:spPr bwMode="auto">
            <a:xfrm>
              <a:off x="3773" y="1578"/>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0" name="Rectangle 76">
              <a:extLst>
                <a:ext uri="{FF2B5EF4-FFF2-40B4-BE49-F238E27FC236}">
                  <a16:creationId xmlns:a16="http://schemas.microsoft.com/office/drawing/2014/main" id="{D3F9BD24-BF97-98DF-7799-FF5527E1F0E4}"/>
                </a:ext>
              </a:extLst>
            </p:cNvPr>
            <p:cNvSpPr>
              <a:spLocks noChangeArrowheads="1"/>
            </p:cNvSpPr>
            <p:nvPr/>
          </p:nvSpPr>
          <p:spPr bwMode="auto">
            <a:xfrm>
              <a:off x="3707" y="1655"/>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8DC8E8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1" name="Rectangle 80">
              <a:extLst>
                <a:ext uri="{FF2B5EF4-FFF2-40B4-BE49-F238E27FC236}">
                  <a16:creationId xmlns:a16="http://schemas.microsoft.com/office/drawing/2014/main" id="{D9F904A4-74AE-C098-E989-4C11A3671B63}"/>
                </a:ext>
              </a:extLst>
            </p:cNvPr>
            <p:cNvSpPr>
              <a:spLocks noChangeArrowheads="1"/>
            </p:cNvSpPr>
            <p:nvPr/>
          </p:nvSpPr>
          <p:spPr bwMode="auto">
            <a:xfrm>
              <a:off x="2981" y="1438"/>
              <a:ext cx="1423" cy="135"/>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Rectangle 81">
              <a:extLst>
                <a:ext uri="{FF2B5EF4-FFF2-40B4-BE49-F238E27FC236}">
                  <a16:creationId xmlns:a16="http://schemas.microsoft.com/office/drawing/2014/main" id="{86561027-5502-5CBF-CC1E-E9283F7A3EA8}"/>
                </a:ext>
              </a:extLst>
            </p:cNvPr>
            <p:cNvSpPr>
              <a:spLocks noChangeArrowheads="1"/>
            </p:cNvSpPr>
            <p:nvPr/>
          </p:nvSpPr>
          <p:spPr bwMode="auto">
            <a:xfrm>
              <a:off x="2977" y="1437"/>
              <a:ext cx="1427"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82">
              <a:extLst>
                <a:ext uri="{FF2B5EF4-FFF2-40B4-BE49-F238E27FC236}">
                  <a16:creationId xmlns:a16="http://schemas.microsoft.com/office/drawing/2014/main" id="{815862B1-E237-764F-DF2A-70DEC4B6F67A}"/>
                </a:ext>
              </a:extLst>
            </p:cNvPr>
            <p:cNvSpPr>
              <a:spLocks noEditPoints="1"/>
            </p:cNvSpPr>
            <p:nvPr/>
          </p:nvSpPr>
          <p:spPr bwMode="auto">
            <a:xfrm>
              <a:off x="2978" y="1437"/>
              <a:ext cx="1427" cy="136"/>
            </a:xfrm>
            <a:custGeom>
              <a:avLst/>
              <a:gdLst>
                <a:gd name="T0" fmla="*/ 0 w 15200"/>
                <a:gd name="T1" fmla="*/ 4 h 960"/>
                <a:gd name="T2" fmla="*/ 4 w 15200"/>
                <a:gd name="T3" fmla="*/ 0 h 960"/>
                <a:gd name="T4" fmla="*/ 15196 w 15200"/>
                <a:gd name="T5" fmla="*/ 0 h 960"/>
                <a:gd name="T6" fmla="*/ 15200 w 15200"/>
                <a:gd name="T7" fmla="*/ 4 h 960"/>
                <a:gd name="T8" fmla="*/ 15200 w 15200"/>
                <a:gd name="T9" fmla="*/ 956 h 960"/>
                <a:gd name="T10" fmla="*/ 15196 w 15200"/>
                <a:gd name="T11" fmla="*/ 960 h 960"/>
                <a:gd name="T12" fmla="*/ 4 w 15200"/>
                <a:gd name="T13" fmla="*/ 960 h 960"/>
                <a:gd name="T14" fmla="*/ 0 w 15200"/>
                <a:gd name="T15" fmla="*/ 956 h 960"/>
                <a:gd name="T16" fmla="*/ 0 w 15200"/>
                <a:gd name="T17" fmla="*/ 4 h 960"/>
                <a:gd name="T18" fmla="*/ 8 w 15200"/>
                <a:gd name="T19" fmla="*/ 956 h 960"/>
                <a:gd name="T20" fmla="*/ 4 w 15200"/>
                <a:gd name="T21" fmla="*/ 952 h 960"/>
                <a:gd name="T22" fmla="*/ 15196 w 15200"/>
                <a:gd name="T23" fmla="*/ 952 h 960"/>
                <a:gd name="T24" fmla="*/ 15192 w 15200"/>
                <a:gd name="T25" fmla="*/ 956 h 960"/>
                <a:gd name="T26" fmla="*/ 15192 w 15200"/>
                <a:gd name="T27" fmla="*/ 4 h 960"/>
                <a:gd name="T28" fmla="*/ 15196 w 15200"/>
                <a:gd name="T29" fmla="*/ 8 h 960"/>
                <a:gd name="T30" fmla="*/ 4 w 15200"/>
                <a:gd name="T31" fmla="*/ 8 h 960"/>
                <a:gd name="T32" fmla="*/ 8 w 15200"/>
                <a:gd name="T33" fmla="*/ 4 h 960"/>
                <a:gd name="T34" fmla="*/ 8 w 15200"/>
                <a:gd name="T35" fmla="*/ 956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0" h="960">
                  <a:moveTo>
                    <a:pt x="0" y="4"/>
                  </a:moveTo>
                  <a:cubicBezTo>
                    <a:pt x="0" y="2"/>
                    <a:pt x="2" y="0"/>
                    <a:pt x="4" y="0"/>
                  </a:cubicBezTo>
                  <a:lnTo>
                    <a:pt x="15196" y="0"/>
                  </a:lnTo>
                  <a:cubicBezTo>
                    <a:pt x="15199" y="0"/>
                    <a:pt x="15200" y="2"/>
                    <a:pt x="15200" y="4"/>
                  </a:cubicBezTo>
                  <a:lnTo>
                    <a:pt x="15200" y="956"/>
                  </a:lnTo>
                  <a:cubicBezTo>
                    <a:pt x="15200" y="959"/>
                    <a:pt x="15199" y="960"/>
                    <a:pt x="15196" y="960"/>
                  </a:cubicBezTo>
                  <a:lnTo>
                    <a:pt x="4" y="960"/>
                  </a:lnTo>
                  <a:cubicBezTo>
                    <a:pt x="2" y="960"/>
                    <a:pt x="0" y="959"/>
                    <a:pt x="0" y="956"/>
                  </a:cubicBezTo>
                  <a:lnTo>
                    <a:pt x="0" y="4"/>
                  </a:lnTo>
                  <a:close/>
                  <a:moveTo>
                    <a:pt x="8" y="956"/>
                  </a:moveTo>
                  <a:lnTo>
                    <a:pt x="4" y="952"/>
                  </a:lnTo>
                  <a:lnTo>
                    <a:pt x="15196" y="952"/>
                  </a:lnTo>
                  <a:lnTo>
                    <a:pt x="15192" y="956"/>
                  </a:lnTo>
                  <a:lnTo>
                    <a:pt x="15192" y="4"/>
                  </a:lnTo>
                  <a:lnTo>
                    <a:pt x="15196" y="8"/>
                  </a:lnTo>
                  <a:lnTo>
                    <a:pt x="4" y="8"/>
                  </a:lnTo>
                  <a:lnTo>
                    <a:pt x="8" y="4"/>
                  </a:lnTo>
                  <a:lnTo>
                    <a:pt x="8" y="956"/>
                  </a:lnTo>
                  <a:close/>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Rectangle 83">
              <a:extLst>
                <a:ext uri="{FF2B5EF4-FFF2-40B4-BE49-F238E27FC236}">
                  <a16:creationId xmlns:a16="http://schemas.microsoft.com/office/drawing/2014/main" id="{F8634574-E07B-D28B-BCBE-E63D6F2B0F02}"/>
                </a:ext>
              </a:extLst>
            </p:cNvPr>
            <p:cNvSpPr>
              <a:spLocks noChangeArrowheads="1"/>
            </p:cNvSpPr>
            <p:nvPr/>
          </p:nvSpPr>
          <p:spPr bwMode="auto">
            <a:xfrm>
              <a:off x="2978" y="1437"/>
              <a:ext cx="1426"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Rectangle 84">
              <a:extLst>
                <a:ext uri="{FF2B5EF4-FFF2-40B4-BE49-F238E27FC236}">
                  <a16:creationId xmlns:a16="http://schemas.microsoft.com/office/drawing/2014/main" id="{12699538-90CB-E2BB-A02E-9CAD1104357C}"/>
                </a:ext>
              </a:extLst>
            </p:cNvPr>
            <p:cNvSpPr>
              <a:spLocks noChangeArrowheads="1"/>
            </p:cNvSpPr>
            <p:nvPr/>
          </p:nvSpPr>
          <p:spPr bwMode="auto">
            <a:xfrm>
              <a:off x="2989" y="1440"/>
              <a:ext cx="314"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FFFFFF"/>
                  </a:solidFill>
                  <a:effectLst/>
                  <a:latin typeface="Segoe UI" panose="020B0502040204020203" pitchFamily="34" charset="0"/>
                </a:rPr>
                <a:t>Blue Black</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6" name="Rectangle 85">
              <a:extLst>
                <a:ext uri="{FF2B5EF4-FFF2-40B4-BE49-F238E27FC236}">
                  <a16:creationId xmlns:a16="http://schemas.microsoft.com/office/drawing/2014/main" id="{6FAB69FC-8CE4-AC4F-FDDF-81B46D7C1E11}"/>
                </a:ext>
              </a:extLst>
            </p:cNvPr>
            <p:cNvSpPr>
              <a:spLocks noChangeArrowheads="1"/>
            </p:cNvSpPr>
            <p:nvPr/>
          </p:nvSpPr>
          <p:spPr bwMode="auto">
            <a:xfrm>
              <a:off x="2989" y="1508"/>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091F2C</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7" name="Rectangle 86">
              <a:extLst>
                <a:ext uri="{FF2B5EF4-FFF2-40B4-BE49-F238E27FC236}">
                  <a16:creationId xmlns:a16="http://schemas.microsoft.com/office/drawing/2014/main" id="{0B6C3A35-3676-F821-8B84-E8FCD2D7AEB0}"/>
                </a:ext>
              </a:extLst>
            </p:cNvPr>
            <p:cNvSpPr>
              <a:spLocks noChangeArrowheads="1"/>
            </p:cNvSpPr>
            <p:nvPr/>
          </p:nvSpPr>
          <p:spPr bwMode="auto">
            <a:xfrm>
              <a:off x="2977" y="1730"/>
              <a:ext cx="706" cy="136"/>
            </a:xfrm>
            <a:prstGeom prst="rect">
              <a:avLst/>
            </a:prstGeom>
            <a:solidFill>
              <a:srgbClr val="C73E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Rectangle 87">
              <a:extLst>
                <a:ext uri="{FF2B5EF4-FFF2-40B4-BE49-F238E27FC236}">
                  <a16:creationId xmlns:a16="http://schemas.microsoft.com/office/drawing/2014/main" id="{E31C635C-F918-E83E-41BB-6A05312AF804}"/>
                </a:ext>
              </a:extLst>
            </p:cNvPr>
            <p:cNvSpPr>
              <a:spLocks noChangeArrowheads="1"/>
            </p:cNvSpPr>
            <p:nvPr/>
          </p:nvSpPr>
          <p:spPr bwMode="auto">
            <a:xfrm>
              <a:off x="2985"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9" name="Rectangle 88">
              <a:extLst>
                <a:ext uri="{FF2B5EF4-FFF2-40B4-BE49-F238E27FC236}">
                  <a16:creationId xmlns:a16="http://schemas.microsoft.com/office/drawing/2014/main" id="{C72C7396-887D-00AF-02FC-A8E598F00631}"/>
                </a:ext>
              </a:extLst>
            </p:cNvPr>
            <p:cNvSpPr>
              <a:spLocks noChangeArrowheads="1"/>
            </p:cNvSpPr>
            <p:nvPr/>
          </p:nvSpPr>
          <p:spPr bwMode="auto">
            <a:xfrm>
              <a:off x="2985" y="1803"/>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C73ECC</a:t>
              </a:r>
              <a:endParaRPr kumimoji="0" lang="en-US" altLang="en-US" sz="1800" b="0" i="0" u="none" strike="noStrike" cap="none" normalizeH="0" baseline="0">
                <a:ln>
                  <a:noFill/>
                </a:ln>
                <a:effectLst/>
                <a:latin typeface="Arial" panose="020B0604020202020204" pitchFamily="34" charset="0"/>
              </a:endParaRPr>
            </a:p>
          </p:txBody>
        </p:sp>
        <p:sp>
          <p:nvSpPr>
            <p:cNvPr id="310" name="Rectangle 89">
              <a:extLst>
                <a:ext uri="{FF2B5EF4-FFF2-40B4-BE49-F238E27FC236}">
                  <a16:creationId xmlns:a16="http://schemas.microsoft.com/office/drawing/2014/main" id="{D30DD6FD-51EB-19EC-8510-E1C9AF53735B}"/>
                </a:ext>
              </a:extLst>
            </p:cNvPr>
            <p:cNvSpPr>
              <a:spLocks noChangeArrowheads="1"/>
            </p:cNvSpPr>
            <p:nvPr/>
          </p:nvSpPr>
          <p:spPr bwMode="auto">
            <a:xfrm>
              <a:off x="2977" y="1875"/>
              <a:ext cx="706" cy="135"/>
            </a:xfrm>
            <a:prstGeom prst="rect">
              <a:avLst/>
            </a:prstGeom>
            <a:solidFill>
              <a:srgbClr val="7025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Rectangle 90">
              <a:extLst>
                <a:ext uri="{FF2B5EF4-FFF2-40B4-BE49-F238E27FC236}">
                  <a16:creationId xmlns:a16="http://schemas.microsoft.com/office/drawing/2014/main" id="{FA8D36D1-67FD-B784-519E-C36BEA31B3C5}"/>
                </a:ext>
              </a:extLst>
            </p:cNvPr>
            <p:cNvSpPr>
              <a:spLocks noChangeArrowheads="1"/>
            </p:cNvSpPr>
            <p:nvPr/>
          </p:nvSpPr>
          <p:spPr bwMode="auto">
            <a:xfrm>
              <a:off x="2985" y="1869"/>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CD9BCF"/>
                  </a:solidFill>
                  <a:effectLst/>
                  <a:latin typeface="Segoe UI Black" panose="020B0A02040204020203" pitchFamily="34" charset="0"/>
                </a:rPr>
                <a:t>A</a:t>
              </a:r>
              <a:endParaRPr kumimoji="0" lang="en-US" altLang="en-US" sz="1800" b="0" i="0" u="none" strike="noStrike" cap="none" normalizeH="0" baseline="0">
                <a:ln>
                  <a:noFill/>
                </a:ln>
                <a:solidFill>
                  <a:srgbClr val="CD9BCF"/>
                </a:solidFill>
                <a:effectLst/>
                <a:latin typeface="Arial" panose="020B0604020202020204" pitchFamily="34" charset="0"/>
              </a:endParaRPr>
            </a:p>
          </p:txBody>
        </p:sp>
        <p:sp>
          <p:nvSpPr>
            <p:cNvPr id="312" name="Rectangle 91">
              <a:extLst>
                <a:ext uri="{FF2B5EF4-FFF2-40B4-BE49-F238E27FC236}">
                  <a16:creationId xmlns:a16="http://schemas.microsoft.com/office/drawing/2014/main" id="{A2790CC1-ECD3-C2AA-C63A-83B06BB562FD}"/>
                </a:ext>
              </a:extLst>
            </p:cNvPr>
            <p:cNvSpPr>
              <a:spLocks noChangeArrowheads="1"/>
            </p:cNvSpPr>
            <p:nvPr/>
          </p:nvSpPr>
          <p:spPr bwMode="auto">
            <a:xfrm>
              <a:off x="3051" y="1869"/>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3" name="Rectangle 92">
              <a:extLst>
                <a:ext uri="{FF2B5EF4-FFF2-40B4-BE49-F238E27FC236}">
                  <a16:creationId xmlns:a16="http://schemas.microsoft.com/office/drawing/2014/main" id="{C2F74C0D-75FA-B70A-ED71-3CFA807964B4}"/>
                </a:ext>
              </a:extLst>
            </p:cNvPr>
            <p:cNvSpPr>
              <a:spLocks noChangeArrowheads="1"/>
            </p:cNvSpPr>
            <p:nvPr/>
          </p:nvSpPr>
          <p:spPr bwMode="auto">
            <a:xfrm>
              <a:off x="2985" y="1946"/>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702573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4" name="Rectangle 93">
              <a:extLst>
                <a:ext uri="{FF2B5EF4-FFF2-40B4-BE49-F238E27FC236}">
                  <a16:creationId xmlns:a16="http://schemas.microsoft.com/office/drawing/2014/main" id="{4B629030-A380-3E24-758E-F1D167C23086}"/>
                </a:ext>
              </a:extLst>
            </p:cNvPr>
            <p:cNvSpPr>
              <a:spLocks noChangeArrowheads="1"/>
            </p:cNvSpPr>
            <p:nvPr/>
          </p:nvSpPr>
          <p:spPr bwMode="auto">
            <a:xfrm>
              <a:off x="2977" y="1586"/>
              <a:ext cx="706" cy="135"/>
            </a:xfrm>
            <a:prstGeom prst="rect">
              <a:avLst/>
            </a:prstGeom>
            <a:solidFill>
              <a:srgbClr val="CD9B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Rectangle 94">
              <a:extLst>
                <a:ext uri="{FF2B5EF4-FFF2-40B4-BE49-F238E27FC236}">
                  <a16:creationId xmlns:a16="http://schemas.microsoft.com/office/drawing/2014/main" id="{6D81EE59-1E06-6AAB-A8EE-80D567AE752D}"/>
                </a:ext>
              </a:extLst>
            </p:cNvPr>
            <p:cNvSpPr>
              <a:spLocks noChangeArrowheads="1"/>
            </p:cNvSpPr>
            <p:nvPr/>
          </p:nvSpPr>
          <p:spPr bwMode="auto">
            <a:xfrm>
              <a:off x="2985" y="1580"/>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02573"/>
                  </a:solidFill>
                  <a:effectLst/>
                  <a:latin typeface="Segoe UI Black" panose="020B0A02040204020203" pitchFamily="34" charset="0"/>
                </a:rPr>
                <a:t>A</a:t>
              </a:r>
              <a:endParaRPr kumimoji="0" lang="en-US" altLang="en-US" sz="1800" b="0" i="0" u="none" strike="noStrike" cap="none" normalizeH="0" baseline="0">
                <a:ln>
                  <a:noFill/>
                </a:ln>
                <a:solidFill>
                  <a:srgbClr val="702573"/>
                </a:solidFill>
                <a:effectLst/>
                <a:latin typeface="Arial" panose="020B0604020202020204" pitchFamily="34" charset="0"/>
              </a:endParaRPr>
            </a:p>
          </p:txBody>
        </p:sp>
        <p:sp>
          <p:nvSpPr>
            <p:cNvPr id="316" name="Rectangle 95">
              <a:extLst>
                <a:ext uri="{FF2B5EF4-FFF2-40B4-BE49-F238E27FC236}">
                  <a16:creationId xmlns:a16="http://schemas.microsoft.com/office/drawing/2014/main" id="{6AD9F2DD-3CC6-E096-A24F-323DA0D326AD}"/>
                </a:ext>
              </a:extLst>
            </p:cNvPr>
            <p:cNvSpPr>
              <a:spLocks noChangeArrowheads="1"/>
            </p:cNvSpPr>
            <p:nvPr/>
          </p:nvSpPr>
          <p:spPr bwMode="auto">
            <a:xfrm>
              <a:off x="3051" y="1580"/>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7" name="Rectangle 96">
              <a:extLst>
                <a:ext uri="{FF2B5EF4-FFF2-40B4-BE49-F238E27FC236}">
                  <a16:creationId xmlns:a16="http://schemas.microsoft.com/office/drawing/2014/main" id="{AFB34C5D-AB21-1047-2C41-96AAFC6CF230}"/>
                </a:ext>
              </a:extLst>
            </p:cNvPr>
            <p:cNvSpPr>
              <a:spLocks noChangeArrowheads="1"/>
            </p:cNvSpPr>
            <p:nvPr/>
          </p:nvSpPr>
          <p:spPr bwMode="auto">
            <a:xfrm>
              <a:off x="2985" y="1658"/>
              <a:ext cx="14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CD9BCF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8" name="Rectangle 97">
              <a:extLst>
                <a:ext uri="{FF2B5EF4-FFF2-40B4-BE49-F238E27FC236}">
                  <a16:creationId xmlns:a16="http://schemas.microsoft.com/office/drawing/2014/main" id="{577AD0A0-7F00-AA4F-1B1B-61CFE55F937D}"/>
                </a:ext>
              </a:extLst>
            </p:cNvPr>
            <p:cNvSpPr>
              <a:spLocks noChangeArrowheads="1"/>
            </p:cNvSpPr>
            <p:nvPr/>
          </p:nvSpPr>
          <p:spPr bwMode="auto">
            <a:xfrm>
              <a:off x="2976" y="2023"/>
              <a:ext cx="1428" cy="13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Rectangle 98">
              <a:extLst>
                <a:ext uri="{FF2B5EF4-FFF2-40B4-BE49-F238E27FC236}">
                  <a16:creationId xmlns:a16="http://schemas.microsoft.com/office/drawing/2014/main" id="{AEE8AF68-7485-0DA2-1E8F-EA9EFEEF18D2}"/>
                </a:ext>
              </a:extLst>
            </p:cNvPr>
            <p:cNvSpPr>
              <a:spLocks noChangeArrowheads="1"/>
            </p:cNvSpPr>
            <p:nvPr/>
          </p:nvSpPr>
          <p:spPr bwMode="auto">
            <a:xfrm>
              <a:off x="2977" y="2024"/>
              <a:ext cx="142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0" name="Rectangle 99">
              <a:extLst>
                <a:ext uri="{FF2B5EF4-FFF2-40B4-BE49-F238E27FC236}">
                  <a16:creationId xmlns:a16="http://schemas.microsoft.com/office/drawing/2014/main" id="{00A4FA1A-2972-8EFD-C7DB-916888D02231}"/>
                </a:ext>
              </a:extLst>
            </p:cNvPr>
            <p:cNvSpPr>
              <a:spLocks noChangeArrowheads="1"/>
            </p:cNvSpPr>
            <p:nvPr/>
          </p:nvSpPr>
          <p:spPr bwMode="auto">
            <a:xfrm>
              <a:off x="2985" y="2028"/>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000000</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321" name="Rectangle 100">
              <a:extLst>
                <a:ext uri="{FF2B5EF4-FFF2-40B4-BE49-F238E27FC236}">
                  <a16:creationId xmlns:a16="http://schemas.microsoft.com/office/drawing/2014/main" id="{E02AE344-8FCD-07A4-1035-21E5745797EA}"/>
                </a:ext>
              </a:extLst>
            </p:cNvPr>
            <p:cNvSpPr>
              <a:spLocks noChangeArrowheads="1"/>
            </p:cNvSpPr>
            <p:nvPr/>
          </p:nvSpPr>
          <p:spPr bwMode="auto">
            <a:xfrm>
              <a:off x="1532" y="1439"/>
              <a:ext cx="1430" cy="136"/>
            </a:xfrm>
            <a:prstGeom prst="rect">
              <a:avLst/>
            </a:prstGeom>
            <a:solidFill>
              <a:srgbClr val="E8E6D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Rectangle 101">
              <a:extLst>
                <a:ext uri="{FF2B5EF4-FFF2-40B4-BE49-F238E27FC236}">
                  <a16:creationId xmlns:a16="http://schemas.microsoft.com/office/drawing/2014/main" id="{A8F0A57D-3D77-F52A-CEE5-C300AC719E97}"/>
                </a:ext>
              </a:extLst>
            </p:cNvPr>
            <p:cNvSpPr>
              <a:spLocks noChangeArrowheads="1"/>
            </p:cNvSpPr>
            <p:nvPr/>
          </p:nvSpPr>
          <p:spPr bwMode="auto">
            <a:xfrm>
              <a:off x="1532" y="1439"/>
              <a:ext cx="1429"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3" name="Rectangle 102">
              <a:extLst>
                <a:ext uri="{FF2B5EF4-FFF2-40B4-BE49-F238E27FC236}">
                  <a16:creationId xmlns:a16="http://schemas.microsoft.com/office/drawing/2014/main" id="{34755F26-EC65-BC3C-F00F-5952873E93B5}"/>
                </a:ext>
              </a:extLst>
            </p:cNvPr>
            <p:cNvSpPr>
              <a:spLocks noChangeArrowheads="1"/>
            </p:cNvSpPr>
            <p:nvPr/>
          </p:nvSpPr>
          <p:spPr bwMode="auto">
            <a:xfrm>
              <a:off x="1541" y="1435"/>
              <a:ext cx="3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1A1A1A"/>
                  </a:solidFill>
                  <a:effectLst/>
                  <a:latin typeface="Segoe UI" panose="020B0502040204020203" pitchFamily="34" charset="0"/>
                </a:rPr>
                <a:t>Neutral Gray</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4" name="Rectangle 103">
              <a:extLst>
                <a:ext uri="{FF2B5EF4-FFF2-40B4-BE49-F238E27FC236}">
                  <a16:creationId xmlns:a16="http://schemas.microsoft.com/office/drawing/2014/main" id="{B81AAAC1-86AE-E75F-941C-AB9A2CF58E0B}"/>
                </a:ext>
              </a:extLst>
            </p:cNvPr>
            <p:cNvSpPr>
              <a:spLocks noChangeArrowheads="1"/>
            </p:cNvSpPr>
            <p:nvPr/>
          </p:nvSpPr>
          <p:spPr bwMode="auto">
            <a:xfrm>
              <a:off x="1541" y="1502"/>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E8E6DF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5" name="Rectangle 14">
              <a:extLst>
                <a:ext uri="{FF2B5EF4-FFF2-40B4-BE49-F238E27FC236}">
                  <a16:creationId xmlns:a16="http://schemas.microsoft.com/office/drawing/2014/main" id="{EB0437A5-6694-879B-F94E-9FA34DFD9D2C}"/>
                </a:ext>
              </a:extLst>
            </p:cNvPr>
            <p:cNvSpPr>
              <a:spLocks noChangeArrowheads="1"/>
            </p:cNvSpPr>
            <p:nvPr/>
          </p:nvSpPr>
          <p:spPr bwMode="auto">
            <a:xfrm>
              <a:off x="2329" y="1724"/>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6" name="Rectangle 95">
              <a:extLst>
                <a:ext uri="{FF2B5EF4-FFF2-40B4-BE49-F238E27FC236}">
                  <a16:creationId xmlns:a16="http://schemas.microsoft.com/office/drawing/2014/main" id="{7CF198F9-1D72-F8CC-3A2E-9B2DAE529DAF}"/>
                </a:ext>
              </a:extLst>
            </p:cNvPr>
            <p:cNvSpPr>
              <a:spLocks noChangeArrowheads="1"/>
            </p:cNvSpPr>
            <p:nvPr/>
          </p:nvSpPr>
          <p:spPr bwMode="auto">
            <a:xfrm>
              <a:off x="3051"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3516608941"/>
      </p:ext>
    </p:extLst>
  </p:cSld>
  <p:clrMap bg1="lt1" tx1="dk1" bg2="lt2" tx2="dk2" accent1="accent1" accent2="accent2" accent3="accent3" accent4="accent4" accent5="accent5" accent6="accent6" hlink="hlink" folHlink="folHlink"/>
  <p:sldLayoutIdLst>
    <p:sldLayoutId id="2147486096" r:id="rId1"/>
    <p:sldLayoutId id="2147486097" r:id="rId2"/>
    <p:sldLayoutId id="2147486098" r:id="rId3"/>
    <p:sldLayoutId id="2147486099" r:id="rId4"/>
    <p:sldLayoutId id="2147486100" r:id="rId5"/>
    <p:sldLayoutId id="2147486101" r:id="rId6"/>
    <p:sldLayoutId id="2147486102" r:id="rId7"/>
    <p:sldLayoutId id="2147486103" r:id="rId8"/>
    <p:sldLayoutId id="2147486104" r:id="rId9"/>
    <p:sldLayoutId id="2147486105" r:id="rId10"/>
    <p:sldLayoutId id="2147486106" r:id="rId11"/>
    <p:sldLayoutId id="2147486107" r:id="rId12"/>
    <p:sldLayoutId id="2147486108" r:id="rId13"/>
    <p:sldLayoutId id="2147486109" r:id="rId14"/>
    <p:sldLayoutId id="2147486110" r:id="rId15"/>
    <p:sldLayoutId id="2147486111" r:id="rId16"/>
    <p:sldLayoutId id="2147486112" r:id="rId17"/>
    <p:sldLayoutId id="2147486113" r:id="rId18"/>
    <p:sldLayoutId id="2147486114" r:id="rId19"/>
    <p:sldLayoutId id="2147486115" r:id="rId20"/>
    <p:sldLayoutId id="2147486116" r:id="rId21"/>
    <p:sldLayoutId id="2147486117" r:id="rId22"/>
    <p:sldLayoutId id="2147486118" r:id="rId23"/>
    <p:sldLayoutId id="2147486119" r:id="rId24"/>
    <p:sldLayoutId id="2147486120" r:id="rId25"/>
    <p:sldLayoutId id="2147486121" r:id="rId26"/>
    <p:sldLayoutId id="2147486122" r:id="rId27"/>
    <p:sldLayoutId id="2147486123" r:id="rId28"/>
    <p:sldLayoutId id="2147486124" r:id="rId29"/>
    <p:sldLayoutId id="2147486125" r:id="rId30"/>
    <p:sldLayoutId id="2147486126" r:id="rId31"/>
    <p:sldLayoutId id="2147486127" r:id="rId32"/>
    <p:sldLayoutId id="2147486128" r:id="rId33"/>
    <p:sldLayoutId id="2147486129" r:id="rId34"/>
    <p:sldLayoutId id="2147486130" r:id="rId35"/>
    <p:sldLayoutId id="2147486131" r:id="rId36"/>
    <p:sldLayoutId id="2147486132" r:id="rId37"/>
    <p:sldLayoutId id="2147486133" r:id="rId38"/>
    <p:sldLayoutId id="2147486134" r:id="rId39"/>
    <p:sldLayoutId id="2147486135" r:id="rId40"/>
    <p:sldLayoutId id="2147486136" r:id="rId41"/>
    <p:sldLayoutId id="2147486137" r:id="rId42"/>
    <p:sldLayoutId id="2147486138" r:id="rId43"/>
    <p:sldLayoutId id="2147486139" r:id="rId44"/>
    <p:sldLayoutId id="2147486140" r:id="rId45"/>
    <p:sldLayoutId id="2147486141" r:id="rId46"/>
    <p:sldLayoutId id="2147486142" r:id="rId47"/>
    <p:sldLayoutId id="2147486143" r:id="rId48"/>
    <p:sldLayoutId id="2147486144" r:id="rId49"/>
    <p:sldLayoutId id="2147486145" r:id="rId50"/>
    <p:sldLayoutId id="2147486146" r:id="rId51"/>
    <p:sldLayoutId id="2147486147" r:id="rId52"/>
    <p:sldLayoutId id="2147486148" r:id="rId53"/>
    <p:sldLayoutId id="2147486149" r:id="rId54"/>
    <p:sldLayoutId id="2147486150" r:id="rId55"/>
    <p:sldLayoutId id="2147486151" r:id="rId56"/>
    <p:sldLayoutId id="2147486152" r:id="rId57"/>
    <p:sldLayoutId id="2147486153" r:id="rId58"/>
    <p:sldLayoutId id="2147486154" r:id="rId59"/>
    <p:sldLayoutId id="2147486155" r:id="rId60"/>
    <p:sldLayoutId id="2147486156" r:id="rId61"/>
    <p:sldLayoutId id="2147486157" r:id="rId62"/>
    <p:sldLayoutId id="2147486158" r:id="rId63"/>
    <p:sldLayoutId id="2147486159" r:id="rId64"/>
    <p:sldLayoutId id="2147486160" r:id="rId65"/>
    <p:sldLayoutId id="2147486161" r:id="rId66"/>
    <p:sldLayoutId id="2147486162" r:id="rId67"/>
    <p:sldLayoutId id="2147486163" r:id="rId68"/>
    <p:sldLayoutId id="2147486164" r:id="rId69"/>
    <p:sldLayoutId id="2147486165" r:id="rId70"/>
    <p:sldLayoutId id="2147486166" r:id="rId71"/>
    <p:sldLayoutId id="2147486167" r:id="rId72"/>
    <p:sldLayoutId id="2147486168" r:id="rId73"/>
    <p:sldLayoutId id="2147486169" r:id="rId74"/>
    <p:sldLayoutId id="2147486170" r:id="rId75"/>
    <p:sldLayoutId id="2147486171" r:id="rId76"/>
    <p:sldLayoutId id="2147486172" r:id="rId77"/>
    <p:sldLayoutId id="2147486173" r:id="rId78"/>
    <p:sldLayoutId id="2147486174" r:id="rId79"/>
    <p:sldLayoutId id="2147486175" r:id="rId80"/>
    <p:sldLayoutId id="2147486176" r:id="rId81"/>
    <p:sldLayoutId id="2147486177" r:id="rId82"/>
    <p:sldLayoutId id="2147486178" r:id="rId83"/>
    <p:sldLayoutId id="2147486179" r:id="rId84"/>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lang="en-US" sz="2800" kern="1200" spc="0" baseline="0" dirty="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20">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2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88427678"/>
      </p:ext>
    </p:extLst>
  </p:cSld>
  <p:clrMap bg1="lt1" tx1="dk1" bg2="lt2" tx2="dk2" accent1="accent1" accent2="accent2" accent3="accent3" accent4="accent4" accent5="accent5" accent6="accent6" hlink="hlink" folHlink="folHlink"/>
  <p:sldLayoutIdLst>
    <p:sldLayoutId id="2147486181" r:id="rId1"/>
    <p:sldLayoutId id="2147486182" r:id="rId2"/>
    <p:sldLayoutId id="2147486183" r:id="rId3"/>
    <p:sldLayoutId id="2147486184" r:id="rId4"/>
    <p:sldLayoutId id="2147486185" r:id="rId5"/>
    <p:sldLayoutId id="2147486186" r:id="rId6"/>
    <p:sldLayoutId id="2147486187" r:id="rId7"/>
    <p:sldLayoutId id="2147486188" r:id="rId8"/>
    <p:sldLayoutId id="2147486189" r:id="rId9"/>
    <p:sldLayoutId id="2147486190" r:id="rId10"/>
    <p:sldLayoutId id="2147486191" r:id="rId11"/>
    <p:sldLayoutId id="2147486192" r:id="rId12"/>
    <p:sldLayoutId id="2147486193" r:id="rId13"/>
    <p:sldLayoutId id="2147486194" r:id="rId14"/>
    <p:sldLayoutId id="2147486195" r:id="rId15"/>
    <p:sldLayoutId id="2147486196" r:id="rId16"/>
    <p:sldLayoutId id="2147486197" r:id="rId17"/>
    <p:sldLayoutId id="2147486198" r:id="rId18"/>
    <p:sldLayoutId id="2147486199" r:id="rId19"/>
    <p:sldLayoutId id="2147486200" r:id="rId20"/>
    <p:sldLayoutId id="2147486201" r:id="rId21"/>
    <p:sldLayoutId id="2147486202" r:id="rId22"/>
    <p:sldLayoutId id="2147486204" r:id="rId23"/>
    <p:sldLayoutId id="2147486205" r:id="rId24"/>
    <p:sldLayoutId id="2147486206" r:id="rId25"/>
    <p:sldLayoutId id="2147486207" r:id="rId26"/>
    <p:sldLayoutId id="2147486208" r:id="rId27"/>
    <p:sldLayoutId id="2147486209" r:id="rId28"/>
    <p:sldLayoutId id="2147486210" r:id="rId29"/>
    <p:sldLayoutId id="2147486211" r:id="rId30"/>
    <p:sldLayoutId id="2147486212" r:id="rId31"/>
    <p:sldLayoutId id="2147486213" r:id="rId32"/>
    <p:sldLayoutId id="2147486214" r:id="rId33"/>
    <p:sldLayoutId id="2147486215" r:id="rId34"/>
    <p:sldLayoutId id="2147486216" r:id="rId35"/>
    <p:sldLayoutId id="2147486217" r:id="rId36"/>
    <p:sldLayoutId id="2147486218" r:id="rId37"/>
    <p:sldLayoutId id="2147486219" r:id="rId38"/>
    <p:sldLayoutId id="2147486220" r:id="rId39"/>
    <p:sldLayoutId id="2147486221" r:id="rId40"/>
    <p:sldLayoutId id="2147486222" r:id="rId41"/>
    <p:sldLayoutId id="2147486223" r:id="rId42"/>
    <p:sldLayoutId id="2147486224" r:id="rId43"/>
    <p:sldLayoutId id="2147486225" r:id="rId44"/>
    <p:sldLayoutId id="2147486226" r:id="rId45"/>
    <p:sldLayoutId id="2147486227" r:id="rId46"/>
    <p:sldLayoutId id="2147486228" r:id="rId47"/>
    <p:sldLayoutId id="2147486229" r:id="rId48"/>
    <p:sldLayoutId id="2147486230" r:id="rId49"/>
    <p:sldLayoutId id="2147486231" r:id="rId50"/>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userDrawn="1">
          <p15:clr>
            <a:srgbClr val="A5A5A5"/>
          </p15:clr>
        </p15:guide>
        <p15:guide id="2" pos="7680" userDrawn="1">
          <p15:clr>
            <a:srgbClr val="A5A5A5"/>
          </p15:clr>
        </p15:guide>
        <p15:guide id="3" pos="186" userDrawn="1">
          <p15:clr>
            <a:srgbClr val="A5A5A5"/>
          </p15:clr>
        </p15:guide>
        <p15:guide id="26" pos="7496" userDrawn="1">
          <p15:clr>
            <a:srgbClr val="A5A5A5"/>
          </p15:clr>
        </p15:guide>
        <p15:guide id="27" orient="horz" userDrawn="1">
          <p15:clr>
            <a:srgbClr val="A5A5A5"/>
          </p15:clr>
        </p15:guide>
        <p15:guide id="28" orient="horz" pos="4320" userDrawn="1">
          <p15:clr>
            <a:srgbClr val="A5A5A5"/>
          </p15:clr>
        </p15:guide>
        <p15:guide id="29" orient="horz" pos="184" userDrawn="1">
          <p15:clr>
            <a:srgbClr val="A5A5A5"/>
          </p15:clr>
        </p15:guide>
        <p15:guide id="40" orient="horz" pos="4134" userDrawn="1">
          <p15:clr>
            <a:srgbClr val="A5A5A5"/>
          </p15:clr>
        </p15:guide>
        <p15:guide id="42" pos="365" userDrawn="1">
          <p15:clr>
            <a:srgbClr val="C35EA4"/>
          </p15:clr>
        </p15:guide>
        <p15:guide id="43" orient="horz" pos="367" userDrawn="1">
          <p15:clr>
            <a:srgbClr val="C35EA4"/>
          </p15:clr>
        </p15:guide>
        <p15:guide id="44" orient="horz" pos="3953" userDrawn="1">
          <p15:clr>
            <a:srgbClr val="C35EA4"/>
          </p15:clr>
        </p15:guide>
        <p15:guide id="45" pos="7307" userDrawn="1">
          <p15:clr>
            <a:srgbClr val="C35EA4"/>
          </p15:clr>
        </p15:guide>
      </p15:sldGuideLst>
    </p:ext>
  </p:extLst>
</p:sldMaster>
</file>

<file path=ppt/slideMasters/slideMaster2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94196827"/>
      </p:ext>
    </p:extLst>
  </p:cSld>
  <p:clrMap bg1="lt1" tx1="dk1" bg2="lt2" tx2="dk2" accent1="accent1" accent2="accent2" accent3="accent3" accent4="accent4" accent5="accent5" accent6="accent6" hlink="hlink" folHlink="folHlink"/>
  <p:sldLayoutIdLst>
    <p:sldLayoutId id="2147486233" r:id="rId1"/>
    <p:sldLayoutId id="2147486234" r:id="rId2"/>
    <p:sldLayoutId id="2147486235" r:id="rId3"/>
    <p:sldLayoutId id="2147486236" r:id="rId4"/>
    <p:sldLayoutId id="2147486237" r:id="rId5"/>
    <p:sldLayoutId id="2147486238" r:id="rId6"/>
    <p:sldLayoutId id="2147486239" r:id="rId7"/>
    <p:sldLayoutId id="2147486240" r:id="rId8"/>
    <p:sldLayoutId id="2147486241" r:id="rId9"/>
    <p:sldLayoutId id="2147486242" r:id="rId10"/>
    <p:sldLayoutId id="2147486243" r:id="rId11"/>
    <p:sldLayoutId id="2147486244" r:id="rId12"/>
    <p:sldLayoutId id="2147486245" r:id="rId13"/>
    <p:sldLayoutId id="2147486246" r:id="rId14"/>
    <p:sldLayoutId id="2147486247" r:id="rId15"/>
    <p:sldLayoutId id="2147486248" r:id="rId16"/>
    <p:sldLayoutId id="2147486249" r:id="rId17"/>
    <p:sldLayoutId id="2147486250" r:id="rId18"/>
    <p:sldLayoutId id="2147486251" r:id="rId19"/>
    <p:sldLayoutId id="2147486252" r:id="rId20"/>
    <p:sldLayoutId id="2147486253" r:id="rId21"/>
    <p:sldLayoutId id="2147486254" r:id="rId22"/>
    <p:sldLayoutId id="2147486255" r:id="rId23"/>
    <p:sldLayoutId id="2147486256" r:id="rId24"/>
    <p:sldLayoutId id="2147486257" r:id="rId25"/>
    <p:sldLayoutId id="2147486258" r:id="rId26"/>
    <p:sldLayoutId id="2147486259" r:id="rId27"/>
    <p:sldLayoutId id="2147486260" r:id="rId28"/>
    <p:sldLayoutId id="2147486261" r:id="rId29"/>
    <p:sldLayoutId id="2147486262" r:id="rId30"/>
    <p:sldLayoutId id="2147486263" r:id="rId31"/>
    <p:sldLayoutId id="2147486264" r:id="rId32"/>
    <p:sldLayoutId id="2147486265" r:id="rId33"/>
    <p:sldLayoutId id="2147486266" r:id="rId34"/>
    <p:sldLayoutId id="2147486267" r:id="rId35"/>
    <p:sldLayoutId id="2147486268" r:id="rId36"/>
    <p:sldLayoutId id="2147486269" r:id="rId37"/>
    <p:sldLayoutId id="2147486270" r:id="rId38"/>
    <p:sldLayoutId id="2147486271" r:id="rId39"/>
    <p:sldLayoutId id="2147486272" r:id="rId40"/>
    <p:sldLayoutId id="2147486273" r:id="rId41"/>
    <p:sldLayoutId id="2147486274" r:id="rId42"/>
    <p:sldLayoutId id="2147486275" r:id="rId43"/>
    <p:sldLayoutId id="2147486276" r:id="rId44"/>
    <p:sldLayoutId id="2147486277" r:id="rId45"/>
    <p:sldLayoutId id="2147486278" r:id="rId46"/>
    <p:sldLayoutId id="2147486279" r:id="rId47"/>
    <p:sldLayoutId id="2147486280" r:id="rId48"/>
    <p:sldLayoutId id="2147486281" r:id="rId49"/>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A5A5A5"/>
          </p15:clr>
        </p15:guide>
        <p15:guide id="2" pos="7680">
          <p15:clr>
            <a:srgbClr val="A5A5A5"/>
          </p15:clr>
        </p15:guide>
        <p15:guide id="3" pos="186">
          <p15:clr>
            <a:srgbClr val="A5A5A5"/>
          </p15:clr>
        </p15:guide>
        <p15:guide id="26" pos="7496">
          <p15:clr>
            <a:srgbClr val="A5A5A5"/>
          </p15:clr>
        </p15:guide>
        <p15:guide id="27" orient="horz">
          <p15:clr>
            <a:srgbClr val="A5A5A5"/>
          </p15:clr>
        </p15:guide>
        <p15:guide id="28" orient="horz" pos="4320">
          <p15:clr>
            <a:srgbClr val="A5A5A5"/>
          </p15:clr>
        </p15:guide>
        <p15:guide id="29" orient="horz" pos="184">
          <p15:clr>
            <a:srgbClr val="A5A5A5"/>
          </p15:clr>
        </p15:guide>
        <p15:guide id="40" orient="horz" pos="4134">
          <p15:clr>
            <a:srgbClr val="A5A5A5"/>
          </p15:clr>
        </p15:guide>
        <p15:guide id="42" pos="365">
          <p15:clr>
            <a:srgbClr val="C35EA4"/>
          </p15:clr>
        </p15:guide>
        <p15:guide id="43" orient="horz" pos="367">
          <p15:clr>
            <a:srgbClr val="C35EA4"/>
          </p15:clr>
        </p15:guide>
        <p15:guide id="44" orient="horz" pos="3953">
          <p15:clr>
            <a:srgbClr val="C35EA4"/>
          </p15:clr>
        </p15:guide>
        <p15:guide id="45" pos="7307">
          <p15:clr>
            <a:srgbClr val="C35EA4"/>
          </p15:clr>
        </p15:guide>
      </p15:sldGuideLst>
    </p:ext>
  </p:extLst>
</p:sldMaster>
</file>

<file path=ppt/slideMasters/slideMaster24.xml><?xml version="1.0" encoding="utf-8"?>
<p:sldMaster xmlns:a="http://schemas.openxmlformats.org/drawingml/2006/main" xmlns:r="http://schemas.openxmlformats.org/officeDocument/2006/relationships" xmlns:p="http://schemas.openxmlformats.org/presentationml/2006/main" preserve="1">
  <p:cSld>
    <p:bg bwMode="blackWhite">
      <p:bgPr>
        <a:solidFill>
          <a:srgbClr val="F4F3F5"/>
        </a:solidFill>
        <a:effectLst/>
      </p:bgPr>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marL="228600" marR="0" lvl="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Click to edit Master text styles</a:t>
            </a:r>
          </a:p>
          <a:p>
            <a:pPr marL="228600" marR="0" lvl="1"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Second level</a:t>
            </a:r>
          </a:p>
          <a:p>
            <a:pPr marL="228600" marR="0" lvl="2"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Third level</a:t>
            </a:r>
          </a:p>
          <a:p>
            <a:pPr marL="228600" marR="0" lvl="3"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Fourth level</a:t>
            </a:r>
          </a:p>
          <a:p>
            <a:pPr marL="228600" marR="0" lvl="4"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grpSp>
        <p:nvGrpSpPr>
          <p:cNvPr id="258" name="Group 257">
            <a:extLst>
              <a:ext uri="{FF2B5EF4-FFF2-40B4-BE49-F238E27FC236}">
                <a16:creationId xmlns:a16="http://schemas.microsoft.com/office/drawing/2014/main" id="{566C3ED6-7167-1619-C333-B86D0D162316}"/>
              </a:ext>
            </a:extLst>
          </p:cNvPr>
          <p:cNvGrpSpPr>
            <a:grpSpLocks noChangeAspect="1"/>
          </p:cNvGrpSpPr>
          <p:nvPr userDrawn="1"/>
        </p:nvGrpSpPr>
        <p:grpSpPr bwMode="auto">
          <a:xfrm rot="5400000">
            <a:off x="10659863" y="3998558"/>
            <a:ext cx="4597400" cy="1169987"/>
            <a:chOff x="1529" y="1423"/>
            <a:chExt cx="2896" cy="737"/>
          </a:xfrm>
        </p:grpSpPr>
        <p:sp>
          <p:nvSpPr>
            <p:cNvPr id="259" name="AutoShape 3">
              <a:extLst>
                <a:ext uri="{FF2B5EF4-FFF2-40B4-BE49-F238E27FC236}">
                  <a16:creationId xmlns:a16="http://schemas.microsoft.com/office/drawing/2014/main" id="{894C58B4-3C22-9620-7C92-D65ED6617E67}"/>
                </a:ext>
              </a:extLst>
            </p:cNvPr>
            <p:cNvSpPr>
              <a:spLocks noChangeAspect="1" noChangeArrowheads="1" noTextEdit="1"/>
            </p:cNvSpPr>
            <p:nvPr/>
          </p:nvSpPr>
          <p:spPr bwMode="auto">
            <a:xfrm>
              <a:off x="1529" y="1423"/>
              <a:ext cx="2896" cy="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Rectangle 5">
              <a:extLst>
                <a:ext uri="{FF2B5EF4-FFF2-40B4-BE49-F238E27FC236}">
                  <a16:creationId xmlns:a16="http://schemas.microsoft.com/office/drawing/2014/main" id="{B4F93CCF-3F88-5DCB-F12D-4DEBF36B9444}"/>
                </a:ext>
              </a:extLst>
            </p:cNvPr>
            <p:cNvSpPr>
              <a:spLocks noChangeArrowheads="1"/>
            </p:cNvSpPr>
            <p:nvPr/>
          </p:nvSpPr>
          <p:spPr bwMode="auto">
            <a:xfrm>
              <a:off x="2254" y="1727"/>
              <a:ext cx="707" cy="135"/>
            </a:xfrm>
            <a:prstGeom prst="rect">
              <a:avLst/>
            </a:prstGeom>
            <a:solidFill>
              <a:srgbClr val="F4364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Rectangle 6">
              <a:extLst>
                <a:ext uri="{FF2B5EF4-FFF2-40B4-BE49-F238E27FC236}">
                  <a16:creationId xmlns:a16="http://schemas.microsoft.com/office/drawing/2014/main" id="{7AC4893A-D0A3-D947-BE61-70B6DC4B9314}"/>
                </a:ext>
              </a:extLst>
            </p:cNvPr>
            <p:cNvSpPr>
              <a:spLocks noChangeArrowheads="1"/>
            </p:cNvSpPr>
            <p:nvPr/>
          </p:nvSpPr>
          <p:spPr bwMode="auto">
            <a:xfrm>
              <a:off x="2264"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62" name="Rectangle 7">
              <a:extLst>
                <a:ext uri="{FF2B5EF4-FFF2-40B4-BE49-F238E27FC236}">
                  <a16:creationId xmlns:a16="http://schemas.microsoft.com/office/drawing/2014/main" id="{DE65DAC6-345A-2542-166A-D2D08E76F806}"/>
                </a:ext>
              </a:extLst>
            </p:cNvPr>
            <p:cNvSpPr>
              <a:spLocks noChangeArrowheads="1"/>
            </p:cNvSpPr>
            <p:nvPr/>
          </p:nvSpPr>
          <p:spPr bwMode="auto">
            <a:xfrm>
              <a:off x="2264" y="1800"/>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F4364C</a:t>
              </a:r>
              <a:endParaRPr kumimoji="0" lang="en-US" altLang="en-US" sz="1800" b="0" i="0" u="none" strike="noStrike" cap="none" normalizeH="0" baseline="0">
                <a:ln>
                  <a:noFill/>
                </a:ln>
                <a:effectLst/>
                <a:latin typeface="Arial" panose="020B0604020202020204" pitchFamily="34" charset="0"/>
              </a:endParaRPr>
            </a:p>
          </p:txBody>
        </p:sp>
        <p:sp>
          <p:nvSpPr>
            <p:cNvPr id="263" name="Rectangle 8">
              <a:extLst>
                <a:ext uri="{FF2B5EF4-FFF2-40B4-BE49-F238E27FC236}">
                  <a16:creationId xmlns:a16="http://schemas.microsoft.com/office/drawing/2014/main" id="{1EADC519-4AB4-60A0-260A-EF7DC8229A97}"/>
                </a:ext>
              </a:extLst>
            </p:cNvPr>
            <p:cNvSpPr>
              <a:spLocks noChangeArrowheads="1"/>
            </p:cNvSpPr>
            <p:nvPr/>
          </p:nvSpPr>
          <p:spPr bwMode="auto">
            <a:xfrm>
              <a:off x="2254" y="1871"/>
              <a:ext cx="707" cy="137"/>
            </a:xfrm>
            <a:prstGeom prst="rect">
              <a:avLst/>
            </a:prstGeom>
            <a:solidFill>
              <a:srgbClr val="7326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Rectangle 9">
              <a:extLst>
                <a:ext uri="{FF2B5EF4-FFF2-40B4-BE49-F238E27FC236}">
                  <a16:creationId xmlns:a16="http://schemas.microsoft.com/office/drawing/2014/main" id="{B2CFF324-4BA8-188D-7395-AC042B4D6560}"/>
                </a:ext>
              </a:extLst>
            </p:cNvPr>
            <p:cNvSpPr>
              <a:spLocks noChangeArrowheads="1"/>
            </p:cNvSpPr>
            <p:nvPr/>
          </p:nvSpPr>
          <p:spPr bwMode="auto">
            <a:xfrm>
              <a:off x="2264"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B3BB"/>
                  </a:solidFill>
                  <a:effectLst/>
                  <a:latin typeface="Segoe UI Black" panose="020B0A02040204020203" pitchFamily="34" charset="0"/>
                </a:rPr>
                <a:t>A</a:t>
              </a:r>
              <a:endParaRPr kumimoji="0" lang="en-US" altLang="en-US" sz="1800" b="0" i="0" u="none" strike="noStrike" cap="none" normalizeH="0" baseline="0">
                <a:ln>
                  <a:noFill/>
                </a:ln>
                <a:solidFill>
                  <a:srgbClr val="FFB3BB"/>
                </a:solidFill>
                <a:effectLst/>
                <a:latin typeface="Arial" panose="020B0604020202020204" pitchFamily="34" charset="0"/>
              </a:endParaRPr>
            </a:p>
          </p:txBody>
        </p:sp>
        <p:sp>
          <p:nvSpPr>
            <p:cNvPr id="265" name="Rectangle 10">
              <a:extLst>
                <a:ext uri="{FF2B5EF4-FFF2-40B4-BE49-F238E27FC236}">
                  <a16:creationId xmlns:a16="http://schemas.microsoft.com/office/drawing/2014/main" id="{03BDB961-C287-23C5-66DF-74F0AFDFB76B}"/>
                </a:ext>
              </a:extLst>
            </p:cNvPr>
            <p:cNvSpPr>
              <a:spLocks noChangeArrowheads="1"/>
            </p:cNvSpPr>
            <p:nvPr/>
          </p:nvSpPr>
          <p:spPr bwMode="auto">
            <a:xfrm>
              <a:off x="2329"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 name="Rectangle 11">
              <a:extLst>
                <a:ext uri="{FF2B5EF4-FFF2-40B4-BE49-F238E27FC236}">
                  <a16:creationId xmlns:a16="http://schemas.microsoft.com/office/drawing/2014/main" id="{35ADEDE9-FB7B-876E-7225-4D3AB73422EF}"/>
                </a:ext>
              </a:extLst>
            </p:cNvPr>
            <p:cNvSpPr>
              <a:spLocks noChangeArrowheads="1"/>
            </p:cNvSpPr>
            <p:nvPr/>
          </p:nvSpPr>
          <p:spPr bwMode="auto">
            <a:xfrm>
              <a:off x="2264" y="1943"/>
              <a:ext cx="13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73262F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7" name="Rectangle 12">
              <a:extLst>
                <a:ext uri="{FF2B5EF4-FFF2-40B4-BE49-F238E27FC236}">
                  <a16:creationId xmlns:a16="http://schemas.microsoft.com/office/drawing/2014/main" id="{03DA7BF6-FE99-195F-2925-BD0968D0CE23}"/>
                </a:ext>
              </a:extLst>
            </p:cNvPr>
            <p:cNvSpPr>
              <a:spLocks noChangeArrowheads="1"/>
            </p:cNvSpPr>
            <p:nvPr/>
          </p:nvSpPr>
          <p:spPr bwMode="auto">
            <a:xfrm>
              <a:off x="2254" y="1582"/>
              <a:ext cx="707" cy="136"/>
            </a:xfrm>
            <a:prstGeom prst="rect">
              <a:avLst/>
            </a:prstGeom>
            <a:solidFill>
              <a:srgbClr val="FFB3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Rectangle 13">
              <a:extLst>
                <a:ext uri="{FF2B5EF4-FFF2-40B4-BE49-F238E27FC236}">
                  <a16:creationId xmlns:a16="http://schemas.microsoft.com/office/drawing/2014/main" id="{AE1CAD70-4A31-E224-8481-B797DB87F72F}"/>
                </a:ext>
              </a:extLst>
            </p:cNvPr>
            <p:cNvSpPr>
              <a:spLocks noChangeArrowheads="1"/>
            </p:cNvSpPr>
            <p:nvPr/>
          </p:nvSpPr>
          <p:spPr bwMode="auto">
            <a:xfrm>
              <a:off x="2264"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262F"/>
                  </a:solidFill>
                  <a:effectLst/>
                  <a:latin typeface="Segoe UI Black" panose="020B0A02040204020203" pitchFamily="34" charset="0"/>
                </a:rPr>
                <a:t>A</a:t>
              </a:r>
              <a:endParaRPr kumimoji="0" lang="en-US" altLang="en-US" sz="1800" b="0" i="0" u="none" strike="noStrike" cap="none" normalizeH="0" baseline="0">
                <a:ln>
                  <a:noFill/>
                </a:ln>
                <a:solidFill>
                  <a:srgbClr val="73262F"/>
                </a:solidFill>
                <a:effectLst/>
                <a:latin typeface="Arial" panose="020B0604020202020204" pitchFamily="34" charset="0"/>
              </a:endParaRPr>
            </a:p>
          </p:txBody>
        </p:sp>
        <p:sp>
          <p:nvSpPr>
            <p:cNvPr id="269" name="Rectangle 14">
              <a:extLst>
                <a:ext uri="{FF2B5EF4-FFF2-40B4-BE49-F238E27FC236}">
                  <a16:creationId xmlns:a16="http://schemas.microsoft.com/office/drawing/2014/main" id="{50413BA8-271F-17E9-274D-A6681E4E35BE}"/>
                </a:ext>
              </a:extLst>
            </p:cNvPr>
            <p:cNvSpPr>
              <a:spLocks noChangeArrowheads="1"/>
            </p:cNvSpPr>
            <p:nvPr/>
          </p:nvSpPr>
          <p:spPr bwMode="auto">
            <a:xfrm>
              <a:off x="2329"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0" name="Rectangle 15">
              <a:extLst>
                <a:ext uri="{FF2B5EF4-FFF2-40B4-BE49-F238E27FC236}">
                  <a16:creationId xmlns:a16="http://schemas.microsoft.com/office/drawing/2014/main" id="{5E8A55D7-5C9F-19E4-44F8-0D5ED73A059E}"/>
                </a:ext>
              </a:extLst>
            </p:cNvPr>
            <p:cNvSpPr>
              <a:spLocks noChangeArrowheads="1"/>
            </p:cNvSpPr>
            <p:nvPr/>
          </p:nvSpPr>
          <p:spPr bwMode="auto">
            <a:xfrm>
              <a:off x="2264" y="1654"/>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FFB3BB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1" name="Rectangle 16">
              <a:extLst>
                <a:ext uri="{FF2B5EF4-FFF2-40B4-BE49-F238E27FC236}">
                  <a16:creationId xmlns:a16="http://schemas.microsoft.com/office/drawing/2014/main" id="{AB98BB47-C797-09CC-A9F3-51FE51653B12}"/>
                </a:ext>
              </a:extLst>
            </p:cNvPr>
            <p:cNvSpPr>
              <a:spLocks noChangeArrowheads="1"/>
            </p:cNvSpPr>
            <p:nvPr/>
          </p:nvSpPr>
          <p:spPr bwMode="auto">
            <a:xfrm>
              <a:off x="2255" y="2022"/>
              <a:ext cx="706" cy="13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Rectangle 17">
              <a:extLst>
                <a:ext uri="{FF2B5EF4-FFF2-40B4-BE49-F238E27FC236}">
                  <a16:creationId xmlns:a16="http://schemas.microsoft.com/office/drawing/2014/main" id="{C52F19C0-13E8-0692-788F-02A274A980BA}"/>
                </a:ext>
              </a:extLst>
            </p:cNvPr>
            <p:cNvSpPr>
              <a:spLocks noChangeArrowheads="1"/>
            </p:cNvSpPr>
            <p:nvPr/>
          </p:nvSpPr>
          <p:spPr bwMode="auto">
            <a:xfrm>
              <a:off x="2255" y="2022"/>
              <a:ext cx="706"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3" name="Rectangle 18">
              <a:extLst>
                <a:ext uri="{FF2B5EF4-FFF2-40B4-BE49-F238E27FC236}">
                  <a16:creationId xmlns:a16="http://schemas.microsoft.com/office/drawing/2014/main" id="{0EF8B30C-1FB6-7C73-44FC-2C39DF7549A8}"/>
                </a:ext>
              </a:extLst>
            </p:cNvPr>
            <p:cNvSpPr>
              <a:spLocks noChangeArrowheads="1"/>
            </p:cNvSpPr>
            <p:nvPr/>
          </p:nvSpPr>
          <p:spPr bwMode="auto">
            <a:xfrm>
              <a:off x="2264" y="2024"/>
              <a:ext cx="12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FFFFFF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4" name="Rectangle 50">
              <a:extLst>
                <a:ext uri="{FF2B5EF4-FFF2-40B4-BE49-F238E27FC236}">
                  <a16:creationId xmlns:a16="http://schemas.microsoft.com/office/drawing/2014/main" id="{D25297AC-6025-DA45-015A-AD5967168C02}"/>
                </a:ext>
              </a:extLst>
            </p:cNvPr>
            <p:cNvSpPr>
              <a:spLocks noChangeArrowheads="1"/>
            </p:cNvSpPr>
            <p:nvPr/>
          </p:nvSpPr>
          <p:spPr bwMode="auto">
            <a:xfrm>
              <a:off x="1533" y="1727"/>
              <a:ext cx="706" cy="135"/>
            </a:xfrm>
            <a:prstGeom prst="rect">
              <a:avLst/>
            </a:prstGeom>
            <a:solidFill>
              <a:srgbClr val="FF5C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Rectangle 51">
              <a:extLst>
                <a:ext uri="{FF2B5EF4-FFF2-40B4-BE49-F238E27FC236}">
                  <a16:creationId xmlns:a16="http://schemas.microsoft.com/office/drawing/2014/main" id="{D895CA29-DE29-0BF3-3158-751FF8EC37F0}"/>
                </a:ext>
              </a:extLst>
            </p:cNvPr>
            <p:cNvSpPr>
              <a:spLocks noChangeArrowheads="1"/>
            </p:cNvSpPr>
            <p:nvPr/>
          </p:nvSpPr>
          <p:spPr bwMode="auto">
            <a:xfrm>
              <a:off x="1542"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76" name="Rectangle 52">
              <a:extLst>
                <a:ext uri="{FF2B5EF4-FFF2-40B4-BE49-F238E27FC236}">
                  <a16:creationId xmlns:a16="http://schemas.microsoft.com/office/drawing/2014/main" id="{7EFCFC16-4A98-86AC-7619-A114CF099F7D}"/>
                </a:ext>
              </a:extLst>
            </p:cNvPr>
            <p:cNvSpPr>
              <a:spLocks noChangeArrowheads="1"/>
            </p:cNvSpPr>
            <p:nvPr/>
          </p:nvSpPr>
          <p:spPr bwMode="auto">
            <a:xfrm>
              <a:off x="1608" y="1722"/>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7" name="Rectangle 53">
              <a:extLst>
                <a:ext uri="{FF2B5EF4-FFF2-40B4-BE49-F238E27FC236}">
                  <a16:creationId xmlns:a16="http://schemas.microsoft.com/office/drawing/2014/main" id="{B9712463-FD5D-ABC4-36B0-C830E76330F6}"/>
                </a:ext>
              </a:extLst>
            </p:cNvPr>
            <p:cNvSpPr>
              <a:spLocks noChangeArrowheads="1"/>
            </p:cNvSpPr>
            <p:nvPr/>
          </p:nvSpPr>
          <p:spPr bwMode="auto">
            <a:xfrm>
              <a:off x="1542" y="1800"/>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FF5C39</a:t>
              </a:r>
              <a:endParaRPr kumimoji="0" lang="en-US" altLang="en-US" sz="1800" b="0" i="0" u="none" strike="noStrike" cap="none" normalizeH="0" baseline="0">
                <a:ln>
                  <a:noFill/>
                </a:ln>
                <a:effectLst/>
                <a:latin typeface="Arial" panose="020B0604020202020204" pitchFamily="34" charset="0"/>
              </a:endParaRPr>
            </a:p>
          </p:txBody>
        </p:sp>
        <p:sp>
          <p:nvSpPr>
            <p:cNvPr id="278" name="Rectangle 54">
              <a:extLst>
                <a:ext uri="{FF2B5EF4-FFF2-40B4-BE49-F238E27FC236}">
                  <a16:creationId xmlns:a16="http://schemas.microsoft.com/office/drawing/2014/main" id="{8ACAB4E1-6417-0C0C-9E12-B1E8EEA4613E}"/>
                </a:ext>
              </a:extLst>
            </p:cNvPr>
            <p:cNvSpPr>
              <a:spLocks noChangeArrowheads="1"/>
            </p:cNvSpPr>
            <p:nvPr/>
          </p:nvSpPr>
          <p:spPr bwMode="auto">
            <a:xfrm>
              <a:off x="1533" y="1871"/>
              <a:ext cx="706" cy="137"/>
            </a:xfrm>
            <a:prstGeom prst="rect">
              <a:avLst/>
            </a:prstGeom>
            <a:solidFill>
              <a:srgbClr val="73391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Rectangle 55">
              <a:extLst>
                <a:ext uri="{FF2B5EF4-FFF2-40B4-BE49-F238E27FC236}">
                  <a16:creationId xmlns:a16="http://schemas.microsoft.com/office/drawing/2014/main" id="{7E6BE592-BF8C-8CF1-0798-04DA17C036E6}"/>
                </a:ext>
              </a:extLst>
            </p:cNvPr>
            <p:cNvSpPr>
              <a:spLocks noChangeArrowheads="1"/>
            </p:cNvSpPr>
            <p:nvPr/>
          </p:nvSpPr>
          <p:spPr bwMode="auto">
            <a:xfrm>
              <a:off x="1542"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A38B"/>
                  </a:solidFill>
                  <a:effectLst/>
                  <a:latin typeface="Segoe UI Black" panose="020B0A02040204020203" pitchFamily="34" charset="0"/>
                </a:rPr>
                <a:t>A</a:t>
              </a:r>
              <a:endParaRPr kumimoji="0" lang="en-US" altLang="en-US" sz="1800" b="0" i="0" u="none" strike="noStrike" cap="none" normalizeH="0" baseline="0">
                <a:ln>
                  <a:noFill/>
                </a:ln>
                <a:solidFill>
                  <a:srgbClr val="FFA38B"/>
                </a:solidFill>
                <a:effectLst/>
                <a:latin typeface="Arial" panose="020B0604020202020204" pitchFamily="34" charset="0"/>
              </a:endParaRPr>
            </a:p>
          </p:txBody>
        </p:sp>
        <p:sp>
          <p:nvSpPr>
            <p:cNvPr id="280" name="Rectangle 56">
              <a:extLst>
                <a:ext uri="{FF2B5EF4-FFF2-40B4-BE49-F238E27FC236}">
                  <a16:creationId xmlns:a16="http://schemas.microsoft.com/office/drawing/2014/main" id="{F02A06DF-8715-F16B-5F10-11C5F2584525}"/>
                </a:ext>
              </a:extLst>
            </p:cNvPr>
            <p:cNvSpPr>
              <a:spLocks noChangeArrowheads="1"/>
            </p:cNvSpPr>
            <p:nvPr/>
          </p:nvSpPr>
          <p:spPr bwMode="auto">
            <a:xfrm>
              <a:off x="1608"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1" name="Rectangle 57">
              <a:extLst>
                <a:ext uri="{FF2B5EF4-FFF2-40B4-BE49-F238E27FC236}">
                  <a16:creationId xmlns:a16="http://schemas.microsoft.com/office/drawing/2014/main" id="{45F29D9D-6572-80B7-280A-53297335FBF7}"/>
                </a:ext>
              </a:extLst>
            </p:cNvPr>
            <p:cNvSpPr>
              <a:spLocks noChangeArrowheads="1"/>
            </p:cNvSpPr>
            <p:nvPr/>
          </p:nvSpPr>
          <p:spPr bwMode="auto">
            <a:xfrm>
              <a:off x="1542" y="1943"/>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73391D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2" name="Rectangle 58">
              <a:extLst>
                <a:ext uri="{FF2B5EF4-FFF2-40B4-BE49-F238E27FC236}">
                  <a16:creationId xmlns:a16="http://schemas.microsoft.com/office/drawing/2014/main" id="{013A62C5-A54C-C8BE-D34C-557861D50FBB}"/>
                </a:ext>
              </a:extLst>
            </p:cNvPr>
            <p:cNvSpPr>
              <a:spLocks noChangeArrowheads="1"/>
            </p:cNvSpPr>
            <p:nvPr/>
          </p:nvSpPr>
          <p:spPr bwMode="auto">
            <a:xfrm>
              <a:off x="1533" y="1582"/>
              <a:ext cx="706" cy="136"/>
            </a:xfrm>
            <a:prstGeom prst="rect">
              <a:avLst/>
            </a:prstGeom>
            <a:solidFill>
              <a:srgbClr val="FFA3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Rectangle 59">
              <a:extLst>
                <a:ext uri="{FF2B5EF4-FFF2-40B4-BE49-F238E27FC236}">
                  <a16:creationId xmlns:a16="http://schemas.microsoft.com/office/drawing/2014/main" id="{A3D38249-2B2F-44FE-8004-78F738A54143}"/>
                </a:ext>
              </a:extLst>
            </p:cNvPr>
            <p:cNvSpPr>
              <a:spLocks noChangeArrowheads="1"/>
            </p:cNvSpPr>
            <p:nvPr/>
          </p:nvSpPr>
          <p:spPr bwMode="auto">
            <a:xfrm>
              <a:off x="1542"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391D"/>
                  </a:solidFill>
                  <a:effectLst/>
                  <a:latin typeface="Segoe UI Black" panose="020B0A02040204020203" pitchFamily="34" charset="0"/>
                </a:rPr>
                <a:t>A</a:t>
              </a:r>
              <a:endParaRPr kumimoji="0" lang="en-US" altLang="en-US" sz="1800" b="0" i="0" u="none" strike="noStrike" cap="none" normalizeH="0" baseline="0">
                <a:ln>
                  <a:noFill/>
                </a:ln>
                <a:solidFill>
                  <a:srgbClr val="73391D"/>
                </a:solidFill>
                <a:effectLst/>
                <a:latin typeface="Arial" panose="020B0604020202020204" pitchFamily="34" charset="0"/>
              </a:endParaRPr>
            </a:p>
          </p:txBody>
        </p:sp>
        <p:sp>
          <p:nvSpPr>
            <p:cNvPr id="284" name="Rectangle 60">
              <a:extLst>
                <a:ext uri="{FF2B5EF4-FFF2-40B4-BE49-F238E27FC236}">
                  <a16:creationId xmlns:a16="http://schemas.microsoft.com/office/drawing/2014/main" id="{6356C9D6-F46C-5F18-CC06-57CEDB989050}"/>
                </a:ext>
              </a:extLst>
            </p:cNvPr>
            <p:cNvSpPr>
              <a:spLocks noChangeArrowheads="1"/>
            </p:cNvSpPr>
            <p:nvPr/>
          </p:nvSpPr>
          <p:spPr bwMode="auto">
            <a:xfrm>
              <a:off x="1608"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5" name="Rectangle 61">
              <a:extLst>
                <a:ext uri="{FF2B5EF4-FFF2-40B4-BE49-F238E27FC236}">
                  <a16:creationId xmlns:a16="http://schemas.microsoft.com/office/drawing/2014/main" id="{809C64CC-0B9B-063B-F7A5-63EE36FBDCCD}"/>
                </a:ext>
              </a:extLst>
            </p:cNvPr>
            <p:cNvSpPr>
              <a:spLocks noChangeArrowheads="1"/>
            </p:cNvSpPr>
            <p:nvPr/>
          </p:nvSpPr>
          <p:spPr bwMode="auto">
            <a:xfrm>
              <a:off x="1542" y="1654"/>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FFA38B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6" name="Rectangle 62">
              <a:extLst>
                <a:ext uri="{FF2B5EF4-FFF2-40B4-BE49-F238E27FC236}">
                  <a16:creationId xmlns:a16="http://schemas.microsoft.com/office/drawing/2014/main" id="{94AB9329-702D-4A1F-E5A5-C3B78F016261}"/>
                </a:ext>
              </a:extLst>
            </p:cNvPr>
            <p:cNvSpPr>
              <a:spLocks noChangeArrowheads="1"/>
            </p:cNvSpPr>
            <p:nvPr/>
          </p:nvSpPr>
          <p:spPr bwMode="auto">
            <a:xfrm>
              <a:off x="1533" y="2022"/>
              <a:ext cx="707" cy="136"/>
            </a:xfrm>
            <a:prstGeom prst="rect">
              <a:avLst/>
            </a:prstGeom>
            <a:solidFill>
              <a:srgbClr val="F4F3F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Rectangle 63">
              <a:extLst>
                <a:ext uri="{FF2B5EF4-FFF2-40B4-BE49-F238E27FC236}">
                  <a16:creationId xmlns:a16="http://schemas.microsoft.com/office/drawing/2014/main" id="{24EB0818-3B44-BF17-FF2B-E025C738466C}"/>
                </a:ext>
              </a:extLst>
            </p:cNvPr>
            <p:cNvSpPr>
              <a:spLocks noChangeArrowheads="1"/>
            </p:cNvSpPr>
            <p:nvPr/>
          </p:nvSpPr>
          <p:spPr bwMode="auto">
            <a:xfrm>
              <a:off x="1533" y="2022"/>
              <a:ext cx="70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8" name="Rectangle 64">
              <a:extLst>
                <a:ext uri="{FF2B5EF4-FFF2-40B4-BE49-F238E27FC236}">
                  <a16:creationId xmlns:a16="http://schemas.microsoft.com/office/drawing/2014/main" id="{8D3440B3-96D8-0B26-9877-7E62CD77370D}"/>
                </a:ext>
              </a:extLst>
            </p:cNvPr>
            <p:cNvSpPr>
              <a:spLocks noChangeArrowheads="1"/>
            </p:cNvSpPr>
            <p:nvPr/>
          </p:nvSpPr>
          <p:spPr bwMode="auto">
            <a:xfrm>
              <a:off x="1542" y="2024"/>
              <a:ext cx="127"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F4F3F5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9" name="Rectangle 65">
              <a:extLst>
                <a:ext uri="{FF2B5EF4-FFF2-40B4-BE49-F238E27FC236}">
                  <a16:creationId xmlns:a16="http://schemas.microsoft.com/office/drawing/2014/main" id="{64795BFF-26DD-4F9D-7E57-E8A3C163A079}"/>
                </a:ext>
              </a:extLst>
            </p:cNvPr>
            <p:cNvSpPr>
              <a:spLocks noChangeArrowheads="1"/>
            </p:cNvSpPr>
            <p:nvPr/>
          </p:nvSpPr>
          <p:spPr bwMode="auto">
            <a:xfrm>
              <a:off x="3698" y="1729"/>
              <a:ext cx="707" cy="135"/>
            </a:xfrm>
            <a:prstGeom prst="rect">
              <a:avLst/>
            </a:prstGeom>
            <a:solidFill>
              <a:srgbClr val="0078D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Rectangle 66">
              <a:extLst>
                <a:ext uri="{FF2B5EF4-FFF2-40B4-BE49-F238E27FC236}">
                  <a16:creationId xmlns:a16="http://schemas.microsoft.com/office/drawing/2014/main" id="{973E90C8-2FFF-2256-D29B-6A3ABBA35099}"/>
                </a:ext>
              </a:extLst>
            </p:cNvPr>
            <p:cNvSpPr>
              <a:spLocks noChangeArrowheads="1"/>
            </p:cNvSpPr>
            <p:nvPr/>
          </p:nvSpPr>
          <p:spPr bwMode="auto">
            <a:xfrm>
              <a:off x="3707"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1" name="Rectangle 67">
              <a:extLst>
                <a:ext uri="{FF2B5EF4-FFF2-40B4-BE49-F238E27FC236}">
                  <a16:creationId xmlns:a16="http://schemas.microsoft.com/office/drawing/2014/main" id="{F146B7CE-CBC5-956E-DA0D-244A26F54704}"/>
                </a:ext>
              </a:extLst>
            </p:cNvPr>
            <p:cNvSpPr>
              <a:spLocks noChangeArrowheads="1"/>
            </p:cNvSpPr>
            <p:nvPr/>
          </p:nvSpPr>
          <p:spPr bwMode="auto">
            <a:xfrm>
              <a:off x="3773"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2" name="Rectangle 68">
              <a:extLst>
                <a:ext uri="{FF2B5EF4-FFF2-40B4-BE49-F238E27FC236}">
                  <a16:creationId xmlns:a16="http://schemas.microsoft.com/office/drawing/2014/main" id="{841A3A9C-7ABE-216A-7AAA-FC8E018652B9}"/>
                </a:ext>
              </a:extLst>
            </p:cNvPr>
            <p:cNvSpPr>
              <a:spLocks noChangeArrowheads="1"/>
            </p:cNvSpPr>
            <p:nvPr/>
          </p:nvSpPr>
          <p:spPr bwMode="auto">
            <a:xfrm>
              <a:off x="3707" y="1801"/>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0078D4</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93" name="Rectangle 69">
              <a:extLst>
                <a:ext uri="{FF2B5EF4-FFF2-40B4-BE49-F238E27FC236}">
                  <a16:creationId xmlns:a16="http://schemas.microsoft.com/office/drawing/2014/main" id="{B67B7695-C3C0-34B4-72B1-C7E58FF3275A}"/>
                </a:ext>
              </a:extLst>
            </p:cNvPr>
            <p:cNvSpPr>
              <a:spLocks noChangeArrowheads="1"/>
            </p:cNvSpPr>
            <p:nvPr/>
          </p:nvSpPr>
          <p:spPr bwMode="auto">
            <a:xfrm>
              <a:off x="3698" y="1873"/>
              <a:ext cx="707" cy="136"/>
            </a:xfrm>
            <a:prstGeom prst="rect">
              <a:avLst/>
            </a:prstGeom>
            <a:solidFill>
              <a:srgbClr val="2A446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Rectangle 70">
              <a:extLst>
                <a:ext uri="{FF2B5EF4-FFF2-40B4-BE49-F238E27FC236}">
                  <a16:creationId xmlns:a16="http://schemas.microsoft.com/office/drawing/2014/main" id="{F3BB6A3B-AD16-5C6E-2848-CC82A261CE5A}"/>
                </a:ext>
              </a:extLst>
            </p:cNvPr>
            <p:cNvSpPr>
              <a:spLocks noChangeArrowheads="1"/>
            </p:cNvSpPr>
            <p:nvPr/>
          </p:nvSpPr>
          <p:spPr bwMode="auto">
            <a:xfrm>
              <a:off x="3707" y="1866"/>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8DC8E8"/>
                  </a:solidFill>
                  <a:effectLst/>
                  <a:latin typeface="Segoe UI Black" panose="020B0A02040204020203" pitchFamily="34" charset="0"/>
                </a:rPr>
                <a:t>A</a:t>
              </a:r>
              <a:endParaRPr kumimoji="0" lang="en-US" altLang="en-US" sz="1800" b="0" i="0" u="none" strike="noStrike" cap="none" normalizeH="0" baseline="0">
                <a:ln>
                  <a:noFill/>
                </a:ln>
                <a:solidFill>
                  <a:srgbClr val="8DC8E8"/>
                </a:solidFill>
                <a:effectLst/>
                <a:latin typeface="Arial" panose="020B0604020202020204" pitchFamily="34" charset="0"/>
              </a:endParaRPr>
            </a:p>
          </p:txBody>
        </p:sp>
        <p:sp>
          <p:nvSpPr>
            <p:cNvPr id="295" name="Rectangle 71">
              <a:extLst>
                <a:ext uri="{FF2B5EF4-FFF2-40B4-BE49-F238E27FC236}">
                  <a16:creationId xmlns:a16="http://schemas.microsoft.com/office/drawing/2014/main" id="{AF58A79C-F974-45C7-A85C-F40D9A65E853}"/>
                </a:ext>
              </a:extLst>
            </p:cNvPr>
            <p:cNvSpPr>
              <a:spLocks noChangeArrowheads="1"/>
            </p:cNvSpPr>
            <p:nvPr/>
          </p:nvSpPr>
          <p:spPr bwMode="auto">
            <a:xfrm>
              <a:off x="3773" y="1866"/>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6" name="Rectangle 72">
              <a:extLst>
                <a:ext uri="{FF2B5EF4-FFF2-40B4-BE49-F238E27FC236}">
                  <a16:creationId xmlns:a16="http://schemas.microsoft.com/office/drawing/2014/main" id="{9CAD9107-51BE-8F4A-FEBB-F3BD3DC96520}"/>
                </a:ext>
              </a:extLst>
            </p:cNvPr>
            <p:cNvSpPr>
              <a:spLocks noChangeArrowheads="1"/>
            </p:cNvSpPr>
            <p:nvPr/>
          </p:nvSpPr>
          <p:spPr bwMode="auto">
            <a:xfrm>
              <a:off x="3707" y="1944"/>
              <a:ext cx="135"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2A446F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7" name="Rectangle 73">
              <a:extLst>
                <a:ext uri="{FF2B5EF4-FFF2-40B4-BE49-F238E27FC236}">
                  <a16:creationId xmlns:a16="http://schemas.microsoft.com/office/drawing/2014/main" id="{F0CA8CB9-EFF0-9A10-BBC0-A9A36D6E6ADF}"/>
                </a:ext>
              </a:extLst>
            </p:cNvPr>
            <p:cNvSpPr>
              <a:spLocks noChangeArrowheads="1"/>
            </p:cNvSpPr>
            <p:nvPr/>
          </p:nvSpPr>
          <p:spPr bwMode="auto">
            <a:xfrm>
              <a:off x="3698" y="1583"/>
              <a:ext cx="707" cy="137"/>
            </a:xfrm>
            <a:prstGeom prst="rect">
              <a:avLst/>
            </a:prstGeom>
            <a:solidFill>
              <a:srgbClr val="8DC8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Rectangle 74">
              <a:extLst>
                <a:ext uri="{FF2B5EF4-FFF2-40B4-BE49-F238E27FC236}">
                  <a16:creationId xmlns:a16="http://schemas.microsoft.com/office/drawing/2014/main" id="{CF1A989F-9EAE-5BC1-AD31-5728CD61EE81}"/>
                </a:ext>
              </a:extLst>
            </p:cNvPr>
            <p:cNvSpPr>
              <a:spLocks noChangeArrowheads="1"/>
            </p:cNvSpPr>
            <p:nvPr/>
          </p:nvSpPr>
          <p:spPr bwMode="auto">
            <a:xfrm>
              <a:off x="3707" y="1578"/>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2A446F"/>
                  </a:solidFill>
                  <a:effectLst/>
                  <a:latin typeface="Segoe UI Black" panose="020B0A02040204020203" pitchFamily="34" charset="0"/>
                </a:rPr>
                <a:t>A</a:t>
              </a:r>
              <a:endParaRPr kumimoji="0" lang="en-US" altLang="en-US" sz="1800" b="0" i="0" u="none" strike="noStrike" cap="none" normalizeH="0" baseline="0">
                <a:ln>
                  <a:noFill/>
                </a:ln>
                <a:solidFill>
                  <a:srgbClr val="2A446F"/>
                </a:solidFill>
                <a:effectLst/>
                <a:latin typeface="Arial" panose="020B0604020202020204" pitchFamily="34" charset="0"/>
              </a:endParaRPr>
            </a:p>
          </p:txBody>
        </p:sp>
        <p:sp>
          <p:nvSpPr>
            <p:cNvPr id="299" name="Rectangle 75">
              <a:extLst>
                <a:ext uri="{FF2B5EF4-FFF2-40B4-BE49-F238E27FC236}">
                  <a16:creationId xmlns:a16="http://schemas.microsoft.com/office/drawing/2014/main" id="{957953AB-E9C6-D080-ADB2-1F206404C0B7}"/>
                </a:ext>
              </a:extLst>
            </p:cNvPr>
            <p:cNvSpPr>
              <a:spLocks noChangeArrowheads="1"/>
            </p:cNvSpPr>
            <p:nvPr/>
          </p:nvSpPr>
          <p:spPr bwMode="auto">
            <a:xfrm>
              <a:off x="3773" y="1578"/>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0" name="Rectangle 76">
              <a:extLst>
                <a:ext uri="{FF2B5EF4-FFF2-40B4-BE49-F238E27FC236}">
                  <a16:creationId xmlns:a16="http://schemas.microsoft.com/office/drawing/2014/main" id="{D3F9BD24-BF97-98DF-7799-FF5527E1F0E4}"/>
                </a:ext>
              </a:extLst>
            </p:cNvPr>
            <p:cNvSpPr>
              <a:spLocks noChangeArrowheads="1"/>
            </p:cNvSpPr>
            <p:nvPr/>
          </p:nvSpPr>
          <p:spPr bwMode="auto">
            <a:xfrm>
              <a:off x="3707" y="1655"/>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8DC8E8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1" name="Rectangle 80">
              <a:extLst>
                <a:ext uri="{FF2B5EF4-FFF2-40B4-BE49-F238E27FC236}">
                  <a16:creationId xmlns:a16="http://schemas.microsoft.com/office/drawing/2014/main" id="{D9F904A4-74AE-C098-E989-4C11A3671B63}"/>
                </a:ext>
              </a:extLst>
            </p:cNvPr>
            <p:cNvSpPr>
              <a:spLocks noChangeArrowheads="1"/>
            </p:cNvSpPr>
            <p:nvPr/>
          </p:nvSpPr>
          <p:spPr bwMode="auto">
            <a:xfrm>
              <a:off x="2981" y="1438"/>
              <a:ext cx="1423" cy="135"/>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Rectangle 81">
              <a:extLst>
                <a:ext uri="{FF2B5EF4-FFF2-40B4-BE49-F238E27FC236}">
                  <a16:creationId xmlns:a16="http://schemas.microsoft.com/office/drawing/2014/main" id="{86561027-5502-5CBF-CC1E-E9283F7A3EA8}"/>
                </a:ext>
              </a:extLst>
            </p:cNvPr>
            <p:cNvSpPr>
              <a:spLocks noChangeArrowheads="1"/>
            </p:cNvSpPr>
            <p:nvPr/>
          </p:nvSpPr>
          <p:spPr bwMode="auto">
            <a:xfrm>
              <a:off x="2977" y="1437"/>
              <a:ext cx="1427"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82">
              <a:extLst>
                <a:ext uri="{FF2B5EF4-FFF2-40B4-BE49-F238E27FC236}">
                  <a16:creationId xmlns:a16="http://schemas.microsoft.com/office/drawing/2014/main" id="{815862B1-E237-764F-DF2A-70DEC4B6F67A}"/>
                </a:ext>
              </a:extLst>
            </p:cNvPr>
            <p:cNvSpPr>
              <a:spLocks noEditPoints="1"/>
            </p:cNvSpPr>
            <p:nvPr/>
          </p:nvSpPr>
          <p:spPr bwMode="auto">
            <a:xfrm>
              <a:off x="2978" y="1437"/>
              <a:ext cx="1427" cy="136"/>
            </a:xfrm>
            <a:custGeom>
              <a:avLst/>
              <a:gdLst>
                <a:gd name="T0" fmla="*/ 0 w 15200"/>
                <a:gd name="T1" fmla="*/ 4 h 960"/>
                <a:gd name="T2" fmla="*/ 4 w 15200"/>
                <a:gd name="T3" fmla="*/ 0 h 960"/>
                <a:gd name="T4" fmla="*/ 15196 w 15200"/>
                <a:gd name="T5" fmla="*/ 0 h 960"/>
                <a:gd name="T6" fmla="*/ 15200 w 15200"/>
                <a:gd name="T7" fmla="*/ 4 h 960"/>
                <a:gd name="T8" fmla="*/ 15200 w 15200"/>
                <a:gd name="T9" fmla="*/ 956 h 960"/>
                <a:gd name="T10" fmla="*/ 15196 w 15200"/>
                <a:gd name="T11" fmla="*/ 960 h 960"/>
                <a:gd name="T12" fmla="*/ 4 w 15200"/>
                <a:gd name="T13" fmla="*/ 960 h 960"/>
                <a:gd name="T14" fmla="*/ 0 w 15200"/>
                <a:gd name="T15" fmla="*/ 956 h 960"/>
                <a:gd name="T16" fmla="*/ 0 w 15200"/>
                <a:gd name="T17" fmla="*/ 4 h 960"/>
                <a:gd name="T18" fmla="*/ 8 w 15200"/>
                <a:gd name="T19" fmla="*/ 956 h 960"/>
                <a:gd name="T20" fmla="*/ 4 w 15200"/>
                <a:gd name="T21" fmla="*/ 952 h 960"/>
                <a:gd name="T22" fmla="*/ 15196 w 15200"/>
                <a:gd name="T23" fmla="*/ 952 h 960"/>
                <a:gd name="T24" fmla="*/ 15192 w 15200"/>
                <a:gd name="T25" fmla="*/ 956 h 960"/>
                <a:gd name="T26" fmla="*/ 15192 w 15200"/>
                <a:gd name="T27" fmla="*/ 4 h 960"/>
                <a:gd name="T28" fmla="*/ 15196 w 15200"/>
                <a:gd name="T29" fmla="*/ 8 h 960"/>
                <a:gd name="T30" fmla="*/ 4 w 15200"/>
                <a:gd name="T31" fmla="*/ 8 h 960"/>
                <a:gd name="T32" fmla="*/ 8 w 15200"/>
                <a:gd name="T33" fmla="*/ 4 h 960"/>
                <a:gd name="T34" fmla="*/ 8 w 15200"/>
                <a:gd name="T35" fmla="*/ 956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0" h="960">
                  <a:moveTo>
                    <a:pt x="0" y="4"/>
                  </a:moveTo>
                  <a:cubicBezTo>
                    <a:pt x="0" y="2"/>
                    <a:pt x="2" y="0"/>
                    <a:pt x="4" y="0"/>
                  </a:cubicBezTo>
                  <a:lnTo>
                    <a:pt x="15196" y="0"/>
                  </a:lnTo>
                  <a:cubicBezTo>
                    <a:pt x="15199" y="0"/>
                    <a:pt x="15200" y="2"/>
                    <a:pt x="15200" y="4"/>
                  </a:cubicBezTo>
                  <a:lnTo>
                    <a:pt x="15200" y="956"/>
                  </a:lnTo>
                  <a:cubicBezTo>
                    <a:pt x="15200" y="959"/>
                    <a:pt x="15199" y="960"/>
                    <a:pt x="15196" y="960"/>
                  </a:cubicBezTo>
                  <a:lnTo>
                    <a:pt x="4" y="960"/>
                  </a:lnTo>
                  <a:cubicBezTo>
                    <a:pt x="2" y="960"/>
                    <a:pt x="0" y="959"/>
                    <a:pt x="0" y="956"/>
                  </a:cubicBezTo>
                  <a:lnTo>
                    <a:pt x="0" y="4"/>
                  </a:lnTo>
                  <a:close/>
                  <a:moveTo>
                    <a:pt x="8" y="956"/>
                  </a:moveTo>
                  <a:lnTo>
                    <a:pt x="4" y="952"/>
                  </a:lnTo>
                  <a:lnTo>
                    <a:pt x="15196" y="952"/>
                  </a:lnTo>
                  <a:lnTo>
                    <a:pt x="15192" y="956"/>
                  </a:lnTo>
                  <a:lnTo>
                    <a:pt x="15192" y="4"/>
                  </a:lnTo>
                  <a:lnTo>
                    <a:pt x="15196" y="8"/>
                  </a:lnTo>
                  <a:lnTo>
                    <a:pt x="4" y="8"/>
                  </a:lnTo>
                  <a:lnTo>
                    <a:pt x="8" y="4"/>
                  </a:lnTo>
                  <a:lnTo>
                    <a:pt x="8" y="956"/>
                  </a:lnTo>
                  <a:close/>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Rectangle 83">
              <a:extLst>
                <a:ext uri="{FF2B5EF4-FFF2-40B4-BE49-F238E27FC236}">
                  <a16:creationId xmlns:a16="http://schemas.microsoft.com/office/drawing/2014/main" id="{F8634574-E07B-D28B-BCBE-E63D6F2B0F02}"/>
                </a:ext>
              </a:extLst>
            </p:cNvPr>
            <p:cNvSpPr>
              <a:spLocks noChangeArrowheads="1"/>
            </p:cNvSpPr>
            <p:nvPr/>
          </p:nvSpPr>
          <p:spPr bwMode="auto">
            <a:xfrm>
              <a:off x="2978" y="1437"/>
              <a:ext cx="1426"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Rectangle 84">
              <a:extLst>
                <a:ext uri="{FF2B5EF4-FFF2-40B4-BE49-F238E27FC236}">
                  <a16:creationId xmlns:a16="http://schemas.microsoft.com/office/drawing/2014/main" id="{12699538-90CB-E2BB-A02E-9CAD1104357C}"/>
                </a:ext>
              </a:extLst>
            </p:cNvPr>
            <p:cNvSpPr>
              <a:spLocks noChangeArrowheads="1"/>
            </p:cNvSpPr>
            <p:nvPr/>
          </p:nvSpPr>
          <p:spPr bwMode="auto">
            <a:xfrm>
              <a:off x="2989" y="1440"/>
              <a:ext cx="314"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FFFFFF"/>
                  </a:solidFill>
                  <a:effectLst/>
                  <a:latin typeface="Segoe UI" panose="020B0502040204020203" pitchFamily="34" charset="0"/>
                </a:rPr>
                <a:t>Blue Black</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6" name="Rectangle 85">
              <a:extLst>
                <a:ext uri="{FF2B5EF4-FFF2-40B4-BE49-F238E27FC236}">
                  <a16:creationId xmlns:a16="http://schemas.microsoft.com/office/drawing/2014/main" id="{6FAB69FC-8CE4-AC4F-FDDF-81B46D7C1E11}"/>
                </a:ext>
              </a:extLst>
            </p:cNvPr>
            <p:cNvSpPr>
              <a:spLocks noChangeArrowheads="1"/>
            </p:cNvSpPr>
            <p:nvPr/>
          </p:nvSpPr>
          <p:spPr bwMode="auto">
            <a:xfrm>
              <a:off x="2989" y="1508"/>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091F2C</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7" name="Rectangle 86">
              <a:extLst>
                <a:ext uri="{FF2B5EF4-FFF2-40B4-BE49-F238E27FC236}">
                  <a16:creationId xmlns:a16="http://schemas.microsoft.com/office/drawing/2014/main" id="{0B6C3A35-3676-F821-8B84-E8FCD2D7AEB0}"/>
                </a:ext>
              </a:extLst>
            </p:cNvPr>
            <p:cNvSpPr>
              <a:spLocks noChangeArrowheads="1"/>
            </p:cNvSpPr>
            <p:nvPr/>
          </p:nvSpPr>
          <p:spPr bwMode="auto">
            <a:xfrm>
              <a:off x="2977" y="1730"/>
              <a:ext cx="706" cy="136"/>
            </a:xfrm>
            <a:prstGeom prst="rect">
              <a:avLst/>
            </a:prstGeom>
            <a:solidFill>
              <a:srgbClr val="C73E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Rectangle 87">
              <a:extLst>
                <a:ext uri="{FF2B5EF4-FFF2-40B4-BE49-F238E27FC236}">
                  <a16:creationId xmlns:a16="http://schemas.microsoft.com/office/drawing/2014/main" id="{E31C635C-F918-E83E-41BB-6A05312AF804}"/>
                </a:ext>
              </a:extLst>
            </p:cNvPr>
            <p:cNvSpPr>
              <a:spLocks noChangeArrowheads="1"/>
            </p:cNvSpPr>
            <p:nvPr/>
          </p:nvSpPr>
          <p:spPr bwMode="auto">
            <a:xfrm>
              <a:off x="2985"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9" name="Rectangle 88">
              <a:extLst>
                <a:ext uri="{FF2B5EF4-FFF2-40B4-BE49-F238E27FC236}">
                  <a16:creationId xmlns:a16="http://schemas.microsoft.com/office/drawing/2014/main" id="{C72C7396-887D-00AF-02FC-A8E598F00631}"/>
                </a:ext>
              </a:extLst>
            </p:cNvPr>
            <p:cNvSpPr>
              <a:spLocks noChangeArrowheads="1"/>
            </p:cNvSpPr>
            <p:nvPr/>
          </p:nvSpPr>
          <p:spPr bwMode="auto">
            <a:xfrm>
              <a:off x="2985" y="1803"/>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C73ECC</a:t>
              </a:r>
              <a:endParaRPr kumimoji="0" lang="en-US" altLang="en-US" sz="1800" b="0" i="0" u="none" strike="noStrike" cap="none" normalizeH="0" baseline="0">
                <a:ln>
                  <a:noFill/>
                </a:ln>
                <a:effectLst/>
                <a:latin typeface="Arial" panose="020B0604020202020204" pitchFamily="34" charset="0"/>
              </a:endParaRPr>
            </a:p>
          </p:txBody>
        </p:sp>
        <p:sp>
          <p:nvSpPr>
            <p:cNvPr id="310" name="Rectangle 89">
              <a:extLst>
                <a:ext uri="{FF2B5EF4-FFF2-40B4-BE49-F238E27FC236}">
                  <a16:creationId xmlns:a16="http://schemas.microsoft.com/office/drawing/2014/main" id="{D30DD6FD-51EB-19EC-8510-E1C9AF53735B}"/>
                </a:ext>
              </a:extLst>
            </p:cNvPr>
            <p:cNvSpPr>
              <a:spLocks noChangeArrowheads="1"/>
            </p:cNvSpPr>
            <p:nvPr/>
          </p:nvSpPr>
          <p:spPr bwMode="auto">
            <a:xfrm>
              <a:off x="2977" y="1875"/>
              <a:ext cx="706" cy="135"/>
            </a:xfrm>
            <a:prstGeom prst="rect">
              <a:avLst/>
            </a:prstGeom>
            <a:solidFill>
              <a:srgbClr val="7025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Rectangle 90">
              <a:extLst>
                <a:ext uri="{FF2B5EF4-FFF2-40B4-BE49-F238E27FC236}">
                  <a16:creationId xmlns:a16="http://schemas.microsoft.com/office/drawing/2014/main" id="{FA8D36D1-67FD-B784-519E-C36BEA31B3C5}"/>
                </a:ext>
              </a:extLst>
            </p:cNvPr>
            <p:cNvSpPr>
              <a:spLocks noChangeArrowheads="1"/>
            </p:cNvSpPr>
            <p:nvPr/>
          </p:nvSpPr>
          <p:spPr bwMode="auto">
            <a:xfrm>
              <a:off x="2985" y="1869"/>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CD9BCF"/>
                  </a:solidFill>
                  <a:effectLst/>
                  <a:latin typeface="Segoe UI Black" panose="020B0A02040204020203" pitchFamily="34" charset="0"/>
                </a:rPr>
                <a:t>A</a:t>
              </a:r>
              <a:endParaRPr kumimoji="0" lang="en-US" altLang="en-US" sz="1800" b="0" i="0" u="none" strike="noStrike" cap="none" normalizeH="0" baseline="0">
                <a:ln>
                  <a:noFill/>
                </a:ln>
                <a:solidFill>
                  <a:srgbClr val="CD9BCF"/>
                </a:solidFill>
                <a:effectLst/>
                <a:latin typeface="Arial" panose="020B0604020202020204" pitchFamily="34" charset="0"/>
              </a:endParaRPr>
            </a:p>
          </p:txBody>
        </p:sp>
        <p:sp>
          <p:nvSpPr>
            <p:cNvPr id="312" name="Rectangle 91">
              <a:extLst>
                <a:ext uri="{FF2B5EF4-FFF2-40B4-BE49-F238E27FC236}">
                  <a16:creationId xmlns:a16="http://schemas.microsoft.com/office/drawing/2014/main" id="{A2790CC1-ECD3-C2AA-C63A-83B06BB562FD}"/>
                </a:ext>
              </a:extLst>
            </p:cNvPr>
            <p:cNvSpPr>
              <a:spLocks noChangeArrowheads="1"/>
            </p:cNvSpPr>
            <p:nvPr/>
          </p:nvSpPr>
          <p:spPr bwMode="auto">
            <a:xfrm>
              <a:off x="3051" y="1869"/>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3" name="Rectangle 92">
              <a:extLst>
                <a:ext uri="{FF2B5EF4-FFF2-40B4-BE49-F238E27FC236}">
                  <a16:creationId xmlns:a16="http://schemas.microsoft.com/office/drawing/2014/main" id="{C2F74C0D-75FA-B70A-ED71-3CFA807964B4}"/>
                </a:ext>
              </a:extLst>
            </p:cNvPr>
            <p:cNvSpPr>
              <a:spLocks noChangeArrowheads="1"/>
            </p:cNvSpPr>
            <p:nvPr/>
          </p:nvSpPr>
          <p:spPr bwMode="auto">
            <a:xfrm>
              <a:off x="2985" y="1946"/>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702573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4" name="Rectangle 93">
              <a:extLst>
                <a:ext uri="{FF2B5EF4-FFF2-40B4-BE49-F238E27FC236}">
                  <a16:creationId xmlns:a16="http://schemas.microsoft.com/office/drawing/2014/main" id="{4B629030-A380-3E24-758E-F1D167C23086}"/>
                </a:ext>
              </a:extLst>
            </p:cNvPr>
            <p:cNvSpPr>
              <a:spLocks noChangeArrowheads="1"/>
            </p:cNvSpPr>
            <p:nvPr/>
          </p:nvSpPr>
          <p:spPr bwMode="auto">
            <a:xfrm>
              <a:off x="2977" y="1586"/>
              <a:ext cx="706" cy="135"/>
            </a:xfrm>
            <a:prstGeom prst="rect">
              <a:avLst/>
            </a:prstGeom>
            <a:solidFill>
              <a:srgbClr val="CD9B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Rectangle 94">
              <a:extLst>
                <a:ext uri="{FF2B5EF4-FFF2-40B4-BE49-F238E27FC236}">
                  <a16:creationId xmlns:a16="http://schemas.microsoft.com/office/drawing/2014/main" id="{6D81EE59-1E06-6AAB-A8EE-80D567AE752D}"/>
                </a:ext>
              </a:extLst>
            </p:cNvPr>
            <p:cNvSpPr>
              <a:spLocks noChangeArrowheads="1"/>
            </p:cNvSpPr>
            <p:nvPr/>
          </p:nvSpPr>
          <p:spPr bwMode="auto">
            <a:xfrm>
              <a:off x="2985" y="1580"/>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02573"/>
                  </a:solidFill>
                  <a:effectLst/>
                  <a:latin typeface="Segoe UI Black" panose="020B0A02040204020203" pitchFamily="34" charset="0"/>
                </a:rPr>
                <a:t>A</a:t>
              </a:r>
              <a:endParaRPr kumimoji="0" lang="en-US" altLang="en-US" sz="1800" b="0" i="0" u="none" strike="noStrike" cap="none" normalizeH="0" baseline="0">
                <a:ln>
                  <a:noFill/>
                </a:ln>
                <a:solidFill>
                  <a:srgbClr val="702573"/>
                </a:solidFill>
                <a:effectLst/>
                <a:latin typeface="Arial" panose="020B0604020202020204" pitchFamily="34" charset="0"/>
              </a:endParaRPr>
            </a:p>
          </p:txBody>
        </p:sp>
        <p:sp>
          <p:nvSpPr>
            <p:cNvPr id="316" name="Rectangle 95">
              <a:extLst>
                <a:ext uri="{FF2B5EF4-FFF2-40B4-BE49-F238E27FC236}">
                  <a16:creationId xmlns:a16="http://schemas.microsoft.com/office/drawing/2014/main" id="{6AD9F2DD-3CC6-E096-A24F-323DA0D326AD}"/>
                </a:ext>
              </a:extLst>
            </p:cNvPr>
            <p:cNvSpPr>
              <a:spLocks noChangeArrowheads="1"/>
            </p:cNvSpPr>
            <p:nvPr/>
          </p:nvSpPr>
          <p:spPr bwMode="auto">
            <a:xfrm>
              <a:off x="3051" y="1580"/>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7" name="Rectangle 96">
              <a:extLst>
                <a:ext uri="{FF2B5EF4-FFF2-40B4-BE49-F238E27FC236}">
                  <a16:creationId xmlns:a16="http://schemas.microsoft.com/office/drawing/2014/main" id="{AFB34C5D-AB21-1047-2C41-96AAFC6CF230}"/>
                </a:ext>
              </a:extLst>
            </p:cNvPr>
            <p:cNvSpPr>
              <a:spLocks noChangeArrowheads="1"/>
            </p:cNvSpPr>
            <p:nvPr/>
          </p:nvSpPr>
          <p:spPr bwMode="auto">
            <a:xfrm>
              <a:off x="2985" y="1658"/>
              <a:ext cx="14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CD9BCF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8" name="Rectangle 97">
              <a:extLst>
                <a:ext uri="{FF2B5EF4-FFF2-40B4-BE49-F238E27FC236}">
                  <a16:creationId xmlns:a16="http://schemas.microsoft.com/office/drawing/2014/main" id="{577AD0A0-7F00-AA4F-1B1B-61CFE55F937D}"/>
                </a:ext>
              </a:extLst>
            </p:cNvPr>
            <p:cNvSpPr>
              <a:spLocks noChangeArrowheads="1"/>
            </p:cNvSpPr>
            <p:nvPr/>
          </p:nvSpPr>
          <p:spPr bwMode="auto">
            <a:xfrm>
              <a:off x="2976" y="2023"/>
              <a:ext cx="1428" cy="13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Rectangle 98">
              <a:extLst>
                <a:ext uri="{FF2B5EF4-FFF2-40B4-BE49-F238E27FC236}">
                  <a16:creationId xmlns:a16="http://schemas.microsoft.com/office/drawing/2014/main" id="{AEE8AF68-7485-0DA2-1E8F-EA9EFEEF18D2}"/>
                </a:ext>
              </a:extLst>
            </p:cNvPr>
            <p:cNvSpPr>
              <a:spLocks noChangeArrowheads="1"/>
            </p:cNvSpPr>
            <p:nvPr/>
          </p:nvSpPr>
          <p:spPr bwMode="auto">
            <a:xfrm>
              <a:off x="2977" y="2024"/>
              <a:ext cx="142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0" name="Rectangle 99">
              <a:extLst>
                <a:ext uri="{FF2B5EF4-FFF2-40B4-BE49-F238E27FC236}">
                  <a16:creationId xmlns:a16="http://schemas.microsoft.com/office/drawing/2014/main" id="{00A4FA1A-2972-8EFD-C7DB-916888D02231}"/>
                </a:ext>
              </a:extLst>
            </p:cNvPr>
            <p:cNvSpPr>
              <a:spLocks noChangeArrowheads="1"/>
            </p:cNvSpPr>
            <p:nvPr/>
          </p:nvSpPr>
          <p:spPr bwMode="auto">
            <a:xfrm>
              <a:off x="2985" y="2028"/>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000000</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321" name="Rectangle 100">
              <a:extLst>
                <a:ext uri="{FF2B5EF4-FFF2-40B4-BE49-F238E27FC236}">
                  <a16:creationId xmlns:a16="http://schemas.microsoft.com/office/drawing/2014/main" id="{E02AE344-8FCD-07A4-1035-21E5745797EA}"/>
                </a:ext>
              </a:extLst>
            </p:cNvPr>
            <p:cNvSpPr>
              <a:spLocks noChangeArrowheads="1"/>
            </p:cNvSpPr>
            <p:nvPr/>
          </p:nvSpPr>
          <p:spPr bwMode="auto">
            <a:xfrm>
              <a:off x="1532" y="1439"/>
              <a:ext cx="1430" cy="136"/>
            </a:xfrm>
            <a:prstGeom prst="rect">
              <a:avLst/>
            </a:prstGeom>
            <a:solidFill>
              <a:srgbClr val="E8E6D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Rectangle 101">
              <a:extLst>
                <a:ext uri="{FF2B5EF4-FFF2-40B4-BE49-F238E27FC236}">
                  <a16:creationId xmlns:a16="http://schemas.microsoft.com/office/drawing/2014/main" id="{A8F0A57D-3D77-F52A-CEE5-C300AC719E97}"/>
                </a:ext>
              </a:extLst>
            </p:cNvPr>
            <p:cNvSpPr>
              <a:spLocks noChangeArrowheads="1"/>
            </p:cNvSpPr>
            <p:nvPr/>
          </p:nvSpPr>
          <p:spPr bwMode="auto">
            <a:xfrm>
              <a:off x="1532" y="1439"/>
              <a:ext cx="1429"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3" name="Rectangle 102">
              <a:extLst>
                <a:ext uri="{FF2B5EF4-FFF2-40B4-BE49-F238E27FC236}">
                  <a16:creationId xmlns:a16="http://schemas.microsoft.com/office/drawing/2014/main" id="{34755F26-EC65-BC3C-F00F-5952873E93B5}"/>
                </a:ext>
              </a:extLst>
            </p:cNvPr>
            <p:cNvSpPr>
              <a:spLocks noChangeArrowheads="1"/>
            </p:cNvSpPr>
            <p:nvPr/>
          </p:nvSpPr>
          <p:spPr bwMode="auto">
            <a:xfrm>
              <a:off x="1541" y="1435"/>
              <a:ext cx="3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1A1A1A"/>
                  </a:solidFill>
                  <a:effectLst/>
                  <a:latin typeface="Segoe UI" panose="020B0502040204020203" pitchFamily="34" charset="0"/>
                </a:rPr>
                <a:t>Neutral Gray</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4" name="Rectangle 103">
              <a:extLst>
                <a:ext uri="{FF2B5EF4-FFF2-40B4-BE49-F238E27FC236}">
                  <a16:creationId xmlns:a16="http://schemas.microsoft.com/office/drawing/2014/main" id="{B81AAAC1-86AE-E75F-941C-AB9A2CF58E0B}"/>
                </a:ext>
              </a:extLst>
            </p:cNvPr>
            <p:cNvSpPr>
              <a:spLocks noChangeArrowheads="1"/>
            </p:cNvSpPr>
            <p:nvPr/>
          </p:nvSpPr>
          <p:spPr bwMode="auto">
            <a:xfrm>
              <a:off x="1541" y="1502"/>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E8E6DF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5" name="Rectangle 14">
              <a:extLst>
                <a:ext uri="{FF2B5EF4-FFF2-40B4-BE49-F238E27FC236}">
                  <a16:creationId xmlns:a16="http://schemas.microsoft.com/office/drawing/2014/main" id="{EB0437A5-6694-879B-F94E-9FA34DFD9D2C}"/>
                </a:ext>
              </a:extLst>
            </p:cNvPr>
            <p:cNvSpPr>
              <a:spLocks noChangeArrowheads="1"/>
            </p:cNvSpPr>
            <p:nvPr/>
          </p:nvSpPr>
          <p:spPr bwMode="auto">
            <a:xfrm>
              <a:off x="2329" y="1724"/>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6" name="Rectangle 95">
              <a:extLst>
                <a:ext uri="{FF2B5EF4-FFF2-40B4-BE49-F238E27FC236}">
                  <a16:creationId xmlns:a16="http://schemas.microsoft.com/office/drawing/2014/main" id="{7CF198F9-1D72-F8CC-3A2E-9B2DAE529DAF}"/>
                </a:ext>
              </a:extLst>
            </p:cNvPr>
            <p:cNvSpPr>
              <a:spLocks noChangeArrowheads="1"/>
            </p:cNvSpPr>
            <p:nvPr/>
          </p:nvSpPr>
          <p:spPr bwMode="auto">
            <a:xfrm>
              <a:off x="3051"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3516608941"/>
      </p:ext>
    </p:extLst>
  </p:cSld>
  <p:clrMap bg1="lt1" tx1="dk1" bg2="lt2" tx2="dk2" accent1="accent1" accent2="accent2" accent3="accent3" accent4="accent4" accent5="accent5" accent6="accent6" hlink="hlink" folHlink="folHlink"/>
  <p:sldLayoutIdLst>
    <p:sldLayoutId id="2147486283" r:id="rId1"/>
    <p:sldLayoutId id="2147486284" r:id="rId2"/>
    <p:sldLayoutId id="2147486285" r:id="rId3"/>
    <p:sldLayoutId id="2147486286" r:id="rId4"/>
    <p:sldLayoutId id="2147486287" r:id="rId5"/>
    <p:sldLayoutId id="2147486288" r:id="rId6"/>
    <p:sldLayoutId id="2147486289" r:id="rId7"/>
    <p:sldLayoutId id="2147486290" r:id="rId8"/>
    <p:sldLayoutId id="2147486291" r:id="rId9"/>
    <p:sldLayoutId id="2147486292" r:id="rId10"/>
    <p:sldLayoutId id="2147486293" r:id="rId11"/>
    <p:sldLayoutId id="2147486294" r:id="rId12"/>
    <p:sldLayoutId id="2147486295" r:id="rId13"/>
    <p:sldLayoutId id="2147486296" r:id="rId14"/>
    <p:sldLayoutId id="2147486297" r:id="rId15"/>
    <p:sldLayoutId id="2147486298" r:id="rId16"/>
    <p:sldLayoutId id="2147486299" r:id="rId17"/>
    <p:sldLayoutId id="2147486300" r:id="rId18"/>
    <p:sldLayoutId id="2147486301" r:id="rId19"/>
    <p:sldLayoutId id="2147486302" r:id="rId20"/>
    <p:sldLayoutId id="2147486303" r:id="rId21"/>
    <p:sldLayoutId id="2147486304" r:id="rId22"/>
    <p:sldLayoutId id="2147486305" r:id="rId23"/>
    <p:sldLayoutId id="2147486306" r:id="rId24"/>
    <p:sldLayoutId id="2147486307" r:id="rId25"/>
    <p:sldLayoutId id="2147486308" r:id="rId26"/>
    <p:sldLayoutId id="2147486309" r:id="rId27"/>
    <p:sldLayoutId id="2147486310" r:id="rId28"/>
    <p:sldLayoutId id="2147486311" r:id="rId29"/>
    <p:sldLayoutId id="2147486312" r:id="rId30"/>
    <p:sldLayoutId id="2147486313" r:id="rId31"/>
    <p:sldLayoutId id="2147486314" r:id="rId32"/>
    <p:sldLayoutId id="2147486315" r:id="rId33"/>
    <p:sldLayoutId id="2147486316" r:id="rId34"/>
    <p:sldLayoutId id="2147486317" r:id="rId35"/>
    <p:sldLayoutId id="2147486318" r:id="rId36"/>
    <p:sldLayoutId id="2147486319" r:id="rId37"/>
    <p:sldLayoutId id="2147486320" r:id="rId38"/>
    <p:sldLayoutId id="2147486321" r:id="rId39"/>
    <p:sldLayoutId id="2147486322" r:id="rId40"/>
    <p:sldLayoutId id="2147486323" r:id="rId41"/>
    <p:sldLayoutId id="2147486324" r:id="rId42"/>
    <p:sldLayoutId id="2147486325" r:id="rId43"/>
    <p:sldLayoutId id="2147486326" r:id="rId44"/>
    <p:sldLayoutId id="2147486327" r:id="rId45"/>
    <p:sldLayoutId id="2147486328" r:id="rId46"/>
    <p:sldLayoutId id="2147486329" r:id="rId47"/>
    <p:sldLayoutId id="2147486330" r:id="rId48"/>
    <p:sldLayoutId id="2147486331" r:id="rId49"/>
    <p:sldLayoutId id="2147486332" r:id="rId50"/>
    <p:sldLayoutId id="2147486333" r:id="rId51"/>
    <p:sldLayoutId id="2147486334" r:id="rId52"/>
    <p:sldLayoutId id="2147486335" r:id="rId53"/>
    <p:sldLayoutId id="2147486336" r:id="rId54"/>
    <p:sldLayoutId id="2147486337" r:id="rId55"/>
    <p:sldLayoutId id="2147486338" r:id="rId56"/>
    <p:sldLayoutId id="2147486339" r:id="rId57"/>
    <p:sldLayoutId id="2147486340" r:id="rId58"/>
    <p:sldLayoutId id="2147486341" r:id="rId59"/>
    <p:sldLayoutId id="2147486342" r:id="rId60"/>
    <p:sldLayoutId id="2147486343" r:id="rId61"/>
    <p:sldLayoutId id="2147486344" r:id="rId62"/>
    <p:sldLayoutId id="2147486345" r:id="rId63"/>
    <p:sldLayoutId id="2147486346" r:id="rId64"/>
    <p:sldLayoutId id="2147486347" r:id="rId65"/>
    <p:sldLayoutId id="2147486348" r:id="rId66"/>
    <p:sldLayoutId id="2147486349" r:id="rId67"/>
    <p:sldLayoutId id="2147486350" r:id="rId68"/>
    <p:sldLayoutId id="2147486351" r:id="rId69"/>
    <p:sldLayoutId id="2147486352" r:id="rId70"/>
    <p:sldLayoutId id="2147486353" r:id="rId71"/>
    <p:sldLayoutId id="2147486354" r:id="rId72"/>
    <p:sldLayoutId id="2147486355" r:id="rId73"/>
    <p:sldLayoutId id="2147486356" r:id="rId74"/>
    <p:sldLayoutId id="2147486357" r:id="rId75"/>
    <p:sldLayoutId id="2147486358" r:id="rId76"/>
    <p:sldLayoutId id="2147486359" r:id="rId77"/>
    <p:sldLayoutId id="2147486360" r:id="rId78"/>
    <p:sldLayoutId id="2147486361" r:id="rId79"/>
    <p:sldLayoutId id="2147486362" r:id="rId80"/>
    <p:sldLayoutId id="2147486363" r:id="rId81"/>
    <p:sldLayoutId id="2147486364" r:id="rId82"/>
    <p:sldLayoutId id="2147486365" r:id="rId83"/>
    <p:sldLayoutId id="2147486366" r:id="rId84"/>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lang="en-US" sz="2800" kern="1200" spc="0" baseline="0" dirty="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20">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2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88427678"/>
      </p:ext>
    </p:extLst>
  </p:cSld>
  <p:clrMap bg1="lt1" tx1="dk1" bg2="lt2" tx2="dk2" accent1="accent1" accent2="accent2" accent3="accent3" accent4="accent4" accent5="accent5" accent6="accent6" hlink="hlink" folHlink="folHlink"/>
  <p:sldLayoutIdLst>
    <p:sldLayoutId id="2147486368" r:id="rId1"/>
    <p:sldLayoutId id="2147486369" r:id="rId2"/>
    <p:sldLayoutId id="2147486370" r:id="rId3"/>
    <p:sldLayoutId id="2147486371" r:id="rId4"/>
    <p:sldLayoutId id="2147486372" r:id="rId5"/>
    <p:sldLayoutId id="2147486373" r:id="rId6"/>
    <p:sldLayoutId id="2147486374" r:id="rId7"/>
    <p:sldLayoutId id="2147486375" r:id="rId8"/>
    <p:sldLayoutId id="2147486376" r:id="rId9"/>
    <p:sldLayoutId id="2147486377" r:id="rId10"/>
    <p:sldLayoutId id="2147486378" r:id="rId11"/>
    <p:sldLayoutId id="2147486379" r:id="rId12"/>
    <p:sldLayoutId id="2147486380" r:id="rId13"/>
    <p:sldLayoutId id="2147486381" r:id="rId14"/>
    <p:sldLayoutId id="2147486382" r:id="rId15"/>
    <p:sldLayoutId id="2147486383" r:id="rId16"/>
    <p:sldLayoutId id="2147486384" r:id="rId17"/>
    <p:sldLayoutId id="2147486385" r:id="rId18"/>
    <p:sldLayoutId id="2147486386" r:id="rId19"/>
    <p:sldLayoutId id="2147486387" r:id="rId20"/>
    <p:sldLayoutId id="2147486388" r:id="rId21"/>
    <p:sldLayoutId id="2147486389" r:id="rId22"/>
    <p:sldLayoutId id="2147486391" r:id="rId23"/>
    <p:sldLayoutId id="2147486392" r:id="rId24"/>
    <p:sldLayoutId id="2147486393" r:id="rId25"/>
    <p:sldLayoutId id="2147486394" r:id="rId26"/>
    <p:sldLayoutId id="2147486395" r:id="rId27"/>
    <p:sldLayoutId id="2147486396" r:id="rId28"/>
    <p:sldLayoutId id="2147486397" r:id="rId29"/>
    <p:sldLayoutId id="2147486398" r:id="rId30"/>
    <p:sldLayoutId id="2147486399" r:id="rId31"/>
    <p:sldLayoutId id="2147486400" r:id="rId32"/>
    <p:sldLayoutId id="2147486401" r:id="rId33"/>
    <p:sldLayoutId id="2147486402" r:id="rId34"/>
    <p:sldLayoutId id="2147486403" r:id="rId35"/>
    <p:sldLayoutId id="2147486404" r:id="rId36"/>
    <p:sldLayoutId id="2147486405" r:id="rId37"/>
    <p:sldLayoutId id="2147486406" r:id="rId38"/>
    <p:sldLayoutId id="2147486407" r:id="rId39"/>
    <p:sldLayoutId id="2147486408" r:id="rId40"/>
    <p:sldLayoutId id="2147486409" r:id="rId41"/>
    <p:sldLayoutId id="2147486410" r:id="rId42"/>
    <p:sldLayoutId id="2147486411" r:id="rId43"/>
    <p:sldLayoutId id="2147486412" r:id="rId44"/>
    <p:sldLayoutId id="2147486413" r:id="rId45"/>
    <p:sldLayoutId id="2147486414" r:id="rId46"/>
    <p:sldLayoutId id="2147486415" r:id="rId47"/>
    <p:sldLayoutId id="2147486416" r:id="rId48"/>
    <p:sldLayoutId id="2147486417" r:id="rId49"/>
    <p:sldLayoutId id="2147486418" r:id="rId50"/>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userDrawn="1">
          <p15:clr>
            <a:srgbClr val="A5A5A5"/>
          </p15:clr>
        </p15:guide>
        <p15:guide id="2" pos="7680" userDrawn="1">
          <p15:clr>
            <a:srgbClr val="A5A5A5"/>
          </p15:clr>
        </p15:guide>
        <p15:guide id="3" pos="186" userDrawn="1">
          <p15:clr>
            <a:srgbClr val="A5A5A5"/>
          </p15:clr>
        </p15:guide>
        <p15:guide id="26" pos="7496" userDrawn="1">
          <p15:clr>
            <a:srgbClr val="A5A5A5"/>
          </p15:clr>
        </p15:guide>
        <p15:guide id="27" orient="horz" userDrawn="1">
          <p15:clr>
            <a:srgbClr val="A5A5A5"/>
          </p15:clr>
        </p15:guide>
        <p15:guide id="28" orient="horz" pos="4320" userDrawn="1">
          <p15:clr>
            <a:srgbClr val="A5A5A5"/>
          </p15:clr>
        </p15:guide>
        <p15:guide id="29" orient="horz" pos="184" userDrawn="1">
          <p15:clr>
            <a:srgbClr val="A5A5A5"/>
          </p15:clr>
        </p15:guide>
        <p15:guide id="40" orient="horz" pos="4134" userDrawn="1">
          <p15:clr>
            <a:srgbClr val="A5A5A5"/>
          </p15:clr>
        </p15:guide>
        <p15:guide id="42" pos="365" userDrawn="1">
          <p15:clr>
            <a:srgbClr val="C35EA4"/>
          </p15:clr>
        </p15:guide>
        <p15:guide id="43" orient="horz" pos="367" userDrawn="1">
          <p15:clr>
            <a:srgbClr val="C35EA4"/>
          </p15:clr>
        </p15:guide>
        <p15:guide id="44" orient="horz" pos="3953" userDrawn="1">
          <p15:clr>
            <a:srgbClr val="C35EA4"/>
          </p15:clr>
        </p15:guide>
        <p15:guide id="45" pos="7307" userDrawn="1">
          <p15:clr>
            <a:srgbClr val="C35EA4"/>
          </p15:clr>
        </p15:guide>
      </p15:sldGuideLst>
    </p:ext>
  </p:extLst>
</p:sldMaster>
</file>

<file path=ppt/slideMasters/slideMaster2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94196827"/>
      </p:ext>
    </p:extLst>
  </p:cSld>
  <p:clrMap bg1="lt1" tx1="dk1" bg2="lt2" tx2="dk2" accent1="accent1" accent2="accent2" accent3="accent3" accent4="accent4" accent5="accent5" accent6="accent6" hlink="hlink" folHlink="folHlink"/>
  <p:sldLayoutIdLst>
    <p:sldLayoutId id="2147486420" r:id="rId1"/>
    <p:sldLayoutId id="2147486421" r:id="rId2"/>
    <p:sldLayoutId id="2147486422" r:id="rId3"/>
    <p:sldLayoutId id="2147486423" r:id="rId4"/>
    <p:sldLayoutId id="2147486424" r:id="rId5"/>
    <p:sldLayoutId id="2147486425" r:id="rId6"/>
    <p:sldLayoutId id="2147486426" r:id="rId7"/>
    <p:sldLayoutId id="2147486427" r:id="rId8"/>
    <p:sldLayoutId id="2147486428" r:id="rId9"/>
    <p:sldLayoutId id="2147486429" r:id="rId10"/>
    <p:sldLayoutId id="2147486430" r:id="rId11"/>
    <p:sldLayoutId id="2147486431" r:id="rId12"/>
    <p:sldLayoutId id="2147486432" r:id="rId13"/>
    <p:sldLayoutId id="2147486433" r:id="rId14"/>
    <p:sldLayoutId id="2147486434" r:id="rId15"/>
    <p:sldLayoutId id="2147486435" r:id="rId16"/>
    <p:sldLayoutId id="2147486436" r:id="rId17"/>
    <p:sldLayoutId id="2147486437" r:id="rId18"/>
    <p:sldLayoutId id="2147486438" r:id="rId19"/>
    <p:sldLayoutId id="2147486439" r:id="rId20"/>
    <p:sldLayoutId id="2147486440" r:id="rId21"/>
    <p:sldLayoutId id="2147486441" r:id="rId22"/>
    <p:sldLayoutId id="2147486442" r:id="rId23"/>
    <p:sldLayoutId id="2147486443" r:id="rId24"/>
    <p:sldLayoutId id="2147486444" r:id="rId25"/>
    <p:sldLayoutId id="2147486445" r:id="rId26"/>
    <p:sldLayoutId id="2147486446" r:id="rId27"/>
    <p:sldLayoutId id="2147486447" r:id="rId28"/>
    <p:sldLayoutId id="2147486448" r:id="rId29"/>
    <p:sldLayoutId id="2147486449" r:id="rId30"/>
    <p:sldLayoutId id="2147486450" r:id="rId31"/>
    <p:sldLayoutId id="2147486451" r:id="rId32"/>
    <p:sldLayoutId id="2147486452" r:id="rId33"/>
    <p:sldLayoutId id="2147486453" r:id="rId34"/>
    <p:sldLayoutId id="2147486454" r:id="rId35"/>
    <p:sldLayoutId id="2147486455" r:id="rId36"/>
    <p:sldLayoutId id="2147486456" r:id="rId37"/>
    <p:sldLayoutId id="2147486457" r:id="rId38"/>
    <p:sldLayoutId id="2147486458" r:id="rId39"/>
    <p:sldLayoutId id="2147486459" r:id="rId40"/>
    <p:sldLayoutId id="2147486460" r:id="rId41"/>
    <p:sldLayoutId id="2147486461" r:id="rId42"/>
    <p:sldLayoutId id="2147486462" r:id="rId43"/>
    <p:sldLayoutId id="2147486463" r:id="rId44"/>
    <p:sldLayoutId id="2147486464" r:id="rId45"/>
    <p:sldLayoutId id="2147486465" r:id="rId46"/>
    <p:sldLayoutId id="2147486466" r:id="rId47"/>
    <p:sldLayoutId id="2147486467" r:id="rId48"/>
    <p:sldLayoutId id="2147486468" r:id="rId49"/>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A5A5A5"/>
          </p15:clr>
        </p15:guide>
        <p15:guide id="2" pos="7680">
          <p15:clr>
            <a:srgbClr val="A5A5A5"/>
          </p15:clr>
        </p15:guide>
        <p15:guide id="3" pos="186">
          <p15:clr>
            <a:srgbClr val="A5A5A5"/>
          </p15:clr>
        </p15:guide>
        <p15:guide id="26" pos="7496">
          <p15:clr>
            <a:srgbClr val="A5A5A5"/>
          </p15:clr>
        </p15:guide>
        <p15:guide id="27" orient="horz">
          <p15:clr>
            <a:srgbClr val="A5A5A5"/>
          </p15:clr>
        </p15:guide>
        <p15:guide id="28" orient="horz" pos="4320">
          <p15:clr>
            <a:srgbClr val="A5A5A5"/>
          </p15:clr>
        </p15:guide>
        <p15:guide id="29" orient="horz" pos="184">
          <p15:clr>
            <a:srgbClr val="A5A5A5"/>
          </p15:clr>
        </p15:guide>
        <p15:guide id="40" orient="horz" pos="4134">
          <p15:clr>
            <a:srgbClr val="A5A5A5"/>
          </p15:clr>
        </p15:guide>
        <p15:guide id="42" pos="365">
          <p15:clr>
            <a:srgbClr val="C35EA4"/>
          </p15:clr>
        </p15:guide>
        <p15:guide id="43" orient="horz" pos="367">
          <p15:clr>
            <a:srgbClr val="C35EA4"/>
          </p15:clr>
        </p15:guide>
        <p15:guide id="44" orient="horz" pos="3953">
          <p15:clr>
            <a:srgbClr val="C35EA4"/>
          </p15:clr>
        </p15:guide>
        <p15:guide id="45" pos="7307">
          <p15:clr>
            <a:srgbClr val="C35EA4"/>
          </p15:clr>
        </p15:guide>
      </p15:sldGuideLst>
    </p:ext>
  </p:extLst>
</p:sldMaster>
</file>

<file path=ppt/slideMasters/slideMaster27.xml><?xml version="1.0" encoding="utf-8"?>
<p:sldMaster xmlns:a="http://schemas.openxmlformats.org/drawingml/2006/main" xmlns:r="http://schemas.openxmlformats.org/officeDocument/2006/relationships" xmlns:p="http://schemas.openxmlformats.org/presentationml/2006/main" preserve="1">
  <p:cSld>
    <p:bg bwMode="blackWhite">
      <p:bgPr>
        <a:solidFill>
          <a:srgbClr val="F4F3F5"/>
        </a:solidFill>
        <a:effectLst/>
      </p:bgPr>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marL="228600" marR="0" lvl="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Click to edit Master text styles</a:t>
            </a:r>
          </a:p>
          <a:p>
            <a:pPr marL="228600" marR="0" lvl="1"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Second level</a:t>
            </a:r>
          </a:p>
          <a:p>
            <a:pPr marL="228600" marR="0" lvl="2"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Third level</a:t>
            </a:r>
          </a:p>
          <a:p>
            <a:pPr marL="228600" marR="0" lvl="3"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Fourth level</a:t>
            </a:r>
          </a:p>
          <a:p>
            <a:pPr marL="228600" marR="0" lvl="4"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grpSp>
        <p:nvGrpSpPr>
          <p:cNvPr id="258" name="Group 257">
            <a:extLst>
              <a:ext uri="{FF2B5EF4-FFF2-40B4-BE49-F238E27FC236}">
                <a16:creationId xmlns:a16="http://schemas.microsoft.com/office/drawing/2014/main" id="{566C3ED6-7167-1619-C333-B86D0D162316}"/>
              </a:ext>
            </a:extLst>
          </p:cNvPr>
          <p:cNvGrpSpPr>
            <a:grpSpLocks noChangeAspect="1"/>
          </p:cNvGrpSpPr>
          <p:nvPr userDrawn="1"/>
        </p:nvGrpSpPr>
        <p:grpSpPr bwMode="auto">
          <a:xfrm rot="5400000">
            <a:off x="10659863" y="3998558"/>
            <a:ext cx="4597400" cy="1169987"/>
            <a:chOff x="1529" y="1423"/>
            <a:chExt cx="2896" cy="737"/>
          </a:xfrm>
        </p:grpSpPr>
        <p:sp>
          <p:nvSpPr>
            <p:cNvPr id="259" name="AutoShape 3">
              <a:extLst>
                <a:ext uri="{FF2B5EF4-FFF2-40B4-BE49-F238E27FC236}">
                  <a16:creationId xmlns:a16="http://schemas.microsoft.com/office/drawing/2014/main" id="{894C58B4-3C22-9620-7C92-D65ED6617E67}"/>
                </a:ext>
              </a:extLst>
            </p:cNvPr>
            <p:cNvSpPr>
              <a:spLocks noChangeAspect="1" noChangeArrowheads="1" noTextEdit="1"/>
            </p:cNvSpPr>
            <p:nvPr/>
          </p:nvSpPr>
          <p:spPr bwMode="auto">
            <a:xfrm>
              <a:off x="1529" y="1423"/>
              <a:ext cx="2896" cy="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Rectangle 5">
              <a:extLst>
                <a:ext uri="{FF2B5EF4-FFF2-40B4-BE49-F238E27FC236}">
                  <a16:creationId xmlns:a16="http://schemas.microsoft.com/office/drawing/2014/main" id="{B4F93CCF-3F88-5DCB-F12D-4DEBF36B9444}"/>
                </a:ext>
              </a:extLst>
            </p:cNvPr>
            <p:cNvSpPr>
              <a:spLocks noChangeArrowheads="1"/>
            </p:cNvSpPr>
            <p:nvPr/>
          </p:nvSpPr>
          <p:spPr bwMode="auto">
            <a:xfrm>
              <a:off x="2254" y="1727"/>
              <a:ext cx="707" cy="135"/>
            </a:xfrm>
            <a:prstGeom prst="rect">
              <a:avLst/>
            </a:prstGeom>
            <a:solidFill>
              <a:srgbClr val="F4364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Rectangle 6">
              <a:extLst>
                <a:ext uri="{FF2B5EF4-FFF2-40B4-BE49-F238E27FC236}">
                  <a16:creationId xmlns:a16="http://schemas.microsoft.com/office/drawing/2014/main" id="{7AC4893A-D0A3-D947-BE61-70B6DC4B9314}"/>
                </a:ext>
              </a:extLst>
            </p:cNvPr>
            <p:cNvSpPr>
              <a:spLocks noChangeArrowheads="1"/>
            </p:cNvSpPr>
            <p:nvPr/>
          </p:nvSpPr>
          <p:spPr bwMode="auto">
            <a:xfrm>
              <a:off x="2264"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62" name="Rectangle 7">
              <a:extLst>
                <a:ext uri="{FF2B5EF4-FFF2-40B4-BE49-F238E27FC236}">
                  <a16:creationId xmlns:a16="http://schemas.microsoft.com/office/drawing/2014/main" id="{DE65DAC6-345A-2542-166A-D2D08E76F806}"/>
                </a:ext>
              </a:extLst>
            </p:cNvPr>
            <p:cNvSpPr>
              <a:spLocks noChangeArrowheads="1"/>
            </p:cNvSpPr>
            <p:nvPr/>
          </p:nvSpPr>
          <p:spPr bwMode="auto">
            <a:xfrm>
              <a:off x="2264" y="1800"/>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F4364C</a:t>
              </a:r>
              <a:endParaRPr kumimoji="0" lang="en-US" altLang="en-US" sz="1800" b="0" i="0" u="none" strike="noStrike" cap="none" normalizeH="0" baseline="0">
                <a:ln>
                  <a:noFill/>
                </a:ln>
                <a:effectLst/>
                <a:latin typeface="Arial" panose="020B0604020202020204" pitchFamily="34" charset="0"/>
              </a:endParaRPr>
            </a:p>
          </p:txBody>
        </p:sp>
        <p:sp>
          <p:nvSpPr>
            <p:cNvPr id="263" name="Rectangle 8">
              <a:extLst>
                <a:ext uri="{FF2B5EF4-FFF2-40B4-BE49-F238E27FC236}">
                  <a16:creationId xmlns:a16="http://schemas.microsoft.com/office/drawing/2014/main" id="{1EADC519-4AB4-60A0-260A-EF7DC8229A97}"/>
                </a:ext>
              </a:extLst>
            </p:cNvPr>
            <p:cNvSpPr>
              <a:spLocks noChangeArrowheads="1"/>
            </p:cNvSpPr>
            <p:nvPr/>
          </p:nvSpPr>
          <p:spPr bwMode="auto">
            <a:xfrm>
              <a:off x="2254" y="1871"/>
              <a:ext cx="707" cy="137"/>
            </a:xfrm>
            <a:prstGeom prst="rect">
              <a:avLst/>
            </a:prstGeom>
            <a:solidFill>
              <a:srgbClr val="7326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Rectangle 9">
              <a:extLst>
                <a:ext uri="{FF2B5EF4-FFF2-40B4-BE49-F238E27FC236}">
                  <a16:creationId xmlns:a16="http://schemas.microsoft.com/office/drawing/2014/main" id="{B2CFF324-4BA8-188D-7395-AC042B4D6560}"/>
                </a:ext>
              </a:extLst>
            </p:cNvPr>
            <p:cNvSpPr>
              <a:spLocks noChangeArrowheads="1"/>
            </p:cNvSpPr>
            <p:nvPr/>
          </p:nvSpPr>
          <p:spPr bwMode="auto">
            <a:xfrm>
              <a:off x="2264"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B3BB"/>
                  </a:solidFill>
                  <a:effectLst/>
                  <a:latin typeface="Segoe UI Black" panose="020B0A02040204020203" pitchFamily="34" charset="0"/>
                </a:rPr>
                <a:t>A</a:t>
              </a:r>
              <a:endParaRPr kumimoji="0" lang="en-US" altLang="en-US" sz="1800" b="0" i="0" u="none" strike="noStrike" cap="none" normalizeH="0" baseline="0">
                <a:ln>
                  <a:noFill/>
                </a:ln>
                <a:solidFill>
                  <a:srgbClr val="FFB3BB"/>
                </a:solidFill>
                <a:effectLst/>
                <a:latin typeface="Arial" panose="020B0604020202020204" pitchFamily="34" charset="0"/>
              </a:endParaRPr>
            </a:p>
          </p:txBody>
        </p:sp>
        <p:sp>
          <p:nvSpPr>
            <p:cNvPr id="265" name="Rectangle 10">
              <a:extLst>
                <a:ext uri="{FF2B5EF4-FFF2-40B4-BE49-F238E27FC236}">
                  <a16:creationId xmlns:a16="http://schemas.microsoft.com/office/drawing/2014/main" id="{03BDB961-C287-23C5-66DF-74F0AFDFB76B}"/>
                </a:ext>
              </a:extLst>
            </p:cNvPr>
            <p:cNvSpPr>
              <a:spLocks noChangeArrowheads="1"/>
            </p:cNvSpPr>
            <p:nvPr/>
          </p:nvSpPr>
          <p:spPr bwMode="auto">
            <a:xfrm>
              <a:off x="2329"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 name="Rectangle 11">
              <a:extLst>
                <a:ext uri="{FF2B5EF4-FFF2-40B4-BE49-F238E27FC236}">
                  <a16:creationId xmlns:a16="http://schemas.microsoft.com/office/drawing/2014/main" id="{35ADEDE9-FB7B-876E-7225-4D3AB73422EF}"/>
                </a:ext>
              </a:extLst>
            </p:cNvPr>
            <p:cNvSpPr>
              <a:spLocks noChangeArrowheads="1"/>
            </p:cNvSpPr>
            <p:nvPr/>
          </p:nvSpPr>
          <p:spPr bwMode="auto">
            <a:xfrm>
              <a:off x="2264" y="1943"/>
              <a:ext cx="13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73262F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7" name="Rectangle 12">
              <a:extLst>
                <a:ext uri="{FF2B5EF4-FFF2-40B4-BE49-F238E27FC236}">
                  <a16:creationId xmlns:a16="http://schemas.microsoft.com/office/drawing/2014/main" id="{03DA7BF6-FE99-195F-2925-BD0968D0CE23}"/>
                </a:ext>
              </a:extLst>
            </p:cNvPr>
            <p:cNvSpPr>
              <a:spLocks noChangeArrowheads="1"/>
            </p:cNvSpPr>
            <p:nvPr/>
          </p:nvSpPr>
          <p:spPr bwMode="auto">
            <a:xfrm>
              <a:off x="2254" y="1582"/>
              <a:ext cx="707" cy="136"/>
            </a:xfrm>
            <a:prstGeom prst="rect">
              <a:avLst/>
            </a:prstGeom>
            <a:solidFill>
              <a:srgbClr val="FFB3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Rectangle 13">
              <a:extLst>
                <a:ext uri="{FF2B5EF4-FFF2-40B4-BE49-F238E27FC236}">
                  <a16:creationId xmlns:a16="http://schemas.microsoft.com/office/drawing/2014/main" id="{AE1CAD70-4A31-E224-8481-B797DB87F72F}"/>
                </a:ext>
              </a:extLst>
            </p:cNvPr>
            <p:cNvSpPr>
              <a:spLocks noChangeArrowheads="1"/>
            </p:cNvSpPr>
            <p:nvPr/>
          </p:nvSpPr>
          <p:spPr bwMode="auto">
            <a:xfrm>
              <a:off x="2264"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262F"/>
                  </a:solidFill>
                  <a:effectLst/>
                  <a:latin typeface="Segoe UI Black" panose="020B0A02040204020203" pitchFamily="34" charset="0"/>
                </a:rPr>
                <a:t>A</a:t>
              </a:r>
              <a:endParaRPr kumimoji="0" lang="en-US" altLang="en-US" sz="1800" b="0" i="0" u="none" strike="noStrike" cap="none" normalizeH="0" baseline="0">
                <a:ln>
                  <a:noFill/>
                </a:ln>
                <a:solidFill>
                  <a:srgbClr val="73262F"/>
                </a:solidFill>
                <a:effectLst/>
                <a:latin typeface="Arial" panose="020B0604020202020204" pitchFamily="34" charset="0"/>
              </a:endParaRPr>
            </a:p>
          </p:txBody>
        </p:sp>
        <p:sp>
          <p:nvSpPr>
            <p:cNvPr id="269" name="Rectangle 14">
              <a:extLst>
                <a:ext uri="{FF2B5EF4-FFF2-40B4-BE49-F238E27FC236}">
                  <a16:creationId xmlns:a16="http://schemas.microsoft.com/office/drawing/2014/main" id="{50413BA8-271F-17E9-274D-A6681E4E35BE}"/>
                </a:ext>
              </a:extLst>
            </p:cNvPr>
            <p:cNvSpPr>
              <a:spLocks noChangeArrowheads="1"/>
            </p:cNvSpPr>
            <p:nvPr/>
          </p:nvSpPr>
          <p:spPr bwMode="auto">
            <a:xfrm>
              <a:off x="2329"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0" name="Rectangle 15">
              <a:extLst>
                <a:ext uri="{FF2B5EF4-FFF2-40B4-BE49-F238E27FC236}">
                  <a16:creationId xmlns:a16="http://schemas.microsoft.com/office/drawing/2014/main" id="{5E8A55D7-5C9F-19E4-44F8-0D5ED73A059E}"/>
                </a:ext>
              </a:extLst>
            </p:cNvPr>
            <p:cNvSpPr>
              <a:spLocks noChangeArrowheads="1"/>
            </p:cNvSpPr>
            <p:nvPr/>
          </p:nvSpPr>
          <p:spPr bwMode="auto">
            <a:xfrm>
              <a:off x="2264" y="1654"/>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FFB3BB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1" name="Rectangle 16">
              <a:extLst>
                <a:ext uri="{FF2B5EF4-FFF2-40B4-BE49-F238E27FC236}">
                  <a16:creationId xmlns:a16="http://schemas.microsoft.com/office/drawing/2014/main" id="{AB98BB47-C797-09CC-A9F3-51FE51653B12}"/>
                </a:ext>
              </a:extLst>
            </p:cNvPr>
            <p:cNvSpPr>
              <a:spLocks noChangeArrowheads="1"/>
            </p:cNvSpPr>
            <p:nvPr/>
          </p:nvSpPr>
          <p:spPr bwMode="auto">
            <a:xfrm>
              <a:off x="2255" y="2022"/>
              <a:ext cx="706" cy="13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Rectangle 17">
              <a:extLst>
                <a:ext uri="{FF2B5EF4-FFF2-40B4-BE49-F238E27FC236}">
                  <a16:creationId xmlns:a16="http://schemas.microsoft.com/office/drawing/2014/main" id="{C52F19C0-13E8-0692-788F-02A274A980BA}"/>
                </a:ext>
              </a:extLst>
            </p:cNvPr>
            <p:cNvSpPr>
              <a:spLocks noChangeArrowheads="1"/>
            </p:cNvSpPr>
            <p:nvPr/>
          </p:nvSpPr>
          <p:spPr bwMode="auto">
            <a:xfrm>
              <a:off x="2255" y="2022"/>
              <a:ext cx="706"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3" name="Rectangle 18">
              <a:extLst>
                <a:ext uri="{FF2B5EF4-FFF2-40B4-BE49-F238E27FC236}">
                  <a16:creationId xmlns:a16="http://schemas.microsoft.com/office/drawing/2014/main" id="{0EF8B30C-1FB6-7C73-44FC-2C39DF7549A8}"/>
                </a:ext>
              </a:extLst>
            </p:cNvPr>
            <p:cNvSpPr>
              <a:spLocks noChangeArrowheads="1"/>
            </p:cNvSpPr>
            <p:nvPr/>
          </p:nvSpPr>
          <p:spPr bwMode="auto">
            <a:xfrm>
              <a:off x="2264" y="2024"/>
              <a:ext cx="12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FFFFFF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4" name="Rectangle 50">
              <a:extLst>
                <a:ext uri="{FF2B5EF4-FFF2-40B4-BE49-F238E27FC236}">
                  <a16:creationId xmlns:a16="http://schemas.microsoft.com/office/drawing/2014/main" id="{D25297AC-6025-DA45-015A-AD5967168C02}"/>
                </a:ext>
              </a:extLst>
            </p:cNvPr>
            <p:cNvSpPr>
              <a:spLocks noChangeArrowheads="1"/>
            </p:cNvSpPr>
            <p:nvPr/>
          </p:nvSpPr>
          <p:spPr bwMode="auto">
            <a:xfrm>
              <a:off x="1533" y="1727"/>
              <a:ext cx="706" cy="135"/>
            </a:xfrm>
            <a:prstGeom prst="rect">
              <a:avLst/>
            </a:prstGeom>
            <a:solidFill>
              <a:srgbClr val="FF5C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Rectangle 51">
              <a:extLst>
                <a:ext uri="{FF2B5EF4-FFF2-40B4-BE49-F238E27FC236}">
                  <a16:creationId xmlns:a16="http://schemas.microsoft.com/office/drawing/2014/main" id="{D895CA29-DE29-0BF3-3158-751FF8EC37F0}"/>
                </a:ext>
              </a:extLst>
            </p:cNvPr>
            <p:cNvSpPr>
              <a:spLocks noChangeArrowheads="1"/>
            </p:cNvSpPr>
            <p:nvPr/>
          </p:nvSpPr>
          <p:spPr bwMode="auto">
            <a:xfrm>
              <a:off x="1542"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76" name="Rectangle 52">
              <a:extLst>
                <a:ext uri="{FF2B5EF4-FFF2-40B4-BE49-F238E27FC236}">
                  <a16:creationId xmlns:a16="http://schemas.microsoft.com/office/drawing/2014/main" id="{7EFCFC16-4A98-86AC-7619-A114CF099F7D}"/>
                </a:ext>
              </a:extLst>
            </p:cNvPr>
            <p:cNvSpPr>
              <a:spLocks noChangeArrowheads="1"/>
            </p:cNvSpPr>
            <p:nvPr/>
          </p:nvSpPr>
          <p:spPr bwMode="auto">
            <a:xfrm>
              <a:off x="1608" y="1722"/>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7" name="Rectangle 53">
              <a:extLst>
                <a:ext uri="{FF2B5EF4-FFF2-40B4-BE49-F238E27FC236}">
                  <a16:creationId xmlns:a16="http://schemas.microsoft.com/office/drawing/2014/main" id="{B9712463-FD5D-ABC4-36B0-C830E76330F6}"/>
                </a:ext>
              </a:extLst>
            </p:cNvPr>
            <p:cNvSpPr>
              <a:spLocks noChangeArrowheads="1"/>
            </p:cNvSpPr>
            <p:nvPr/>
          </p:nvSpPr>
          <p:spPr bwMode="auto">
            <a:xfrm>
              <a:off x="1542" y="1800"/>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FF5C39</a:t>
              </a:r>
              <a:endParaRPr kumimoji="0" lang="en-US" altLang="en-US" sz="1800" b="0" i="0" u="none" strike="noStrike" cap="none" normalizeH="0" baseline="0">
                <a:ln>
                  <a:noFill/>
                </a:ln>
                <a:effectLst/>
                <a:latin typeface="Arial" panose="020B0604020202020204" pitchFamily="34" charset="0"/>
              </a:endParaRPr>
            </a:p>
          </p:txBody>
        </p:sp>
        <p:sp>
          <p:nvSpPr>
            <p:cNvPr id="278" name="Rectangle 54">
              <a:extLst>
                <a:ext uri="{FF2B5EF4-FFF2-40B4-BE49-F238E27FC236}">
                  <a16:creationId xmlns:a16="http://schemas.microsoft.com/office/drawing/2014/main" id="{8ACAB4E1-6417-0C0C-9E12-B1E8EEA4613E}"/>
                </a:ext>
              </a:extLst>
            </p:cNvPr>
            <p:cNvSpPr>
              <a:spLocks noChangeArrowheads="1"/>
            </p:cNvSpPr>
            <p:nvPr/>
          </p:nvSpPr>
          <p:spPr bwMode="auto">
            <a:xfrm>
              <a:off x="1533" y="1871"/>
              <a:ext cx="706" cy="137"/>
            </a:xfrm>
            <a:prstGeom prst="rect">
              <a:avLst/>
            </a:prstGeom>
            <a:solidFill>
              <a:srgbClr val="73391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Rectangle 55">
              <a:extLst>
                <a:ext uri="{FF2B5EF4-FFF2-40B4-BE49-F238E27FC236}">
                  <a16:creationId xmlns:a16="http://schemas.microsoft.com/office/drawing/2014/main" id="{7E6BE592-BF8C-8CF1-0798-04DA17C036E6}"/>
                </a:ext>
              </a:extLst>
            </p:cNvPr>
            <p:cNvSpPr>
              <a:spLocks noChangeArrowheads="1"/>
            </p:cNvSpPr>
            <p:nvPr/>
          </p:nvSpPr>
          <p:spPr bwMode="auto">
            <a:xfrm>
              <a:off x="1542"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A38B"/>
                  </a:solidFill>
                  <a:effectLst/>
                  <a:latin typeface="Segoe UI Black" panose="020B0A02040204020203" pitchFamily="34" charset="0"/>
                </a:rPr>
                <a:t>A</a:t>
              </a:r>
              <a:endParaRPr kumimoji="0" lang="en-US" altLang="en-US" sz="1800" b="0" i="0" u="none" strike="noStrike" cap="none" normalizeH="0" baseline="0">
                <a:ln>
                  <a:noFill/>
                </a:ln>
                <a:solidFill>
                  <a:srgbClr val="FFA38B"/>
                </a:solidFill>
                <a:effectLst/>
                <a:latin typeface="Arial" panose="020B0604020202020204" pitchFamily="34" charset="0"/>
              </a:endParaRPr>
            </a:p>
          </p:txBody>
        </p:sp>
        <p:sp>
          <p:nvSpPr>
            <p:cNvPr id="280" name="Rectangle 56">
              <a:extLst>
                <a:ext uri="{FF2B5EF4-FFF2-40B4-BE49-F238E27FC236}">
                  <a16:creationId xmlns:a16="http://schemas.microsoft.com/office/drawing/2014/main" id="{F02A06DF-8715-F16B-5F10-11C5F2584525}"/>
                </a:ext>
              </a:extLst>
            </p:cNvPr>
            <p:cNvSpPr>
              <a:spLocks noChangeArrowheads="1"/>
            </p:cNvSpPr>
            <p:nvPr/>
          </p:nvSpPr>
          <p:spPr bwMode="auto">
            <a:xfrm>
              <a:off x="1608"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1" name="Rectangle 57">
              <a:extLst>
                <a:ext uri="{FF2B5EF4-FFF2-40B4-BE49-F238E27FC236}">
                  <a16:creationId xmlns:a16="http://schemas.microsoft.com/office/drawing/2014/main" id="{45F29D9D-6572-80B7-280A-53297335FBF7}"/>
                </a:ext>
              </a:extLst>
            </p:cNvPr>
            <p:cNvSpPr>
              <a:spLocks noChangeArrowheads="1"/>
            </p:cNvSpPr>
            <p:nvPr/>
          </p:nvSpPr>
          <p:spPr bwMode="auto">
            <a:xfrm>
              <a:off x="1542" y="1943"/>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73391D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2" name="Rectangle 58">
              <a:extLst>
                <a:ext uri="{FF2B5EF4-FFF2-40B4-BE49-F238E27FC236}">
                  <a16:creationId xmlns:a16="http://schemas.microsoft.com/office/drawing/2014/main" id="{013A62C5-A54C-C8BE-D34C-557861D50FBB}"/>
                </a:ext>
              </a:extLst>
            </p:cNvPr>
            <p:cNvSpPr>
              <a:spLocks noChangeArrowheads="1"/>
            </p:cNvSpPr>
            <p:nvPr/>
          </p:nvSpPr>
          <p:spPr bwMode="auto">
            <a:xfrm>
              <a:off x="1533" y="1582"/>
              <a:ext cx="706" cy="136"/>
            </a:xfrm>
            <a:prstGeom prst="rect">
              <a:avLst/>
            </a:prstGeom>
            <a:solidFill>
              <a:srgbClr val="FFA3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Rectangle 59">
              <a:extLst>
                <a:ext uri="{FF2B5EF4-FFF2-40B4-BE49-F238E27FC236}">
                  <a16:creationId xmlns:a16="http://schemas.microsoft.com/office/drawing/2014/main" id="{A3D38249-2B2F-44FE-8004-78F738A54143}"/>
                </a:ext>
              </a:extLst>
            </p:cNvPr>
            <p:cNvSpPr>
              <a:spLocks noChangeArrowheads="1"/>
            </p:cNvSpPr>
            <p:nvPr/>
          </p:nvSpPr>
          <p:spPr bwMode="auto">
            <a:xfrm>
              <a:off x="1542"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391D"/>
                  </a:solidFill>
                  <a:effectLst/>
                  <a:latin typeface="Segoe UI Black" panose="020B0A02040204020203" pitchFamily="34" charset="0"/>
                </a:rPr>
                <a:t>A</a:t>
              </a:r>
              <a:endParaRPr kumimoji="0" lang="en-US" altLang="en-US" sz="1800" b="0" i="0" u="none" strike="noStrike" cap="none" normalizeH="0" baseline="0">
                <a:ln>
                  <a:noFill/>
                </a:ln>
                <a:solidFill>
                  <a:srgbClr val="73391D"/>
                </a:solidFill>
                <a:effectLst/>
                <a:latin typeface="Arial" panose="020B0604020202020204" pitchFamily="34" charset="0"/>
              </a:endParaRPr>
            </a:p>
          </p:txBody>
        </p:sp>
        <p:sp>
          <p:nvSpPr>
            <p:cNvPr id="284" name="Rectangle 60">
              <a:extLst>
                <a:ext uri="{FF2B5EF4-FFF2-40B4-BE49-F238E27FC236}">
                  <a16:creationId xmlns:a16="http://schemas.microsoft.com/office/drawing/2014/main" id="{6356C9D6-F46C-5F18-CC06-57CEDB989050}"/>
                </a:ext>
              </a:extLst>
            </p:cNvPr>
            <p:cNvSpPr>
              <a:spLocks noChangeArrowheads="1"/>
            </p:cNvSpPr>
            <p:nvPr/>
          </p:nvSpPr>
          <p:spPr bwMode="auto">
            <a:xfrm>
              <a:off x="1608"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5" name="Rectangle 61">
              <a:extLst>
                <a:ext uri="{FF2B5EF4-FFF2-40B4-BE49-F238E27FC236}">
                  <a16:creationId xmlns:a16="http://schemas.microsoft.com/office/drawing/2014/main" id="{809C64CC-0B9B-063B-F7A5-63EE36FBDCCD}"/>
                </a:ext>
              </a:extLst>
            </p:cNvPr>
            <p:cNvSpPr>
              <a:spLocks noChangeArrowheads="1"/>
            </p:cNvSpPr>
            <p:nvPr/>
          </p:nvSpPr>
          <p:spPr bwMode="auto">
            <a:xfrm>
              <a:off x="1542" y="1654"/>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FFA38B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6" name="Rectangle 62">
              <a:extLst>
                <a:ext uri="{FF2B5EF4-FFF2-40B4-BE49-F238E27FC236}">
                  <a16:creationId xmlns:a16="http://schemas.microsoft.com/office/drawing/2014/main" id="{94AB9329-702D-4A1F-E5A5-C3B78F016261}"/>
                </a:ext>
              </a:extLst>
            </p:cNvPr>
            <p:cNvSpPr>
              <a:spLocks noChangeArrowheads="1"/>
            </p:cNvSpPr>
            <p:nvPr/>
          </p:nvSpPr>
          <p:spPr bwMode="auto">
            <a:xfrm>
              <a:off x="1533" y="2022"/>
              <a:ext cx="707" cy="136"/>
            </a:xfrm>
            <a:prstGeom prst="rect">
              <a:avLst/>
            </a:prstGeom>
            <a:solidFill>
              <a:srgbClr val="F4F3F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Rectangle 63">
              <a:extLst>
                <a:ext uri="{FF2B5EF4-FFF2-40B4-BE49-F238E27FC236}">
                  <a16:creationId xmlns:a16="http://schemas.microsoft.com/office/drawing/2014/main" id="{24EB0818-3B44-BF17-FF2B-E025C738466C}"/>
                </a:ext>
              </a:extLst>
            </p:cNvPr>
            <p:cNvSpPr>
              <a:spLocks noChangeArrowheads="1"/>
            </p:cNvSpPr>
            <p:nvPr/>
          </p:nvSpPr>
          <p:spPr bwMode="auto">
            <a:xfrm>
              <a:off x="1533" y="2022"/>
              <a:ext cx="70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8" name="Rectangle 64">
              <a:extLst>
                <a:ext uri="{FF2B5EF4-FFF2-40B4-BE49-F238E27FC236}">
                  <a16:creationId xmlns:a16="http://schemas.microsoft.com/office/drawing/2014/main" id="{8D3440B3-96D8-0B26-9877-7E62CD77370D}"/>
                </a:ext>
              </a:extLst>
            </p:cNvPr>
            <p:cNvSpPr>
              <a:spLocks noChangeArrowheads="1"/>
            </p:cNvSpPr>
            <p:nvPr/>
          </p:nvSpPr>
          <p:spPr bwMode="auto">
            <a:xfrm>
              <a:off x="1542" y="2024"/>
              <a:ext cx="127"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F4F3F5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9" name="Rectangle 65">
              <a:extLst>
                <a:ext uri="{FF2B5EF4-FFF2-40B4-BE49-F238E27FC236}">
                  <a16:creationId xmlns:a16="http://schemas.microsoft.com/office/drawing/2014/main" id="{64795BFF-26DD-4F9D-7E57-E8A3C163A079}"/>
                </a:ext>
              </a:extLst>
            </p:cNvPr>
            <p:cNvSpPr>
              <a:spLocks noChangeArrowheads="1"/>
            </p:cNvSpPr>
            <p:nvPr/>
          </p:nvSpPr>
          <p:spPr bwMode="auto">
            <a:xfrm>
              <a:off x="3698" y="1729"/>
              <a:ext cx="707" cy="135"/>
            </a:xfrm>
            <a:prstGeom prst="rect">
              <a:avLst/>
            </a:prstGeom>
            <a:solidFill>
              <a:srgbClr val="0078D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Rectangle 66">
              <a:extLst>
                <a:ext uri="{FF2B5EF4-FFF2-40B4-BE49-F238E27FC236}">
                  <a16:creationId xmlns:a16="http://schemas.microsoft.com/office/drawing/2014/main" id="{973E90C8-2FFF-2256-D29B-6A3ABBA35099}"/>
                </a:ext>
              </a:extLst>
            </p:cNvPr>
            <p:cNvSpPr>
              <a:spLocks noChangeArrowheads="1"/>
            </p:cNvSpPr>
            <p:nvPr/>
          </p:nvSpPr>
          <p:spPr bwMode="auto">
            <a:xfrm>
              <a:off x="3707"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1" name="Rectangle 67">
              <a:extLst>
                <a:ext uri="{FF2B5EF4-FFF2-40B4-BE49-F238E27FC236}">
                  <a16:creationId xmlns:a16="http://schemas.microsoft.com/office/drawing/2014/main" id="{F146B7CE-CBC5-956E-DA0D-244A26F54704}"/>
                </a:ext>
              </a:extLst>
            </p:cNvPr>
            <p:cNvSpPr>
              <a:spLocks noChangeArrowheads="1"/>
            </p:cNvSpPr>
            <p:nvPr/>
          </p:nvSpPr>
          <p:spPr bwMode="auto">
            <a:xfrm>
              <a:off x="3773"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2" name="Rectangle 68">
              <a:extLst>
                <a:ext uri="{FF2B5EF4-FFF2-40B4-BE49-F238E27FC236}">
                  <a16:creationId xmlns:a16="http://schemas.microsoft.com/office/drawing/2014/main" id="{841A3A9C-7ABE-216A-7AAA-FC8E018652B9}"/>
                </a:ext>
              </a:extLst>
            </p:cNvPr>
            <p:cNvSpPr>
              <a:spLocks noChangeArrowheads="1"/>
            </p:cNvSpPr>
            <p:nvPr/>
          </p:nvSpPr>
          <p:spPr bwMode="auto">
            <a:xfrm>
              <a:off x="3707" y="1801"/>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0078D4</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93" name="Rectangle 69">
              <a:extLst>
                <a:ext uri="{FF2B5EF4-FFF2-40B4-BE49-F238E27FC236}">
                  <a16:creationId xmlns:a16="http://schemas.microsoft.com/office/drawing/2014/main" id="{B67B7695-C3C0-34B4-72B1-C7E58FF3275A}"/>
                </a:ext>
              </a:extLst>
            </p:cNvPr>
            <p:cNvSpPr>
              <a:spLocks noChangeArrowheads="1"/>
            </p:cNvSpPr>
            <p:nvPr/>
          </p:nvSpPr>
          <p:spPr bwMode="auto">
            <a:xfrm>
              <a:off x="3698" y="1873"/>
              <a:ext cx="707" cy="136"/>
            </a:xfrm>
            <a:prstGeom prst="rect">
              <a:avLst/>
            </a:prstGeom>
            <a:solidFill>
              <a:srgbClr val="2A446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Rectangle 70">
              <a:extLst>
                <a:ext uri="{FF2B5EF4-FFF2-40B4-BE49-F238E27FC236}">
                  <a16:creationId xmlns:a16="http://schemas.microsoft.com/office/drawing/2014/main" id="{F3BB6A3B-AD16-5C6E-2848-CC82A261CE5A}"/>
                </a:ext>
              </a:extLst>
            </p:cNvPr>
            <p:cNvSpPr>
              <a:spLocks noChangeArrowheads="1"/>
            </p:cNvSpPr>
            <p:nvPr/>
          </p:nvSpPr>
          <p:spPr bwMode="auto">
            <a:xfrm>
              <a:off x="3707" y="1866"/>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8DC8E8"/>
                  </a:solidFill>
                  <a:effectLst/>
                  <a:latin typeface="Segoe UI Black" panose="020B0A02040204020203" pitchFamily="34" charset="0"/>
                </a:rPr>
                <a:t>A</a:t>
              </a:r>
              <a:endParaRPr kumimoji="0" lang="en-US" altLang="en-US" sz="1800" b="0" i="0" u="none" strike="noStrike" cap="none" normalizeH="0" baseline="0">
                <a:ln>
                  <a:noFill/>
                </a:ln>
                <a:solidFill>
                  <a:srgbClr val="8DC8E8"/>
                </a:solidFill>
                <a:effectLst/>
                <a:latin typeface="Arial" panose="020B0604020202020204" pitchFamily="34" charset="0"/>
              </a:endParaRPr>
            </a:p>
          </p:txBody>
        </p:sp>
        <p:sp>
          <p:nvSpPr>
            <p:cNvPr id="295" name="Rectangle 71">
              <a:extLst>
                <a:ext uri="{FF2B5EF4-FFF2-40B4-BE49-F238E27FC236}">
                  <a16:creationId xmlns:a16="http://schemas.microsoft.com/office/drawing/2014/main" id="{AF58A79C-F974-45C7-A85C-F40D9A65E853}"/>
                </a:ext>
              </a:extLst>
            </p:cNvPr>
            <p:cNvSpPr>
              <a:spLocks noChangeArrowheads="1"/>
            </p:cNvSpPr>
            <p:nvPr/>
          </p:nvSpPr>
          <p:spPr bwMode="auto">
            <a:xfrm>
              <a:off x="3773" y="1866"/>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6" name="Rectangle 72">
              <a:extLst>
                <a:ext uri="{FF2B5EF4-FFF2-40B4-BE49-F238E27FC236}">
                  <a16:creationId xmlns:a16="http://schemas.microsoft.com/office/drawing/2014/main" id="{9CAD9107-51BE-8F4A-FEBB-F3BD3DC96520}"/>
                </a:ext>
              </a:extLst>
            </p:cNvPr>
            <p:cNvSpPr>
              <a:spLocks noChangeArrowheads="1"/>
            </p:cNvSpPr>
            <p:nvPr/>
          </p:nvSpPr>
          <p:spPr bwMode="auto">
            <a:xfrm>
              <a:off x="3707" y="1944"/>
              <a:ext cx="135"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2A446F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7" name="Rectangle 73">
              <a:extLst>
                <a:ext uri="{FF2B5EF4-FFF2-40B4-BE49-F238E27FC236}">
                  <a16:creationId xmlns:a16="http://schemas.microsoft.com/office/drawing/2014/main" id="{F0CA8CB9-EFF0-9A10-BBC0-A9A36D6E6ADF}"/>
                </a:ext>
              </a:extLst>
            </p:cNvPr>
            <p:cNvSpPr>
              <a:spLocks noChangeArrowheads="1"/>
            </p:cNvSpPr>
            <p:nvPr/>
          </p:nvSpPr>
          <p:spPr bwMode="auto">
            <a:xfrm>
              <a:off x="3698" y="1583"/>
              <a:ext cx="707" cy="137"/>
            </a:xfrm>
            <a:prstGeom prst="rect">
              <a:avLst/>
            </a:prstGeom>
            <a:solidFill>
              <a:srgbClr val="8DC8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Rectangle 74">
              <a:extLst>
                <a:ext uri="{FF2B5EF4-FFF2-40B4-BE49-F238E27FC236}">
                  <a16:creationId xmlns:a16="http://schemas.microsoft.com/office/drawing/2014/main" id="{CF1A989F-9EAE-5BC1-AD31-5728CD61EE81}"/>
                </a:ext>
              </a:extLst>
            </p:cNvPr>
            <p:cNvSpPr>
              <a:spLocks noChangeArrowheads="1"/>
            </p:cNvSpPr>
            <p:nvPr/>
          </p:nvSpPr>
          <p:spPr bwMode="auto">
            <a:xfrm>
              <a:off x="3707" y="1578"/>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2A446F"/>
                  </a:solidFill>
                  <a:effectLst/>
                  <a:latin typeface="Segoe UI Black" panose="020B0A02040204020203" pitchFamily="34" charset="0"/>
                </a:rPr>
                <a:t>A</a:t>
              </a:r>
              <a:endParaRPr kumimoji="0" lang="en-US" altLang="en-US" sz="1800" b="0" i="0" u="none" strike="noStrike" cap="none" normalizeH="0" baseline="0">
                <a:ln>
                  <a:noFill/>
                </a:ln>
                <a:solidFill>
                  <a:srgbClr val="2A446F"/>
                </a:solidFill>
                <a:effectLst/>
                <a:latin typeface="Arial" panose="020B0604020202020204" pitchFamily="34" charset="0"/>
              </a:endParaRPr>
            </a:p>
          </p:txBody>
        </p:sp>
        <p:sp>
          <p:nvSpPr>
            <p:cNvPr id="299" name="Rectangle 75">
              <a:extLst>
                <a:ext uri="{FF2B5EF4-FFF2-40B4-BE49-F238E27FC236}">
                  <a16:creationId xmlns:a16="http://schemas.microsoft.com/office/drawing/2014/main" id="{957953AB-E9C6-D080-ADB2-1F206404C0B7}"/>
                </a:ext>
              </a:extLst>
            </p:cNvPr>
            <p:cNvSpPr>
              <a:spLocks noChangeArrowheads="1"/>
            </p:cNvSpPr>
            <p:nvPr/>
          </p:nvSpPr>
          <p:spPr bwMode="auto">
            <a:xfrm>
              <a:off x="3773" y="1578"/>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0" name="Rectangle 76">
              <a:extLst>
                <a:ext uri="{FF2B5EF4-FFF2-40B4-BE49-F238E27FC236}">
                  <a16:creationId xmlns:a16="http://schemas.microsoft.com/office/drawing/2014/main" id="{D3F9BD24-BF97-98DF-7799-FF5527E1F0E4}"/>
                </a:ext>
              </a:extLst>
            </p:cNvPr>
            <p:cNvSpPr>
              <a:spLocks noChangeArrowheads="1"/>
            </p:cNvSpPr>
            <p:nvPr/>
          </p:nvSpPr>
          <p:spPr bwMode="auto">
            <a:xfrm>
              <a:off x="3707" y="1655"/>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8DC8E8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1" name="Rectangle 80">
              <a:extLst>
                <a:ext uri="{FF2B5EF4-FFF2-40B4-BE49-F238E27FC236}">
                  <a16:creationId xmlns:a16="http://schemas.microsoft.com/office/drawing/2014/main" id="{D9F904A4-74AE-C098-E989-4C11A3671B63}"/>
                </a:ext>
              </a:extLst>
            </p:cNvPr>
            <p:cNvSpPr>
              <a:spLocks noChangeArrowheads="1"/>
            </p:cNvSpPr>
            <p:nvPr/>
          </p:nvSpPr>
          <p:spPr bwMode="auto">
            <a:xfrm>
              <a:off x="2981" y="1438"/>
              <a:ext cx="1423" cy="135"/>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Rectangle 81">
              <a:extLst>
                <a:ext uri="{FF2B5EF4-FFF2-40B4-BE49-F238E27FC236}">
                  <a16:creationId xmlns:a16="http://schemas.microsoft.com/office/drawing/2014/main" id="{86561027-5502-5CBF-CC1E-E9283F7A3EA8}"/>
                </a:ext>
              </a:extLst>
            </p:cNvPr>
            <p:cNvSpPr>
              <a:spLocks noChangeArrowheads="1"/>
            </p:cNvSpPr>
            <p:nvPr/>
          </p:nvSpPr>
          <p:spPr bwMode="auto">
            <a:xfrm>
              <a:off x="2977" y="1437"/>
              <a:ext cx="1427"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82">
              <a:extLst>
                <a:ext uri="{FF2B5EF4-FFF2-40B4-BE49-F238E27FC236}">
                  <a16:creationId xmlns:a16="http://schemas.microsoft.com/office/drawing/2014/main" id="{815862B1-E237-764F-DF2A-70DEC4B6F67A}"/>
                </a:ext>
              </a:extLst>
            </p:cNvPr>
            <p:cNvSpPr>
              <a:spLocks noEditPoints="1"/>
            </p:cNvSpPr>
            <p:nvPr/>
          </p:nvSpPr>
          <p:spPr bwMode="auto">
            <a:xfrm>
              <a:off x="2978" y="1437"/>
              <a:ext cx="1427" cy="136"/>
            </a:xfrm>
            <a:custGeom>
              <a:avLst/>
              <a:gdLst>
                <a:gd name="T0" fmla="*/ 0 w 15200"/>
                <a:gd name="T1" fmla="*/ 4 h 960"/>
                <a:gd name="T2" fmla="*/ 4 w 15200"/>
                <a:gd name="T3" fmla="*/ 0 h 960"/>
                <a:gd name="T4" fmla="*/ 15196 w 15200"/>
                <a:gd name="T5" fmla="*/ 0 h 960"/>
                <a:gd name="T6" fmla="*/ 15200 w 15200"/>
                <a:gd name="T7" fmla="*/ 4 h 960"/>
                <a:gd name="T8" fmla="*/ 15200 w 15200"/>
                <a:gd name="T9" fmla="*/ 956 h 960"/>
                <a:gd name="T10" fmla="*/ 15196 w 15200"/>
                <a:gd name="T11" fmla="*/ 960 h 960"/>
                <a:gd name="T12" fmla="*/ 4 w 15200"/>
                <a:gd name="T13" fmla="*/ 960 h 960"/>
                <a:gd name="T14" fmla="*/ 0 w 15200"/>
                <a:gd name="T15" fmla="*/ 956 h 960"/>
                <a:gd name="T16" fmla="*/ 0 w 15200"/>
                <a:gd name="T17" fmla="*/ 4 h 960"/>
                <a:gd name="T18" fmla="*/ 8 w 15200"/>
                <a:gd name="T19" fmla="*/ 956 h 960"/>
                <a:gd name="T20" fmla="*/ 4 w 15200"/>
                <a:gd name="T21" fmla="*/ 952 h 960"/>
                <a:gd name="T22" fmla="*/ 15196 w 15200"/>
                <a:gd name="T23" fmla="*/ 952 h 960"/>
                <a:gd name="T24" fmla="*/ 15192 w 15200"/>
                <a:gd name="T25" fmla="*/ 956 h 960"/>
                <a:gd name="T26" fmla="*/ 15192 w 15200"/>
                <a:gd name="T27" fmla="*/ 4 h 960"/>
                <a:gd name="T28" fmla="*/ 15196 w 15200"/>
                <a:gd name="T29" fmla="*/ 8 h 960"/>
                <a:gd name="T30" fmla="*/ 4 w 15200"/>
                <a:gd name="T31" fmla="*/ 8 h 960"/>
                <a:gd name="T32" fmla="*/ 8 w 15200"/>
                <a:gd name="T33" fmla="*/ 4 h 960"/>
                <a:gd name="T34" fmla="*/ 8 w 15200"/>
                <a:gd name="T35" fmla="*/ 956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0" h="960">
                  <a:moveTo>
                    <a:pt x="0" y="4"/>
                  </a:moveTo>
                  <a:cubicBezTo>
                    <a:pt x="0" y="2"/>
                    <a:pt x="2" y="0"/>
                    <a:pt x="4" y="0"/>
                  </a:cubicBezTo>
                  <a:lnTo>
                    <a:pt x="15196" y="0"/>
                  </a:lnTo>
                  <a:cubicBezTo>
                    <a:pt x="15199" y="0"/>
                    <a:pt x="15200" y="2"/>
                    <a:pt x="15200" y="4"/>
                  </a:cubicBezTo>
                  <a:lnTo>
                    <a:pt x="15200" y="956"/>
                  </a:lnTo>
                  <a:cubicBezTo>
                    <a:pt x="15200" y="959"/>
                    <a:pt x="15199" y="960"/>
                    <a:pt x="15196" y="960"/>
                  </a:cubicBezTo>
                  <a:lnTo>
                    <a:pt x="4" y="960"/>
                  </a:lnTo>
                  <a:cubicBezTo>
                    <a:pt x="2" y="960"/>
                    <a:pt x="0" y="959"/>
                    <a:pt x="0" y="956"/>
                  </a:cubicBezTo>
                  <a:lnTo>
                    <a:pt x="0" y="4"/>
                  </a:lnTo>
                  <a:close/>
                  <a:moveTo>
                    <a:pt x="8" y="956"/>
                  </a:moveTo>
                  <a:lnTo>
                    <a:pt x="4" y="952"/>
                  </a:lnTo>
                  <a:lnTo>
                    <a:pt x="15196" y="952"/>
                  </a:lnTo>
                  <a:lnTo>
                    <a:pt x="15192" y="956"/>
                  </a:lnTo>
                  <a:lnTo>
                    <a:pt x="15192" y="4"/>
                  </a:lnTo>
                  <a:lnTo>
                    <a:pt x="15196" y="8"/>
                  </a:lnTo>
                  <a:lnTo>
                    <a:pt x="4" y="8"/>
                  </a:lnTo>
                  <a:lnTo>
                    <a:pt x="8" y="4"/>
                  </a:lnTo>
                  <a:lnTo>
                    <a:pt x="8" y="956"/>
                  </a:lnTo>
                  <a:close/>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Rectangle 83">
              <a:extLst>
                <a:ext uri="{FF2B5EF4-FFF2-40B4-BE49-F238E27FC236}">
                  <a16:creationId xmlns:a16="http://schemas.microsoft.com/office/drawing/2014/main" id="{F8634574-E07B-D28B-BCBE-E63D6F2B0F02}"/>
                </a:ext>
              </a:extLst>
            </p:cNvPr>
            <p:cNvSpPr>
              <a:spLocks noChangeArrowheads="1"/>
            </p:cNvSpPr>
            <p:nvPr/>
          </p:nvSpPr>
          <p:spPr bwMode="auto">
            <a:xfrm>
              <a:off x="2978" y="1437"/>
              <a:ext cx="1426"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Rectangle 84">
              <a:extLst>
                <a:ext uri="{FF2B5EF4-FFF2-40B4-BE49-F238E27FC236}">
                  <a16:creationId xmlns:a16="http://schemas.microsoft.com/office/drawing/2014/main" id="{12699538-90CB-E2BB-A02E-9CAD1104357C}"/>
                </a:ext>
              </a:extLst>
            </p:cNvPr>
            <p:cNvSpPr>
              <a:spLocks noChangeArrowheads="1"/>
            </p:cNvSpPr>
            <p:nvPr/>
          </p:nvSpPr>
          <p:spPr bwMode="auto">
            <a:xfrm>
              <a:off x="2989" y="1440"/>
              <a:ext cx="314"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FFFFFF"/>
                  </a:solidFill>
                  <a:effectLst/>
                  <a:latin typeface="Segoe UI" panose="020B0502040204020203" pitchFamily="34" charset="0"/>
                </a:rPr>
                <a:t>Blue Black</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6" name="Rectangle 85">
              <a:extLst>
                <a:ext uri="{FF2B5EF4-FFF2-40B4-BE49-F238E27FC236}">
                  <a16:creationId xmlns:a16="http://schemas.microsoft.com/office/drawing/2014/main" id="{6FAB69FC-8CE4-AC4F-FDDF-81B46D7C1E11}"/>
                </a:ext>
              </a:extLst>
            </p:cNvPr>
            <p:cNvSpPr>
              <a:spLocks noChangeArrowheads="1"/>
            </p:cNvSpPr>
            <p:nvPr/>
          </p:nvSpPr>
          <p:spPr bwMode="auto">
            <a:xfrm>
              <a:off x="2989" y="1508"/>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091F2C</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7" name="Rectangle 86">
              <a:extLst>
                <a:ext uri="{FF2B5EF4-FFF2-40B4-BE49-F238E27FC236}">
                  <a16:creationId xmlns:a16="http://schemas.microsoft.com/office/drawing/2014/main" id="{0B6C3A35-3676-F821-8B84-E8FCD2D7AEB0}"/>
                </a:ext>
              </a:extLst>
            </p:cNvPr>
            <p:cNvSpPr>
              <a:spLocks noChangeArrowheads="1"/>
            </p:cNvSpPr>
            <p:nvPr/>
          </p:nvSpPr>
          <p:spPr bwMode="auto">
            <a:xfrm>
              <a:off x="2977" y="1730"/>
              <a:ext cx="706" cy="136"/>
            </a:xfrm>
            <a:prstGeom prst="rect">
              <a:avLst/>
            </a:prstGeom>
            <a:solidFill>
              <a:srgbClr val="C73E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Rectangle 87">
              <a:extLst>
                <a:ext uri="{FF2B5EF4-FFF2-40B4-BE49-F238E27FC236}">
                  <a16:creationId xmlns:a16="http://schemas.microsoft.com/office/drawing/2014/main" id="{E31C635C-F918-E83E-41BB-6A05312AF804}"/>
                </a:ext>
              </a:extLst>
            </p:cNvPr>
            <p:cNvSpPr>
              <a:spLocks noChangeArrowheads="1"/>
            </p:cNvSpPr>
            <p:nvPr/>
          </p:nvSpPr>
          <p:spPr bwMode="auto">
            <a:xfrm>
              <a:off x="2985"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9" name="Rectangle 88">
              <a:extLst>
                <a:ext uri="{FF2B5EF4-FFF2-40B4-BE49-F238E27FC236}">
                  <a16:creationId xmlns:a16="http://schemas.microsoft.com/office/drawing/2014/main" id="{C72C7396-887D-00AF-02FC-A8E598F00631}"/>
                </a:ext>
              </a:extLst>
            </p:cNvPr>
            <p:cNvSpPr>
              <a:spLocks noChangeArrowheads="1"/>
            </p:cNvSpPr>
            <p:nvPr/>
          </p:nvSpPr>
          <p:spPr bwMode="auto">
            <a:xfrm>
              <a:off x="2985" y="1803"/>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C73ECC</a:t>
              </a:r>
              <a:endParaRPr kumimoji="0" lang="en-US" altLang="en-US" sz="1800" b="0" i="0" u="none" strike="noStrike" cap="none" normalizeH="0" baseline="0">
                <a:ln>
                  <a:noFill/>
                </a:ln>
                <a:effectLst/>
                <a:latin typeface="Arial" panose="020B0604020202020204" pitchFamily="34" charset="0"/>
              </a:endParaRPr>
            </a:p>
          </p:txBody>
        </p:sp>
        <p:sp>
          <p:nvSpPr>
            <p:cNvPr id="310" name="Rectangle 89">
              <a:extLst>
                <a:ext uri="{FF2B5EF4-FFF2-40B4-BE49-F238E27FC236}">
                  <a16:creationId xmlns:a16="http://schemas.microsoft.com/office/drawing/2014/main" id="{D30DD6FD-51EB-19EC-8510-E1C9AF53735B}"/>
                </a:ext>
              </a:extLst>
            </p:cNvPr>
            <p:cNvSpPr>
              <a:spLocks noChangeArrowheads="1"/>
            </p:cNvSpPr>
            <p:nvPr/>
          </p:nvSpPr>
          <p:spPr bwMode="auto">
            <a:xfrm>
              <a:off x="2977" y="1875"/>
              <a:ext cx="706" cy="135"/>
            </a:xfrm>
            <a:prstGeom prst="rect">
              <a:avLst/>
            </a:prstGeom>
            <a:solidFill>
              <a:srgbClr val="7025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Rectangle 90">
              <a:extLst>
                <a:ext uri="{FF2B5EF4-FFF2-40B4-BE49-F238E27FC236}">
                  <a16:creationId xmlns:a16="http://schemas.microsoft.com/office/drawing/2014/main" id="{FA8D36D1-67FD-B784-519E-C36BEA31B3C5}"/>
                </a:ext>
              </a:extLst>
            </p:cNvPr>
            <p:cNvSpPr>
              <a:spLocks noChangeArrowheads="1"/>
            </p:cNvSpPr>
            <p:nvPr/>
          </p:nvSpPr>
          <p:spPr bwMode="auto">
            <a:xfrm>
              <a:off x="2985" y="1869"/>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CD9BCF"/>
                  </a:solidFill>
                  <a:effectLst/>
                  <a:latin typeface="Segoe UI Black" panose="020B0A02040204020203" pitchFamily="34" charset="0"/>
                </a:rPr>
                <a:t>A</a:t>
              </a:r>
              <a:endParaRPr kumimoji="0" lang="en-US" altLang="en-US" sz="1800" b="0" i="0" u="none" strike="noStrike" cap="none" normalizeH="0" baseline="0">
                <a:ln>
                  <a:noFill/>
                </a:ln>
                <a:solidFill>
                  <a:srgbClr val="CD9BCF"/>
                </a:solidFill>
                <a:effectLst/>
                <a:latin typeface="Arial" panose="020B0604020202020204" pitchFamily="34" charset="0"/>
              </a:endParaRPr>
            </a:p>
          </p:txBody>
        </p:sp>
        <p:sp>
          <p:nvSpPr>
            <p:cNvPr id="312" name="Rectangle 91">
              <a:extLst>
                <a:ext uri="{FF2B5EF4-FFF2-40B4-BE49-F238E27FC236}">
                  <a16:creationId xmlns:a16="http://schemas.microsoft.com/office/drawing/2014/main" id="{A2790CC1-ECD3-C2AA-C63A-83B06BB562FD}"/>
                </a:ext>
              </a:extLst>
            </p:cNvPr>
            <p:cNvSpPr>
              <a:spLocks noChangeArrowheads="1"/>
            </p:cNvSpPr>
            <p:nvPr/>
          </p:nvSpPr>
          <p:spPr bwMode="auto">
            <a:xfrm>
              <a:off x="3051" y="1869"/>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3" name="Rectangle 92">
              <a:extLst>
                <a:ext uri="{FF2B5EF4-FFF2-40B4-BE49-F238E27FC236}">
                  <a16:creationId xmlns:a16="http://schemas.microsoft.com/office/drawing/2014/main" id="{C2F74C0D-75FA-B70A-ED71-3CFA807964B4}"/>
                </a:ext>
              </a:extLst>
            </p:cNvPr>
            <p:cNvSpPr>
              <a:spLocks noChangeArrowheads="1"/>
            </p:cNvSpPr>
            <p:nvPr/>
          </p:nvSpPr>
          <p:spPr bwMode="auto">
            <a:xfrm>
              <a:off x="2985" y="1946"/>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702573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4" name="Rectangle 93">
              <a:extLst>
                <a:ext uri="{FF2B5EF4-FFF2-40B4-BE49-F238E27FC236}">
                  <a16:creationId xmlns:a16="http://schemas.microsoft.com/office/drawing/2014/main" id="{4B629030-A380-3E24-758E-F1D167C23086}"/>
                </a:ext>
              </a:extLst>
            </p:cNvPr>
            <p:cNvSpPr>
              <a:spLocks noChangeArrowheads="1"/>
            </p:cNvSpPr>
            <p:nvPr/>
          </p:nvSpPr>
          <p:spPr bwMode="auto">
            <a:xfrm>
              <a:off x="2977" y="1586"/>
              <a:ext cx="706" cy="135"/>
            </a:xfrm>
            <a:prstGeom prst="rect">
              <a:avLst/>
            </a:prstGeom>
            <a:solidFill>
              <a:srgbClr val="CD9B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Rectangle 94">
              <a:extLst>
                <a:ext uri="{FF2B5EF4-FFF2-40B4-BE49-F238E27FC236}">
                  <a16:creationId xmlns:a16="http://schemas.microsoft.com/office/drawing/2014/main" id="{6D81EE59-1E06-6AAB-A8EE-80D567AE752D}"/>
                </a:ext>
              </a:extLst>
            </p:cNvPr>
            <p:cNvSpPr>
              <a:spLocks noChangeArrowheads="1"/>
            </p:cNvSpPr>
            <p:nvPr/>
          </p:nvSpPr>
          <p:spPr bwMode="auto">
            <a:xfrm>
              <a:off x="2985" y="1580"/>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02573"/>
                  </a:solidFill>
                  <a:effectLst/>
                  <a:latin typeface="Segoe UI Black" panose="020B0A02040204020203" pitchFamily="34" charset="0"/>
                </a:rPr>
                <a:t>A</a:t>
              </a:r>
              <a:endParaRPr kumimoji="0" lang="en-US" altLang="en-US" sz="1800" b="0" i="0" u="none" strike="noStrike" cap="none" normalizeH="0" baseline="0">
                <a:ln>
                  <a:noFill/>
                </a:ln>
                <a:solidFill>
                  <a:srgbClr val="702573"/>
                </a:solidFill>
                <a:effectLst/>
                <a:latin typeface="Arial" panose="020B0604020202020204" pitchFamily="34" charset="0"/>
              </a:endParaRPr>
            </a:p>
          </p:txBody>
        </p:sp>
        <p:sp>
          <p:nvSpPr>
            <p:cNvPr id="316" name="Rectangle 95">
              <a:extLst>
                <a:ext uri="{FF2B5EF4-FFF2-40B4-BE49-F238E27FC236}">
                  <a16:creationId xmlns:a16="http://schemas.microsoft.com/office/drawing/2014/main" id="{6AD9F2DD-3CC6-E096-A24F-323DA0D326AD}"/>
                </a:ext>
              </a:extLst>
            </p:cNvPr>
            <p:cNvSpPr>
              <a:spLocks noChangeArrowheads="1"/>
            </p:cNvSpPr>
            <p:nvPr/>
          </p:nvSpPr>
          <p:spPr bwMode="auto">
            <a:xfrm>
              <a:off x="3051" y="1580"/>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7" name="Rectangle 96">
              <a:extLst>
                <a:ext uri="{FF2B5EF4-FFF2-40B4-BE49-F238E27FC236}">
                  <a16:creationId xmlns:a16="http://schemas.microsoft.com/office/drawing/2014/main" id="{AFB34C5D-AB21-1047-2C41-96AAFC6CF230}"/>
                </a:ext>
              </a:extLst>
            </p:cNvPr>
            <p:cNvSpPr>
              <a:spLocks noChangeArrowheads="1"/>
            </p:cNvSpPr>
            <p:nvPr/>
          </p:nvSpPr>
          <p:spPr bwMode="auto">
            <a:xfrm>
              <a:off x="2985" y="1658"/>
              <a:ext cx="14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CD9BCF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8" name="Rectangle 97">
              <a:extLst>
                <a:ext uri="{FF2B5EF4-FFF2-40B4-BE49-F238E27FC236}">
                  <a16:creationId xmlns:a16="http://schemas.microsoft.com/office/drawing/2014/main" id="{577AD0A0-7F00-AA4F-1B1B-61CFE55F937D}"/>
                </a:ext>
              </a:extLst>
            </p:cNvPr>
            <p:cNvSpPr>
              <a:spLocks noChangeArrowheads="1"/>
            </p:cNvSpPr>
            <p:nvPr/>
          </p:nvSpPr>
          <p:spPr bwMode="auto">
            <a:xfrm>
              <a:off x="2976" y="2023"/>
              <a:ext cx="1428" cy="13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Rectangle 98">
              <a:extLst>
                <a:ext uri="{FF2B5EF4-FFF2-40B4-BE49-F238E27FC236}">
                  <a16:creationId xmlns:a16="http://schemas.microsoft.com/office/drawing/2014/main" id="{AEE8AF68-7485-0DA2-1E8F-EA9EFEEF18D2}"/>
                </a:ext>
              </a:extLst>
            </p:cNvPr>
            <p:cNvSpPr>
              <a:spLocks noChangeArrowheads="1"/>
            </p:cNvSpPr>
            <p:nvPr/>
          </p:nvSpPr>
          <p:spPr bwMode="auto">
            <a:xfrm>
              <a:off x="2977" y="2024"/>
              <a:ext cx="142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0" name="Rectangle 99">
              <a:extLst>
                <a:ext uri="{FF2B5EF4-FFF2-40B4-BE49-F238E27FC236}">
                  <a16:creationId xmlns:a16="http://schemas.microsoft.com/office/drawing/2014/main" id="{00A4FA1A-2972-8EFD-C7DB-916888D02231}"/>
                </a:ext>
              </a:extLst>
            </p:cNvPr>
            <p:cNvSpPr>
              <a:spLocks noChangeArrowheads="1"/>
            </p:cNvSpPr>
            <p:nvPr/>
          </p:nvSpPr>
          <p:spPr bwMode="auto">
            <a:xfrm>
              <a:off x="2985" y="2028"/>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000000</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321" name="Rectangle 100">
              <a:extLst>
                <a:ext uri="{FF2B5EF4-FFF2-40B4-BE49-F238E27FC236}">
                  <a16:creationId xmlns:a16="http://schemas.microsoft.com/office/drawing/2014/main" id="{E02AE344-8FCD-07A4-1035-21E5745797EA}"/>
                </a:ext>
              </a:extLst>
            </p:cNvPr>
            <p:cNvSpPr>
              <a:spLocks noChangeArrowheads="1"/>
            </p:cNvSpPr>
            <p:nvPr/>
          </p:nvSpPr>
          <p:spPr bwMode="auto">
            <a:xfrm>
              <a:off x="1532" y="1439"/>
              <a:ext cx="1430" cy="136"/>
            </a:xfrm>
            <a:prstGeom prst="rect">
              <a:avLst/>
            </a:prstGeom>
            <a:solidFill>
              <a:srgbClr val="E8E6D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Rectangle 101">
              <a:extLst>
                <a:ext uri="{FF2B5EF4-FFF2-40B4-BE49-F238E27FC236}">
                  <a16:creationId xmlns:a16="http://schemas.microsoft.com/office/drawing/2014/main" id="{A8F0A57D-3D77-F52A-CEE5-C300AC719E97}"/>
                </a:ext>
              </a:extLst>
            </p:cNvPr>
            <p:cNvSpPr>
              <a:spLocks noChangeArrowheads="1"/>
            </p:cNvSpPr>
            <p:nvPr/>
          </p:nvSpPr>
          <p:spPr bwMode="auto">
            <a:xfrm>
              <a:off x="1532" y="1439"/>
              <a:ext cx="1429"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3" name="Rectangle 102">
              <a:extLst>
                <a:ext uri="{FF2B5EF4-FFF2-40B4-BE49-F238E27FC236}">
                  <a16:creationId xmlns:a16="http://schemas.microsoft.com/office/drawing/2014/main" id="{34755F26-EC65-BC3C-F00F-5952873E93B5}"/>
                </a:ext>
              </a:extLst>
            </p:cNvPr>
            <p:cNvSpPr>
              <a:spLocks noChangeArrowheads="1"/>
            </p:cNvSpPr>
            <p:nvPr/>
          </p:nvSpPr>
          <p:spPr bwMode="auto">
            <a:xfrm>
              <a:off x="1541" y="1435"/>
              <a:ext cx="3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1A1A1A"/>
                  </a:solidFill>
                  <a:effectLst/>
                  <a:latin typeface="Segoe UI" panose="020B0502040204020203" pitchFamily="34" charset="0"/>
                </a:rPr>
                <a:t>Neutral Gray</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4" name="Rectangle 103">
              <a:extLst>
                <a:ext uri="{FF2B5EF4-FFF2-40B4-BE49-F238E27FC236}">
                  <a16:creationId xmlns:a16="http://schemas.microsoft.com/office/drawing/2014/main" id="{B81AAAC1-86AE-E75F-941C-AB9A2CF58E0B}"/>
                </a:ext>
              </a:extLst>
            </p:cNvPr>
            <p:cNvSpPr>
              <a:spLocks noChangeArrowheads="1"/>
            </p:cNvSpPr>
            <p:nvPr/>
          </p:nvSpPr>
          <p:spPr bwMode="auto">
            <a:xfrm>
              <a:off x="1541" y="1502"/>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E8E6DF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5" name="Rectangle 14">
              <a:extLst>
                <a:ext uri="{FF2B5EF4-FFF2-40B4-BE49-F238E27FC236}">
                  <a16:creationId xmlns:a16="http://schemas.microsoft.com/office/drawing/2014/main" id="{EB0437A5-6694-879B-F94E-9FA34DFD9D2C}"/>
                </a:ext>
              </a:extLst>
            </p:cNvPr>
            <p:cNvSpPr>
              <a:spLocks noChangeArrowheads="1"/>
            </p:cNvSpPr>
            <p:nvPr/>
          </p:nvSpPr>
          <p:spPr bwMode="auto">
            <a:xfrm>
              <a:off x="2329" y="1724"/>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6" name="Rectangle 95">
              <a:extLst>
                <a:ext uri="{FF2B5EF4-FFF2-40B4-BE49-F238E27FC236}">
                  <a16:creationId xmlns:a16="http://schemas.microsoft.com/office/drawing/2014/main" id="{7CF198F9-1D72-F8CC-3A2E-9B2DAE529DAF}"/>
                </a:ext>
              </a:extLst>
            </p:cNvPr>
            <p:cNvSpPr>
              <a:spLocks noChangeArrowheads="1"/>
            </p:cNvSpPr>
            <p:nvPr/>
          </p:nvSpPr>
          <p:spPr bwMode="auto">
            <a:xfrm>
              <a:off x="3051"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3516608941"/>
      </p:ext>
    </p:extLst>
  </p:cSld>
  <p:clrMap bg1="lt1" tx1="dk1" bg2="lt2" tx2="dk2" accent1="accent1" accent2="accent2" accent3="accent3" accent4="accent4" accent5="accent5" accent6="accent6" hlink="hlink" folHlink="folHlink"/>
  <p:sldLayoutIdLst>
    <p:sldLayoutId id="2147486470" r:id="rId1"/>
    <p:sldLayoutId id="2147486471" r:id="rId2"/>
    <p:sldLayoutId id="2147486472" r:id="rId3"/>
    <p:sldLayoutId id="2147486473" r:id="rId4"/>
    <p:sldLayoutId id="2147486474" r:id="rId5"/>
    <p:sldLayoutId id="2147486475" r:id="rId6"/>
    <p:sldLayoutId id="2147486476" r:id="rId7"/>
    <p:sldLayoutId id="2147486477" r:id="rId8"/>
    <p:sldLayoutId id="2147486478" r:id="rId9"/>
    <p:sldLayoutId id="2147486479" r:id="rId10"/>
    <p:sldLayoutId id="2147486480" r:id="rId11"/>
    <p:sldLayoutId id="2147486481" r:id="rId12"/>
    <p:sldLayoutId id="2147486482" r:id="rId13"/>
    <p:sldLayoutId id="2147486483" r:id="rId14"/>
    <p:sldLayoutId id="2147486484" r:id="rId15"/>
    <p:sldLayoutId id="2147486485" r:id="rId16"/>
    <p:sldLayoutId id="2147486486" r:id="rId17"/>
    <p:sldLayoutId id="2147486487" r:id="rId18"/>
    <p:sldLayoutId id="2147486488" r:id="rId19"/>
    <p:sldLayoutId id="2147486489" r:id="rId20"/>
    <p:sldLayoutId id="2147486490" r:id="rId21"/>
    <p:sldLayoutId id="2147486491" r:id="rId22"/>
    <p:sldLayoutId id="2147486492" r:id="rId23"/>
    <p:sldLayoutId id="2147486493" r:id="rId24"/>
    <p:sldLayoutId id="2147486494" r:id="rId25"/>
    <p:sldLayoutId id="2147486495" r:id="rId26"/>
    <p:sldLayoutId id="2147486496" r:id="rId27"/>
    <p:sldLayoutId id="2147486497" r:id="rId28"/>
    <p:sldLayoutId id="2147486498" r:id="rId29"/>
    <p:sldLayoutId id="2147486499" r:id="rId30"/>
    <p:sldLayoutId id="2147486500" r:id="rId31"/>
    <p:sldLayoutId id="2147486501" r:id="rId32"/>
    <p:sldLayoutId id="2147486502" r:id="rId33"/>
    <p:sldLayoutId id="2147486503" r:id="rId34"/>
    <p:sldLayoutId id="2147486504" r:id="rId35"/>
    <p:sldLayoutId id="2147486505" r:id="rId36"/>
    <p:sldLayoutId id="2147486506" r:id="rId37"/>
    <p:sldLayoutId id="2147486507" r:id="rId38"/>
    <p:sldLayoutId id="2147486508" r:id="rId39"/>
    <p:sldLayoutId id="2147486509" r:id="rId40"/>
    <p:sldLayoutId id="2147486510" r:id="rId41"/>
    <p:sldLayoutId id="2147486511" r:id="rId42"/>
    <p:sldLayoutId id="2147486512" r:id="rId43"/>
    <p:sldLayoutId id="2147486513" r:id="rId44"/>
    <p:sldLayoutId id="2147486514" r:id="rId45"/>
    <p:sldLayoutId id="2147486515" r:id="rId46"/>
    <p:sldLayoutId id="2147486516" r:id="rId47"/>
    <p:sldLayoutId id="2147486517" r:id="rId48"/>
    <p:sldLayoutId id="2147486518" r:id="rId49"/>
    <p:sldLayoutId id="2147486519" r:id="rId50"/>
    <p:sldLayoutId id="2147486520" r:id="rId51"/>
    <p:sldLayoutId id="2147486521" r:id="rId52"/>
    <p:sldLayoutId id="2147486522" r:id="rId53"/>
    <p:sldLayoutId id="2147486523" r:id="rId54"/>
    <p:sldLayoutId id="2147486524" r:id="rId55"/>
    <p:sldLayoutId id="2147486525" r:id="rId56"/>
    <p:sldLayoutId id="2147486526" r:id="rId57"/>
    <p:sldLayoutId id="2147486527" r:id="rId58"/>
    <p:sldLayoutId id="2147486528" r:id="rId59"/>
    <p:sldLayoutId id="2147486529" r:id="rId60"/>
    <p:sldLayoutId id="2147486530" r:id="rId61"/>
    <p:sldLayoutId id="2147486531" r:id="rId62"/>
    <p:sldLayoutId id="2147486532" r:id="rId63"/>
    <p:sldLayoutId id="2147486533" r:id="rId64"/>
    <p:sldLayoutId id="2147486534" r:id="rId65"/>
    <p:sldLayoutId id="2147486535" r:id="rId66"/>
    <p:sldLayoutId id="2147486536" r:id="rId67"/>
    <p:sldLayoutId id="2147486537" r:id="rId68"/>
    <p:sldLayoutId id="2147486538" r:id="rId69"/>
    <p:sldLayoutId id="2147486539" r:id="rId70"/>
    <p:sldLayoutId id="2147486540" r:id="rId71"/>
    <p:sldLayoutId id="2147486541" r:id="rId72"/>
    <p:sldLayoutId id="2147486542" r:id="rId73"/>
    <p:sldLayoutId id="2147486543" r:id="rId74"/>
    <p:sldLayoutId id="2147486544" r:id="rId75"/>
    <p:sldLayoutId id="2147486545" r:id="rId76"/>
    <p:sldLayoutId id="2147486546" r:id="rId77"/>
    <p:sldLayoutId id="2147486547" r:id="rId78"/>
    <p:sldLayoutId id="2147486548" r:id="rId79"/>
    <p:sldLayoutId id="2147486549" r:id="rId80"/>
    <p:sldLayoutId id="2147486550" r:id="rId81"/>
    <p:sldLayoutId id="2147486551" r:id="rId82"/>
    <p:sldLayoutId id="2147486552" r:id="rId83"/>
    <p:sldLayoutId id="2147486553" r:id="rId84"/>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lang="en-US" sz="2800" kern="1200" spc="0" baseline="0" dirty="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20">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2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88427678"/>
      </p:ext>
    </p:extLst>
  </p:cSld>
  <p:clrMap bg1="lt1" tx1="dk1" bg2="lt2" tx2="dk2" accent1="accent1" accent2="accent2" accent3="accent3" accent4="accent4" accent5="accent5" accent6="accent6" hlink="hlink" folHlink="folHlink"/>
  <p:sldLayoutIdLst>
    <p:sldLayoutId id="2147486555" r:id="rId1"/>
    <p:sldLayoutId id="2147486556" r:id="rId2"/>
    <p:sldLayoutId id="2147486557" r:id="rId3"/>
    <p:sldLayoutId id="2147486558" r:id="rId4"/>
    <p:sldLayoutId id="2147486559" r:id="rId5"/>
    <p:sldLayoutId id="2147486560" r:id="rId6"/>
    <p:sldLayoutId id="2147486561" r:id="rId7"/>
    <p:sldLayoutId id="2147486562" r:id="rId8"/>
    <p:sldLayoutId id="2147486563" r:id="rId9"/>
    <p:sldLayoutId id="2147486564" r:id="rId10"/>
    <p:sldLayoutId id="2147486565" r:id="rId11"/>
    <p:sldLayoutId id="2147486566" r:id="rId12"/>
    <p:sldLayoutId id="2147486567" r:id="rId13"/>
    <p:sldLayoutId id="2147486568" r:id="rId14"/>
    <p:sldLayoutId id="2147486569" r:id="rId15"/>
    <p:sldLayoutId id="2147486570" r:id="rId16"/>
    <p:sldLayoutId id="2147486571" r:id="rId17"/>
    <p:sldLayoutId id="2147486572" r:id="rId18"/>
    <p:sldLayoutId id="2147486573" r:id="rId19"/>
    <p:sldLayoutId id="2147486574" r:id="rId20"/>
    <p:sldLayoutId id="2147486575" r:id="rId21"/>
    <p:sldLayoutId id="2147486576" r:id="rId22"/>
    <p:sldLayoutId id="2147486578" r:id="rId23"/>
    <p:sldLayoutId id="2147486579" r:id="rId24"/>
    <p:sldLayoutId id="2147486580" r:id="rId25"/>
    <p:sldLayoutId id="2147486581" r:id="rId26"/>
    <p:sldLayoutId id="2147486582" r:id="rId27"/>
    <p:sldLayoutId id="2147486583" r:id="rId28"/>
    <p:sldLayoutId id="2147486584" r:id="rId29"/>
    <p:sldLayoutId id="2147486585" r:id="rId30"/>
    <p:sldLayoutId id="2147486586" r:id="rId31"/>
    <p:sldLayoutId id="2147486587" r:id="rId32"/>
    <p:sldLayoutId id="2147486588" r:id="rId33"/>
    <p:sldLayoutId id="2147486589" r:id="rId34"/>
    <p:sldLayoutId id="2147486590" r:id="rId35"/>
    <p:sldLayoutId id="2147486591" r:id="rId36"/>
    <p:sldLayoutId id="2147486592" r:id="rId37"/>
    <p:sldLayoutId id="2147486593" r:id="rId38"/>
    <p:sldLayoutId id="2147486594" r:id="rId39"/>
    <p:sldLayoutId id="2147486595" r:id="rId40"/>
    <p:sldLayoutId id="2147486596" r:id="rId41"/>
    <p:sldLayoutId id="2147486597" r:id="rId42"/>
    <p:sldLayoutId id="2147486598" r:id="rId43"/>
    <p:sldLayoutId id="2147486599" r:id="rId44"/>
    <p:sldLayoutId id="2147486600" r:id="rId45"/>
    <p:sldLayoutId id="2147486601" r:id="rId46"/>
    <p:sldLayoutId id="2147486602" r:id="rId47"/>
    <p:sldLayoutId id="2147486603" r:id="rId48"/>
    <p:sldLayoutId id="2147486604" r:id="rId49"/>
    <p:sldLayoutId id="2147486605" r:id="rId50"/>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userDrawn="1">
          <p15:clr>
            <a:srgbClr val="A5A5A5"/>
          </p15:clr>
        </p15:guide>
        <p15:guide id="2" pos="7680" userDrawn="1">
          <p15:clr>
            <a:srgbClr val="A5A5A5"/>
          </p15:clr>
        </p15:guide>
        <p15:guide id="3" pos="186" userDrawn="1">
          <p15:clr>
            <a:srgbClr val="A5A5A5"/>
          </p15:clr>
        </p15:guide>
        <p15:guide id="26" pos="7496" userDrawn="1">
          <p15:clr>
            <a:srgbClr val="A5A5A5"/>
          </p15:clr>
        </p15:guide>
        <p15:guide id="27" orient="horz" userDrawn="1">
          <p15:clr>
            <a:srgbClr val="A5A5A5"/>
          </p15:clr>
        </p15:guide>
        <p15:guide id="28" orient="horz" pos="4320" userDrawn="1">
          <p15:clr>
            <a:srgbClr val="A5A5A5"/>
          </p15:clr>
        </p15:guide>
        <p15:guide id="29" orient="horz" pos="184" userDrawn="1">
          <p15:clr>
            <a:srgbClr val="A5A5A5"/>
          </p15:clr>
        </p15:guide>
        <p15:guide id="40" orient="horz" pos="4134" userDrawn="1">
          <p15:clr>
            <a:srgbClr val="A5A5A5"/>
          </p15:clr>
        </p15:guide>
        <p15:guide id="42" pos="365" userDrawn="1">
          <p15:clr>
            <a:srgbClr val="C35EA4"/>
          </p15:clr>
        </p15:guide>
        <p15:guide id="43" orient="horz" pos="367" userDrawn="1">
          <p15:clr>
            <a:srgbClr val="C35EA4"/>
          </p15:clr>
        </p15:guide>
        <p15:guide id="44" orient="horz" pos="3953" userDrawn="1">
          <p15:clr>
            <a:srgbClr val="C35EA4"/>
          </p15:clr>
        </p15:guide>
        <p15:guide id="45" pos="7307" userDrawn="1">
          <p15:clr>
            <a:srgbClr val="C35EA4"/>
          </p15:clr>
        </p15:guide>
      </p15:sldGuideLst>
    </p:ext>
  </p:extLst>
</p:sldMaster>
</file>

<file path=ppt/slideMasters/slideMaster2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94196827"/>
      </p:ext>
    </p:extLst>
  </p:cSld>
  <p:clrMap bg1="lt1" tx1="dk1" bg2="lt2" tx2="dk2" accent1="accent1" accent2="accent2" accent3="accent3" accent4="accent4" accent5="accent5" accent6="accent6" hlink="hlink" folHlink="folHlink"/>
  <p:sldLayoutIdLst>
    <p:sldLayoutId id="2147486607" r:id="rId1"/>
    <p:sldLayoutId id="2147486608" r:id="rId2"/>
    <p:sldLayoutId id="2147486609" r:id="rId3"/>
    <p:sldLayoutId id="2147486610" r:id="rId4"/>
    <p:sldLayoutId id="2147486611" r:id="rId5"/>
    <p:sldLayoutId id="2147486612" r:id="rId6"/>
    <p:sldLayoutId id="2147486613" r:id="rId7"/>
    <p:sldLayoutId id="2147486614" r:id="rId8"/>
    <p:sldLayoutId id="2147486615" r:id="rId9"/>
    <p:sldLayoutId id="2147486616" r:id="rId10"/>
    <p:sldLayoutId id="2147486617" r:id="rId11"/>
    <p:sldLayoutId id="2147486618" r:id="rId12"/>
    <p:sldLayoutId id="2147486619" r:id="rId13"/>
    <p:sldLayoutId id="2147486620" r:id="rId14"/>
    <p:sldLayoutId id="2147486621" r:id="rId15"/>
    <p:sldLayoutId id="2147486622" r:id="rId16"/>
    <p:sldLayoutId id="2147486623" r:id="rId17"/>
    <p:sldLayoutId id="2147486624" r:id="rId18"/>
    <p:sldLayoutId id="2147486625" r:id="rId19"/>
    <p:sldLayoutId id="2147486626" r:id="rId20"/>
    <p:sldLayoutId id="2147486627" r:id="rId21"/>
    <p:sldLayoutId id="2147486628" r:id="rId22"/>
    <p:sldLayoutId id="2147486629" r:id="rId23"/>
    <p:sldLayoutId id="2147486630" r:id="rId24"/>
    <p:sldLayoutId id="2147486631" r:id="rId25"/>
    <p:sldLayoutId id="2147486632" r:id="rId26"/>
    <p:sldLayoutId id="2147486633" r:id="rId27"/>
    <p:sldLayoutId id="2147486634" r:id="rId28"/>
    <p:sldLayoutId id="2147486635" r:id="rId29"/>
    <p:sldLayoutId id="2147486636" r:id="rId30"/>
    <p:sldLayoutId id="2147486637" r:id="rId31"/>
    <p:sldLayoutId id="2147486638" r:id="rId32"/>
    <p:sldLayoutId id="2147486639" r:id="rId33"/>
    <p:sldLayoutId id="2147486640" r:id="rId34"/>
    <p:sldLayoutId id="2147486641" r:id="rId35"/>
    <p:sldLayoutId id="2147486642" r:id="rId36"/>
    <p:sldLayoutId id="2147486643" r:id="rId37"/>
    <p:sldLayoutId id="2147486644" r:id="rId38"/>
    <p:sldLayoutId id="2147486645" r:id="rId39"/>
    <p:sldLayoutId id="2147486646" r:id="rId40"/>
    <p:sldLayoutId id="2147486647" r:id="rId41"/>
    <p:sldLayoutId id="2147486648" r:id="rId42"/>
    <p:sldLayoutId id="2147486649" r:id="rId43"/>
    <p:sldLayoutId id="2147486650" r:id="rId44"/>
    <p:sldLayoutId id="2147486651" r:id="rId45"/>
    <p:sldLayoutId id="2147486652" r:id="rId46"/>
    <p:sldLayoutId id="2147486653" r:id="rId47"/>
    <p:sldLayoutId id="2147486654" r:id="rId48"/>
    <p:sldLayoutId id="2147486655" r:id="rId49"/>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A5A5A5"/>
          </p15:clr>
        </p15:guide>
        <p15:guide id="2" pos="7680">
          <p15:clr>
            <a:srgbClr val="A5A5A5"/>
          </p15:clr>
        </p15:guide>
        <p15:guide id="3" pos="186">
          <p15:clr>
            <a:srgbClr val="A5A5A5"/>
          </p15:clr>
        </p15:guide>
        <p15:guide id="26" pos="7496">
          <p15:clr>
            <a:srgbClr val="A5A5A5"/>
          </p15:clr>
        </p15:guide>
        <p15:guide id="27" orient="horz">
          <p15:clr>
            <a:srgbClr val="A5A5A5"/>
          </p15:clr>
        </p15:guide>
        <p15:guide id="28" orient="horz" pos="4320">
          <p15:clr>
            <a:srgbClr val="A5A5A5"/>
          </p15:clr>
        </p15:guide>
        <p15:guide id="29" orient="horz" pos="184">
          <p15:clr>
            <a:srgbClr val="A5A5A5"/>
          </p15:clr>
        </p15:guide>
        <p15:guide id="40" orient="horz" pos="4134">
          <p15:clr>
            <a:srgbClr val="A5A5A5"/>
          </p15:clr>
        </p15:guide>
        <p15:guide id="42" pos="365">
          <p15:clr>
            <a:srgbClr val="C35EA4"/>
          </p15:clr>
        </p15:guide>
        <p15:guide id="43" orient="horz" pos="367">
          <p15:clr>
            <a:srgbClr val="C35EA4"/>
          </p15:clr>
        </p15:guide>
        <p15:guide id="44" orient="horz" pos="3953">
          <p15:clr>
            <a:srgbClr val="C35EA4"/>
          </p15:clr>
        </p15:guide>
        <p15:guide id="45" pos="7307">
          <p15:clr>
            <a:srgbClr val="C35EA4"/>
          </p15:clr>
        </p15:guide>
      </p15:sldGuideLst>
    </p:ext>
  </p:extLst>
</p:sldMaster>
</file>

<file path=ppt/slideMasters/slideMaster30.xml><?xml version="1.0" encoding="utf-8"?>
<p:sldMaster xmlns:a="http://schemas.openxmlformats.org/drawingml/2006/main" xmlns:r="http://schemas.openxmlformats.org/officeDocument/2006/relationships" xmlns:p="http://schemas.openxmlformats.org/presentationml/2006/main" preserve="1">
  <p:cSld>
    <p:bg bwMode="blackWhite">
      <p:bgPr>
        <a:solidFill>
          <a:srgbClr val="F4F3F5"/>
        </a:solidFill>
        <a:effectLst/>
      </p:bgPr>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marL="228600" marR="0" lvl="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Click to edit Master text styles</a:t>
            </a:r>
          </a:p>
          <a:p>
            <a:pPr marL="228600" marR="0" lvl="1"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Second level</a:t>
            </a:r>
          </a:p>
          <a:p>
            <a:pPr marL="228600" marR="0" lvl="2"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Third level</a:t>
            </a:r>
          </a:p>
          <a:p>
            <a:pPr marL="228600" marR="0" lvl="3"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Fourth level</a:t>
            </a:r>
          </a:p>
          <a:p>
            <a:pPr marL="228600" marR="0" lvl="4"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grpSp>
        <p:nvGrpSpPr>
          <p:cNvPr id="258" name="Group 257">
            <a:extLst>
              <a:ext uri="{FF2B5EF4-FFF2-40B4-BE49-F238E27FC236}">
                <a16:creationId xmlns:a16="http://schemas.microsoft.com/office/drawing/2014/main" id="{566C3ED6-7167-1619-C333-B86D0D162316}"/>
              </a:ext>
            </a:extLst>
          </p:cNvPr>
          <p:cNvGrpSpPr>
            <a:grpSpLocks noChangeAspect="1"/>
          </p:cNvGrpSpPr>
          <p:nvPr userDrawn="1"/>
        </p:nvGrpSpPr>
        <p:grpSpPr bwMode="auto">
          <a:xfrm rot="5400000">
            <a:off x="10659863" y="3998558"/>
            <a:ext cx="4597400" cy="1169987"/>
            <a:chOff x="1529" y="1423"/>
            <a:chExt cx="2896" cy="737"/>
          </a:xfrm>
        </p:grpSpPr>
        <p:sp>
          <p:nvSpPr>
            <p:cNvPr id="259" name="AutoShape 3">
              <a:extLst>
                <a:ext uri="{FF2B5EF4-FFF2-40B4-BE49-F238E27FC236}">
                  <a16:creationId xmlns:a16="http://schemas.microsoft.com/office/drawing/2014/main" id="{894C58B4-3C22-9620-7C92-D65ED6617E67}"/>
                </a:ext>
              </a:extLst>
            </p:cNvPr>
            <p:cNvSpPr>
              <a:spLocks noChangeAspect="1" noChangeArrowheads="1" noTextEdit="1"/>
            </p:cNvSpPr>
            <p:nvPr/>
          </p:nvSpPr>
          <p:spPr bwMode="auto">
            <a:xfrm>
              <a:off x="1529" y="1423"/>
              <a:ext cx="2896" cy="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Rectangle 5">
              <a:extLst>
                <a:ext uri="{FF2B5EF4-FFF2-40B4-BE49-F238E27FC236}">
                  <a16:creationId xmlns:a16="http://schemas.microsoft.com/office/drawing/2014/main" id="{B4F93CCF-3F88-5DCB-F12D-4DEBF36B9444}"/>
                </a:ext>
              </a:extLst>
            </p:cNvPr>
            <p:cNvSpPr>
              <a:spLocks noChangeArrowheads="1"/>
            </p:cNvSpPr>
            <p:nvPr/>
          </p:nvSpPr>
          <p:spPr bwMode="auto">
            <a:xfrm>
              <a:off x="2254" y="1727"/>
              <a:ext cx="707" cy="135"/>
            </a:xfrm>
            <a:prstGeom prst="rect">
              <a:avLst/>
            </a:prstGeom>
            <a:solidFill>
              <a:srgbClr val="F4364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Rectangle 6">
              <a:extLst>
                <a:ext uri="{FF2B5EF4-FFF2-40B4-BE49-F238E27FC236}">
                  <a16:creationId xmlns:a16="http://schemas.microsoft.com/office/drawing/2014/main" id="{7AC4893A-D0A3-D947-BE61-70B6DC4B9314}"/>
                </a:ext>
              </a:extLst>
            </p:cNvPr>
            <p:cNvSpPr>
              <a:spLocks noChangeArrowheads="1"/>
            </p:cNvSpPr>
            <p:nvPr/>
          </p:nvSpPr>
          <p:spPr bwMode="auto">
            <a:xfrm>
              <a:off x="2264"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62" name="Rectangle 7">
              <a:extLst>
                <a:ext uri="{FF2B5EF4-FFF2-40B4-BE49-F238E27FC236}">
                  <a16:creationId xmlns:a16="http://schemas.microsoft.com/office/drawing/2014/main" id="{DE65DAC6-345A-2542-166A-D2D08E76F806}"/>
                </a:ext>
              </a:extLst>
            </p:cNvPr>
            <p:cNvSpPr>
              <a:spLocks noChangeArrowheads="1"/>
            </p:cNvSpPr>
            <p:nvPr/>
          </p:nvSpPr>
          <p:spPr bwMode="auto">
            <a:xfrm>
              <a:off x="2264" y="1800"/>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F4364C</a:t>
              </a:r>
              <a:endParaRPr kumimoji="0" lang="en-US" altLang="en-US" sz="1800" b="0" i="0" u="none" strike="noStrike" cap="none" normalizeH="0" baseline="0">
                <a:ln>
                  <a:noFill/>
                </a:ln>
                <a:effectLst/>
                <a:latin typeface="Arial" panose="020B0604020202020204" pitchFamily="34" charset="0"/>
              </a:endParaRPr>
            </a:p>
          </p:txBody>
        </p:sp>
        <p:sp>
          <p:nvSpPr>
            <p:cNvPr id="263" name="Rectangle 8">
              <a:extLst>
                <a:ext uri="{FF2B5EF4-FFF2-40B4-BE49-F238E27FC236}">
                  <a16:creationId xmlns:a16="http://schemas.microsoft.com/office/drawing/2014/main" id="{1EADC519-4AB4-60A0-260A-EF7DC8229A97}"/>
                </a:ext>
              </a:extLst>
            </p:cNvPr>
            <p:cNvSpPr>
              <a:spLocks noChangeArrowheads="1"/>
            </p:cNvSpPr>
            <p:nvPr/>
          </p:nvSpPr>
          <p:spPr bwMode="auto">
            <a:xfrm>
              <a:off x="2254" y="1871"/>
              <a:ext cx="707" cy="137"/>
            </a:xfrm>
            <a:prstGeom prst="rect">
              <a:avLst/>
            </a:prstGeom>
            <a:solidFill>
              <a:srgbClr val="7326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Rectangle 9">
              <a:extLst>
                <a:ext uri="{FF2B5EF4-FFF2-40B4-BE49-F238E27FC236}">
                  <a16:creationId xmlns:a16="http://schemas.microsoft.com/office/drawing/2014/main" id="{B2CFF324-4BA8-188D-7395-AC042B4D6560}"/>
                </a:ext>
              </a:extLst>
            </p:cNvPr>
            <p:cNvSpPr>
              <a:spLocks noChangeArrowheads="1"/>
            </p:cNvSpPr>
            <p:nvPr/>
          </p:nvSpPr>
          <p:spPr bwMode="auto">
            <a:xfrm>
              <a:off x="2264"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B3BB"/>
                  </a:solidFill>
                  <a:effectLst/>
                  <a:latin typeface="Segoe UI Black" panose="020B0A02040204020203" pitchFamily="34" charset="0"/>
                </a:rPr>
                <a:t>A</a:t>
              </a:r>
              <a:endParaRPr kumimoji="0" lang="en-US" altLang="en-US" sz="1800" b="0" i="0" u="none" strike="noStrike" cap="none" normalizeH="0" baseline="0">
                <a:ln>
                  <a:noFill/>
                </a:ln>
                <a:solidFill>
                  <a:srgbClr val="FFB3BB"/>
                </a:solidFill>
                <a:effectLst/>
                <a:latin typeface="Arial" panose="020B0604020202020204" pitchFamily="34" charset="0"/>
              </a:endParaRPr>
            </a:p>
          </p:txBody>
        </p:sp>
        <p:sp>
          <p:nvSpPr>
            <p:cNvPr id="265" name="Rectangle 10">
              <a:extLst>
                <a:ext uri="{FF2B5EF4-FFF2-40B4-BE49-F238E27FC236}">
                  <a16:creationId xmlns:a16="http://schemas.microsoft.com/office/drawing/2014/main" id="{03BDB961-C287-23C5-66DF-74F0AFDFB76B}"/>
                </a:ext>
              </a:extLst>
            </p:cNvPr>
            <p:cNvSpPr>
              <a:spLocks noChangeArrowheads="1"/>
            </p:cNvSpPr>
            <p:nvPr/>
          </p:nvSpPr>
          <p:spPr bwMode="auto">
            <a:xfrm>
              <a:off x="2329"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 name="Rectangle 11">
              <a:extLst>
                <a:ext uri="{FF2B5EF4-FFF2-40B4-BE49-F238E27FC236}">
                  <a16:creationId xmlns:a16="http://schemas.microsoft.com/office/drawing/2014/main" id="{35ADEDE9-FB7B-876E-7225-4D3AB73422EF}"/>
                </a:ext>
              </a:extLst>
            </p:cNvPr>
            <p:cNvSpPr>
              <a:spLocks noChangeArrowheads="1"/>
            </p:cNvSpPr>
            <p:nvPr/>
          </p:nvSpPr>
          <p:spPr bwMode="auto">
            <a:xfrm>
              <a:off x="2264" y="1943"/>
              <a:ext cx="13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73262F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7" name="Rectangle 12">
              <a:extLst>
                <a:ext uri="{FF2B5EF4-FFF2-40B4-BE49-F238E27FC236}">
                  <a16:creationId xmlns:a16="http://schemas.microsoft.com/office/drawing/2014/main" id="{03DA7BF6-FE99-195F-2925-BD0968D0CE23}"/>
                </a:ext>
              </a:extLst>
            </p:cNvPr>
            <p:cNvSpPr>
              <a:spLocks noChangeArrowheads="1"/>
            </p:cNvSpPr>
            <p:nvPr/>
          </p:nvSpPr>
          <p:spPr bwMode="auto">
            <a:xfrm>
              <a:off x="2254" y="1582"/>
              <a:ext cx="707" cy="136"/>
            </a:xfrm>
            <a:prstGeom prst="rect">
              <a:avLst/>
            </a:prstGeom>
            <a:solidFill>
              <a:srgbClr val="FFB3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Rectangle 13">
              <a:extLst>
                <a:ext uri="{FF2B5EF4-FFF2-40B4-BE49-F238E27FC236}">
                  <a16:creationId xmlns:a16="http://schemas.microsoft.com/office/drawing/2014/main" id="{AE1CAD70-4A31-E224-8481-B797DB87F72F}"/>
                </a:ext>
              </a:extLst>
            </p:cNvPr>
            <p:cNvSpPr>
              <a:spLocks noChangeArrowheads="1"/>
            </p:cNvSpPr>
            <p:nvPr/>
          </p:nvSpPr>
          <p:spPr bwMode="auto">
            <a:xfrm>
              <a:off x="2264"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262F"/>
                  </a:solidFill>
                  <a:effectLst/>
                  <a:latin typeface="Segoe UI Black" panose="020B0A02040204020203" pitchFamily="34" charset="0"/>
                </a:rPr>
                <a:t>A</a:t>
              </a:r>
              <a:endParaRPr kumimoji="0" lang="en-US" altLang="en-US" sz="1800" b="0" i="0" u="none" strike="noStrike" cap="none" normalizeH="0" baseline="0">
                <a:ln>
                  <a:noFill/>
                </a:ln>
                <a:solidFill>
                  <a:srgbClr val="73262F"/>
                </a:solidFill>
                <a:effectLst/>
                <a:latin typeface="Arial" panose="020B0604020202020204" pitchFamily="34" charset="0"/>
              </a:endParaRPr>
            </a:p>
          </p:txBody>
        </p:sp>
        <p:sp>
          <p:nvSpPr>
            <p:cNvPr id="269" name="Rectangle 14">
              <a:extLst>
                <a:ext uri="{FF2B5EF4-FFF2-40B4-BE49-F238E27FC236}">
                  <a16:creationId xmlns:a16="http://schemas.microsoft.com/office/drawing/2014/main" id="{50413BA8-271F-17E9-274D-A6681E4E35BE}"/>
                </a:ext>
              </a:extLst>
            </p:cNvPr>
            <p:cNvSpPr>
              <a:spLocks noChangeArrowheads="1"/>
            </p:cNvSpPr>
            <p:nvPr/>
          </p:nvSpPr>
          <p:spPr bwMode="auto">
            <a:xfrm>
              <a:off x="2329"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0" name="Rectangle 15">
              <a:extLst>
                <a:ext uri="{FF2B5EF4-FFF2-40B4-BE49-F238E27FC236}">
                  <a16:creationId xmlns:a16="http://schemas.microsoft.com/office/drawing/2014/main" id="{5E8A55D7-5C9F-19E4-44F8-0D5ED73A059E}"/>
                </a:ext>
              </a:extLst>
            </p:cNvPr>
            <p:cNvSpPr>
              <a:spLocks noChangeArrowheads="1"/>
            </p:cNvSpPr>
            <p:nvPr/>
          </p:nvSpPr>
          <p:spPr bwMode="auto">
            <a:xfrm>
              <a:off x="2264" y="1654"/>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FFB3BB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1" name="Rectangle 16">
              <a:extLst>
                <a:ext uri="{FF2B5EF4-FFF2-40B4-BE49-F238E27FC236}">
                  <a16:creationId xmlns:a16="http://schemas.microsoft.com/office/drawing/2014/main" id="{AB98BB47-C797-09CC-A9F3-51FE51653B12}"/>
                </a:ext>
              </a:extLst>
            </p:cNvPr>
            <p:cNvSpPr>
              <a:spLocks noChangeArrowheads="1"/>
            </p:cNvSpPr>
            <p:nvPr/>
          </p:nvSpPr>
          <p:spPr bwMode="auto">
            <a:xfrm>
              <a:off x="2255" y="2022"/>
              <a:ext cx="706" cy="13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Rectangle 17">
              <a:extLst>
                <a:ext uri="{FF2B5EF4-FFF2-40B4-BE49-F238E27FC236}">
                  <a16:creationId xmlns:a16="http://schemas.microsoft.com/office/drawing/2014/main" id="{C52F19C0-13E8-0692-788F-02A274A980BA}"/>
                </a:ext>
              </a:extLst>
            </p:cNvPr>
            <p:cNvSpPr>
              <a:spLocks noChangeArrowheads="1"/>
            </p:cNvSpPr>
            <p:nvPr/>
          </p:nvSpPr>
          <p:spPr bwMode="auto">
            <a:xfrm>
              <a:off x="2255" y="2022"/>
              <a:ext cx="706"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3" name="Rectangle 18">
              <a:extLst>
                <a:ext uri="{FF2B5EF4-FFF2-40B4-BE49-F238E27FC236}">
                  <a16:creationId xmlns:a16="http://schemas.microsoft.com/office/drawing/2014/main" id="{0EF8B30C-1FB6-7C73-44FC-2C39DF7549A8}"/>
                </a:ext>
              </a:extLst>
            </p:cNvPr>
            <p:cNvSpPr>
              <a:spLocks noChangeArrowheads="1"/>
            </p:cNvSpPr>
            <p:nvPr/>
          </p:nvSpPr>
          <p:spPr bwMode="auto">
            <a:xfrm>
              <a:off x="2264" y="2024"/>
              <a:ext cx="12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FFFFFF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4" name="Rectangle 50">
              <a:extLst>
                <a:ext uri="{FF2B5EF4-FFF2-40B4-BE49-F238E27FC236}">
                  <a16:creationId xmlns:a16="http://schemas.microsoft.com/office/drawing/2014/main" id="{D25297AC-6025-DA45-015A-AD5967168C02}"/>
                </a:ext>
              </a:extLst>
            </p:cNvPr>
            <p:cNvSpPr>
              <a:spLocks noChangeArrowheads="1"/>
            </p:cNvSpPr>
            <p:nvPr/>
          </p:nvSpPr>
          <p:spPr bwMode="auto">
            <a:xfrm>
              <a:off x="1533" y="1727"/>
              <a:ext cx="706" cy="135"/>
            </a:xfrm>
            <a:prstGeom prst="rect">
              <a:avLst/>
            </a:prstGeom>
            <a:solidFill>
              <a:srgbClr val="FF5C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Rectangle 51">
              <a:extLst>
                <a:ext uri="{FF2B5EF4-FFF2-40B4-BE49-F238E27FC236}">
                  <a16:creationId xmlns:a16="http://schemas.microsoft.com/office/drawing/2014/main" id="{D895CA29-DE29-0BF3-3158-751FF8EC37F0}"/>
                </a:ext>
              </a:extLst>
            </p:cNvPr>
            <p:cNvSpPr>
              <a:spLocks noChangeArrowheads="1"/>
            </p:cNvSpPr>
            <p:nvPr/>
          </p:nvSpPr>
          <p:spPr bwMode="auto">
            <a:xfrm>
              <a:off x="1542"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76" name="Rectangle 52">
              <a:extLst>
                <a:ext uri="{FF2B5EF4-FFF2-40B4-BE49-F238E27FC236}">
                  <a16:creationId xmlns:a16="http://schemas.microsoft.com/office/drawing/2014/main" id="{7EFCFC16-4A98-86AC-7619-A114CF099F7D}"/>
                </a:ext>
              </a:extLst>
            </p:cNvPr>
            <p:cNvSpPr>
              <a:spLocks noChangeArrowheads="1"/>
            </p:cNvSpPr>
            <p:nvPr/>
          </p:nvSpPr>
          <p:spPr bwMode="auto">
            <a:xfrm>
              <a:off x="1608" y="1722"/>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7" name="Rectangle 53">
              <a:extLst>
                <a:ext uri="{FF2B5EF4-FFF2-40B4-BE49-F238E27FC236}">
                  <a16:creationId xmlns:a16="http://schemas.microsoft.com/office/drawing/2014/main" id="{B9712463-FD5D-ABC4-36B0-C830E76330F6}"/>
                </a:ext>
              </a:extLst>
            </p:cNvPr>
            <p:cNvSpPr>
              <a:spLocks noChangeArrowheads="1"/>
            </p:cNvSpPr>
            <p:nvPr/>
          </p:nvSpPr>
          <p:spPr bwMode="auto">
            <a:xfrm>
              <a:off x="1542" y="1800"/>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FF5C39</a:t>
              </a:r>
              <a:endParaRPr kumimoji="0" lang="en-US" altLang="en-US" sz="1800" b="0" i="0" u="none" strike="noStrike" cap="none" normalizeH="0" baseline="0">
                <a:ln>
                  <a:noFill/>
                </a:ln>
                <a:effectLst/>
                <a:latin typeface="Arial" panose="020B0604020202020204" pitchFamily="34" charset="0"/>
              </a:endParaRPr>
            </a:p>
          </p:txBody>
        </p:sp>
        <p:sp>
          <p:nvSpPr>
            <p:cNvPr id="278" name="Rectangle 54">
              <a:extLst>
                <a:ext uri="{FF2B5EF4-FFF2-40B4-BE49-F238E27FC236}">
                  <a16:creationId xmlns:a16="http://schemas.microsoft.com/office/drawing/2014/main" id="{8ACAB4E1-6417-0C0C-9E12-B1E8EEA4613E}"/>
                </a:ext>
              </a:extLst>
            </p:cNvPr>
            <p:cNvSpPr>
              <a:spLocks noChangeArrowheads="1"/>
            </p:cNvSpPr>
            <p:nvPr/>
          </p:nvSpPr>
          <p:spPr bwMode="auto">
            <a:xfrm>
              <a:off x="1533" y="1871"/>
              <a:ext cx="706" cy="137"/>
            </a:xfrm>
            <a:prstGeom prst="rect">
              <a:avLst/>
            </a:prstGeom>
            <a:solidFill>
              <a:srgbClr val="73391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Rectangle 55">
              <a:extLst>
                <a:ext uri="{FF2B5EF4-FFF2-40B4-BE49-F238E27FC236}">
                  <a16:creationId xmlns:a16="http://schemas.microsoft.com/office/drawing/2014/main" id="{7E6BE592-BF8C-8CF1-0798-04DA17C036E6}"/>
                </a:ext>
              </a:extLst>
            </p:cNvPr>
            <p:cNvSpPr>
              <a:spLocks noChangeArrowheads="1"/>
            </p:cNvSpPr>
            <p:nvPr/>
          </p:nvSpPr>
          <p:spPr bwMode="auto">
            <a:xfrm>
              <a:off x="1542"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A38B"/>
                  </a:solidFill>
                  <a:effectLst/>
                  <a:latin typeface="Segoe UI Black" panose="020B0A02040204020203" pitchFamily="34" charset="0"/>
                </a:rPr>
                <a:t>A</a:t>
              </a:r>
              <a:endParaRPr kumimoji="0" lang="en-US" altLang="en-US" sz="1800" b="0" i="0" u="none" strike="noStrike" cap="none" normalizeH="0" baseline="0">
                <a:ln>
                  <a:noFill/>
                </a:ln>
                <a:solidFill>
                  <a:srgbClr val="FFA38B"/>
                </a:solidFill>
                <a:effectLst/>
                <a:latin typeface="Arial" panose="020B0604020202020204" pitchFamily="34" charset="0"/>
              </a:endParaRPr>
            </a:p>
          </p:txBody>
        </p:sp>
        <p:sp>
          <p:nvSpPr>
            <p:cNvPr id="280" name="Rectangle 56">
              <a:extLst>
                <a:ext uri="{FF2B5EF4-FFF2-40B4-BE49-F238E27FC236}">
                  <a16:creationId xmlns:a16="http://schemas.microsoft.com/office/drawing/2014/main" id="{F02A06DF-8715-F16B-5F10-11C5F2584525}"/>
                </a:ext>
              </a:extLst>
            </p:cNvPr>
            <p:cNvSpPr>
              <a:spLocks noChangeArrowheads="1"/>
            </p:cNvSpPr>
            <p:nvPr/>
          </p:nvSpPr>
          <p:spPr bwMode="auto">
            <a:xfrm>
              <a:off x="1608"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1" name="Rectangle 57">
              <a:extLst>
                <a:ext uri="{FF2B5EF4-FFF2-40B4-BE49-F238E27FC236}">
                  <a16:creationId xmlns:a16="http://schemas.microsoft.com/office/drawing/2014/main" id="{45F29D9D-6572-80B7-280A-53297335FBF7}"/>
                </a:ext>
              </a:extLst>
            </p:cNvPr>
            <p:cNvSpPr>
              <a:spLocks noChangeArrowheads="1"/>
            </p:cNvSpPr>
            <p:nvPr/>
          </p:nvSpPr>
          <p:spPr bwMode="auto">
            <a:xfrm>
              <a:off x="1542" y="1943"/>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73391D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2" name="Rectangle 58">
              <a:extLst>
                <a:ext uri="{FF2B5EF4-FFF2-40B4-BE49-F238E27FC236}">
                  <a16:creationId xmlns:a16="http://schemas.microsoft.com/office/drawing/2014/main" id="{013A62C5-A54C-C8BE-D34C-557861D50FBB}"/>
                </a:ext>
              </a:extLst>
            </p:cNvPr>
            <p:cNvSpPr>
              <a:spLocks noChangeArrowheads="1"/>
            </p:cNvSpPr>
            <p:nvPr/>
          </p:nvSpPr>
          <p:spPr bwMode="auto">
            <a:xfrm>
              <a:off x="1533" y="1582"/>
              <a:ext cx="706" cy="136"/>
            </a:xfrm>
            <a:prstGeom prst="rect">
              <a:avLst/>
            </a:prstGeom>
            <a:solidFill>
              <a:srgbClr val="FFA3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Rectangle 59">
              <a:extLst>
                <a:ext uri="{FF2B5EF4-FFF2-40B4-BE49-F238E27FC236}">
                  <a16:creationId xmlns:a16="http://schemas.microsoft.com/office/drawing/2014/main" id="{A3D38249-2B2F-44FE-8004-78F738A54143}"/>
                </a:ext>
              </a:extLst>
            </p:cNvPr>
            <p:cNvSpPr>
              <a:spLocks noChangeArrowheads="1"/>
            </p:cNvSpPr>
            <p:nvPr/>
          </p:nvSpPr>
          <p:spPr bwMode="auto">
            <a:xfrm>
              <a:off x="1542"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391D"/>
                  </a:solidFill>
                  <a:effectLst/>
                  <a:latin typeface="Segoe UI Black" panose="020B0A02040204020203" pitchFamily="34" charset="0"/>
                </a:rPr>
                <a:t>A</a:t>
              </a:r>
              <a:endParaRPr kumimoji="0" lang="en-US" altLang="en-US" sz="1800" b="0" i="0" u="none" strike="noStrike" cap="none" normalizeH="0" baseline="0">
                <a:ln>
                  <a:noFill/>
                </a:ln>
                <a:solidFill>
                  <a:srgbClr val="73391D"/>
                </a:solidFill>
                <a:effectLst/>
                <a:latin typeface="Arial" panose="020B0604020202020204" pitchFamily="34" charset="0"/>
              </a:endParaRPr>
            </a:p>
          </p:txBody>
        </p:sp>
        <p:sp>
          <p:nvSpPr>
            <p:cNvPr id="284" name="Rectangle 60">
              <a:extLst>
                <a:ext uri="{FF2B5EF4-FFF2-40B4-BE49-F238E27FC236}">
                  <a16:creationId xmlns:a16="http://schemas.microsoft.com/office/drawing/2014/main" id="{6356C9D6-F46C-5F18-CC06-57CEDB989050}"/>
                </a:ext>
              </a:extLst>
            </p:cNvPr>
            <p:cNvSpPr>
              <a:spLocks noChangeArrowheads="1"/>
            </p:cNvSpPr>
            <p:nvPr/>
          </p:nvSpPr>
          <p:spPr bwMode="auto">
            <a:xfrm>
              <a:off x="1608"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5" name="Rectangle 61">
              <a:extLst>
                <a:ext uri="{FF2B5EF4-FFF2-40B4-BE49-F238E27FC236}">
                  <a16:creationId xmlns:a16="http://schemas.microsoft.com/office/drawing/2014/main" id="{809C64CC-0B9B-063B-F7A5-63EE36FBDCCD}"/>
                </a:ext>
              </a:extLst>
            </p:cNvPr>
            <p:cNvSpPr>
              <a:spLocks noChangeArrowheads="1"/>
            </p:cNvSpPr>
            <p:nvPr/>
          </p:nvSpPr>
          <p:spPr bwMode="auto">
            <a:xfrm>
              <a:off x="1542" y="1654"/>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FFA38B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6" name="Rectangle 62">
              <a:extLst>
                <a:ext uri="{FF2B5EF4-FFF2-40B4-BE49-F238E27FC236}">
                  <a16:creationId xmlns:a16="http://schemas.microsoft.com/office/drawing/2014/main" id="{94AB9329-702D-4A1F-E5A5-C3B78F016261}"/>
                </a:ext>
              </a:extLst>
            </p:cNvPr>
            <p:cNvSpPr>
              <a:spLocks noChangeArrowheads="1"/>
            </p:cNvSpPr>
            <p:nvPr/>
          </p:nvSpPr>
          <p:spPr bwMode="auto">
            <a:xfrm>
              <a:off x="1533" y="2022"/>
              <a:ext cx="707" cy="136"/>
            </a:xfrm>
            <a:prstGeom prst="rect">
              <a:avLst/>
            </a:prstGeom>
            <a:solidFill>
              <a:srgbClr val="F4F3F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Rectangle 63">
              <a:extLst>
                <a:ext uri="{FF2B5EF4-FFF2-40B4-BE49-F238E27FC236}">
                  <a16:creationId xmlns:a16="http://schemas.microsoft.com/office/drawing/2014/main" id="{24EB0818-3B44-BF17-FF2B-E025C738466C}"/>
                </a:ext>
              </a:extLst>
            </p:cNvPr>
            <p:cNvSpPr>
              <a:spLocks noChangeArrowheads="1"/>
            </p:cNvSpPr>
            <p:nvPr/>
          </p:nvSpPr>
          <p:spPr bwMode="auto">
            <a:xfrm>
              <a:off x="1533" y="2022"/>
              <a:ext cx="70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8" name="Rectangle 64">
              <a:extLst>
                <a:ext uri="{FF2B5EF4-FFF2-40B4-BE49-F238E27FC236}">
                  <a16:creationId xmlns:a16="http://schemas.microsoft.com/office/drawing/2014/main" id="{8D3440B3-96D8-0B26-9877-7E62CD77370D}"/>
                </a:ext>
              </a:extLst>
            </p:cNvPr>
            <p:cNvSpPr>
              <a:spLocks noChangeArrowheads="1"/>
            </p:cNvSpPr>
            <p:nvPr/>
          </p:nvSpPr>
          <p:spPr bwMode="auto">
            <a:xfrm>
              <a:off x="1542" y="2024"/>
              <a:ext cx="127"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F4F3F5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9" name="Rectangle 65">
              <a:extLst>
                <a:ext uri="{FF2B5EF4-FFF2-40B4-BE49-F238E27FC236}">
                  <a16:creationId xmlns:a16="http://schemas.microsoft.com/office/drawing/2014/main" id="{64795BFF-26DD-4F9D-7E57-E8A3C163A079}"/>
                </a:ext>
              </a:extLst>
            </p:cNvPr>
            <p:cNvSpPr>
              <a:spLocks noChangeArrowheads="1"/>
            </p:cNvSpPr>
            <p:nvPr/>
          </p:nvSpPr>
          <p:spPr bwMode="auto">
            <a:xfrm>
              <a:off x="3698" y="1729"/>
              <a:ext cx="707" cy="135"/>
            </a:xfrm>
            <a:prstGeom prst="rect">
              <a:avLst/>
            </a:prstGeom>
            <a:solidFill>
              <a:srgbClr val="0078D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Rectangle 66">
              <a:extLst>
                <a:ext uri="{FF2B5EF4-FFF2-40B4-BE49-F238E27FC236}">
                  <a16:creationId xmlns:a16="http://schemas.microsoft.com/office/drawing/2014/main" id="{973E90C8-2FFF-2256-D29B-6A3ABBA35099}"/>
                </a:ext>
              </a:extLst>
            </p:cNvPr>
            <p:cNvSpPr>
              <a:spLocks noChangeArrowheads="1"/>
            </p:cNvSpPr>
            <p:nvPr/>
          </p:nvSpPr>
          <p:spPr bwMode="auto">
            <a:xfrm>
              <a:off x="3707"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1" name="Rectangle 67">
              <a:extLst>
                <a:ext uri="{FF2B5EF4-FFF2-40B4-BE49-F238E27FC236}">
                  <a16:creationId xmlns:a16="http://schemas.microsoft.com/office/drawing/2014/main" id="{F146B7CE-CBC5-956E-DA0D-244A26F54704}"/>
                </a:ext>
              </a:extLst>
            </p:cNvPr>
            <p:cNvSpPr>
              <a:spLocks noChangeArrowheads="1"/>
            </p:cNvSpPr>
            <p:nvPr/>
          </p:nvSpPr>
          <p:spPr bwMode="auto">
            <a:xfrm>
              <a:off x="3773"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2" name="Rectangle 68">
              <a:extLst>
                <a:ext uri="{FF2B5EF4-FFF2-40B4-BE49-F238E27FC236}">
                  <a16:creationId xmlns:a16="http://schemas.microsoft.com/office/drawing/2014/main" id="{841A3A9C-7ABE-216A-7AAA-FC8E018652B9}"/>
                </a:ext>
              </a:extLst>
            </p:cNvPr>
            <p:cNvSpPr>
              <a:spLocks noChangeArrowheads="1"/>
            </p:cNvSpPr>
            <p:nvPr/>
          </p:nvSpPr>
          <p:spPr bwMode="auto">
            <a:xfrm>
              <a:off x="3707" y="1801"/>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0078D4</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93" name="Rectangle 69">
              <a:extLst>
                <a:ext uri="{FF2B5EF4-FFF2-40B4-BE49-F238E27FC236}">
                  <a16:creationId xmlns:a16="http://schemas.microsoft.com/office/drawing/2014/main" id="{B67B7695-C3C0-34B4-72B1-C7E58FF3275A}"/>
                </a:ext>
              </a:extLst>
            </p:cNvPr>
            <p:cNvSpPr>
              <a:spLocks noChangeArrowheads="1"/>
            </p:cNvSpPr>
            <p:nvPr/>
          </p:nvSpPr>
          <p:spPr bwMode="auto">
            <a:xfrm>
              <a:off x="3698" y="1873"/>
              <a:ext cx="707" cy="136"/>
            </a:xfrm>
            <a:prstGeom prst="rect">
              <a:avLst/>
            </a:prstGeom>
            <a:solidFill>
              <a:srgbClr val="2A446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Rectangle 70">
              <a:extLst>
                <a:ext uri="{FF2B5EF4-FFF2-40B4-BE49-F238E27FC236}">
                  <a16:creationId xmlns:a16="http://schemas.microsoft.com/office/drawing/2014/main" id="{F3BB6A3B-AD16-5C6E-2848-CC82A261CE5A}"/>
                </a:ext>
              </a:extLst>
            </p:cNvPr>
            <p:cNvSpPr>
              <a:spLocks noChangeArrowheads="1"/>
            </p:cNvSpPr>
            <p:nvPr/>
          </p:nvSpPr>
          <p:spPr bwMode="auto">
            <a:xfrm>
              <a:off x="3707" y="1866"/>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8DC8E8"/>
                  </a:solidFill>
                  <a:effectLst/>
                  <a:latin typeface="Segoe UI Black" panose="020B0A02040204020203" pitchFamily="34" charset="0"/>
                </a:rPr>
                <a:t>A</a:t>
              </a:r>
              <a:endParaRPr kumimoji="0" lang="en-US" altLang="en-US" sz="1800" b="0" i="0" u="none" strike="noStrike" cap="none" normalizeH="0" baseline="0">
                <a:ln>
                  <a:noFill/>
                </a:ln>
                <a:solidFill>
                  <a:srgbClr val="8DC8E8"/>
                </a:solidFill>
                <a:effectLst/>
                <a:latin typeface="Arial" panose="020B0604020202020204" pitchFamily="34" charset="0"/>
              </a:endParaRPr>
            </a:p>
          </p:txBody>
        </p:sp>
        <p:sp>
          <p:nvSpPr>
            <p:cNvPr id="295" name="Rectangle 71">
              <a:extLst>
                <a:ext uri="{FF2B5EF4-FFF2-40B4-BE49-F238E27FC236}">
                  <a16:creationId xmlns:a16="http://schemas.microsoft.com/office/drawing/2014/main" id="{AF58A79C-F974-45C7-A85C-F40D9A65E853}"/>
                </a:ext>
              </a:extLst>
            </p:cNvPr>
            <p:cNvSpPr>
              <a:spLocks noChangeArrowheads="1"/>
            </p:cNvSpPr>
            <p:nvPr/>
          </p:nvSpPr>
          <p:spPr bwMode="auto">
            <a:xfrm>
              <a:off x="3773" y="1866"/>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6" name="Rectangle 72">
              <a:extLst>
                <a:ext uri="{FF2B5EF4-FFF2-40B4-BE49-F238E27FC236}">
                  <a16:creationId xmlns:a16="http://schemas.microsoft.com/office/drawing/2014/main" id="{9CAD9107-51BE-8F4A-FEBB-F3BD3DC96520}"/>
                </a:ext>
              </a:extLst>
            </p:cNvPr>
            <p:cNvSpPr>
              <a:spLocks noChangeArrowheads="1"/>
            </p:cNvSpPr>
            <p:nvPr/>
          </p:nvSpPr>
          <p:spPr bwMode="auto">
            <a:xfrm>
              <a:off x="3707" y="1944"/>
              <a:ext cx="135"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2A446F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7" name="Rectangle 73">
              <a:extLst>
                <a:ext uri="{FF2B5EF4-FFF2-40B4-BE49-F238E27FC236}">
                  <a16:creationId xmlns:a16="http://schemas.microsoft.com/office/drawing/2014/main" id="{F0CA8CB9-EFF0-9A10-BBC0-A9A36D6E6ADF}"/>
                </a:ext>
              </a:extLst>
            </p:cNvPr>
            <p:cNvSpPr>
              <a:spLocks noChangeArrowheads="1"/>
            </p:cNvSpPr>
            <p:nvPr/>
          </p:nvSpPr>
          <p:spPr bwMode="auto">
            <a:xfrm>
              <a:off x="3698" y="1583"/>
              <a:ext cx="707" cy="137"/>
            </a:xfrm>
            <a:prstGeom prst="rect">
              <a:avLst/>
            </a:prstGeom>
            <a:solidFill>
              <a:srgbClr val="8DC8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Rectangle 74">
              <a:extLst>
                <a:ext uri="{FF2B5EF4-FFF2-40B4-BE49-F238E27FC236}">
                  <a16:creationId xmlns:a16="http://schemas.microsoft.com/office/drawing/2014/main" id="{CF1A989F-9EAE-5BC1-AD31-5728CD61EE81}"/>
                </a:ext>
              </a:extLst>
            </p:cNvPr>
            <p:cNvSpPr>
              <a:spLocks noChangeArrowheads="1"/>
            </p:cNvSpPr>
            <p:nvPr/>
          </p:nvSpPr>
          <p:spPr bwMode="auto">
            <a:xfrm>
              <a:off x="3707" y="1578"/>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2A446F"/>
                  </a:solidFill>
                  <a:effectLst/>
                  <a:latin typeface="Segoe UI Black" panose="020B0A02040204020203" pitchFamily="34" charset="0"/>
                </a:rPr>
                <a:t>A</a:t>
              </a:r>
              <a:endParaRPr kumimoji="0" lang="en-US" altLang="en-US" sz="1800" b="0" i="0" u="none" strike="noStrike" cap="none" normalizeH="0" baseline="0">
                <a:ln>
                  <a:noFill/>
                </a:ln>
                <a:solidFill>
                  <a:srgbClr val="2A446F"/>
                </a:solidFill>
                <a:effectLst/>
                <a:latin typeface="Arial" panose="020B0604020202020204" pitchFamily="34" charset="0"/>
              </a:endParaRPr>
            </a:p>
          </p:txBody>
        </p:sp>
        <p:sp>
          <p:nvSpPr>
            <p:cNvPr id="299" name="Rectangle 75">
              <a:extLst>
                <a:ext uri="{FF2B5EF4-FFF2-40B4-BE49-F238E27FC236}">
                  <a16:creationId xmlns:a16="http://schemas.microsoft.com/office/drawing/2014/main" id="{957953AB-E9C6-D080-ADB2-1F206404C0B7}"/>
                </a:ext>
              </a:extLst>
            </p:cNvPr>
            <p:cNvSpPr>
              <a:spLocks noChangeArrowheads="1"/>
            </p:cNvSpPr>
            <p:nvPr/>
          </p:nvSpPr>
          <p:spPr bwMode="auto">
            <a:xfrm>
              <a:off x="3773" y="1578"/>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0" name="Rectangle 76">
              <a:extLst>
                <a:ext uri="{FF2B5EF4-FFF2-40B4-BE49-F238E27FC236}">
                  <a16:creationId xmlns:a16="http://schemas.microsoft.com/office/drawing/2014/main" id="{D3F9BD24-BF97-98DF-7799-FF5527E1F0E4}"/>
                </a:ext>
              </a:extLst>
            </p:cNvPr>
            <p:cNvSpPr>
              <a:spLocks noChangeArrowheads="1"/>
            </p:cNvSpPr>
            <p:nvPr/>
          </p:nvSpPr>
          <p:spPr bwMode="auto">
            <a:xfrm>
              <a:off x="3707" y="1655"/>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8DC8E8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1" name="Rectangle 80">
              <a:extLst>
                <a:ext uri="{FF2B5EF4-FFF2-40B4-BE49-F238E27FC236}">
                  <a16:creationId xmlns:a16="http://schemas.microsoft.com/office/drawing/2014/main" id="{D9F904A4-74AE-C098-E989-4C11A3671B63}"/>
                </a:ext>
              </a:extLst>
            </p:cNvPr>
            <p:cNvSpPr>
              <a:spLocks noChangeArrowheads="1"/>
            </p:cNvSpPr>
            <p:nvPr/>
          </p:nvSpPr>
          <p:spPr bwMode="auto">
            <a:xfrm>
              <a:off x="2981" y="1438"/>
              <a:ext cx="1423" cy="135"/>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Rectangle 81">
              <a:extLst>
                <a:ext uri="{FF2B5EF4-FFF2-40B4-BE49-F238E27FC236}">
                  <a16:creationId xmlns:a16="http://schemas.microsoft.com/office/drawing/2014/main" id="{86561027-5502-5CBF-CC1E-E9283F7A3EA8}"/>
                </a:ext>
              </a:extLst>
            </p:cNvPr>
            <p:cNvSpPr>
              <a:spLocks noChangeArrowheads="1"/>
            </p:cNvSpPr>
            <p:nvPr/>
          </p:nvSpPr>
          <p:spPr bwMode="auto">
            <a:xfrm>
              <a:off x="2977" y="1437"/>
              <a:ext cx="1427"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82">
              <a:extLst>
                <a:ext uri="{FF2B5EF4-FFF2-40B4-BE49-F238E27FC236}">
                  <a16:creationId xmlns:a16="http://schemas.microsoft.com/office/drawing/2014/main" id="{815862B1-E237-764F-DF2A-70DEC4B6F67A}"/>
                </a:ext>
              </a:extLst>
            </p:cNvPr>
            <p:cNvSpPr>
              <a:spLocks noEditPoints="1"/>
            </p:cNvSpPr>
            <p:nvPr/>
          </p:nvSpPr>
          <p:spPr bwMode="auto">
            <a:xfrm>
              <a:off x="2978" y="1437"/>
              <a:ext cx="1427" cy="136"/>
            </a:xfrm>
            <a:custGeom>
              <a:avLst/>
              <a:gdLst>
                <a:gd name="T0" fmla="*/ 0 w 15200"/>
                <a:gd name="T1" fmla="*/ 4 h 960"/>
                <a:gd name="T2" fmla="*/ 4 w 15200"/>
                <a:gd name="T3" fmla="*/ 0 h 960"/>
                <a:gd name="T4" fmla="*/ 15196 w 15200"/>
                <a:gd name="T5" fmla="*/ 0 h 960"/>
                <a:gd name="T6" fmla="*/ 15200 w 15200"/>
                <a:gd name="T7" fmla="*/ 4 h 960"/>
                <a:gd name="T8" fmla="*/ 15200 w 15200"/>
                <a:gd name="T9" fmla="*/ 956 h 960"/>
                <a:gd name="T10" fmla="*/ 15196 w 15200"/>
                <a:gd name="T11" fmla="*/ 960 h 960"/>
                <a:gd name="T12" fmla="*/ 4 w 15200"/>
                <a:gd name="T13" fmla="*/ 960 h 960"/>
                <a:gd name="T14" fmla="*/ 0 w 15200"/>
                <a:gd name="T15" fmla="*/ 956 h 960"/>
                <a:gd name="T16" fmla="*/ 0 w 15200"/>
                <a:gd name="T17" fmla="*/ 4 h 960"/>
                <a:gd name="T18" fmla="*/ 8 w 15200"/>
                <a:gd name="T19" fmla="*/ 956 h 960"/>
                <a:gd name="T20" fmla="*/ 4 w 15200"/>
                <a:gd name="T21" fmla="*/ 952 h 960"/>
                <a:gd name="T22" fmla="*/ 15196 w 15200"/>
                <a:gd name="T23" fmla="*/ 952 h 960"/>
                <a:gd name="T24" fmla="*/ 15192 w 15200"/>
                <a:gd name="T25" fmla="*/ 956 h 960"/>
                <a:gd name="T26" fmla="*/ 15192 w 15200"/>
                <a:gd name="T27" fmla="*/ 4 h 960"/>
                <a:gd name="T28" fmla="*/ 15196 w 15200"/>
                <a:gd name="T29" fmla="*/ 8 h 960"/>
                <a:gd name="T30" fmla="*/ 4 w 15200"/>
                <a:gd name="T31" fmla="*/ 8 h 960"/>
                <a:gd name="T32" fmla="*/ 8 w 15200"/>
                <a:gd name="T33" fmla="*/ 4 h 960"/>
                <a:gd name="T34" fmla="*/ 8 w 15200"/>
                <a:gd name="T35" fmla="*/ 956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0" h="960">
                  <a:moveTo>
                    <a:pt x="0" y="4"/>
                  </a:moveTo>
                  <a:cubicBezTo>
                    <a:pt x="0" y="2"/>
                    <a:pt x="2" y="0"/>
                    <a:pt x="4" y="0"/>
                  </a:cubicBezTo>
                  <a:lnTo>
                    <a:pt x="15196" y="0"/>
                  </a:lnTo>
                  <a:cubicBezTo>
                    <a:pt x="15199" y="0"/>
                    <a:pt x="15200" y="2"/>
                    <a:pt x="15200" y="4"/>
                  </a:cubicBezTo>
                  <a:lnTo>
                    <a:pt x="15200" y="956"/>
                  </a:lnTo>
                  <a:cubicBezTo>
                    <a:pt x="15200" y="959"/>
                    <a:pt x="15199" y="960"/>
                    <a:pt x="15196" y="960"/>
                  </a:cubicBezTo>
                  <a:lnTo>
                    <a:pt x="4" y="960"/>
                  </a:lnTo>
                  <a:cubicBezTo>
                    <a:pt x="2" y="960"/>
                    <a:pt x="0" y="959"/>
                    <a:pt x="0" y="956"/>
                  </a:cubicBezTo>
                  <a:lnTo>
                    <a:pt x="0" y="4"/>
                  </a:lnTo>
                  <a:close/>
                  <a:moveTo>
                    <a:pt x="8" y="956"/>
                  </a:moveTo>
                  <a:lnTo>
                    <a:pt x="4" y="952"/>
                  </a:lnTo>
                  <a:lnTo>
                    <a:pt x="15196" y="952"/>
                  </a:lnTo>
                  <a:lnTo>
                    <a:pt x="15192" y="956"/>
                  </a:lnTo>
                  <a:lnTo>
                    <a:pt x="15192" y="4"/>
                  </a:lnTo>
                  <a:lnTo>
                    <a:pt x="15196" y="8"/>
                  </a:lnTo>
                  <a:lnTo>
                    <a:pt x="4" y="8"/>
                  </a:lnTo>
                  <a:lnTo>
                    <a:pt x="8" y="4"/>
                  </a:lnTo>
                  <a:lnTo>
                    <a:pt x="8" y="956"/>
                  </a:lnTo>
                  <a:close/>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Rectangle 83">
              <a:extLst>
                <a:ext uri="{FF2B5EF4-FFF2-40B4-BE49-F238E27FC236}">
                  <a16:creationId xmlns:a16="http://schemas.microsoft.com/office/drawing/2014/main" id="{F8634574-E07B-D28B-BCBE-E63D6F2B0F02}"/>
                </a:ext>
              </a:extLst>
            </p:cNvPr>
            <p:cNvSpPr>
              <a:spLocks noChangeArrowheads="1"/>
            </p:cNvSpPr>
            <p:nvPr/>
          </p:nvSpPr>
          <p:spPr bwMode="auto">
            <a:xfrm>
              <a:off x="2978" y="1437"/>
              <a:ext cx="1426"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Rectangle 84">
              <a:extLst>
                <a:ext uri="{FF2B5EF4-FFF2-40B4-BE49-F238E27FC236}">
                  <a16:creationId xmlns:a16="http://schemas.microsoft.com/office/drawing/2014/main" id="{12699538-90CB-E2BB-A02E-9CAD1104357C}"/>
                </a:ext>
              </a:extLst>
            </p:cNvPr>
            <p:cNvSpPr>
              <a:spLocks noChangeArrowheads="1"/>
            </p:cNvSpPr>
            <p:nvPr/>
          </p:nvSpPr>
          <p:spPr bwMode="auto">
            <a:xfrm>
              <a:off x="2989" y="1440"/>
              <a:ext cx="314"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FFFFFF"/>
                  </a:solidFill>
                  <a:effectLst/>
                  <a:latin typeface="Segoe UI" panose="020B0502040204020203" pitchFamily="34" charset="0"/>
                </a:rPr>
                <a:t>Blue Black</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6" name="Rectangle 85">
              <a:extLst>
                <a:ext uri="{FF2B5EF4-FFF2-40B4-BE49-F238E27FC236}">
                  <a16:creationId xmlns:a16="http://schemas.microsoft.com/office/drawing/2014/main" id="{6FAB69FC-8CE4-AC4F-FDDF-81B46D7C1E11}"/>
                </a:ext>
              </a:extLst>
            </p:cNvPr>
            <p:cNvSpPr>
              <a:spLocks noChangeArrowheads="1"/>
            </p:cNvSpPr>
            <p:nvPr/>
          </p:nvSpPr>
          <p:spPr bwMode="auto">
            <a:xfrm>
              <a:off x="2989" y="1508"/>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091F2C</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7" name="Rectangle 86">
              <a:extLst>
                <a:ext uri="{FF2B5EF4-FFF2-40B4-BE49-F238E27FC236}">
                  <a16:creationId xmlns:a16="http://schemas.microsoft.com/office/drawing/2014/main" id="{0B6C3A35-3676-F821-8B84-E8FCD2D7AEB0}"/>
                </a:ext>
              </a:extLst>
            </p:cNvPr>
            <p:cNvSpPr>
              <a:spLocks noChangeArrowheads="1"/>
            </p:cNvSpPr>
            <p:nvPr/>
          </p:nvSpPr>
          <p:spPr bwMode="auto">
            <a:xfrm>
              <a:off x="2977" y="1730"/>
              <a:ext cx="706" cy="136"/>
            </a:xfrm>
            <a:prstGeom prst="rect">
              <a:avLst/>
            </a:prstGeom>
            <a:solidFill>
              <a:srgbClr val="C73E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Rectangle 87">
              <a:extLst>
                <a:ext uri="{FF2B5EF4-FFF2-40B4-BE49-F238E27FC236}">
                  <a16:creationId xmlns:a16="http://schemas.microsoft.com/office/drawing/2014/main" id="{E31C635C-F918-E83E-41BB-6A05312AF804}"/>
                </a:ext>
              </a:extLst>
            </p:cNvPr>
            <p:cNvSpPr>
              <a:spLocks noChangeArrowheads="1"/>
            </p:cNvSpPr>
            <p:nvPr/>
          </p:nvSpPr>
          <p:spPr bwMode="auto">
            <a:xfrm>
              <a:off x="2985"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9" name="Rectangle 88">
              <a:extLst>
                <a:ext uri="{FF2B5EF4-FFF2-40B4-BE49-F238E27FC236}">
                  <a16:creationId xmlns:a16="http://schemas.microsoft.com/office/drawing/2014/main" id="{C72C7396-887D-00AF-02FC-A8E598F00631}"/>
                </a:ext>
              </a:extLst>
            </p:cNvPr>
            <p:cNvSpPr>
              <a:spLocks noChangeArrowheads="1"/>
            </p:cNvSpPr>
            <p:nvPr/>
          </p:nvSpPr>
          <p:spPr bwMode="auto">
            <a:xfrm>
              <a:off x="2985" y="1803"/>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C73ECC</a:t>
              </a:r>
              <a:endParaRPr kumimoji="0" lang="en-US" altLang="en-US" sz="1800" b="0" i="0" u="none" strike="noStrike" cap="none" normalizeH="0" baseline="0">
                <a:ln>
                  <a:noFill/>
                </a:ln>
                <a:effectLst/>
                <a:latin typeface="Arial" panose="020B0604020202020204" pitchFamily="34" charset="0"/>
              </a:endParaRPr>
            </a:p>
          </p:txBody>
        </p:sp>
        <p:sp>
          <p:nvSpPr>
            <p:cNvPr id="310" name="Rectangle 89">
              <a:extLst>
                <a:ext uri="{FF2B5EF4-FFF2-40B4-BE49-F238E27FC236}">
                  <a16:creationId xmlns:a16="http://schemas.microsoft.com/office/drawing/2014/main" id="{D30DD6FD-51EB-19EC-8510-E1C9AF53735B}"/>
                </a:ext>
              </a:extLst>
            </p:cNvPr>
            <p:cNvSpPr>
              <a:spLocks noChangeArrowheads="1"/>
            </p:cNvSpPr>
            <p:nvPr/>
          </p:nvSpPr>
          <p:spPr bwMode="auto">
            <a:xfrm>
              <a:off x="2977" y="1875"/>
              <a:ext cx="706" cy="135"/>
            </a:xfrm>
            <a:prstGeom prst="rect">
              <a:avLst/>
            </a:prstGeom>
            <a:solidFill>
              <a:srgbClr val="7025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Rectangle 90">
              <a:extLst>
                <a:ext uri="{FF2B5EF4-FFF2-40B4-BE49-F238E27FC236}">
                  <a16:creationId xmlns:a16="http://schemas.microsoft.com/office/drawing/2014/main" id="{FA8D36D1-67FD-B784-519E-C36BEA31B3C5}"/>
                </a:ext>
              </a:extLst>
            </p:cNvPr>
            <p:cNvSpPr>
              <a:spLocks noChangeArrowheads="1"/>
            </p:cNvSpPr>
            <p:nvPr/>
          </p:nvSpPr>
          <p:spPr bwMode="auto">
            <a:xfrm>
              <a:off x="2985" y="1869"/>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CD9BCF"/>
                  </a:solidFill>
                  <a:effectLst/>
                  <a:latin typeface="Segoe UI Black" panose="020B0A02040204020203" pitchFamily="34" charset="0"/>
                </a:rPr>
                <a:t>A</a:t>
              </a:r>
              <a:endParaRPr kumimoji="0" lang="en-US" altLang="en-US" sz="1800" b="0" i="0" u="none" strike="noStrike" cap="none" normalizeH="0" baseline="0">
                <a:ln>
                  <a:noFill/>
                </a:ln>
                <a:solidFill>
                  <a:srgbClr val="CD9BCF"/>
                </a:solidFill>
                <a:effectLst/>
                <a:latin typeface="Arial" panose="020B0604020202020204" pitchFamily="34" charset="0"/>
              </a:endParaRPr>
            </a:p>
          </p:txBody>
        </p:sp>
        <p:sp>
          <p:nvSpPr>
            <p:cNvPr id="312" name="Rectangle 91">
              <a:extLst>
                <a:ext uri="{FF2B5EF4-FFF2-40B4-BE49-F238E27FC236}">
                  <a16:creationId xmlns:a16="http://schemas.microsoft.com/office/drawing/2014/main" id="{A2790CC1-ECD3-C2AA-C63A-83B06BB562FD}"/>
                </a:ext>
              </a:extLst>
            </p:cNvPr>
            <p:cNvSpPr>
              <a:spLocks noChangeArrowheads="1"/>
            </p:cNvSpPr>
            <p:nvPr/>
          </p:nvSpPr>
          <p:spPr bwMode="auto">
            <a:xfrm>
              <a:off x="3051" y="1869"/>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3" name="Rectangle 92">
              <a:extLst>
                <a:ext uri="{FF2B5EF4-FFF2-40B4-BE49-F238E27FC236}">
                  <a16:creationId xmlns:a16="http://schemas.microsoft.com/office/drawing/2014/main" id="{C2F74C0D-75FA-B70A-ED71-3CFA807964B4}"/>
                </a:ext>
              </a:extLst>
            </p:cNvPr>
            <p:cNvSpPr>
              <a:spLocks noChangeArrowheads="1"/>
            </p:cNvSpPr>
            <p:nvPr/>
          </p:nvSpPr>
          <p:spPr bwMode="auto">
            <a:xfrm>
              <a:off x="2985" y="1946"/>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702573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4" name="Rectangle 93">
              <a:extLst>
                <a:ext uri="{FF2B5EF4-FFF2-40B4-BE49-F238E27FC236}">
                  <a16:creationId xmlns:a16="http://schemas.microsoft.com/office/drawing/2014/main" id="{4B629030-A380-3E24-758E-F1D167C23086}"/>
                </a:ext>
              </a:extLst>
            </p:cNvPr>
            <p:cNvSpPr>
              <a:spLocks noChangeArrowheads="1"/>
            </p:cNvSpPr>
            <p:nvPr/>
          </p:nvSpPr>
          <p:spPr bwMode="auto">
            <a:xfrm>
              <a:off x="2977" y="1586"/>
              <a:ext cx="706" cy="135"/>
            </a:xfrm>
            <a:prstGeom prst="rect">
              <a:avLst/>
            </a:prstGeom>
            <a:solidFill>
              <a:srgbClr val="CD9B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Rectangle 94">
              <a:extLst>
                <a:ext uri="{FF2B5EF4-FFF2-40B4-BE49-F238E27FC236}">
                  <a16:creationId xmlns:a16="http://schemas.microsoft.com/office/drawing/2014/main" id="{6D81EE59-1E06-6AAB-A8EE-80D567AE752D}"/>
                </a:ext>
              </a:extLst>
            </p:cNvPr>
            <p:cNvSpPr>
              <a:spLocks noChangeArrowheads="1"/>
            </p:cNvSpPr>
            <p:nvPr/>
          </p:nvSpPr>
          <p:spPr bwMode="auto">
            <a:xfrm>
              <a:off x="2985" y="1580"/>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02573"/>
                  </a:solidFill>
                  <a:effectLst/>
                  <a:latin typeface="Segoe UI Black" panose="020B0A02040204020203" pitchFamily="34" charset="0"/>
                </a:rPr>
                <a:t>A</a:t>
              </a:r>
              <a:endParaRPr kumimoji="0" lang="en-US" altLang="en-US" sz="1800" b="0" i="0" u="none" strike="noStrike" cap="none" normalizeH="0" baseline="0">
                <a:ln>
                  <a:noFill/>
                </a:ln>
                <a:solidFill>
                  <a:srgbClr val="702573"/>
                </a:solidFill>
                <a:effectLst/>
                <a:latin typeface="Arial" panose="020B0604020202020204" pitchFamily="34" charset="0"/>
              </a:endParaRPr>
            </a:p>
          </p:txBody>
        </p:sp>
        <p:sp>
          <p:nvSpPr>
            <p:cNvPr id="316" name="Rectangle 95">
              <a:extLst>
                <a:ext uri="{FF2B5EF4-FFF2-40B4-BE49-F238E27FC236}">
                  <a16:creationId xmlns:a16="http://schemas.microsoft.com/office/drawing/2014/main" id="{6AD9F2DD-3CC6-E096-A24F-323DA0D326AD}"/>
                </a:ext>
              </a:extLst>
            </p:cNvPr>
            <p:cNvSpPr>
              <a:spLocks noChangeArrowheads="1"/>
            </p:cNvSpPr>
            <p:nvPr/>
          </p:nvSpPr>
          <p:spPr bwMode="auto">
            <a:xfrm>
              <a:off x="3051" y="1580"/>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7" name="Rectangle 96">
              <a:extLst>
                <a:ext uri="{FF2B5EF4-FFF2-40B4-BE49-F238E27FC236}">
                  <a16:creationId xmlns:a16="http://schemas.microsoft.com/office/drawing/2014/main" id="{AFB34C5D-AB21-1047-2C41-96AAFC6CF230}"/>
                </a:ext>
              </a:extLst>
            </p:cNvPr>
            <p:cNvSpPr>
              <a:spLocks noChangeArrowheads="1"/>
            </p:cNvSpPr>
            <p:nvPr/>
          </p:nvSpPr>
          <p:spPr bwMode="auto">
            <a:xfrm>
              <a:off x="2985" y="1658"/>
              <a:ext cx="14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CD9BCF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8" name="Rectangle 97">
              <a:extLst>
                <a:ext uri="{FF2B5EF4-FFF2-40B4-BE49-F238E27FC236}">
                  <a16:creationId xmlns:a16="http://schemas.microsoft.com/office/drawing/2014/main" id="{577AD0A0-7F00-AA4F-1B1B-61CFE55F937D}"/>
                </a:ext>
              </a:extLst>
            </p:cNvPr>
            <p:cNvSpPr>
              <a:spLocks noChangeArrowheads="1"/>
            </p:cNvSpPr>
            <p:nvPr/>
          </p:nvSpPr>
          <p:spPr bwMode="auto">
            <a:xfrm>
              <a:off x="2976" y="2023"/>
              <a:ext cx="1428" cy="13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Rectangle 98">
              <a:extLst>
                <a:ext uri="{FF2B5EF4-FFF2-40B4-BE49-F238E27FC236}">
                  <a16:creationId xmlns:a16="http://schemas.microsoft.com/office/drawing/2014/main" id="{AEE8AF68-7485-0DA2-1E8F-EA9EFEEF18D2}"/>
                </a:ext>
              </a:extLst>
            </p:cNvPr>
            <p:cNvSpPr>
              <a:spLocks noChangeArrowheads="1"/>
            </p:cNvSpPr>
            <p:nvPr/>
          </p:nvSpPr>
          <p:spPr bwMode="auto">
            <a:xfrm>
              <a:off x="2977" y="2024"/>
              <a:ext cx="142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0" name="Rectangle 99">
              <a:extLst>
                <a:ext uri="{FF2B5EF4-FFF2-40B4-BE49-F238E27FC236}">
                  <a16:creationId xmlns:a16="http://schemas.microsoft.com/office/drawing/2014/main" id="{00A4FA1A-2972-8EFD-C7DB-916888D02231}"/>
                </a:ext>
              </a:extLst>
            </p:cNvPr>
            <p:cNvSpPr>
              <a:spLocks noChangeArrowheads="1"/>
            </p:cNvSpPr>
            <p:nvPr/>
          </p:nvSpPr>
          <p:spPr bwMode="auto">
            <a:xfrm>
              <a:off x="2985" y="2028"/>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000000</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321" name="Rectangle 100">
              <a:extLst>
                <a:ext uri="{FF2B5EF4-FFF2-40B4-BE49-F238E27FC236}">
                  <a16:creationId xmlns:a16="http://schemas.microsoft.com/office/drawing/2014/main" id="{E02AE344-8FCD-07A4-1035-21E5745797EA}"/>
                </a:ext>
              </a:extLst>
            </p:cNvPr>
            <p:cNvSpPr>
              <a:spLocks noChangeArrowheads="1"/>
            </p:cNvSpPr>
            <p:nvPr/>
          </p:nvSpPr>
          <p:spPr bwMode="auto">
            <a:xfrm>
              <a:off x="1532" y="1439"/>
              <a:ext cx="1430" cy="136"/>
            </a:xfrm>
            <a:prstGeom prst="rect">
              <a:avLst/>
            </a:prstGeom>
            <a:solidFill>
              <a:srgbClr val="E8E6D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Rectangle 101">
              <a:extLst>
                <a:ext uri="{FF2B5EF4-FFF2-40B4-BE49-F238E27FC236}">
                  <a16:creationId xmlns:a16="http://schemas.microsoft.com/office/drawing/2014/main" id="{A8F0A57D-3D77-F52A-CEE5-C300AC719E97}"/>
                </a:ext>
              </a:extLst>
            </p:cNvPr>
            <p:cNvSpPr>
              <a:spLocks noChangeArrowheads="1"/>
            </p:cNvSpPr>
            <p:nvPr/>
          </p:nvSpPr>
          <p:spPr bwMode="auto">
            <a:xfrm>
              <a:off x="1532" y="1439"/>
              <a:ext cx="1429"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3" name="Rectangle 102">
              <a:extLst>
                <a:ext uri="{FF2B5EF4-FFF2-40B4-BE49-F238E27FC236}">
                  <a16:creationId xmlns:a16="http://schemas.microsoft.com/office/drawing/2014/main" id="{34755F26-EC65-BC3C-F00F-5952873E93B5}"/>
                </a:ext>
              </a:extLst>
            </p:cNvPr>
            <p:cNvSpPr>
              <a:spLocks noChangeArrowheads="1"/>
            </p:cNvSpPr>
            <p:nvPr/>
          </p:nvSpPr>
          <p:spPr bwMode="auto">
            <a:xfrm>
              <a:off x="1541" y="1435"/>
              <a:ext cx="3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1A1A1A"/>
                  </a:solidFill>
                  <a:effectLst/>
                  <a:latin typeface="Segoe UI" panose="020B0502040204020203" pitchFamily="34" charset="0"/>
                </a:rPr>
                <a:t>Neutral Gray</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4" name="Rectangle 103">
              <a:extLst>
                <a:ext uri="{FF2B5EF4-FFF2-40B4-BE49-F238E27FC236}">
                  <a16:creationId xmlns:a16="http://schemas.microsoft.com/office/drawing/2014/main" id="{B81AAAC1-86AE-E75F-941C-AB9A2CF58E0B}"/>
                </a:ext>
              </a:extLst>
            </p:cNvPr>
            <p:cNvSpPr>
              <a:spLocks noChangeArrowheads="1"/>
            </p:cNvSpPr>
            <p:nvPr/>
          </p:nvSpPr>
          <p:spPr bwMode="auto">
            <a:xfrm>
              <a:off x="1541" y="1502"/>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E8E6DF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5" name="Rectangle 14">
              <a:extLst>
                <a:ext uri="{FF2B5EF4-FFF2-40B4-BE49-F238E27FC236}">
                  <a16:creationId xmlns:a16="http://schemas.microsoft.com/office/drawing/2014/main" id="{EB0437A5-6694-879B-F94E-9FA34DFD9D2C}"/>
                </a:ext>
              </a:extLst>
            </p:cNvPr>
            <p:cNvSpPr>
              <a:spLocks noChangeArrowheads="1"/>
            </p:cNvSpPr>
            <p:nvPr/>
          </p:nvSpPr>
          <p:spPr bwMode="auto">
            <a:xfrm>
              <a:off x="2329" y="1724"/>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6" name="Rectangle 95">
              <a:extLst>
                <a:ext uri="{FF2B5EF4-FFF2-40B4-BE49-F238E27FC236}">
                  <a16:creationId xmlns:a16="http://schemas.microsoft.com/office/drawing/2014/main" id="{7CF198F9-1D72-F8CC-3A2E-9B2DAE529DAF}"/>
                </a:ext>
              </a:extLst>
            </p:cNvPr>
            <p:cNvSpPr>
              <a:spLocks noChangeArrowheads="1"/>
            </p:cNvSpPr>
            <p:nvPr/>
          </p:nvSpPr>
          <p:spPr bwMode="auto">
            <a:xfrm>
              <a:off x="3051"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3516608941"/>
      </p:ext>
    </p:extLst>
  </p:cSld>
  <p:clrMap bg1="lt1" tx1="dk1" bg2="lt2" tx2="dk2" accent1="accent1" accent2="accent2" accent3="accent3" accent4="accent4" accent5="accent5" accent6="accent6" hlink="hlink" folHlink="folHlink"/>
  <p:sldLayoutIdLst>
    <p:sldLayoutId id="2147486657" r:id="rId1"/>
    <p:sldLayoutId id="2147486658" r:id="rId2"/>
    <p:sldLayoutId id="2147486659" r:id="rId3"/>
    <p:sldLayoutId id="2147486660" r:id="rId4"/>
    <p:sldLayoutId id="2147486661" r:id="rId5"/>
    <p:sldLayoutId id="2147486662" r:id="rId6"/>
    <p:sldLayoutId id="2147486663" r:id="rId7"/>
    <p:sldLayoutId id="2147486664" r:id="rId8"/>
    <p:sldLayoutId id="2147486665" r:id="rId9"/>
    <p:sldLayoutId id="2147486666" r:id="rId10"/>
    <p:sldLayoutId id="2147486667" r:id="rId11"/>
    <p:sldLayoutId id="2147486668" r:id="rId12"/>
    <p:sldLayoutId id="2147486669" r:id="rId13"/>
    <p:sldLayoutId id="2147486670" r:id="rId14"/>
    <p:sldLayoutId id="2147486671" r:id="rId15"/>
    <p:sldLayoutId id="2147486672" r:id="rId16"/>
    <p:sldLayoutId id="2147486673" r:id="rId17"/>
    <p:sldLayoutId id="2147486674" r:id="rId18"/>
    <p:sldLayoutId id="2147486675" r:id="rId19"/>
    <p:sldLayoutId id="2147486676" r:id="rId20"/>
    <p:sldLayoutId id="2147486677" r:id="rId21"/>
    <p:sldLayoutId id="2147486678" r:id="rId22"/>
    <p:sldLayoutId id="2147486679" r:id="rId23"/>
    <p:sldLayoutId id="2147486680" r:id="rId24"/>
    <p:sldLayoutId id="2147486681" r:id="rId25"/>
    <p:sldLayoutId id="2147486682" r:id="rId26"/>
    <p:sldLayoutId id="2147486683" r:id="rId27"/>
    <p:sldLayoutId id="2147486684" r:id="rId28"/>
    <p:sldLayoutId id="2147486685" r:id="rId29"/>
    <p:sldLayoutId id="2147486686" r:id="rId30"/>
    <p:sldLayoutId id="2147486687" r:id="rId31"/>
    <p:sldLayoutId id="2147486688" r:id="rId32"/>
    <p:sldLayoutId id="2147486689" r:id="rId33"/>
    <p:sldLayoutId id="2147486690" r:id="rId34"/>
    <p:sldLayoutId id="2147486691" r:id="rId35"/>
    <p:sldLayoutId id="2147486692" r:id="rId36"/>
    <p:sldLayoutId id="2147486693" r:id="rId37"/>
    <p:sldLayoutId id="2147486694" r:id="rId38"/>
    <p:sldLayoutId id="2147486695" r:id="rId39"/>
    <p:sldLayoutId id="2147486696" r:id="rId40"/>
    <p:sldLayoutId id="2147486697" r:id="rId41"/>
    <p:sldLayoutId id="2147486698" r:id="rId42"/>
    <p:sldLayoutId id="2147486699" r:id="rId43"/>
    <p:sldLayoutId id="2147486700" r:id="rId44"/>
    <p:sldLayoutId id="2147486701" r:id="rId45"/>
    <p:sldLayoutId id="2147486702" r:id="rId46"/>
    <p:sldLayoutId id="2147486703" r:id="rId47"/>
    <p:sldLayoutId id="2147486704" r:id="rId48"/>
    <p:sldLayoutId id="2147486705" r:id="rId49"/>
    <p:sldLayoutId id="2147486706" r:id="rId50"/>
    <p:sldLayoutId id="2147486707" r:id="rId51"/>
    <p:sldLayoutId id="2147486708" r:id="rId52"/>
    <p:sldLayoutId id="2147486709" r:id="rId53"/>
    <p:sldLayoutId id="2147486710" r:id="rId54"/>
    <p:sldLayoutId id="2147486711" r:id="rId55"/>
    <p:sldLayoutId id="2147486712" r:id="rId56"/>
    <p:sldLayoutId id="2147486713" r:id="rId57"/>
    <p:sldLayoutId id="2147486714" r:id="rId58"/>
    <p:sldLayoutId id="2147486715" r:id="rId59"/>
    <p:sldLayoutId id="2147486716" r:id="rId60"/>
    <p:sldLayoutId id="2147486717" r:id="rId61"/>
    <p:sldLayoutId id="2147486718" r:id="rId62"/>
    <p:sldLayoutId id="2147486719" r:id="rId63"/>
    <p:sldLayoutId id="2147486720" r:id="rId64"/>
    <p:sldLayoutId id="2147486721" r:id="rId65"/>
    <p:sldLayoutId id="2147486722" r:id="rId66"/>
    <p:sldLayoutId id="2147486723" r:id="rId67"/>
    <p:sldLayoutId id="2147486724" r:id="rId68"/>
    <p:sldLayoutId id="2147486725" r:id="rId69"/>
    <p:sldLayoutId id="2147486726" r:id="rId70"/>
    <p:sldLayoutId id="2147486727" r:id="rId71"/>
    <p:sldLayoutId id="2147486728" r:id="rId72"/>
    <p:sldLayoutId id="2147486729" r:id="rId73"/>
    <p:sldLayoutId id="2147486730" r:id="rId74"/>
    <p:sldLayoutId id="2147486731" r:id="rId75"/>
    <p:sldLayoutId id="2147486732" r:id="rId76"/>
    <p:sldLayoutId id="2147486733" r:id="rId77"/>
    <p:sldLayoutId id="2147486734" r:id="rId78"/>
    <p:sldLayoutId id="2147486735" r:id="rId79"/>
    <p:sldLayoutId id="2147486736" r:id="rId80"/>
    <p:sldLayoutId id="2147486737" r:id="rId81"/>
    <p:sldLayoutId id="2147486738" r:id="rId82"/>
    <p:sldLayoutId id="2147486739" r:id="rId83"/>
    <p:sldLayoutId id="2147486740" r:id="rId84"/>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lang="en-US" sz="2800" kern="1200" spc="0" baseline="0" dirty="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20">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3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3588427678"/>
      </p:ext>
    </p:extLst>
  </p:cSld>
  <p:clrMap bg1="lt1" tx1="dk1" bg2="lt2" tx2="dk2" accent1="accent1" accent2="accent2" accent3="accent3" accent4="accent4" accent5="accent5" accent6="accent6" hlink="hlink" folHlink="folHlink"/>
  <p:sldLayoutIdLst>
    <p:sldLayoutId id="2147486742" r:id="rId1"/>
    <p:sldLayoutId id="2147486743" r:id="rId2"/>
    <p:sldLayoutId id="2147486744" r:id="rId3"/>
    <p:sldLayoutId id="2147486745" r:id="rId4"/>
    <p:sldLayoutId id="2147486746" r:id="rId5"/>
    <p:sldLayoutId id="2147486747" r:id="rId6"/>
    <p:sldLayoutId id="2147486748" r:id="rId7"/>
    <p:sldLayoutId id="2147486749" r:id="rId8"/>
    <p:sldLayoutId id="2147486750" r:id="rId9"/>
    <p:sldLayoutId id="2147486751" r:id="rId10"/>
    <p:sldLayoutId id="2147486752" r:id="rId11"/>
    <p:sldLayoutId id="2147486753" r:id="rId12"/>
    <p:sldLayoutId id="2147486754" r:id="rId13"/>
    <p:sldLayoutId id="2147486755" r:id="rId14"/>
    <p:sldLayoutId id="2147486756" r:id="rId15"/>
    <p:sldLayoutId id="2147486757" r:id="rId16"/>
    <p:sldLayoutId id="2147486758" r:id="rId17"/>
    <p:sldLayoutId id="2147486759" r:id="rId18"/>
    <p:sldLayoutId id="2147486760" r:id="rId19"/>
    <p:sldLayoutId id="2147486761" r:id="rId20"/>
    <p:sldLayoutId id="2147486762" r:id="rId21"/>
    <p:sldLayoutId id="2147486763" r:id="rId22"/>
    <p:sldLayoutId id="2147486765" r:id="rId23"/>
    <p:sldLayoutId id="2147486766" r:id="rId24"/>
    <p:sldLayoutId id="2147486767" r:id="rId25"/>
    <p:sldLayoutId id="2147486768" r:id="rId26"/>
    <p:sldLayoutId id="2147486769" r:id="rId27"/>
    <p:sldLayoutId id="2147486770" r:id="rId28"/>
    <p:sldLayoutId id="2147486771" r:id="rId29"/>
    <p:sldLayoutId id="2147486772" r:id="rId30"/>
    <p:sldLayoutId id="2147486773" r:id="rId31"/>
    <p:sldLayoutId id="2147486774" r:id="rId32"/>
    <p:sldLayoutId id="2147486775" r:id="rId33"/>
    <p:sldLayoutId id="2147486776" r:id="rId34"/>
    <p:sldLayoutId id="2147486777" r:id="rId35"/>
    <p:sldLayoutId id="2147486778" r:id="rId36"/>
    <p:sldLayoutId id="2147486779" r:id="rId37"/>
    <p:sldLayoutId id="2147486780" r:id="rId38"/>
    <p:sldLayoutId id="2147486781" r:id="rId39"/>
    <p:sldLayoutId id="2147486782" r:id="rId40"/>
    <p:sldLayoutId id="2147486783" r:id="rId41"/>
    <p:sldLayoutId id="2147486784" r:id="rId42"/>
    <p:sldLayoutId id="2147486785" r:id="rId43"/>
    <p:sldLayoutId id="2147486786" r:id="rId44"/>
    <p:sldLayoutId id="2147486787" r:id="rId45"/>
    <p:sldLayoutId id="2147486788" r:id="rId46"/>
    <p:sldLayoutId id="2147486789" r:id="rId47"/>
    <p:sldLayoutId id="2147486790" r:id="rId48"/>
    <p:sldLayoutId id="2147486791" r:id="rId49"/>
    <p:sldLayoutId id="2147486792" r:id="rId50"/>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userDrawn="1">
          <p15:clr>
            <a:srgbClr val="A5A5A5"/>
          </p15:clr>
        </p15:guide>
        <p15:guide id="2" pos="7680" userDrawn="1">
          <p15:clr>
            <a:srgbClr val="A5A5A5"/>
          </p15:clr>
        </p15:guide>
        <p15:guide id="3" pos="186" userDrawn="1">
          <p15:clr>
            <a:srgbClr val="A5A5A5"/>
          </p15:clr>
        </p15:guide>
        <p15:guide id="26" pos="7496" userDrawn="1">
          <p15:clr>
            <a:srgbClr val="A5A5A5"/>
          </p15:clr>
        </p15:guide>
        <p15:guide id="27" orient="horz" userDrawn="1">
          <p15:clr>
            <a:srgbClr val="A5A5A5"/>
          </p15:clr>
        </p15:guide>
        <p15:guide id="28" orient="horz" pos="4320" userDrawn="1">
          <p15:clr>
            <a:srgbClr val="A5A5A5"/>
          </p15:clr>
        </p15:guide>
        <p15:guide id="29" orient="horz" pos="184" userDrawn="1">
          <p15:clr>
            <a:srgbClr val="A5A5A5"/>
          </p15:clr>
        </p15:guide>
        <p15:guide id="40" orient="horz" pos="4134" userDrawn="1">
          <p15:clr>
            <a:srgbClr val="A5A5A5"/>
          </p15:clr>
        </p15:guide>
        <p15:guide id="42" pos="365" userDrawn="1">
          <p15:clr>
            <a:srgbClr val="C35EA4"/>
          </p15:clr>
        </p15:guide>
        <p15:guide id="43" orient="horz" pos="367" userDrawn="1">
          <p15:clr>
            <a:srgbClr val="C35EA4"/>
          </p15:clr>
        </p15:guide>
        <p15:guide id="44" orient="horz" pos="3953" userDrawn="1">
          <p15:clr>
            <a:srgbClr val="C35EA4"/>
          </p15:clr>
        </p15:guide>
        <p15:guide id="45" pos="7307" userDrawn="1">
          <p15:clr>
            <a:srgbClr val="C35EA4"/>
          </p15:clr>
        </p15:guide>
      </p15:sldGuideLst>
    </p:ext>
  </p:extLst>
</p:sldMaster>
</file>

<file path=ppt/slideMasters/slideMaster3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585216"/>
            <a:ext cx="10430257" cy="30777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591056"/>
            <a:ext cx="10426700" cy="72635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p:txBody>
      </p:sp>
      <p:sp>
        <p:nvSpPr>
          <p:cNvPr id="3" name="Footer Placeholder 10">
            <a:extLst>
              <a:ext uri="{FF2B5EF4-FFF2-40B4-BE49-F238E27FC236}">
                <a16:creationId xmlns:a16="http://schemas.microsoft.com/office/drawing/2014/main" id="{5646CF9B-C3C6-BF79-10C9-634FDE6DDE2E}"/>
              </a:ext>
            </a:extLst>
          </p:cNvPr>
          <p:cNvSpPr>
            <a:spLocks noGrp="1"/>
          </p:cNvSpPr>
          <p:nvPr>
            <p:ph type="ftr" sz="quarter" idx="3"/>
          </p:nvPr>
        </p:nvSpPr>
        <p:spPr>
          <a:xfrm>
            <a:off x="579438" y="6421083"/>
            <a:ext cx="4151312" cy="197976"/>
          </a:xfrm>
          <a:prstGeom prst="rect">
            <a:avLst/>
          </a:prstGeom>
        </p:spPr>
        <p:txBody>
          <a:bodyPr vert="horz" lIns="0" tIns="0" rIns="0" bIns="0" rtlCol="0" anchor="ctr"/>
          <a:lstStyle>
            <a:lvl1pPr marL="0" algn="l" defTabSz="914400" rtl="0" eaLnBrk="1" latinLnBrk="0" hangingPunct="1">
              <a:defRPr lang="en-US" sz="1000" kern="1200" dirty="0">
                <a:solidFill>
                  <a:schemeClr val="tx1"/>
                </a:solidFill>
                <a:latin typeface="+mn-lt"/>
                <a:ea typeface="+mn-ea"/>
                <a:cs typeface="+mn-cs"/>
              </a:defRPr>
            </a:lvl1pPr>
            <a:lvl5pPr>
              <a:defRPr lang="en-US" sz="750" kern="100" cap="all" spc="0" baseline="0" dirty="0">
                <a:solidFill>
                  <a:schemeClr val="tx1"/>
                </a:solidFill>
                <a:latin typeface="Arial" panose="020B0604020202020204" pitchFamily="34" charset="0"/>
                <a:ea typeface="+mn-ea"/>
                <a:cs typeface="Arial" panose="020B0604020202020204" pitchFamily="34" charset="0"/>
              </a:defRPr>
            </a:lvl5pPr>
          </a:lstStyle>
          <a:p>
            <a:pPr defTabSz="914367">
              <a:defRPr/>
            </a:pPr>
            <a:r>
              <a:rPr lang="en-US">
                <a:solidFill>
                  <a:srgbClr val="000000"/>
                </a:solidFill>
              </a:rPr>
              <a:t>© Copyright Microsoft Corporation. All rights reserved.</a:t>
            </a:r>
          </a:p>
        </p:txBody>
      </p:sp>
    </p:spTree>
    <p:extLst>
      <p:ext uri="{BB962C8B-B14F-4D97-AF65-F5344CB8AC3E}">
        <p14:creationId xmlns:p14="http://schemas.microsoft.com/office/powerpoint/2010/main" val="2094196827"/>
      </p:ext>
    </p:extLst>
  </p:cSld>
  <p:clrMap bg1="lt1" tx1="dk1" bg2="lt2" tx2="dk2" accent1="accent1" accent2="accent2" accent3="accent3" accent4="accent4" accent5="accent5" accent6="accent6" hlink="hlink" folHlink="folHlink"/>
  <p:sldLayoutIdLst>
    <p:sldLayoutId id="2147486794" r:id="rId1"/>
    <p:sldLayoutId id="2147486795" r:id="rId2"/>
    <p:sldLayoutId id="2147486796" r:id="rId3"/>
    <p:sldLayoutId id="2147486797" r:id="rId4"/>
    <p:sldLayoutId id="2147486798" r:id="rId5"/>
    <p:sldLayoutId id="2147486799" r:id="rId6"/>
    <p:sldLayoutId id="2147486800" r:id="rId7"/>
    <p:sldLayoutId id="2147486801" r:id="rId8"/>
    <p:sldLayoutId id="2147486802" r:id="rId9"/>
    <p:sldLayoutId id="2147486803" r:id="rId10"/>
    <p:sldLayoutId id="2147486804" r:id="rId11"/>
    <p:sldLayoutId id="2147486805" r:id="rId12"/>
    <p:sldLayoutId id="2147486806" r:id="rId13"/>
    <p:sldLayoutId id="2147486807" r:id="rId14"/>
    <p:sldLayoutId id="2147486808" r:id="rId15"/>
    <p:sldLayoutId id="2147486809" r:id="rId16"/>
    <p:sldLayoutId id="2147486810" r:id="rId17"/>
    <p:sldLayoutId id="2147486811" r:id="rId18"/>
    <p:sldLayoutId id="2147486812" r:id="rId19"/>
    <p:sldLayoutId id="2147486813" r:id="rId20"/>
    <p:sldLayoutId id="2147486814" r:id="rId21"/>
    <p:sldLayoutId id="2147486815" r:id="rId22"/>
    <p:sldLayoutId id="2147486816" r:id="rId23"/>
    <p:sldLayoutId id="2147486817" r:id="rId24"/>
    <p:sldLayoutId id="2147486818" r:id="rId25"/>
    <p:sldLayoutId id="2147486819" r:id="rId26"/>
    <p:sldLayoutId id="2147486820" r:id="rId27"/>
    <p:sldLayoutId id="2147486821" r:id="rId28"/>
    <p:sldLayoutId id="2147486822" r:id="rId29"/>
    <p:sldLayoutId id="2147486823" r:id="rId30"/>
    <p:sldLayoutId id="2147486824" r:id="rId31"/>
    <p:sldLayoutId id="2147486825" r:id="rId32"/>
    <p:sldLayoutId id="2147486826" r:id="rId33"/>
    <p:sldLayoutId id="2147486827" r:id="rId34"/>
    <p:sldLayoutId id="2147486828" r:id="rId35"/>
    <p:sldLayoutId id="2147486829" r:id="rId36"/>
    <p:sldLayoutId id="2147486830" r:id="rId37"/>
    <p:sldLayoutId id="2147486831" r:id="rId38"/>
    <p:sldLayoutId id="2147486832" r:id="rId39"/>
    <p:sldLayoutId id="2147486833" r:id="rId40"/>
    <p:sldLayoutId id="2147486834" r:id="rId41"/>
    <p:sldLayoutId id="2147486835" r:id="rId42"/>
    <p:sldLayoutId id="2147486836" r:id="rId43"/>
    <p:sldLayoutId id="2147486837" r:id="rId44"/>
    <p:sldLayoutId id="2147486838" r:id="rId45"/>
    <p:sldLayoutId id="2147486839" r:id="rId46"/>
    <p:sldLayoutId id="2147486840" r:id="rId47"/>
    <p:sldLayoutId id="2147486841" r:id="rId48"/>
    <p:sldLayoutId id="2147486842" r:id="rId49"/>
  </p:sldLayoutIdLst>
  <p:transition>
    <p:fade/>
  </p:transition>
  <p:hf sldNum="0" hdr="0" dt="0"/>
  <p:txStyles>
    <p:titleStyle>
      <a:lvl1pPr algn="l" defTabSz="932742" rtl="0" eaLnBrk="1" latinLnBrk="0" hangingPunct="1">
        <a:lnSpc>
          <a:spcPct val="100000"/>
        </a:lnSpc>
        <a:spcBef>
          <a:spcPct val="0"/>
        </a:spcBef>
        <a:buNone/>
        <a:defRPr lang="en-US" sz="2000" b="0" kern="1200" cap="none" spc="0" baseline="0" dirty="0" smtClean="0">
          <a:ln w="3175">
            <a:noFill/>
          </a:ln>
          <a:solidFill>
            <a:schemeClr val="tx1"/>
          </a:solidFill>
          <a:effectLst/>
          <a:latin typeface="+mj-lt"/>
          <a:ea typeface="+mn-ea"/>
          <a:cs typeface="Segoe UI" pitchFamily="34" charset="0"/>
        </a:defRPr>
      </a:lvl1pPr>
    </p:titleStyle>
    <p:bodyStyle>
      <a:lvl1pPr marL="137160" marR="0" indent="-13716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600" kern="1200" spc="0" baseline="0">
          <a:solidFill>
            <a:schemeClr val="tx1"/>
          </a:solidFill>
          <a:latin typeface="+mn-lt"/>
          <a:ea typeface="+mn-ea"/>
          <a:cs typeface="Segoe UI" panose="020B0502040204020203" pitchFamily="34" charset="0"/>
        </a:defRPr>
      </a:lvl1pPr>
      <a:lvl2pPr marL="265176" marR="0" indent="-109728"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400" kern="1200" spc="0" baseline="0">
          <a:solidFill>
            <a:schemeClr val="tx1"/>
          </a:solidFill>
          <a:latin typeface="+mn-lt"/>
          <a:ea typeface="+mn-ea"/>
          <a:cs typeface="+mn-cs"/>
        </a:defRPr>
      </a:lvl2pPr>
      <a:lvl3pPr marL="384048" marR="0" indent="-118872"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sz="12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8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A5A5A5"/>
          </p15:clr>
        </p15:guide>
        <p15:guide id="2" pos="7680">
          <p15:clr>
            <a:srgbClr val="A5A5A5"/>
          </p15:clr>
        </p15:guide>
        <p15:guide id="3" pos="186">
          <p15:clr>
            <a:srgbClr val="A5A5A5"/>
          </p15:clr>
        </p15:guide>
        <p15:guide id="26" pos="7496">
          <p15:clr>
            <a:srgbClr val="A5A5A5"/>
          </p15:clr>
        </p15:guide>
        <p15:guide id="27" orient="horz">
          <p15:clr>
            <a:srgbClr val="A5A5A5"/>
          </p15:clr>
        </p15:guide>
        <p15:guide id="28" orient="horz" pos="4320">
          <p15:clr>
            <a:srgbClr val="A5A5A5"/>
          </p15:clr>
        </p15:guide>
        <p15:guide id="29" orient="horz" pos="184">
          <p15:clr>
            <a:srgbClr val="A5A5A5"/>
          </p15:clr>
        </p15:guide>
        <p15:guide id="40" orient="horz" pos="4134">
          <p15:clr>
            <a:srgbClr val="A5A5A5"/>
          </p15:clr>
        </p15:guide>
        <p15:guide id="42" pos="365">
          <p15:clr>
            <a:srgbClr val="C35EA4"/>
          </p15:clr>
        </p15:guide>
        <p15:guide id="43" orient="horz" pos="367">
          <p15:clr>
            <a:srgbClr val="C35EA4"/>
          </p15:clr>
        </p15:guide>
        <p15:guide id="44" orient="horz" pos="3953">
          <p15:clr>
            <a:srgbClr val="C35EA4"/>
          </p15:clr>
        </p15:guide>
        <p15:guide id="45" pos="7307">
          <p15:clr>
            <a:srgbClr val="C35EA4"/>
          </p15:clr>
        </p15:guide>
      </p15:sldGuideLst>
    </p:ext>
  </p:extLst>
</p:sldMaster>
</file>

<file path=ppt/slideMasters/slideMaster33.xml><?xml version="1.0" encoding="utf-8"?>
<p:sldMaster xmlns:a="http://schemas.openxmlformats.org/drawingml/2006/main" xmlns:r="http://schemas.openxmlformats.org/officeDocument/2006/relationships" xmlns:p="http://schemas.openxmlformats.org/presentationml/2006/main" preserve="1">
  <p:cSld>
    <p:bg bwMode="blackWhite">
      <p:bgPr>
        <a:solidFill>
          <a:srgbClr val="F4F3F5"/>
        </a:solidFill>
        <a:effectLst/>
      </p:bgPr>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marL="228600" marR="0" lvl="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Click to edit Master text styles</a:t>
            </a:r>
          </a:p>
          <a:p>
            <a:pPr marL="228600" marR="0" lvl="1"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Second level</a:t>
            </a:r>
          </a:p>
          <a:p>
            <a:pPr marL="228600" marR="0" lvl="2"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Third level</a:t>
            </a:r>
          </a:p>
          <a:p>
            <a:pPr marL="228600" marR="0" lvl="3"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Fourth level</a:t>
            </a:r>
          </a:p>
          <a:p>
            <a:pPr marL="228600" marR="0" lvl="4"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pPr>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grpSp>
        <p:nvGrpSpPr>
          <p:cNvPr id="258" name="Group 257">
            <a:extLst>
              <a:ext uri="{FF2B5EF4-FFF2-40B4-BE49-F238E27FC236}">
                <a16:creationId xmlns:a16="http://schemas.microsoft.com/office/drawing/2014/main" id="{566C3ED6-7167-1619-C333-B86D0D162316}"/>
              </a:ext>
            </a:extLst>
          </p:cNvPr>
          <p:cNvGrpSpPr>
            <a:grpSpLocks noChangeAspect="1"/>
          </p:cNvGrpSpPr>
          <p:nvPr userDrawn="1"/>
        </p:nvGrpSpPr>
        <p:grpSpPr bwMode="auto">
          <a:xfrm rot="5400000">
            <a:off x="10659863" y="3998558"/>
            <a:ext cx="4597400" cy="1169987"/>
            <a:chOff x="1529" y="1423"/>
            <a:chExt cx="2896" cy="737"/>
          </a:xfrm>
        </p:grpSpPr>
        <p:sp>
          <p:nvSpPr>
            <p:cNvPr id="259" name="AutoShape 3">
              <a:extLst>
                <a:ext uri="{FF2B5EF4-FFF2-40B4-BE49-F238E27FC236}">
                  <a16:creationId xmlns:a16="http://schemas.microsoft.com/office/drawing/2014/main" id="{894C58B4-3C22-9620-7C92-D65ED6617E67}"/>
                </a:ext>
              </a:extLst>
            </p:cNvPr>
            <p:cNvSpPr>
              <a:spLocks noChangeAspect="1" noChangeArrowheads="1" noTextEdit="1"/>
            </p:cNvSpPr>
            <p:nvPr/>
          </p:nvSpPr>
          <p:spPr bwMode="auto">
            <a:xfrm>
              <a:off x="1529" y="1423"/>
              <a:ext cx="2896" cy="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Rectangle 5">
              <a:extLst>
                <a:ext uri="{FF2B5EF4-FFF2-40B4-BE49-F238E27FC236}">
                  <a16:creationId xmlns:a16="http://schemas.microsoft.com/office/drawing/2014/main" id="{B4F93CCF-3F88-5DCB-F12D-4DEBF36B9444}"/>
                </a:ext>
              </a:extLst>
            </p:cNvPr>
            <p:cNvSpPr>
              <a:spLocks noChangeArrowheads="1"/>
            </p:cNvSpPr>
            <p:nvPr/>
          </p:nvSpPr>
          <p:spPr bwMode="auto">
            <a:xfrm>
              <a:off x="2254" y="1727"/>
              <a:ext cx="707" cy="135"/>
            </a:xfrm>
            <a:prstGeom prst="rect">
              <a:avLst/>
            </a:prstGeom>
            <a:solidFill>
              <a:srgbClr val="F4364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Rectangle 6">
              <a:extLst>
                <a:ext uri="{FF2B5EF4-FFF2-40B4-BE49-F238E27FC236}">
                  <a16:creationId xmlns:a16="http://schemas.microsoft.com/office/drawing/2014/main" id="{7AC4893A-D0A3-D947-BE61-70B6DC4B9314}"/>
                </a:ext>
              </a:extLst>
            </p:cNvPr>
            <p:cNvSpPr>
              <a:spLocks noChangeArrowheads="1"/>
            </p:cNvSpPr>
            <p:nvPr/>
          </p:nvSpPr>
          <p:spPr bwMode="auto">
            <a:xfrm>
              <a:off x="2264"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62" name="Rectangle 7">
              <a:extLst>
                <a:ext uri="{FF2B5EF4-FFF2-40B4-BE49-F238E27FC236}">
                  <a16:creationId xmlns:a16="http://schemas.microsoft.com/office/drawing/2014/main" id="{DE65DAC6-345A-2542-166A-D2D08E76F806}"/>
                </a:ext>
              </a:extLst>
            </p:cNvPr>
            <p:cNvSpPr>
              <a:spLocks noChangeArrowheads="1"/>
            </p:cNvSpPr>
            <p:nvPr/>
          </p:nvSpPr>
          <p:spPr bwMode="auto">
            <a:xfrm>
              <a:off x="2264" y="1800"/>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F4364C</a:t>
              </a:r>
              <a:endParaRPr kumimoji="0" lang="en-US" altLang="en-US" sz="1800" b="0" i="0" u="none" strike="noStrike" cap="none" normalizeH="0" baseline="0">
                <a:ln>
                  <a:noFill/>
                </a:ln>
                <a:effectLst/>
                <a:latin typeface="Arial" panose="020B0604020202020204" pitchFamily="34" charset="0"/>
              </a:endParaRPr>
            </a:p>
          </p:txBody>
        </p:sp>
        <p:sp>
          <p:nvSpPr>
            <p:cNvPr id="263" name="Rectangle 8">
              <a:extLst>
                <a:ext uri="{FF2B5EF4-FFF2-40B4-BE49-F238E27FC236}">
                  <a16:creationId xmlns:a16="http://schemas.microsoft.com/office/drawing/2014/main" id="{1EADC519-4AB4-60A0-260A-EF7DC8229A97}"/>
                </a:ext>
              </a:extLst>
            </p:cNvPr>
            <p:cNvSpPr>
              <a:spLocks noChangeArrowheads="1"/>
            </p:cNvSpPr>
            <p:nvPr/>
          </p:nvSpPr>
          <p:spPr bwMode="auto">
            <a:xfrm>
              <a:off x="2254" y="1871"/>
              <a:ext cx="707" cy="137"/>
            </a:xfrm>
            <a:prstGeom prst="rect">
              <a:avLst/>
            </a:prstGeom>
            <a:solidFill>
              <a:srgbClr val="7326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Rectangle 9">
              <a:extLst>
                <a:ext uri="{FF2B5EF4-FFF2-40B4-BE49-F238E27FC236}">
                  <a16:creationId xmlns:a16="http://schemas.microsoft.com/office/drawing/2014/main" id="{B2CFF324-4BA8-188D-7395-AC042B4D6560}"/>
                </a:ext>
              </a:extLst>
            </p:cNvPr>
            <p:cNvSpPr>
              <a:spLocks noChangeArrowheads="1"/>
            </p:cNvSpPr>
            <p:nvPr/>
          </p:nvSpPr>
          <p:spPr bwMode="auto">
            <a:xfrm>
              <a:off x="2264"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B3BB"/>
                  </a:solidFill>
                  <a:effectLst/>
                  <a:latin typeface="Segoe UI Black" panose="020B0A02040204020203" pitchFamily="34" charset="0"/>
                </a:rPr>
                <a:t>A</a:t>
              </a:r>
              <a:endParaRPr kumimoji="0" lang="en-US" altLang="en-US" sz="1800" b="0" i="0" u="none" strike="noStrike" cap="none" normalizeH="0" baseline="0">
                <a:ln>
                  <a:noFill/>
                </a:ln>
                <a:solidFill>
                  <a:srgbClr val="FFB3BB"/>
                </a:solidFill>
                <a:effectLst/>
                <a:latin typeface="Arial" panose="020B0604020202020204" pitchFamily="34" charset="0"/>
              </a:endParaRPr>
            </a:p>
          </p:txBody>
        </p:sp>
        <p:sp>
          <p:nvSpPr>
            <p:cNvPr id="265" name="Rectangle 10">
              <a:extLst>
                <a:ext uri="{FF2B5EF4-FFF2-40B4-BE49-F238E27FC236}">
                  <a16:creationId xmlns:a16="http://schemas.microsoft.com/office/drawing/2014/main" id="{03BDB961-C287-23C5-66DF-74F0AFDFB76B}"/>
                </a:ext>
              </a:extLst>
            </p:cNvPr>
            <p:cNvSpPr>
              <a:spLocks noChangeArrowheads="1"/>
            </p:cNvSpPr>
            <p:nvPr/>
          </p:nvSpPr>
          <p:spPr bwMode="auto">
            <a:xfrm>
              <a:off x="2329"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 name="Rectangle 11">
              <a:extLst>
                <a:ext uri="{FF2B5EF4-FFF2-40B4-BE49-F238E27FC236}">
                  <a16:creationId xmlns:a16="http://schemas.microsoft.com/office/drawing/2014/main" id="{35ADEDE9-FB7B-876E-7225-4D3AB73422EF}"/>
                </a:ext>
              </a:extLst>
            </p:cNvPr>
            <p:cNvSpPr>
              <a:spLocks noChangeArrowheads="1"/>
            </p:cNvSpPr>
            <p:nvPr/>
          </p:nvSpPr>
          <p:spPr bwMode="auto">
            <a:xfrm>
              <a:off x="2264" y="1943"/>
              <a:ext cx="13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73262F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7" name="Rectangle 12">
              <a:extLst>
                <a:ext uri="{FF2B5EF4-FFF2-40B4-BE49-F238E27FC236}">
                  <a16:creationId xmlns:a16="http://schemas.microsoft.com/office/drawing/2014/main" id="{03DA7BF6-FE99-195F-2925-BD0968D0CE23}"/>
                </a:ext>
              </a:extLst>
            </p:cNvPr>
            <p:cNvSpPr>
              <a:spLocks noChangeArrowheads="1"/>
            </p:cNvSpPr>
            <p:nvPr/>
          </p:nvSpPr>
          <p:spPr bwMode="auto">
            <a:xfrm>
              <a:off x="2254" y="1582"/>
              <a:ext cx="707" cy="136"/>
            </a:xfrm>
            <a:prstGeom prst="rect">
              <a:avLst/>
            </a:prstGeom>
            <a:solidFill>
              <a:srgbClr val="FFB3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Rectangle 13">
              <a:extLst>
                <a:ext uri="{FF2B5EF4-FFF2-40B4-BE49-F238E27FC236}">
                  <a16:creationId xmlns:a16="http://schemas.microsoft.com/office/drawing/2014/main" id="{AE1CAD70-4A31-E224-8481-B797DB87F72F}"/>
                </a:ext>
              </a:extLst>
            </p:cNvPr>
            <p:cNvSpPr>
              <a:spLocks noChangeArrowheads="1"/>
            </p:cNvSpPr>
            <p:nvPr/>
          </p:nvSpPr>
          <p:spPr bwMode="auto">
            <a:xfrm>
              <a:off x="2264"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262F"/>
                  </a:solidFill>
                  <a:effectLst/>
                  <a:latin typeface="Segoe UI Black" panose="020B0A02040204020203" pitchFamily="34" charset="0"/>
                </a:rPr>
                <a:t>A</a:t>
              </a:r>
              <a:endParaRPr kumimoji="0" lang="en-US" altLang="en-US" sz="1800" b="0" i="0" u="none" strike="noStrike" cap="none" normalizeH="0" baseline="0">
                <a:ln>
                  <a:noFill/>
                </a:ln>
                <a:solidFill>
                  <a:srgbClr val="73262F"/>
                </a:solidFill>
                <a:effectLst/>
                <a:latin typeface="Arial" panose="020B0604020202020204" pitchFamily="34" charset="0"/>
              </a:endParaRPr>
            </a:p>
          </p:txBody>
        </p:sp>
        <p:sp>
          <p:nvSpPr>
            <p:cNvPr id="269" name="Rectangle 14">
              <a:extLst>
                <a:ext uri="{FF2B5EF4-FFF2-40B4-BE49-F238E27FC236}">
                  <a16:creationId xmlns:a16="http://schemas.microsoft.com/office/drawing/2014/main" id="{50413BA8-271F-17E9-274D-A6681E4E35BE}"/>
                </a:ext>
              </a:extLst>
            </p:cNvPr>
            <p:cNvSpPr>
              <a:spLocks noChangeArrowheads="1"/>
            </p:cNvSpPr>
            <p:nvPr/>
          </p:nvSpPr>
          <p:spPr bwMode="auto">
            <a:xfrm>
              <a:off x="2329"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0" name="Rectangle 15">
              <a:extLst>
                <a:ext uri="{FF2B5EF4-FFF2-40B4-BE49-F238E27FC236}">
                  <a16:creationId xmlns:a16="http://schemas.microsoft.com/office/drawing/2014/main" id="{5E8A55D7-5C9F-19E4-44F8-0D5ED73A059E}"/>
                </a:ext>
              </a:extLst>
            </p:cNvPr>
            <p:cNvSpPr>
              <a:spLocks noChangeArrowheads="1"/>
            </p:cNvSpPr>
            <p:nvPr/>
          </p:nvSpPr>
          <p:spPr bwMode="auto">
            <a:xfrm>
              <a:off x="2264" y="1654"/>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FFB3BB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1" name="Rectangle 16">
              <a:extLst>
                <a:ext uri="{FF2B5EF4-FFF2-40B4-BE49-F238E27FC236}">
                  <a16:creationId xmlns:a16="http://schemas.microsoft.com/office/drawing/2014/main" id="{AB98BB47-C797-09CC-A9F3-51FE51653B12}"/>
                </a:ext>
              </a:extLst>
            </p:cNvPr>
            <p:cNvSpPr>
              <a:spLocks noChangeArrowheads="1"/>
            </p:cNvSpPr>
            <p:nvPr/>
          </p:nvSpPr>
          <p:spPr bwMode="auto">
            <a:xfrm>
              <a:off x="2255" y="2022"/>
              <a:ext cx="706" cy="13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Rectangle 17">
              <a:extLst>
                <a:ext uri="{FF2B5EF4-FFF2-40B4-BE49-F238E27FC236}">
                  <a16:creationId xmlns:a16="http://schemas.microsoft.com/office/drawing/2014/main" id="{C52F19C0-13E8-0692-788F-02A274A980BA}"/>
                </a:ext>
              </a:extLst>
            </p:cNvPr>
            <p:cNvSpPr>
              <a:spLocks noChangeArrowheads="1"/>
            </p:cNvSpPr>
            <p:nvPr/>
          </p:nvSpPr>
          <p:spPr bwMode="auto">
            <a:xfrm>
              <a:off x="2255" y="2022"/>
              <a:ext cx="706"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3" name="Rectangle 18">
              <a:extLst>
                <a:ext uri="{FF2B5EF4-FFF2-40B4-BE49-F238E27FC236}">
                  <a16:creationId xmlns:a16="http://schemas.microsoft.com/office/drawing/2014/main" id="{0EF8B30C-1FB6-7C73-44FC-2C39DF7549A8}"/>
                </a:ext>
              </a:extLst>
            </p:cNvPr>
            <p:cNvSpPr>
              <a:spLocks noChangeArrowheads="1"/>
            </p:cNvSpPr>
            <p:nvPr/>
          </p:nvSpPr>
          <p:spPr bwMode="auto">
            <a:xfrm>
              <a:off x="2264" y="2024"/>
              <a:ext cx="121"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FFFFFF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4" name="Rectangle 50">
              <a:extLst>
                <a:ext uri="{FF2B5EF4-FFF2-40B4-BE49-F238E27FC236}">
                  <a16:creationId xmlns:a16="http://schemas.microsoft.com/office/drawing/2014/main" id="{D25297AC-6025-DA45-015A-AD5967168C02}"/>
                </a:ext>
              </a:extLst>
            </p:cNvPr>
            <p:cNvSpPr>
              <a:spLocks noChangeArrowheads="1"/>
            </p:cNvSpPr>
            <p:nvPr/>
          </p:nvSpPr>
          <p:spPr bwMode="auto">
            <a:xfrm>
              <a:off x="1533" y="1727"/>
              <a:ext cx="706" cy="135"/>
            </a:xfrm>
            <a:prstGeom prst="rect">
              <a:avLst/>
            </a:prstGeom>
            <a:solidFill>
              <a:srgbClr val="FF5C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Rectangle 51">
              <a:extLst>
                <a:ext uri="{FF2B5EF4-FFF2-40B4-BE49-F238E27FC236}">
                  <a16:creationId xmlns:a16="http://schemas.microsoft.com/office/drawing/2014/main" id="{D895CA29-DE29-0BF3-3158-751FF8EC37F0}"/>
                </a:ext>
              </a:extLst>
            </p:cNvPr>
            <p:cNvSpPr>
              <a:spLocks noChangeArrowheads="1"/>
            </p:cNvSpPr>
            <p:nvPr/>
          </p:nvSpPr>
          <p:spPr bwMode="auto">
            <a:xfrm>
              <a:off x="1542" y="1722"/>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chemeClr val="bg1"/>
                  </a:solidFill>
                  <a:effectLst/>
                  <a:latin typeface="Segoe UI Black" panose="020B0A02040204020203" pitchFamily="34" charset="0"/>
                </a:rPr>
                <a:t>A</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76" name="Rectangle 52">
              <a:extLst>
                <a:ext uri="{FF2B5EF4-FFF2-40B4-BE49-F238E27FC236}">
                  <a16:creationId xmlns:a16="http://schemas.microsoft.com/office/drawing/2014/main" id="{7EFCFC16-4A98-86AC-7619-A114CF099F7D}"/>
                </a:ext>
              </a:extLst>
            </p:cNvPr>
            <p:cNvSpPr>
              <a:spLocks noChangeArrowheads="1"/>
            </p:cNvSpPr>
            <p:nvPr/>
          </p:nvSpPr>
          <p:spPr bwMode="auto">
            <a:xfrm>
              <a:off x="1608" y="1722"/>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7" name="Rectangle 53">
              <a:extLst>
                <a:ext uri="{FF2B5EF4-FFF2-40B4-BE49-F238E27FC236}">
                  <a16:creationId xmlns:a16="http://schemas.microsoft.com/office/drawing/2014/main" id="{B9712463-FD5D-ABC4-36B0-C830E76330F6}"/>
                </a:ext>
              </a:extLst>
            </p:cNvPr>
            <p:cNvSpPr>
              <a:spLocks noChangeArrowheads="1"/>
            </p:cNvSpPr>
            <p:nvPr/>
          </p:nvSpPr>
          <p:spPr bwMode="auto">
            <a:xfrm>
              <a:off x="1542" y="1800"/>
              <a:ext cx="132"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FF5C39</a:t>
              </a:r>
              <a:endParaRPr kumimoji="0" lang="en-US" altLang="en-US" sz="1800" b="0" i="0" u="none" strike="noStrike" cap="none" normalizeH="0" baseline="0">
                <a:ln>
                  <a:noFill/>
                </a:ln>
                <a:effectLst/>
                <a:latin typeface="Arial" panose="020B0604020202020204" pitchFamily="34" charset="0"/>
              </a:endParaRPr>
            </a:p>
          </p:txBody>
        </p:sp>
        <p:sp>
          <p:nvSpPr>
            <p:cNvPr id="278" name="Rectangle 54">
              <a:extLst>
                <a:ext uri="{FF2B5EF4-FFF2-40B4-BE49-F238E27FC236}">
                  <a16:creationId xmlns:a16="http://schemas.microsoft.com/office/drawing/2014/main" id="{8ACAB4E1-6417-0C0C-9E12-B1E8EEA4613E}"/>
                </a:ext>
              </a:extLst>
            </p:cNvPr>
            <p:cNvSpPr>
              <a:spLocks noChangeArrowheads="1"/>
            </p:cNvSpPr>
            <p:nvPr/>
          </p:nvSpPr>
          <p:spPr bwMode="auto">
            <a:xfrm>
              <a:off x="1533" y="1871"/>
              <a:ext cx="706" cy="137"/>
            </a:xfrm>
            <a:prstGeom prst="rect">
              <a:avLst/>
            </a:prstGeom>
            <a:solidFill>
              <a:srgbClr val="73391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Rectangle 55">
              <a:extLst>
                <a:ext uri="{FF2B5EF4-FFF2-40B4-BE49-F238E27FC236}">
                  <a16:creationId xmlns:a16="http://schemas.microsoft.com/office/drawing/2014/main" id="{7E6BE592-BF8C-8CF1-0798-04DA17C036E6}"/>
                </a:ext>
              </a:extLst>
            </p:cNvPr>
            <p:cNvSpPr>
              <a:spLocks noChangeArrowheads="1"/>
            </p:cNvSpPr>
            <p:nvPr/>
          </p:nvSpPr>
          <p:spPr bwMode="auto">
            <a:xfrm>
              <a:off x="1542" y="1865"/>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A38B"/>
                  </a:solidFill>
                  <a:effectLst/>
                  <a:latin typeface="Segoe UI Black" panose="020B0A02040204020203" pitchFamily="34" charset="0"/>
                </a:rPr>
                <a:t>A</a:t>
              </a:r>
              <a:endParaRPr kumimoji="0" lang="en-US" altLang="en-US" sz="1800" b="0" i="0" u="none" strike="noStrike" cap="none" normalizeH="0" baseline="0">
                <a:ln>
                  <a:noFill/>
                </a:ln>
                <a:solidFill>
                  <a:srgbClr val="FFA38B"/>
                </a:solidFill>
                <a:effectLst/>
                <a:latin typeface="Arial" panose="020B0604020202020204" pitchFamily="34" charset="0"/>
              </a:endParaRPr>
            </a:p>
          </p:txBody>
        </p:sp>
        <p:sp>
          <p:nvSpPr>
            <p:cNvPr id="280" name="Rectangle 56">
              <a:extLst>
                <a:ext uri="{FF2B5EF4-FFF2-40B4-BE49-F238E27FC236}">
                  <a16:creationId xmlns:a16="http://schemas.microsoft.com/office/drawing/2014/main" id="{F02A06DF-8715-F16B-5F10-11C5F2584525}"/>
                </a:ext>
              </a:extLst>
            </p:cNvPr>
            <p:cNvSpPr>
              <a:spLocks noChangeArrowheads="1"/>
            </p:cNvSpPr>
            <p:nvPr/>
          </p:nvSpPr>
          <p:spPr bwMode="auto">
            <a:xfrm>
              <a:off x="1608" y="1865"/>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1" name="Rectangle 57">
              <a:extLst>
                <a:ext uri="{FF2B5EF4-FFF2-40B4-BE49-F238E27FC236}">
                  <a16:creationId xmlns:a16="http://schemas.microsoft.com/office/drawing/2014/main" id="{45F29D9D-6572-80B7-280A-53297335FBF7}"/>
                </a:ext>
              </a:extLst>
            </p:cNvPr>
            <p:cNvSpPr>
              <a:spLocks noChangeArrowheads="1"/>
            </p:cNvSpPr>
            <p:nvPr/>
          </p:nvSpPr>
          <p:spPr bwMode="auto">
            <a:xfrm>
              <a:off x="1542" y="1943"/>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73391D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2" name="Rectangle 58">
              <a:extLst>
                <a:ext uri="{FF2B5EF4-FFF2-40B4-BE49-F238E27FC236}">
                  <a16:creationId xmlns:a16="http://schemas.microsoft.com/office/drawing/2014/main" id="{013A62C5-A54C-C8BE-D34C-557861D50FBB}"/>
                </a:ext>
              </a:extLst>
            </p:cNvPr>
            <p:cNvSpPr>
              <a:spLocks noChangeArrowheads="1"/>
            </p:cNvSpPr>
            <p:nvPr/>
          </p:nvSpPr>
          <p:spPr bwMode="auto">
            <a:xfrm>
              <a:off x="1533" y="1582"/>
              <a:ext cx="706" cy="136"/>
            </a:xfrm>
            <a:prstGeom prst="rect">
              <a:avLst/>
            </a:prstGeom>
            <a:solidFill>
              <a:srgbClr val="FFA3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Rectangle 59">
              <a:extLst>
                <a:ext uri="{FF2B5EF4-FFF2-40B4-BE49-F238E27FC236}">
                  <a16:creationId xmlns:a16="http://schemas.microsoft.com/office/drawing/2014/main" id="{A3D38249-2B2F-44FE-8004-78F738A54143}"/>
                </a:ext>
              </a:extLst>
            </p:cNvPr>
            <p:cNvSpPr>
              <a:spLocks noChangeArrowheads="1"/>
            </p:cNvSpPr>
            <p:nvPr/>
          </p:nvSpPr>
          <p:spPr bwMode="auto">
            <a:xfrm>
              <a:off x="1542" y="1577"/>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3391D"/>
                  </a:solidFill>
                  <a:effectLst/>
                  <a:latin typeface="Segoe UI Black" panose="020B0A02040204020203" pitchFamily="34" charset="0"/>
                </a:rPr>
                <a:t>A</a:t>
              </a:r>
              <a:endParaRPr kumimoji="0" lang="en-US" altLang="en-US" sz="1800" b="0" i="0" u="none" strike="noStrike" cap="none" normalizeH="0" baseline="0">
                <a:ln>
                  <a:noFill/>
                </a:ln>
                <a:solidFill>
                  <a:srgbClr val="73391D"/>
                </a:solidFill>
                <a:effectLst/>
                <a:latin typeface="Arial" panose="020B0604020202020204" pitchFamily="34" charset="0"/>
              </a:endParaRPr>
            </a:p>
          </p:txBody>
        </p:sp>
        <p:sp>
          <p:nvSpPr>
            <p:cNvPr id="284" name="Rectangle 60">
              <a:extLst>
                <a:ext uri="{FF2B5EF4-FFF2-40B4-BE49-F238E27FC236}">
                  <a16:creationId xmlns:a16="http://schemas.microsoft.com/office/drawing/2014/main" id="{6356C9D6-F46C-5F18-CC06-57CEDB989050}"/>
                </a:ext>
              </a:extLst>
            </p:cNvPr>
            <p:cNvSpPr>
              <a:spLocks noChangeArrowheads="1"/>
            </p:cNvSpPr>
            <p:nvPr/>
          </p:nvSpPr>
          <p:spPr bwMode="auto">
            <a:xfrm>
              <a:off x="1608" y="1577"/>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5" name="Rectangle 61">
              <a:extLst>
                <a:ext uri="{FF2B5EF4-FFF2-40B4-BE49-F238E27FC236}">
                  <a16:creationId xmlns:a16="http://schemas.microsoft.com/office/drawing/2014/main" id="{809C64CC-0B9B-063B-F7A5-63EE36FBDCCD}"/>
                </a:ext>
              </a:extLst>
            </p:cNvPr>
            <p:cNvSpPr>
              <a:spLocks noChangeArrowheads="1"/>
            </p:cNvSpPr>
            <p:nvPr/>
          </p:nvSpPr>
          <p:spPr bwMode="auto">
            <a:xfrm>
              <a:off x="1542" y="1654"/>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FFA38B</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6" name="Rectangle 62">
              <a:extLst>
                <a:ext uri="{FF2B5EF4-FFF2-40B4-BE49-F238E27FC236}">
                  <a16:creationId xmlns:a16="http://schemas.microsoft.com/office/drawing/2014/main" id="{94AB9329-702D-4A1F-E5A5-C3B78F016261}"/>
                </a:ext>
              </a:extLst>
            </p:cNvPr>
            <p:cNvSpPr>
              <a:spLocks noChangeArrowheads="1"/>
            </p:cNvSpPr>
            <p:nvPr/>
          </p:nvSpPr>
          <p:spPr bwMode="auto">
            <a:xfrm>
              <a:off x="1533" y="2022"/>
              <a:ext cx="707" cy="136"/>
            </a:xfrm>
            <a:prstGeom prst="rect">
              <a:avLst/>
            </a:prstGeom>
            <a:solidFill>
              <a:srgbClr val="F4F3F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Rectangle 63">
              <a:extLst>
                <a:ext uri="{FF2B5EF4-FFF2-40B4-BE49-F238E27FC236}">
                  <a16:creationId xmlns:a16="http://schemas.microsoft.com/office/drawing/2014/main" id="{24EB0818-3B44-BF17-FF2B-E025C738466C}"/>
                </a:ext>
              </a:extLst>
            </p:cNvPr>
            <p:cNvSpPr>
              <a:spLocks noChangeArrowheads="1"/>
            </p:cNvSpPr>
            <p:nvPr/>
          </p:nvSpPr>
          <p:spPr bwMode="auto">
            <a:xfrm>
              <a:off x="1533" y="2022"/>
              <a:ext cx="70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8" name="Rectangle 64">
              <a:extLst>
                <a:ext uri="{FF2B5EF4-FFF2-40B4-BE49-F238E27FC236}">
                  <a16:creationId xmlns:a16="http://schemas.microsoft.com/office/drawing/2014/main" id="{8D3440B3-96D8-0B26-9877-7E62CD77370D}"/>
                </a:ext>
              </a:extLst>
            </p:cNvPr>
            <p:cNvSpPr>
              <a:spLocks noChangeArrowheads="1"/>
            </p:cNvSpPr>
            <p:nvPr/>
          </p:nvSpPr>
          <p:spPr bwMode="auto">
            <a:xfrm>
              <a:off x="1542" y="2024"/>
              <a:ext cx="127"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F4F3F5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9" name="Rectangle 65">
              <a:extLst>
                <a:ext uri="{FF2B5EF4-FFF2-40B4-BE49-F238E27FC236}">
                  <a16:creationId xmlns:a16="http://schemas.microsoft.com/office/drawing/2014/main" id="{64795BFF-26DD-4F9D-7E57-E8A3C163A079}"/>
                </a:ext>
              </a:extLst>
            </p:cNvPr>
            <p:cNvSpPr>
              <a:spLocks noChangeArrowheads="1"/>
            </p:cNvSpPr>
            <p:nvPr/>
          </p:nvSpPr>
          <p:spPr bwMode="auto">
            <a:xfrm>
              <a:off x="3698" y="1729"/>
              <a:ext cx="707" cy="135"/>
            </a:xfrm>
            <a:prstGeom prst="rect">
              <a:avLst/>
            </a:prstGeom>
            <a:solidFill>
              <a:srgbClr val="0078D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Rectangle 66">
              <a:extLst>
                <a:ext uri="{FF2B5EF4-FFF2-40B4-BE49-F238E27FC236}">
                  <a16:creationId xmlns:a16="http://schemas.microsoft.com/office/drawing/2014/main" id="{973E90C8-2FFF-2256-D29B-6A3ABBA35099}"/>
                </a:ext>
              </a:extLst>
            </p:cNvPr>
            <p:cNvSpPr>
              <a:spLocks noChangeArrowheads="1"/>
            </p:cNvSpPr>
            <p:nvPr/>
          </p:nvSpPr>
          <p:spPr bwMode="auto">
            <a:xfrm>
              <a:off x="3707"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1" name="Rectangle 67">
              <a:extLst>
                <a:ext uri="{FF2B5EF4-FFF2-40B4-BE49-F238E27FC236}">
                  <a16:creationId xmlns:a16="http://schemas.microsoft.com/office/drawing/2014/main" id="{F146B7CE-CBC5-956E-DA0D-244A26F54704}"/>
                </a:ext>
              </a:extLst>
            </p:cNvPr>
            <p:cNvSpPr>
              <a:spLocks noChangeArrowheads="1"/>
            </p:cNvSpPr>
            <p:nvPr/>
          </p:nvSpPr>
          <p:spPr bwMode="auto">
            <a:xfrm>
              <a:off x="3773"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2" name="Rectangle 68">
              <a:extLst>
                <a:ext uri="{FF2B5EF4-FFF2-40B4-BE49-F238E27FC236}">
                  <a16:creationId xmlns:a16="http://schemas.microsoft.com/office/drawing/2014/main" id="{841A3A9C-7ABE-216A-7AAA-FC8E018652B9}"/>
                </a:ext>
              </a:extLst>
            </p:cNvPr>
            <p:cNvSpPr>
              <a:spLocks noChangeArrowheads="1"/>
            </p:cNvSpPr>
            <p:nvPr/>
          </p:nvSpPr>
          <p:spPr bwMode="auto">
            <a:xfrm>
              <a:off x="3707" y="1801"/>
              <a:ext cx="139"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0078D4</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293" name="Rectangle 69">
              <a:extLst>
                <a:ext uri="{FF2B5EF4-FFF2-40B4-BE49-F238E27FC236}">
                  <a16:creationId xmlns:a16="http://schemas.microsoft.com/office/drawing/2014/main" id="{B67B7695-C3C0-34B4-72B1-C7E58FF3275A}"/>
                </a:ext>
              </a:extLst>
            </p:cNvPr>
            <p:cNvSpPr>
              <a:spLocks noChangeArrowheads="1"/>
            </p:cNvSpPr>
            <p:nvPr/>
          </p:nvSpPr>
          <p:spPr bwMode="auto">
            <a:xfrm>
              <a:off x="3698" y="1873"/>
              <a:ext cx="707" cy="136"/>
            </a:xfrm>
            <a:prstGeom prst="rect">
              <a:avLst/>
            </a:prstGeom>
            <a:solidFill>
              <a:srgbClr val="2A446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Rectangle 70">
              <a:extLst>
                <a:ext uri="{FF2B5EF4-FFF2-40B4-BE49-F238E27FC236}">
                  <a16:creationId xmlns:a16="http://schemas.microsoft.com/office/drawing/2014/main" id="{F3BB6A3B-AD16-5C6E-2848-CC82A261CE5A}"/>
                </a:ext>
              </a:extLst>
            </p:cNvPr>
            <p:cNvSpPr>
              <a:spLocks noChangeArrowheads="1"/>
            </p:cNvSpPr>
            <p:nvPr/>
          </p:nvSpPr>
          <p:spPr bwMode="auto">
            <a:xfrm>
              <a:off x="3707" y="1866"/>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8DC8E8"/>
                  </a:solidFill>
                  <a:effectLst/>
                  <a:latin typeface="Segoe UI Black" panose="020B0A02040204020203" pitchFamily="34" charset="0"/>
                </a:rPr>
                <a:t>A</a:t>
              </a:r>
              <a:endParaRPr kumimoji="0" lang="en-US" altLang="en-US" sz="1800" b="0" i="0" u="none" strike="noStrike" cap="none" normalizeH="0" baseline="0">
                <a:ln>
                  <a:noFill/>
                </a:ln>
                <a:solidFill>
                  <a:srgbClr val="8DC8E8"/>
                </a:solidFill>
                <a:effectLst/>
                <a:latin typeface="Arial" panose="020B0604020202020204" pitchFamily="34" charset="0"/>
              </a:endParaRPr>
            </a:p>
          </p:txBody>
        </p:sp>
        <p:sp>
          <p:nvSpPr>
            <p:cNvPr id="295" name="Rectangle 71">
              <a:extLst>
                <a:ext uri="{FF2B5EF4-FFF2-40B4-BE49-F238E27FC236}">
                  <a16:creationId xmlns:a16="http://schemas.microsoft.com/office/drawing/2014/main" id="{AF58A79C-F974-45C7-A85C-F40D9A65E853}"/>
                </a:ext>
              </a:extLst>
            </p:cNvPr>
            <p:cNvSpPr>
              <a:spLocks noChangeArrowheads="1"/>
            </p:cNvSpPr>
            <p:nvPr/>
          </p:nvSpPr>
          <p:spPr bwMode="auto">
            <a:xfrm>
              <a:off x="3773" y="1866"/>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6" name="Rectangle 72">
              <a:extLst>
                <a:ext uri="{FF2B5EF4-FFF2-40B4-BE49-F238E27FC236}">
                  <a16:creationId xmlns:a16="http://schemas.microsoft.com/office/drawing/2014/main" id="{9CAD9107-51BE-8F4A-FEBB-F3BD3DC96520}"/>
                </a:ext>
              </a:extLst>
            </p:cNvPr>
            <p:cNvSpPr>
              <a:spLocks noChangeArrowheads="1"/>
            </p:cNvSpPr>
            <p:nvPr/>
          </p:nvSpPr>
          <p:spPr bwMode="auto">
            <a:xfrm>
              <a:off x="3707" y="1944"/>
              <a:ext cx="135"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2A446F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7" name="Rectangle 73">
              <a:extLst>
                <a:ext uri="{FF2B5EF4-FFF2-40B4-BE49-F238E27FC236}">
                  <a16:creationId xmlns:a16="http://schemas.microsoft.com/office/drawing/2014/main" id="{F0CA8CB9-EFF0-9A10-BBC0-A9A36D6E6ADF}"/>
                </a:ext>
              </a:extLst>
            </p:cNvPr>
            <p:cNvSpPr>
              <a:spLocks noChangeArrowheads="1"/>
            </p:cNvSpPr>
            <p:nvPr/>
          </p:nvSpPr>
          <p:spPr bwMode="auto">
            <a:xfrm>
              <a:off x="3698" y="1583"/>
              <a:ext cx="707" cy="137"/>
            </a:xfrm>
            <a:prstGeom prst="rect">
              <a:avLst/>
            </a:prstGeom>
            <a:solidFill>
              <a:srgbClr val="8DC8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Rectangle 74">
              <a:extLst>
                <a:ext uri="{FF2B5EF4-FFF2-40B4-BE49-F238E27FC236}">
                  <a16:creationId xmlns:a16="http://schemas.microsoft.com/office/drawing/2014/main" id="{CF1A989F-9EAE-5BC1-AD31-5728CD61EE81}"/>
                </a:ext>
              </a:extLst>
            </p:cNvPr>
            <p:cNvSpPr>
              <a:spLocks noChangeArrowheads="1"/>
            </p:cNvSpPr>
            <p:nvPr/>
          </p:nvSpPr>
          <p:spPr bwMode="auto">
            <a:xfrm>
              <a:off x="3707" y="1578"/>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2A446F"/>
                  </a:solidFill>
                  <a:effectLst/>
                  <a:latin typeface="Segoe UI Black" panose="020B0A02040204020203" pitchFamily="34" charset="0"/>
                </a:rPr>
                <a:t>A</a:t>
              </a:r>
              <a:endParaRPr kumimoji="0" lang="en-US" altLang="en-US" sz="1800" b="0" i="0" u="none" strike="noStrike" cap="none" normalizeH="0" baseline="0">
                <a:ln>
                  <a:noFill/>
                </a:ln>
                <a:solidFill>
                  <a:srgbClr val="2A446F"/>
                </a:solidFill>
                <a:effectLst/>
                <a:latin typeface="Arial" panose="020B0604020202020204" pitchFamily="34" charset="0"/>
              </a:endParaRPr>
            </a:p>
          </p:txBody>
        </p:sp>
        <p:sp>
          <p:nvSpPr>
            <p:cNvPr id="299" name="Rectangle 75">
              <a:extLst>
                <a:ext uri="{FF2B5EF4-FFF2-40B4-BE49-F238E27FC236}">
                  <a16:creationId xmlns:a16="http://schemas.microsoft.com/office/drawing/2014/main" id="{957953AB-E9C6-D080-ADB2-1F206404C0B7}"/>
                </a:ext>
              </a:extLst>
            </p:cNvPr>
            <p:cNvSpPr>
              <a:spLocks noChangeArrowheads="1"/>
            </p:cNvSpPr>
            <p:nvPr/>
          </p:nvSpPr>
          <p:spPr bwMode="auto">
            <a:xfrm>
              <a:off x="3773" y="1578"/>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0" name="Rectangle 76">
              <a:extLst>
                <a:ext uri="{FF2B5EF4-FFF2-40B4-BE49-F238E27FC236}">
                  <a16:creationId xmlns:a16="http://schemas.microsoft.com/office/drawing/2014/main" id="{D3F9BD24-BF97-98DF-7799-FF5527E1F0E4}"/>
                </a:ext>
              </a:extLst>
            </p:cNvPr>
            <p:cNvSpPr>
              <a:spLocks noChangeArrowheads="1"/>
            </p:cNvSpPr>
            <p:nvPr/>
          </p:nvSpPr>
          <p:spPr bwMode="auto">
            <a:xfrm>
              <a:off x="3707" y="1655"/>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8DC8E8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1" name="Rectangle 80">
              <a:extLst>
                <a:ext uri="{FF2B5EF4-FFF2-40B4-BE49-F238E27FC236}">
                  <a16:creationId xmlns:a16="http://schemas.microsoft.com/office/drawing/2014/main" id="{D9F904A4-74AE-C098-E989-4C11A3671B63}"/>
                </a:ext>
              </a:extLst>
            </p:cNvPr>
            <p:cNvSpPr>
              <a:spLocks noChangeArrowheads="1"/>
            </p:cNvSpPr>
            <p:nvPr/>
          </p:nvSpPr>
          <p:spPr bwMode="auto">
            <a:xfrm>
              <a:off x="2981" y="1438"/>
              <a:ext cx="1423" cy="135"/>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Rectangle 81">
              <a:extLst>
                <a:ext uri="{FF2B5EF4-FFF2-40B4-BE49-F238E27FC236}">
                  <a16:creationId xmlns:a16="http://schemas.microsoft.com/office/drawing/2014/main" id="{86561027-5502-5CBF-CC1E-E9283F7A3EA8}"/>
                </a:ext>
              </a:extLst>
            </p:cNvPr>
            <p:cNvSpPr>
              <a:spLocks noChangeArrowheads="1"/>
            </p:cNvSpPr>
            <p:nvPr/>
          </p:nvSpPr>
          <p:spPr bwMode="auto">
            <a:xfrm>
              <a:off x="2977" y="1437"/>
              <a:ext cx="1427"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82">
              <a:extLst>
                <a:ext uri="{FF2B5EF4-FFF2-40B4-BE49-F238E27FC236}">
                  <a16:creationId xmlns:a16="http://schemas.microsoft.com/office/drawing/2014/main" id="{815862B1-E237-764F-DF2A-70DEC4B6F67A}"/>
                </a:ext>
              </a:extLst>
            </p:cNvPr>
            <p:cNvSpPr>
              <a:spLocks noEditPoints="1"/>
            </p:cNvSpPr>
            <p:nvPr/>
          </p:nvSpPr>
          <p:spPr bwMode="auto">
            <a:xfrm>
              <a:off x="2978" y="1437"/>
              <a:ext cx="1427" cy="136"/>
            </a:xfrm>
            <a:custGeom>
              <a:avLst/>
              <a:gdLst>
                <a:gd name="T0" fmla="*/ 0 w 15200"/>
                <a:gd name="T1" fmla="*/ 4 h 960"/>
                <a:gd name="T2" fmla="*/ 4 w 15200"/>
                <a:gd name="T3" fmla="*/ 0 h 960"/>
                <a:gd name="T4" fmla="*/ 15196 w 15200"/>
                <a:gd name="T5" fmla="*/ 0 h 960"/>
                <a:gd name="T6" fmla="*/ 15200 w 15200"/>
                <a:gd name="T7" fmla="*/ 4 h 960"/>
                <a:gd name="T8" fmla="*/ 15200 w 15200"/>
                <a:gd name="T9" fmla="*/ 956 h 960"/>
                <a:gd name="T10" fmla="*/ 15196 w 15200"/>
                <a:gd name="T11" fmla="*/ 960 h 960"/>
                <a:gd name="T12" fmla="*/ 4 w 15200"/>
                <a:gd name="T13" fmla="*/ 960 h 960"/>
                <a:gd name="T14" fmla="*/ 0 w 15200"/>
                <a:gd name="T15" fmla="*/ 956 h 960"/>
                <a:gd name="T16" fmla="*/ 0 w 15200"/>
                <a:gd name="T17" fmla="*/ 4 h 960"/>
                <a:gd name="T18" fmla="*/ 8 w 15200"/>
                <a:gd name="T19" fmla="*/ 956 h 960"/>
                <a:gd name="T20" fmla="*/ 4 w 15200"/>
                <a:gd name="T21" fmla="*/ 952 h 960"/>
                <a:gd name="T22" fmla="*/ 15196 w 15200"/>
                <a:gd name="T23" fmla="*/ 952 h 960"/>
                <a:gd name="T24" fmla="*/ 15192 w 15200"/>
                <a:gd name="T25" fmla="*/ 956 h 960"/>
                <a:gd name="T26" fmla="*/ 15192 w 15200"/>
                <a:gd name="T27" fmla="*/ 4 h 960"/>
                <a:gd name="T28" fmla="*/ 15196 w 15200"/>
                <a:gd name="T29" fmla="*/ 8 h 960"/>
                <a:gd name="T30" fmla="*/ 4 w 15200"/>
                <a:gd name="T31" fmla="*/ 8 h 960"/>
                <a:gd name="T32" fmla="*/ 8 w 15200"/>
                <a:gd name="T33" fmla="*/ 4 h 960"/>
                <a:gd name="T34" fmla="*/ 8 w 15200"/>
                <a:gd name="T35" fmla="*/ 956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0" h="960">
                  <a:moveTo>
                    <a:pt x="0" y="4"/>
                  </a:moveTo>
                  <a:cubicBezTo>
                    <a:pt x="0" y="2"/>
                    <a:pt x="2" y="0"/>
                    <a:pt x="4" y="0"/>
                  </a:cubicBezTo>
                  <a:lnTo>
                    <a:pt x="15196" y="0"/>
                  </a:lnTo>
                  <a:cubicBezTo>
                    <a:pt x="15199" y="0"/>
                    <a:pt x="15200" y="2"/>
                    <a:pt x="15200" y="4"/>
                  </a:cubicBezTo>
                  <a:lnTo>
                    <a:pt x="15200" y="956"/>
                  </a:lnTo>
                  <a:cubicBezTo>
                    <a:pt x="15200" y="959"/>
                    <a:pt x="15199" y="960"/>
                    <a:pt x="15196" y="960"/>
                  </a:cubicBezTo>
                  <a:lnTo>
                    <a:pt x="4" y="960"/>
                  </a:lnTo>
                  <a:cubicBezTo>
                    <a:pt x="2" y="960"/>
                    <a:pt x="0" y="959"/>
                    <a:pt x="0" y="956"/>
                  </a:cubicBezTo>
                  <a:lnTo>
                    <a:pt x="0" y="4"/>
                  </a:lnTo>
                  <a:close/>
                  <a:moveTo>
                    <a:pt x="8" y="956"/>
                  </a:moveTo>
                  <a:lnTo>
                    <a:pt x="4" y="952"/>
                  </a:lnTo>
                  <a:lnTo>
                    <a:pt x="15196" y="952"/>
                  </a:lnTo>
                  <a:lnTo>
                    <a:pt x="15192" y="956"/>
                  </a:lnTo>
                  <a:lnTo>
                    <a:pt x="15192" y="4"/>
                  </a:lnTo>
                  <a:lnTo>
                    <a:pt x="15196" y="8"/>
                  </a:lnTo>
                  <a:lnTo>
                    <a:pt x="4" y="8"/>
                  </a:lnTo>
                  <a:lnTo>
                    <a:pt x="8" y="4"/>
                  </a:lnTo>
                  <a:lnTo>
                    <a:pt x="8" y="956"/>
                  </a:lnTo>
                  <a:close/>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Rectangle 83">
              <a:extLst>
                <a:ext uri="{FF2B5EF4-FFF2-40B4-BE49-F238E27FC236}">
                  <a16:creationId xmlns:a16="http://schemas.microsoft.com/office/drawing/2014/main" id="{F8634574-E07B-D28B-BCBE-E63D6F2B0F02}"/>
                </a:ext>
              </a:extLst>
            </p:cNvPr>
            <p:cNvSpPr>
              <a:spLocks noChangeArrowheads="1"/>
            </p:cNvSpPr>
            <p:nvPr/>
          </p:nvSpPr>
          <p:spPr bwMode="auto">
            <a:xfrm>
              <a:off x="2978" y="1437"/>
              <a:ext cx="1426" cy="137"/>
            </a:xfrm>
            <a:prstGeom prst="rect">
              <a:avLst/>
            </a:prstGeom>
            <a:solidFill>
              <a:srgbClr val="091F2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Rectangle 84">
              <a:extLst>
                <a:ext uri="{FF2B5EF4-FFF2-40B4-BE49-F238E27FC236}">
                  <a16:creationId xmlns:a16="http://schemas.microsoft.com/office/drawing/2014/main" id="{12699538-90CB-E2BB-A02E-9CAD1104357C}"/>
                </a:ext>
              </a:extLst>
            </p:cNvPr>
            <p:cNvSpPr>
              <a:spLocks noChangeArrowheads="1"/>
            </p:cNvSpPr>
            <p:nvPr/>
          </p:nvSpPr>
          <p:spPr bwMode="auto">
            <a:xfrm>
              <a:off x="2989" y="1440"/>
              <a:ext cx="314"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FFFFFF"/>
                  </a:solidFill>
                  <a:effectLst/>
                  <a:latin typeface="Segoe UI" panose="020B0502040204020203" pitchFamily="34" charset="0"/>
                </a:rPr>
                <a:t>Blue Black</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6" name="Rectangle 85">
              <a:extLst>
                <a:ext uri="{FF2B5EF4-FFF2-40B4-BE49-F238E27FC236}">
                  <a16:creationId xmlns:a16="http://schemas.microsoft.com/office/drawing/2014/main" id="{6FAB69FC-8CE4-AC4F-FDDF-81B46D7C1E11}"/>
                </a:ext>
              </a:extLst>
            </p:cNvPr>
            <p:cNvSpPr>
              <a:spLocks noChangeArrowheads="1"/>
            </p:cNvSpPr>
            <p:nvPr/>
          </p:nvSpPr>
          <p:spPr bwMode="auto">
            <a:xfrm>
              <a:off x="2989" y="1508"/>
              <a:ext cx="13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091F2C</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7" name="Rectangle 86">
              <a:extLst>
                <a:ext uri="{FF2B5EF4-FFF2-40B4-BE49-F238E27FC236}">
                  <a16:creationId xmlns:a16="http://schemas.microsoft.com/office/drawing/2014/main" id="{0B6C3A35-3676-F821-8B84-E8FCD2D7AEB0}"/>
                </a:ext>
              </a:extLst>
            </p:cNvPr>
            <p:cNvSpPr>
              <a:spLocks noChangeArrowheads="1"/>
            </p:cNvSpPr>
            <p:nvPr/>
          </p:nvSpPr>
          <p:spPr bwMode="auto">
            <a:xfrm>
              <a:off x="2977" y="1730"/>
              <a:ext cx="706" cy="136"/>
            </a:xfrm>
            <a:prstGeom prst="rect">
              <a:avLst/>
            </a:prstGeom>
            <a:solidFill>
              <a:srgbClr val="C73E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Rectangle 87">
              <a:extLst>
                <a:ext uri="{FF2B5EF4-FFF2-40B4-BE49-F238E27FC236}">
                  <a16:creationId xmlns:a16="http://schemas.microsoft.com/office/drawing/2014/main" id="{E31C635C-F918-E83E-41BB-6A05312AF804}"/>
                </a:ext>
              </a:extLst>
            </p:cNvPr>
            <p:cNvSpPr>
              <a:spLocks noChangeArrowheads="1"/>
            </p:cNvSpPr>
            <p:nvPr/>
          </p:nvSpPr>
          <p:spPr bwMode="auto">
            <a:xfrm>
              <a:off x="2985"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9" name="Rectangle 88">
              <a:extLst>
                <a:ext uri="{FF2B5EF4-FFF2-40B4-BE49-F238E27FC236}">
                  <a16:creationId xmlns:a16="http://schemas.microsoft.com/office/drawing/2014/main" id="{C72C7396-887D-00AF-02FC-A8E598F00631}"/>
                </a:ext>
              </a:extLst>
            </p:cNvPr>
            <p:cNvSpPr>
              <a:spLocks noChangeArrowheads="1"/>
            </p:cNvSpPr>
            <p:nvPr/>
          </p:nvSpPr>
          <p:spPr bwMode="auto">
            <a:xfrm>
              <a:off x="2985" y="1803"/>
              <a:ext cx="140"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effectLst/>
                  <a:latin typeface="Segoe UI" panose="020B0502040204020203" pitchFamily="34" charset="0"/>
                </a:rPr>
                <a:t>C73ECC</a:t>
              </a:r>
              <a:endParaRPr kumimoji="0" lang="en-US" altLang="en-US" sz="1800" b="0" i="0" u="none" strike="noStrike" cap="none" normalizeH="0" baseline="0">
                <a:ln>
                  <a:noFill/>
                </a:ln>
                <a:effectLst/>
                <a:latin typeface="Arial" panose="020B0604020202020204" pitchFamily="34" charset="0"/>
              </a:endParaRPr>
            </a:p>
          </p:txBody>
        </p:sp>
        <p:sp>
          <p:nvSpPr>
            <p:cNvPr id="310" name="Rectangle 89">
              <a:extLst>
                <a:ext uri="{FF2B5EF4-FFF2-40B4-BE49-F238E27FC236}">
                  <a16:creationId xmlns:a16="http://schemas.microsoft.com/office/drawing/2014/main" id="{D30DD6FD-51EB-19EC-8510-E1C9AF53735B}"/>
                </a:ext>
              </a:extLst>
            </p:cNvPr>
            <p:cNvSpPr>
              <a:spLocks noChangeArrowheads="1"/>
            </p:cNvSpPr>
            <p:nvPr/>
          </p:nvSpPr>
          <p:spPr bwMode="auto">
            <a:xfrm>
              <a:off x="2977" y="1875"/>
              <a:ext cx="706" cy="135"/>
            </a:xfrm>
            <a:prstGeom prst="rect">
              <a:avLst/>
            </a:prstGeom>
            <a:solidFill>
              <a:srgbClr val="7025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Rectangle 90">
              <a:extLst>
                <a:ext uri="{FF2B5EF4-FFF2-40B4-BE49-F238E27FC236}">
                  <a16:creationId xmlns:a16="http://schemas.microsoft.com/office/drawing/2014/main" id="{FA8D36D1-67FD-B784-519E-C36BEA31B3C5}"/>
                </a:ext>
              </a:extLst>
            </p:cNvPr>
            <p:cNvSpPr>
              <a:spLocks noChangeArrowheads="1"/>
            </p:cNvSpPr>
            <p:nvPr/>
          </p:nvSpPr>
          <p:spPr bwMode="auto">
            <a:xfrm>
              <a:off x="2985" y="1869"/>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CD9BCF"/>
                  </a:solidFill>
                  <a:effectLst/>
                  <a:latin typeface="Segoe UI Black" panose="020B0A02040204020203" pitchFamily="34" charset="0"/>
                </a:rPr>
                <a:t>A</a:t>
              </a:r>
              <a:endParaRPr kumimoji="0" lang="en-US" altLang="en-US" sz="1800" b="0" i="0" u="none" strike="noStrike" cap="none" normalizeH="0" baseline="0">
                <a:ln>
                  <a:noFill/>
                </a:ln>
                <a:solidFill>
                  <a:srgbClr val="CD9BCF"/>
                </a:solidFill>
                <a:effectLst/>
                <a:latin typeface="Arial" panose="020B0604020202020204" pitchFamily="34" charset="0"/>
              </a:endParaRPr>
            </a:p>
          </p:txBody>
        </p:sp>
        <p:sp>
          <p:nvSpPr>
            <p:cNvPr id="312" name="Rectangle 91">
              <a:extLst>
                <a:ext uri="{FF2B5EF4-FFF2-40B4-BE49-F238E27FC236}">
                  <a16:creationId xmlns:a16="http://schemas.microsoft.com/office/drawing/2014/main" id="{A2790CC1-ECD3-C2AA-C63A-83B06BB562FD}"/>
                </a:ext>
              </a:extLst>
            </p:cNvPr>
            <p:cNvSpPr>
              <a:spLocks noChangeArrowheads="1"/>
            </p:cNvSpPr>
            <p:nvPr/>
          </p:nvSpPr>
          <p:spPr bwMode="auto">
            <a:xfrm>
              <a:off x="3051" y="1869"/>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FFFFFF"/>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3" name="Rectangle 92">
              <a:extLst>
                <a:ext uri="{FF2B5EF4-FFF2-40B4-BE49-F238E27FC236}">
                  <a16:creationId xmlns:a16="http://schemas.microsoft.com/office/drawing/2014/main" id="{C2F74C0D-75FA-B70A-ED71-3CFA807964B4}"/>
                </a:ext>
              </a:extLst>
            </p:cNvPr>
            <p:cNvSpPr>
              <a:spLocks noChangeArrowheads="1"/>
            </p:cNvSpPr>
            <p:nvPr/>
          </p:nvSpPr>
          <p:spPr bwMode="auto">
            <a:xfrm>
              <a:off x="2985" y="1946"/>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FFFFFF"/>
                  </a:solidFill>
                  <a:effectLst/>
                  <a:latin typeface="Segoe UI" panose="020B0502040204020203" pitchFamily="34" charset="0"/>
                </a:rPr>
                <a:t>702573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4" name="Rectangle 93">
              <a:extLst>
                <a:ext uri="{FF2B5EF4-FFF2-40B4-BE49-F238E27FC236}">
                  <a16:creationId xmlns:a16="http://schemas.microsoft.com/office/drawing/2014/main" id="{4B629030-A380-3E24-758E-F1D167C23086}"/>
                </a:ext>
              </a:extLst>
            </p:cNvPr>
            <p:cNvSpPr>
              <a:spLocks noChangeArrowheads="1"/>
            </p:cNvSpPr>
            <p:nvPr/>
          </p:nvSpPr>
          <p:spPr bwMode="auto">
            <a:xfrm>
              <a:off x="2977" y="1586"/>
              <a:ext cx="706" cy="135"/>
            </a:xfrm>
            <a:prstGeom prst="rect">
              <a:avLst/>
            </a:prstGeom>
            <a:solidFill>
              <a:srgbClr val="CD9B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Rectangle 94">
              <a:extLst>
                <a:ext uri="{FF2B5EF4-FFF2-40B4-BE49-F238E27FC236}">
                  <a16:creationId xmlns:a16="http://schemas.microsoft.com/office/drawing/2014/main" id="{6D81EE59-1E06-6AAB-A8EE-80D567AE752D}"/>
                </a:ext>
              </a:extLst>
            </p:cNvPr>
            <p:cNvSpPr>
              <a:spLocks noChangeArrowheads="1"/>
            </p:cNvSpPr>
            <p:nvPr/>
          </p:nvSpPr>
          <p:spPr bwMode="auto">
            <a:xfrm>
              <a:off x="2985" y="1580"/>
              <a:ext cx="61"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702573"/>
                  </a:solidFill>
                  <a:effectLst/>
                  <a:latin typeface="Segoe UI Black" panose="020B0A02040204020203" pitchFamily="34" charset="0"/>
                </a:rPr>
                <a:t>A</a:t>
              </a:r>
              <a:endParaRPr kumimoji="0" lang="en-US" altLang="en-US" sz="1800" b="0" i="0" u="none" strike="noStrike" cap="none" normalizeH="0" baseline="0">
                <a:ln>
                  <a:noFill/>
                </a:ln>
                <a:solidFill>
                  <a:srgbClr val="702573"/>
                </a:solidFill>
                <a:effectLst/>
                <a:latin typeface="Arial" panose="020B0604020202020204" pitchFamily="34" charset="0"/>
              </a:endParaRPr>
            </a:p>
          </p:txBody>
        </p:sp>
        <p:sp>
          <p:nvSpPr>
            <p:cNvPr id="316" name="Rectangle 95">
              <a:extLst>
                <a:ext uri="{FF2B5EF4-FFF2-40B4-BE49-F238E27FC236}">
                  <a16:creationId xmlns:a16="http://schemas.microsoft.com/office/drawing/2014/main" id="{6AD9F2DD-3CC6-E096-A24F-323DA0D326AD}"/>
                </a:ext>
              </a:extLst>
            </p:cNvPr>
            <p:cNvSpPr>
              <a:spLocks noChangeArrowheads="1"/>
            </p:cNvSpPr>
            <p:nvPr/>
          </p:nvSpPr>
          <p:spPr bwMode="auto">
            <a:xfrm>
              <a:off x="3051" y="1580"/>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7" name="Rectangle 96">
              <a:extLst>
                <a:ext uri="{FF2B5EF4-FFF2-40B4-BE49-F238E27FC236}">
                  <a16:creationId xmlns:a16="http://schemas.microsoft.com/office/drawing/2014/main" id="{AFB34C5D-AB21-1047-2C41-96AAFC6CF230}"/>
                </a:ext>
              </a:extLst>
            </p:cNvPr>
            <p:cNvSpPr>
              <a:spLocks noChangeArrowheads="1"/>
            </p:cNvSpPr>
            <p:nvPr/>
          </p:nvSpPr>
          <p:spPr bwMode="auto">
            <a:xfrm>
              <a:off x="2985" y="1658"/>
              <a:ext cx="144"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CD9BCF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8" name="Rectangle 97">
              <a:extLst>
                <a:ext uri="{FF2B5EF4-FFF2-40B4-BE49-F238E27FC236}">
                  <a16:creationId xmlns:a16="http://schemas.microsoft.com/office/drawing/2014/main" id="{577AD0A0-7F00-AA4F-1B1B-61CFE55F937D}"/>
                </a:ext>
              </a:extLst>
            </p:cNvPr>
            <p:cNvSpPr>
              <a:spLocks noChangeArrowheads="1"/>
            </p:cNvSpPr>
            <p:nvPr/>
          </p:nvSpPr>
          <p:spPr bwMode="auto">
            <a:xfrm>
              <a:off x="2976" y="2023"/>
              <a:ext cx="1428" cy="13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Rectangle 98">
              <a:extLst>
                <a:ext uri="{FF2B5EF4-FFF2-40B4-BE49-F238E27FC236}">
                  <a16:creationId xmlns:a16="http://schemas.microsoft.com/office/drawing/2014/main" id="{AEE8AF68-7485-0DA2-1E8F-EA9EFEEF18D2}"/>
                </a:ext>
              </a:extLst>
            </p:cNvPr>
            <p:cNvSpPr>
              <a:spLocks noChangeArrowheads="1"/>
            </p:cNvSpPr>
            <p:nvPr/>
          </p:nvSpPr>
          <p:spPr bwMode="auto">
            <a:xfrm>
              <a:off x="2977" y="2024"/>
              <a:ext cx="1427"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0" name="Rectangle 99">
              <a:extLst>
                <a:ext uri="{FF2B5EF4-FFF2-40B4-BE49-F238E27FC236}">
                  <a16:creationId xmlns:a16="http://schemas.microsoft.com/office/drawing/2014/main" id="{00A4FA1A-2972-8EFD-C7DB-916888D02231}"/>
                </a:ext>
              </a:extLst>
            </p:cNvPr>
            <p:cNvSpPr>
              <a:spLocks noChangeArrowheads="1"/>
            </p:cNvSpPr>
            <p:nvPr/>
          </p:nvSpPr>
          <p:spPr bwMode="auto">
            <a:xfrm>
              <a:off x="2985" y="2028"/>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chemeClr val="bg1"/>
                  </a:solidFill>
                  <a:effectLst/>
                  <a:latin typeface="Segoe UI" panose="020B0502040204020203" pitchFamily="34" charset="0"/>
                </a:rPr>
                <a:t>000000</a:t>
              </a:r>
              <a:endParaRPr kumimoji="0" lang="en-US" altLang="en-US" sz="1800" b="0" i="0" u="none" strike="noStrike" cap="none" normalizeH="0" baseline="0">
                <a:ln>
                  <a:noFill/>
                </a:ln>
                <a:solidFill>
                  <a:schemeClr val="bg1"/>
                </a:solidFill>
                <a:effectLst/>
                <a:latin typeface="Arial" panose="020B0604020202020204" pitchFamily="34" charset="0"/>
              </a:endParaRPr>
            </a:p>
          </p:txBody>
        </p:sp>
        <p:sp>
          <p:nvSpPr>
            <p:cNvPr id="321" name="Rectangle 100">
              <a:extLst>
                <a:ext uri="{FF2B5EF4-FFF2-40B4-BE49-F238E27FC236}">
                  <a16:creationId xmlns:a16="http://schemas.microsoft.com/office/drawing/2014/main" id="{E02AE344-8FCD-07A4-1035-21E5745797EA}"/>
                </a:ext>
              </a:extLst>
            </p:cNvPr>
            <p:cNvSpPr>
              <a:spLocks noChangeArrowheads="1"/>
            </p:cNvSpPr>
            <p:nvPr/>
          </p:nvSpPr>
          <p:spPr bwMode="auto">
            <a:xfrm>
              <a:off x="1532" y="1439"/>
              <a:ext cx="1430" cy="136"/>
            </a:xfrm>
            <a:prstGeom prst="rect">
              <a:avLst/>
            </a:prstGeom>
            <a:solidFill>
              <a:srgbClr val="E8E6D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Rectangle 101">
              <a:extLst>
                <a:ext uri="{FF2B5EF4-FFF2-40B4-BE49-F238E27FC236}">
                  <a16:creationId xmlns:a16="http://schemas.microsoft.com/office/drawing/2014/main" id="{A8F0A57D-3D77-F52A-CEE5-C300AC719E97}"/>
                </a:ext>
              </a:extLst>
            </p:cNvPr>
            <p:cNvSpPr>
              <a:spLocks noChangeArrowheads="1"/>
            </p:cNvSpPr>
            <p:nvPr/>
          </p:nvSpPr>
          <p:spPr bwMode="auto">
            <a:xfrm>
              <a:off x="1532" y="1439"/>
              <a:ext cx="1429" cy="136"/>
            </a:xfrm>
            <a:prstGeom prst="rect">
              <a:avLst/>
            </a:prstGeom>
            <a:noFill/>
            <a:ln w="1588" cap="flat">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3" name="Rectangle 102">
              <a:extLst>
                <a:ext uri="{FF2B5EF4-FFF2-40B4-BE49-F238E27FC236}">
                  <a16:creationId xmlns:a16="http://schemas.microsoft.com/office/drawing/2014/main" id="{34755F26-EC65-BC3C-F00F-5952873E93B5}"/>
                </a:ext>
              </a:extLst>
            </p:cNvPr>
            <p:cNvSpPr>
              <a:spLocks noChangeArrowheads="1"/>
            </p:cNvSpPr>
            <p:nvPr/>
          </p:nvSpPr>
          <p:spPr bwMode="auto">
            <a:xfrm>
              <a:off x="1541" y="1435"/>
              <a:ext cx="3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solidFill>
                    <a:srgbClr val="1A1A1A"/>
                  </a:solidFill>
                  <a:effectLst/>
                  <a:latin typeface="Segoe UI" panose="020B0502040204020203" pitchFamily="34" charset="0"/>
                </a:rPr>
                <a:t>Neutral Gray</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4" name="Rectangle 103">
              <a:extLst>
                <a:ext uri="{FF2B5EF4-FFF2-40B4-BE49-F238E27FC236}">
                  <a16:creationId xmlns:a16="http://schemas.microsoft.com/office/drawing/2014/main" id="{B81AAAC1-86AE-E75F-941C-AB9A2CF58E0B}"/>
                </a:ext>
              </a:extLst>
            </p:cNvPr>
            <p:cNvSpPr>
              <a:spLocks noChangeArrowheads="1"/>
            </p:cNvSpPr>
            <p:nvPr/>
          </p:nvSpPr>
          <p:spPr bwMode="auto">
            <a:xfrm>
              <a:off x="1541" y="1502"/>
              <a:ext cx="133"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000000"/>
                  </a:solidFill>
                  <a:effectLst/>
                  <a:latin typeface="Segoe UI" panose="020B0502040204020203" pitchFamily="34" charset="0"/>
                </a:rPr>
                <a:t>E8E6DF</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5" name="Rectangle 14">
              <a:extLst>
                <a:ext uri="{FF2B5EF4-FFF2-40B4-BE49-F238E27FC236}">
                  <a16:creationId xmlns:a16="http://schemas.microsoft.com/office/drawing/2014/main" id="{EB0437A5-6694-879B-F94E-9FA34DFD9D2C}"/>
                </a:ext>
              </a:extLst>
            </p:cNvPr>
            <p:cNvSpPr>
              <a:spLocks noChangeArrowheads="1"/>
            </p:cNvSpPr>
            <p:nvPr/>
          </p:nvSpPr>
          <p:spPr bwMode="auto">
            <a:xfrm>
              <a:off x="2329" y="1724"/>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6" name="Rectangle 95">
              <a:extLst>
                <a:ext uri="{FF2B5EF4-FFF2-40B4-BE49-F238E27FC236}">
                  <a16:creationId xmlns:a16="http://schemas.microsoft.com/office/drawing/2014/main" id="{7CF198F9-1D72-F8CC-3A2E-9B2DAE529DAF}"/>
                </a:ext>
              </a:extLst>
            </p:cNvPr>
            <p:cNvSpPr>
              <a:spLocks noChangeArrowheads="1"/>
            </p:cNvSpPr>
            <p:nvPr/>
          </p:nvSpPr>
          <p:spPr bwMode="auto">
            <a:xfrm>
              <a:off x="3051" y="1723"/>
              <a:ext cx="111"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Segoe UI Black" panose="020B0A02040204020203" pitchFamily="34" charset="0"/>
                </a:rPr>
                <a:t>A</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3516608941"/>
      </p:ext>
    </p:extLst>
  </p:cSld>
  <p:clrMap bg1="lt1" tx1="dk1" bg2="lt2" tx2="dk2" accent1="accent1" accent2="accent2" accent3="accent3" accent4="accent4" accent5="accent5" accent6="accent6" hlink="hlink" folHlink="folHlink"/>
  <p:sldLayoutIdLst>
    <p:sldLayoutId id="2147486844" r:id="rId1"/>
    <p:sldLayoutId id="2147486845" r:id="rId2"/>
    <p:sldLayoutId id="2147486846" r:id="rId3"/>
    <p:sldLayoutId id="2147486847" r:id="rId4"/>
    <p:sldLayoutId id="2147486848" r:id="rId5"/>
    <p:sldLayoutId id="2147486849" r:id="rId6"/>
    <p:sldLayoutId id="2147486850" r:id="rId7"/>
    <p:sldLayoutId id="2147486851" r:id="rId8"/>
    <p:sldLayoutId id="2147486852" r:id="rId9"/>
    <p:sldLayoutId id="2147486853" r:id="rId10"/>
    <p:sldLayoutId id="2147486854" r:id="rId11"/>
    <p:sldLayoutId id="2147486855" r:id="rId12"/>
    <p:sldLayoutId id="2147486856" r:id="rId13"/>
    <p:sldLayoutId id="2147486857" r:id="rId14"/>
    <p:sldLayoutId id="2147486858" r:id="rId15"/>
    <p:sldLayoutId id="2147486859" r:id="rId16"/>
    <p:sldLayoutId id="2147486860" r:id="rId17"/>
    <p:sldLayoutId id="2147486861" r:id="rId18"/>
    <p:sldLayoutId id="2147486862" r:id="rId19"/>
    <p:sldLayoutId id="2147486863" r:id="rId20"/>
    <p:sldLayoutId id="2147486864" r:id="rId21"/>
    <p:sldLayoutId id="2147486865" r:id="rId22"/>
    <p:sldLayoutId id="2147486866" r:id="rId23"/>
    <p:sldLayoutId id="2147486867" r:id="rId24"/>
    <p:sldLayoutId id="2147486868" r:id="rId25"/>
    <p:sldLayoutId id="2147486869" r:id="rId26"/>
    <p:sldLayoutId id="2147486870" r:id="rId27"/>
    <p:sldLayoutId id="2147486871" r:id="rId28"/>
    <p:sldLayoutId id="2147486872" r:id="rId29"/>
    <p:sldLayoutId id="2147486873" r:id="rId30"/>
    <p:sldLayoutId id="2147486874" r:id="rId31"/>
    <p:sldLayoutId id="2147486875" r:id="rId32"/>
    <p:sldLayoutId id="2147486876" r:id="rId33"/>
    <p:sldLayoutId id="2147486877" r:id="rId34"/>
    <p:sldLayoutId id="2147486878" r:id="rId35"/>
    <p:sldLayoutId id="2147486879" r:id="rId36"/>
    <p:sldLayoutId id="2147486880" r:id="rId37"/>
    <p:sldLayoutId id="2147486881" r:id="rId38"/>
    <p:sldLayoutId id="2147486882" r:id="rId39"/>
    <p:sldLayoutId id="2147486883" r:id="rId40"/>
    <p:sldLayoutId id="2147486884" r:id="rId41"/>
    <p:sldLayoutId id="2147486885" r:id="rId42"/>
    <p:sldLayoutId id="2147486886" r:id="rId43"/>
    <p:sldLayoutId id="2147486887" r:id="rId44"/>
    <p:sldLayoutId id="2147486888" r:id="rId45"/>
    <p:sldLayoutId id="2147486889" r:id="rId46"/>
    <p:sldLayoutId id="2147486890" r:id="rId47"/>
    <p:sldLayoutId id="2147486891" r:id="rId48"/>
    <p:sldLayoutId id="2147486892" r:id="rId49"/>
    <p:sldLayoutId id="2147486893" r:id="rId50"/>
    <p:sldLayoutId id="2147486894" r:id="rId51"/>
    <p:sldLayoutId id="2147486895" r:id="rId52"/>
    <p:sldLayoutId id="2147486896" r:id="rId53"/>
    <p:sldLayoutId id="2147486897" r:id="rId54"/>
    <p:sldLayoutId id="2147486898" r:id="rId55"/>
    <p:sldLayoutId id="2147486899" r:id="rId56"/>
    <p:sldLayoutId id="2147486900" r:id="rId57"/>
    <p:sldLayoutId id="2147486901" r:id="rId58"/>
    <p:sldLayoutId id="2147486902" r:id="rId59"/>
    <p:sldLayoutId id="2147486903" r:id="rId60"/>
    <p:sldLayoutId id="2147486904" r:id="rId61"/>
    <p:sldLayoutId id="2147486905" r:id="rId62"/>
    <p:sldLayoutId id="2147486906" r:id="rId63"/>
    <p:sldLayoutId id="2147486907" r:id="rId64"/>
    <p:sldLayoutId id="2147486908" r:id="rId65"/>
    <p:sldLayoutId id="2147486909" r:id="rId66"/>
    <p:sldLayoutId id="2147486910" r:id="rId67"/>
    <p:sldLayoutId id="2147486911" r:id="rId68"/>
    <p:sldLayoutId id="2147486912" r:id="rId69"/>
    <p:sldLayoutId id="2147486913" r:id="rId70"/>
    <p:sldLayoutId id="2147486914" r:id="rId71"/>
    <p:sldLayoutId id="2147486915" r:id="rId72"/>
    <p:sldLayoutId id="2147486916" r:id="rId73"/>
    <p:sldLayoutId id="2147486917" r:id="rId74"/>
    <p:sldLayoutId id="2147486918" r:id="rId75"/>
    <p:sldLayoutId id="2147486919" r:id="rId76"/>
    <p:sldLayoutId id="2147486920" r:id="rId77"/>
    <p:sldLayoutId id="2147486921" r:id="rId78"/>
    <p:sldLayoutId id="2147486922" r:id="rId79"/>
    <p:sldLayoutId id="2147486923" r:id="rId80"/>
    <p:sldLayoutId id="2147486924" r:id="rId81"/>
    <p:sldLayoutId id="2147486925" r:id="rId82"/>
    <p:sldLayoutId id="2147486926" r:id="rId83"/>
    <p:sldLayoutId id="2147486927" r:id="rId84"/>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lang="en-US" sz="2800" kern="1200" spc="0" baseline="0" dirty="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20">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4.xml"/><Relationship Id="rId1" Type="http://schemas.openxmlformats.org/officeDocument/2006/relationships/slideLayout" Target="../slideLayouts/slideLayout15.xml"/><Relationship Id="rId5" Type="http://schemas.openxmlformats.org/officeDocument/2006/relationships/image" Target="../media/image45.png"/><Relationship Id="rId4" Type="http://schemas.openxmlformats.org/officeDocument/2006/relationships/image" Target="../media/image44.pn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3.xml"/></Relationships>
</file>

<file path=ppt/slides/_rels/slide6.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6.xml"/><Relationship Id="rId1" Type="http://schemas.openxmlformats.org/officeDocument/2006/relationships/slideLayout" Target="../slideLayouts/slideLayout24.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9.xml"/></Relationships>
</file>

<file path=ppt/slides/_rels/slide8.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8.xml"/><Relationship Id="rId1" Type="http://schemas.openxmlformats.org/officeDocument/2006/relationships/slideLayout" Target="../slideLayouts/slideLayout23.xml"/></Relationships>
</file>

<file path=ppt/slides/_rels/slide9.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9.xml"/><Relationship Id="rId1" Type="http://schemas.openxmlformats.org/officeDocument/2006/relationships/slideLayout" Target="../slideLayouts/slideLayout24.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1.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6.xml"/></Relationships>
</file>

<file path=ppt/slides/_rels/slide12.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12.xml"/><Relationship Id="rId1" Type="http://schemas.openxmlformats.org/officeDocument/2006/relationships/slideLayout" Target="../slideLayouts/slideLayout29.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86.xml"/></Relationships>
</file>

<file path=ppt/slides/_rels/slide14.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14.xml"/><Relationship Id="rId1" Type="http://schemas.openxmlformats.org/officeDocument/2006/relationships/slideLayout" Target="../slideLayouts/slideLayout206.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98.xml"/></Relationships>
</file>

<file path=ppt/slides/_rels/slide16.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16.xml"/><Relationship Id="rId1" Type="http://schemas.openxmlformats.org/officeDocument/2006/relationships/slideLayout" Target="../slideLayouts/slideLayout207.xml"/></Relationships>
</file>

<file path=ppt/slides/_rels/slide17.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17.xml"/><Relationship Id="rId1" Type="http://schemas.openxmlformats.org/officeDocument/2006/relationships/slideLayout" Target="../slideLayouts/slideLayout202.xml"/></Relationships>
</file>

<file path=ppt/slides/_rels/slide18.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notesSlide" Target="../notesSlides/notesSlide18.xml"/><Relationship Id="rId1" Type="http://schemas.openxmlformats.org/officeDocument/2006/relationships/slideLayout" Target="../slideLayouts/slideLayout206.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14.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19.xml"/></Relationships>
</file>

<file path=ppt/slides/_rels/slide21.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21.xml"/><Relationship Id="rId1" Type="http://schemas.openxmlformats.org/officeDocument/2006/relationships/slideLayout" Target="../slideLayouts/slideLayout21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70.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86.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390.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391.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382.xml"/></Relationships>
</file>

<file path=ppt/slides/_rels/slide27.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notesSlide" Target="../notesSlides/notesSlide27.xml"/><Relationship Id="rId1" Type="http://schemas.openxmlformats.org/officeDocument/2006/relationships/slideLayout" Target="../slideLayouts/slideLayout390.xml"/></Relationships>
</file>

<file path=ppt/slides/_rels/slide28.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notesSlide" Target="../notesSlides/notesSlide28.xml"/><Relationship Id="rId1" Type="http://schemas.openxmlformats.org/officeDocument/2006/relationships/slideLayout" Target="../slideLayouts/slideLayout391.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398.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403.xml"/></Relationships>
</file>

<file path=ppt/slides/_rels/slide31.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31.xml"/><Relationship Id="rId1" Type="http://schemas.openxmlformats.org/officeDocument/2006/relationships/slideLayout" Target="../slideLayouts/slideLayout396.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554.xml"/></Relationships>
</file>

<file path=ppt/slides/_rels/slide33.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33.xml"/><Relationship Id="rId1" Type="http://schemas.openxmlformats.org/officeDocument/2006/relationships/slideLayout" Target="../slideLayouts/slideLayout575.xml"/><Relationship Id="rId4" Type="http://schemas.openxmlformats.org/officeDocument/2006/relationships/image" Target="../media/image57.png"/></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570.xml"/></Relationships>
</file>

<file path=ppt/slides/_rels/slide35.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35.xml"/><Relationship Id="rId1" Type="http://schemas.openxmlformats.org/officeDocument/2006/relationships/slideLayout" Target="../slideLayouts/slideLayout566.xml"/><Relationship Id="rId5" Type="http://schemas.openxmlformats.org/officeDocument/2006/relationships/image" Target="../media/image57.png"/><Relationship Id="rId4" Type="http://schemas.openxmlformats.org/officeDocument/2006/relationships/image" Target="../media/image59.png"/></Relationships>
</file>

<file path=ppt/slides/_rels/slide36.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36.xml"/><Relationship Id="rId1" Type="http://schemas.openxmlformats.org/officeDocument/2006/relationships/slideLayout" Target="../slideLayouts/slideLayout574.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575.xml"/></Relationships>
</file>

<file path=ppt/slides/_rels/slide38.xml.rels><?xml version="1.0" encoding="UTF-8" standalone="yes"?>
<Relationships xmlns="http://schemas.openxmlformats.org/package/2006/relationships"><Relationship Id="rId3" Type="http://schemas.openxmlformats.org/officeDocument/2006/relationships/image" Target="../media/image61.png"/><Relationship Id="rId2" Type="http://schemas.openxmlformats.org/officeDocument/2006/relationships/notesSlide" Target="../notesSlides/notesSlide38.xml"/><Relationship Id="rId1" Type="http://schemas.openxmlformats.org/officeDocument/2006/relationships/slideLayout" Target="../slideLayouts/slideLayout574.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58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587.xml"/></Relationships>
</file>

<file path=ppt/slides/_rels/slide41.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41.xml"/><Relationship Id="rId1" Type="http://schemas.openxmlformats.org/officeDocument/2006/relationships/slideLayout" Target="../slideLayouts/slideLayout580.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Design and develop database solutions</a:t>
            </a:r>
          </a:p>
        </p:txBody>
      </p:sp>
      <p:sp>
        <p:nvSpPr>
          <p:cNvPr id="3" name="Text Placeholder 2"/>
          <p:cNvSpPr>
            <a:spLocks noGrp="1"/>
          </p:cNvSpPr>
          <p:nvPr>
            <p:ph type="body" sz="quarter" idx="13"/>
          </p:nvPr>
        </p:nvSpPr>
        <p:spPr/>
        <p:txBody>
          <a:bodyPr/>
          <a:lstStyle/>
          <a:p>
            <a:endParaRPr lang="en-US" noProof="0" dirty="0"/>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9F6ECBF-E72F-7A7C-E001-9CCF5C324590}"/>
              </a:ext>
            </a:extLst>
          </p:cNvPr>
          <p:cNvSpPr>
            <a:spLocks noGrp="1"/>
          </p:cNvSpPr>
          <p:nvPr>
            <p:ph type="title"/>
          </p:nvPr>
        </p:nvSpPr>
        <p:spPr>
          <a:xfrm>
            <a:off x="588262" y="585216"/>
            <a:ext cx="8193024" cy="307777"/>
          </a:xfrm>
        </p:spPr>
        <p:txBody>
          <a:bodyPr/>
          <a:lstStyle/>
          <a:p>
            <a:r>
              <a:rPr lang="en-US" dirty="0"/>
              <a:t>Agenda</a:t>
            </a:r>
          </a:p>
        </p:txBody>
      </p:sp>
      <p:sp>
        <p:nvSpPr>
          <p:cNvPr id="15" name="Footer Placeholder 14">
            <a:extLst>
              <a:ext uri="{FF2B5EF4-FFF2-40B4-BE49-F238E27FC236}">
                <a16:creationId xmlns:a16="http://schemas.microsoft.com/office/drawing/2014/main" id="{C02AD5EB-1C5E-832E-D2DC-4F2F9FBB3FC6}"/>
              </a:ext>
            </a:extLst>
          </p:cNvPr>
          <p:cNvSpPr>
            <a:spLocks noGrp="1"/>
          </p:cNvSpPr>
          <p:nvPr>
            <p:ph type="ftr" sz="quarter" idx="3"/>
          </p:nvPr>
        </p:nvSpPr>
        <p:spPr>
          <a:xfrm>
            <a:off x="579438" y="6421083"/>
            <a:ext cx="4151312" cy="197976"/>
          </a:xfrm>
        </p:spPr>
        <p:txBody>
          <a:bodyPr/>
          <a:lstStyle/>
          <a:p>
            <a:r>
              <a:rPr lang="en-US"/>
              <a:t>© Copyright Microsoft Corporation. All rights reserved.</a:t>
            </a:r>
          </a:p>
        </p:txBody>
      </p:sp>
      <p:sp>
        <p:nvSpPr>
          <p:cNvPr id="3" name="Text Placeholder 2">
            <a:extLst>
              <a:ext uri="{FF2B5EF4-FFF2-40B4-BE49-F238E27FC236}">
                <a16:creationId xmlns:a16="http://schemas.microsoft.com/office/drawing/2014/main" id="{C237EA83-1F3F-990D-58F2-FADD0680D82D}"/>
              </a:ext>
            </a:extLst>
          </p:cNvPr>
          <p:cNvSpPr>
            <a:spLocks noGrp="1"/>
          </p:cNvSpPr>
          <p:nvPr>
            <p:ph type="body" sz="quarter" idx="15"/>
          </p:nvPr>
        </p:nvSpPr>
        <p:spPr>
          <a:xfrm>
            <a:off x="585789" y="1817688"/>
            <a:ext cx="4615604" cy="1961243"/>
          </a:xfrm>
        </p:spPr>
        <p:txBody>
          <a:bodyPr/>
          <a:lstStyle/>
          <a:p>
            <a:r>
              <a:rPr lang="en-US" dirty="0"/>
              <a:t>Design and implement database objects</a:t>
            </a:r>
          </a:p>
          <a:p>
            <a:r>
              <a:rPr lang="en-US" dirty="0"/>
              <a:t>Implement programmability objects</a:t>
            </a:r>
          </a:p>
          <a:p>
            <a:r>
              <a:rPr lang="en-US" dirty="0"/>
              <a:t>Write advanced SQL code</a:t>
            </a:r>
          </a:p>
          <a:p>
            <a:r>
              <a:rPr lang="en-US" dirty="0"/>
              <a:t>Design and implement SQL solutions using AI-assisted tools</a:t>
            </a:r>
          </a:p>
        </p:txBody>
      </p:sp>
      <p:sp>
        <p:nvSpPr>
          <p:cNvPr id="11" name="Rounded Rectangle 3_1">
            <a:extLst>
              <a:ext uri="{FF2B5EF4-FFF2-40B4-BE49-F238E27FC236}">
                <a16:creationId xmlns:a16="http://schemas.microsoft.com/office/drawing/2014/main" id="{FFE93E96-1E4A-1AB1-801F-90BF6A904639}"/>
              </a:ext>
            </a:extLst>
          </p:cNvPr>
          <p:cNvSpPr/>
          <p:nvPr/>
        </p:nvSpPr>
        <p:spPr>
          <a:xfrm>
            <a:off x="6242050" y="1847710"/>
            <a:ext cx="5357813" cy="3711715"/>
          </a:xfrm>
          <a:prstGeom prst="roundRect">
            <a:avLst>
              <a:gd name="adj" fmla="val 11300"/>
            </a:avLst>
          </a:prstGeom>
          <a:solidFill>
            <a:schemeClr val="bg1"/>
          </a:solidFill>
          <a:ln>
            <a:noFill/>
          </a:ln>
          <a:effectLst>
            <a:outerShdw blurRad="127000" dist="38100" dir="8100000" sx="101000" sy="101000" algn="tr" rotWithShape="0">
              <a:srgbClr val="CAC5B8">
                <a:alpha val="60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lvl="0" defTabSz="932742">
              <a:spcBef>
                <a:spcPct val="20000"/>
              </a:spcBef>
              <a:buSzPct val="90000"/>
              <a:defRPr/>
            </a:pPr>
            <a:r>
              <a:rPr lang="en-US" sz="1400" i="1" dirty="0">
                <a:solidFill>
                  <a:srgbClr val="000000"/>
                </a:solidFill>
                <a:latin typeface="Segoe UI" panose="020B0502040204020203" pitchFamily="34" charset="0"/>
                <a:cs typeface="Segoe UI" panose="020B0502040204020203" pitchFamily="34" charset="0"/>
              </a:rPr>
              <a:t>Design and Develop Database Solutions</a:t>
            </a:r>
            <a:r>
              <a:rPr lang="en-US" sz="1400" dirty="0">
                <a:solidFill>
                  <a:srgbClr val="000000"/>
                </a:solidFill>
                <a:latin typeface="Segoe UI" panose="020B0502040204020203" pitchFamily="34" charset="0"/>
                <a:cs typeface="Segoe UI" panose="020B0502040204020203" pitchFamily="34" charset="0"/>
              </a:rPr>
              <a:t> teaches database professionals to design optimized schemas, encapsulate business logic in programmability objects, write advanced analytical T-SQL, and accelerate development with AI-assisted tools across Azure SQL Database, Azure SQL Managed Instance, SQL database in Fabric, and SQL Server 2025.</a:t>
            </a:r>
            <a:endParaRPr kumimoji="0" lang="en-US" sz="1400" b="0" i="0" u="none" strike="noStrike" kern="1200" cap="none" spc="0" normalizeH="0" baseline="0" noProof="0" dirty="0">
              <a:ln>
                <a:noFill/>
              </a:ln>
              <a:solidFill>
                <a:srgbClr val="000000"/>
              </a:solidFill>
              <a:effectLst/>
              <a:uLnTx/>
              <a:uFillTx/>
              <a:latin typeface="Segoe UI" panose="020B0502040204020203" pitchFamily="34" charset="0"/>
              <a:cs typeface="Segoe UI" panose="020B0502040204020203" pitchFamily="34" charset="0"/>
            </a:endParaRPr>
          </a:p>
        </p:txBody>
      </p:sp>
    </p:spTree>
    <p:extLst>
      <p:ext uri="{BB962C8B-B14F-4D97-AF65-F5344CB8AC3E}">
        <p14:creationId xmlns:p14="http://schemas.microsoft.com/office/powerpoint/2010/main" val="2942986525"/>
      </p:ext>
    </p:extLst>
  </p:cSld>
  <p:clrMapOvr>
    <a:masterClrMapping/>
  </p:clrMapOvr>
  <p:transition>
    <p:fade/>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007C2C26-EFD2-E847-AEA7-5CEF245E0904}"/>
              </a:ext>
            </a:extLst>
          </p:cNvPr>
          <p:cNvSpPr>
            <a:spLocks noGrp="1"/>
          </p:cNvSpPr>
          <p:nvPr>
            <p:ph type="title"/>
          </p:nvPr>
        </p:nvSpPr>
        <p:spPr>
          <a:xfrm>
            <a:off x="569911" y="2769057"/>
            <a:ext cx="6345239" cy="1231106"/>
          </a:xfrm>
        </p:spPr>
        <p:txBody>
          <a:bodyPr/>
          <a:lstStyle/>
          <a:p>
            <a:r>
              <a:rPr lang="en-US" noProof="0" dirty="0"/>
              <a:t>Design and implement</a:t>
            </a:r>
            <a:br>
              <a:rPr lang="en-US" noProof="0" dirty="0"/>
            </a:br>
            <a:r>
              <a:rPr lang="en-US" noProof="0" dirty="0"/>
              <a:t>database objects</a:t>
            </a:r>
          </a:p>
        </p:txBody>
      </p:sp>
      <p:sp>
        <p:nvSpPr>
          <p:cNvPr id="11" name="Footer Placeholder 10">
            <a:extLst>
              <a:ext uri="{FF2B5EF4-FFF2-40B4-BE49-F238E27FC236}">
                <a16:creationId xmlns:a16="http://schemas.microsoft.com/office/drawing/2014/main" id="{B4F19A99-D578-971D-9CC6-20AE640E031E}"/>
              </a:ext>
            </a:extLst>
          </p:cNvPr>
          <p:cNvSpPr>
            <a:spLocks noGrp="1"/>
          </p:cNvSpPr>
          <p:nvPr>
            <p:ph type="ftr" sz="quarter" idx="3"/>
          </p:nvPr>
        </p:nvSpPr>
        <p:spPr/>
        <p:txBody>
          <a:bodyPr/>
          <a:lstStyle/>
          <a:p>
            <a:pPr defTabSz="914367">
              <a:defRPr/>
            </a:pPr>
            <a:r>
              <a:rPr lang="en-US" noProof="0" dirty="0">
                <a:solidFill>
                  <a:srgbClr val="000000"/>
                </a:solidFill>
              </a:rPr>
              <a:t>© Copyright Microsoft Corporation. All rights reserved.</a:t>
            </a:r>
          </a:p>
        </p:txBody>
      </p:sp>
      <p:sp>
        <p:nvSpPr>
          <p:cNvPr id="2" name="Rectangle 1">
            <a:extLst>
              <a:ext uri="{FF2B5EF4-FFF2-40B4-BE49-F238E27FC236}">
                <a16:creationId xmlns:a16="http://schemas.microsoft.com/office/drawing/2014/main" id="{AAB7FFCE-6487-F91B-58CE-9BC1E7AA76E9}"/>
              </a:ext>
              <a:ext uri="{C183D7F6-B498-43B3-948B-1728B52AA6E4}">
                <adec:decorative xmlns:adec="http://schemas.microsoft.com/office/drawing/2017/decorative" val="1"/>
              </a:ext>
            </a:extLst>
          </p:cNvPr>
          <p:cNvSpPr/>
          <p:nvPr/>
        </p:nvSpPr>
        <p:spPr bwMode="auto">
          <a:xfrm>
            <a:off x="2888243" y="1229710"/>
            <a:ext cx="914400" cy="914400"/>
          </a:xfrm>
          <a:prstGeom prst="rect">
            <a:avLst/>
          </a:prstGeom>
          <a:solidFill>
            <a:srgbClr val="E8E6DF"/>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noProof="0" dirty="0">
              <a:gradFill>
                <a:gsLst>
                  <a:gs pos="0">
                    <a:srgbClr val="FFFFFF"/>
                  </a:gs>
                  <a:gs pos="100000">
                    <a:srgbClr val="FFFFFF"/>
                  </a:gs>
                </a:gsLst>
                <a:lin ang="5400000" scaled="0"/>
              </a:gradFill>
              <a:ea typeface="Segoe UI" pitchFamily="34" charset="0"/>
              <a:cs typeface="Segoe UI" pitchFamily="34" charset="0"/>
            </a:endParaRPr>
          </a:p>
        </p:txBody>
      </p:sp>
    </p:spTree>
    <p:extLst>
      <p:ext uri="{BB962C8B-B14F-4D97-AF65-F5344CB8AC3E}">
        <p14:creationId xmlns:p14="http://schemas.microsoft.com/office/powerpoint/2010/main" val="22817505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SQL platform choices</a:t>
            </a:r>
          </a:p>
        </p:txBody>
      </p:sp>
      <p:sp>
        <p:nvSpPr>
          <p:cNvPr id="3" name="Text Placeholder 2"/>
          <p:cNvSpPr>
            <a:spLocks noGrp="1"/>
          </p:cNvSpPr>
          <p:nvPr>
            <p:ph type="body" sz="quarter" idx="16"/>
          </p:nvPr>
        </p:nvSpPr>
        <p:spPr>
          <a:xfrm>
            <a:off x="1385492" y="2840467"/>
            <a:ext cx="1880228" cy="246221"/>
          </a:xfrm>
        </p:spPr>
        <p:txBody>
          <a:bodyPr/>
          <a:lstStyle/>
          <a:p>
            <a:r>
              <a:rPr lang="en-US" noProof="0" dirty="0"/>
              <a:t>Azure SQL Database</a:t>
            </a:r>
          </a:p>
        </p:txBody>
      </p:sp>
      <p:sp>
        <p:nvSpPr>
          <p:cNvPr id="4" name="Text Placeholder 3"/>
          <p:cNvSpPr>
            <a:spLocks noGrp="1"/>
          </p:cNvSpPr>
          <p:nvPr>
            <p:ph type="body" sz="quarter" idx="15"/>
          </p:nvPr>
        </p:nvSpPr>
        <p:spPr>
          <a:xfrm>
            <a:off x="588262" y="3282930"/>
            <a:ext cx="3477611" cy="2727546"/>
          </a:xfrm>
          <a:solidFill>
            <a:schemeClr val="bg1">
              <a:lumMod val="95000"/>
            </a:schemeClr>
          </a:solidFill>
        </p:spPr>
        <p:txBody>
          <a:bodyPr/>
          <a:lstStyle/>
          <a:p>
            <a:endParaRPr lang="en-US" sz="1400" noProof="0" dirty="0"/>
          </a:p>
          <a:p>
            <a:r>
              <a:rPr lang="en-US" sz="1400" noProof="0" dirty="0"/>
              <a:t>Fully managed PaaS with 99.99% SLA</a:t>
            </a:r>
          </a:p>
          <a:p>
            <a:endParaRPr lang="en-US" sz="1400" noProof="0" dirty="0"/>
          </a:p>
          <a:p>
            <a:r>
              <a:rPr lang="en-US" sz="1400" noProof="0" dirty="0"/>
              <a:t>Hyperscale tier - limitless scale-out</a:t>
            </a:r>
          </a:p>
          <a:p>
            <a:endParaRPr lang="en-US" sz="1400" noProof="0" dirty="0"/>
          </a:p>
          <a:p>
            <a:r>
              <a:rPr lang="en-US" sz="1400" noProof="0" dirty="0"/>
              <a:t>Serverless - auto-pause, pay for use</a:t>
            </a:r>
          </a:p>
          <a:p>
            <a:endParaRPr lang="en-US" sz="1400" noProof="0" dirty="0"/>
          </a:p>
          <a:p>
            <a:r>
              <a:rPr lang="en-US" sz="1400" noProof="0" dirty="0"/>
              <a:t>Intelligent query processing + auto tuning</a:t>
            </a:r>
          </a:p>
        </p:txBody>
      </p:sp>
      <p:sp>
        <p:nvSpPr>
          <p:cNvPr id="5" name="Text Placeholder 4"/>
          <p:cNvSpPr>
            <a:spLocks noGrp="1"/>
          </p:cNvSpPr>
          <p:nvPr>
            <p:ph type="body" sz="quarter" idx="22"/>
          </p:nvPr>
        </p:nvSpPr>
        <p:spPr>
          <a:xfrm>
            <a:off x="4741947" y="2840467"/>
            <a:ext cx="2711847" cy="246221"/>
          </a:xfrm>
        </p:spPr>
        <p:txBody>
          <a:bodyPr/>
          <a:lstStyle/>
          <a:p>
            <a:r>
              <a:rPr lang="en-US" noProof="0" dirty="0"/>
              <a:t>Azure SQL Managed Instance</a:t>
            </a:r>
          </a:p>
        </p:txBody>
      </p:sp>
      <p:sp>
        <p:nvSpPr>
          <p:cNvPr id="6" name="Text Placeholder 5"/>
          <p:cNvSpPr>
            <a:spLocks noGrp="1"/>
          </p:cNvSpPr>
          <p:nvPr>
            <p:ph type="body" sz="quarter" idx="23"/>
          </p:nvPr>
        </p:nvSpPr>
        <p:spPr>
          <a:xfrm>
            <a:off x="4361609" y="3282930"/>
            <a:ext cx="3477611" cy="2727546"/>
          </a:xfrm>
          <a:solidFill>
            <a:schemeClr val="bg1">
              <a:lumMod val="95000"/>
            </a:schemeClr>
          </a:solidFill>
        </p:spPr>
        <p:txBody>
          <a:bodyPr/>
          <a:lstStyle/>
          <a:p>
            <a:endParaRPr lang="en-US" sz="1400" noProof="0" dirty="0"/>
          </a:p>
          <a:p>
            <a:r>
              <a:rPr lang="en-US" sz="1400" noProof="0" dirty="0"/>
              <a:t>Near 100% SQL Server compatibility</a:t>
            </a:r>
          </a:p>
          <a:p>
            <a:endParaRPr lang="en-US" sz="1400" noProof="0" dirty="0"/>
          </a:p>
          <a:p>
            <a:r>
              <a:rPr lang="en-US" sz="1400" noProof="0" dirty="0"/>
              <a:t>SQL Agent, Service Broker, linked servers</a:t>
            </a:r>
          </a:p>
          <a:p>
            <a:endParaRPr lang="en-US" sz="1400" noProof="0" dirty="0"/>
          </a:p>
          <a:p>
            <a:r>
              <a:rPr lang="en-US" sz="1400" noProof="0" dirty="0"/>
              <a:t>In-Memory OLTP (Business Critical tier)</a:t>
            </a:r>
          </a:p>
          <a:p>
            <a:endParaRPr lang="en-US" sz="1400" noProof="0" dirty="0"/>
          </a:p>
          <a:p>
            <a:r>
              <a:rPr lang="en-US" sz="1400" noProof="0" dirty="0"/>
              <a:t>MI link for hybrid + disaster recovery</a:t>
            </a:r>
          </a:p>
        </p:txBody>
      </p:sp>
      <p:sp>
        <p:nvSpPr>
          <p:cNvPr id="7" name="Text Placeholder 6"/>
          <p:cNvSpPr>
            <a:spLocks noGrp="1"/>
          </p:cNvSpPr>
          <p:nvPr>
            <p:ph type="body" sz="quarter" idx="24"/>
          </p:nvPr>
        </p:nvSpPr>
        <p:spPr>
          <a:xfrm>
            <a:off x="8809119" y="2840466"/>
            <a:ext cx="2122034" cy="246221"/>
          </a:xfrm>
        </p:spPr>
        <p:txBody>
          <a:bodyPr/>
          <a:lstStyle/>
          <a:p>
            <a:r>
              <a:rPr lang="en-US" noProof="0" dirty="0"/>
              <a:t>SQL database in Fabric</a:t>
            </a:r>
          </a:p>
        </p:txBody>
      </p:sp>
      <p:sp>
        <p:nvSpPr>
          <p:cNvPr id="8" name="Text Placeholder 7"/>
          <p:cNvSpPr>
            <a:spLocks noGrp="1"/>
          </p:cNvSpPr>
          <p:nvPr>
            <p:ph type="body" sz="quarter" idx="25"/>
          </p:nvPr>
        </p:nvSpPr>
        <p:spPr>
          <a:xfrm>
            <a:off x="8134956" y="3282931"/>
            <a:ext cx="3477611" cy="2727546"/>
          </a:xfrm>
          <a:solidFill>
            <a:schemeClr val="bg1">
              <a:lumMod val="95000"/>
            </a:schemeClr>
          </a:solidFill>
        </p:spPr>
        <p:txBody>
          <a:bodyPr/>
          <a:lstStyle/>
          <a:p>
            <a:endParaRPr lang="en-US" sz="1400" noProof="0" dirty="0"/>
          </a:p>
          <a:p>
            <a:r>
              <a:rPr lang="en-US" sz="1400" noProof="0" dirty="0"/>
              <a:t>OLTP + automatic analytics integration</a:t>
            </a:r>
          </a:p>
          <a:p>
            <a:endParaRPr lang="en-US" sz="1400" noProof="0" dirty="0"/>
          </a:p>
          <a:p>
            <a:r>
              <a:rPr lang="en-US" sz="1400" noProof="0" dirty="0"/>
              <a:t>Auto-mirroring to </a:t>
            </a:r>
            <a:r>
              <a:rPr lang="en-US" sz="1400" noProof="0" dirty="0" err="1"/>
              <a:t>OneLake</a:t>
            </a:r>
            <a:r>
              <a:rPr lang="en-US" sz="1400" noProof="0" dirty="0"/>
              <a:t> Delta Parquet</a:t>
            </a:r>
          </a:p>
          <a:p>
            <a:endParaRPr lang="en-US" sz="1400" noProof="0" dirty="0"/>
          </a:p>
          <a:p>
            <a:r>
              <a:rPr lang="en-US" sz="1400" noProof="0" dirty="0"/>
              <a:t>Automatic tuning (inherited from Azure SQL DB)</a:t>
            </a:r>
          </a:p>
          <a:p>
            <a:endParaRPr lang="en-US" sz="1400" noProof="0" dirty="0"/>
          </a:p>
          <a:p>
            <a:r>
              <a:rPr lang="en-US" sz="1400" noProof="0" dirty="0"/>
              <a:t>Cross-database queries via three-part naming</a:t>
            </a:r>
          </a:p>
        </p:txBody>
      </p:sp>
      <p:pic>
        <p:nvPicPr>
          <p:cNvPr id="19" name="Picture 18">
            <a:extLst>
              <a:ext uri="{C183D7F6-B498-43B3-948B-1728B52AA6E4}">
                <adec:decorative xmlns:adec="http://schemas.microsoft.com/office/drawing/2017/decorative" val="1"/>
              </a:ext>
            </a:extLst>
          </p:cNvPr>
          <p:cNvPicPr>
            <a:picLocks noChangeAspect="1"/>
          </p:cNvPicPr>
          <p:nvPr/>
        </p:nvPicPr>
        <p:blipFill>
          <a:blip r:embed="rId3"/>
          <a:stretch>
            <a:fillRect/>
          </a:stretch>
        </p:blipFill>
        <p:spPr>
          <a:xfrm>
            <a:off x="2091798" y="1773936"/>
            <a:ext cx="623970" cy="768096"/>
          </a:xfrm>
          <a:prstGeom prst="rect">
            <a:avLst/>
          </a:prstGeom>
        </p:spPr>
      </p:pic>
      <p:pic>
        <p:nvPicPr>
          <p:cNvPr id="20" name="Picture 19">
            <a:extLst>
              <a:ext uri="{C183D7F6-B498-43B3-948B-1728B52AA6E4}">
                <adec:decorative xmlns:adec="http://schemas.microsoft.com/office/drawing/2017/decorative" val="1"/>
              </a:ext>
            </a:extLst>
          </p:cNvPr>
          <p:cNvPicPr>
            <a:picLocks noChangeAspect="1"/>
          </p:cNvPicPr>
          <p:nvPr/>
        </p:nvPicPr>
        <p:blipFill>
          <a:blip r:embed="rId4"/>
          <a:stretch>
            <a:fillRect/>
          </a:stretch>
        </p:blipFill>
        <p:spPr>
          <a:xfrm>
            <a:off x="5715000" y="1773936"/>
            <a:ext cx="768096" cy="768096"/>
          </a:xfrm>
          <a:prstGeom prst="rect">
            <a:avLst/>
          </a:prstGeom>
        </p:spPr>
      </p:pic>
      <p:pic>
        <p:nvPicPr>
          <p:cNvPr id="21" name="Picture 20">
            <a:extLst>
              <a:ext uri="{C183D7F6-B498-43B3-948B-1728B52AA6E4}">
                <adec:decorative xmlns:adec="http://schemas.microsoft.com/office/drawing/2017/decorative" val="1"/>
              </a:ext>
            </a:extLst>
          </p:cNvPr>
          <p:cNvPicPr>
            <a:picLocks noChangeAspect="1"/>
          </p:cNvPicPr>
          <p:nvPr/>
        </p:nvPicPr>
        <p:blipFill>
          <a:blip r:embed="rId5"/>
          <a:stretch>
            <a:fillRect/>
          </a:stretch>
        </p:blipFill>
        <p:spPr>
          <a:xfrm>
            <a:off x="9482328" y="1773936"/>
            <a:ext cx="768096" cy="768096"/>
          </a:xfrm>
          <a:prstGeom prst="rect">
            <a:avLst/>
          </a:prstGeom>
        </p:spPr>
      </p:pic>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Design and implement tables</a:t>
            </a:r>
          </a:p>
        </p:txBody>
      </p:sp>
      <p:sp>
        <p:nvSpPr>
          <p:cNvPr id="6" name="Rounded Rectangle 5"/>
          <p:cNvSpPr/>
          <p:nvPr/>
        </p:nvSpPr>
        <p:spPr>
          <a:xfrm>
            <a:off x="588263" y="1643317"/>
            <a:ext cx="4347531" cy="713232"/>
          </a:xfrm>
          <a:prstGeom prst="rect">
            <a:avLst/>
          </a:prstGeom>
          <a:solidFill>
            <a:schemeClr val="bg1">
              <a:lumMod val="95000"/>
            </a:schemeClr>
          </a:solidFill>
          <a:ln>
            <a:noFill/>
          </a:ln>
          <a:effectLst/>
        </p:spPr>
        <p:style>
          <a:lnRef idx="1">
            <a:schemeClr val="accent2"/>
          </a:lnRef>
          <a:fillRef idx="3">
            <a:schemeClr val="accent2"/>
          </a:fillRef>
          <a:effectRef idx="2">
            <a:schemeClr val="accent1"/>
          </a:effectRef>
          <a:fontRef idx="minor">
            <a:schemeClr val="lt1"/>
          </a:fontRef>
        </p:style>
        <p:txBody>
          <a:bodyPr wrap="square" lIns="45720" tIns="0" rIns="45720" bIns="0" rtlCol="0" anchor="ctr"/>
          <a:lstStyle/>
          <a:p>
            <a:pPr algn="ctr"/>
            <a:r>
              <a:rPr lang="en-US" sz="1400" b="1" noProof="0" dirty="0">
                <a:solidFill>
                  <a:srgbClr val="454142"/>
                </a:solidFill>
              </a:rPr>
              <a:t>Numeric</a:t>
            </a:r>
          </a:p>
          <a:p>
            <a:pPr algn="ctr"/>
            <a:r>
              <a:rPr lang="en-US" sz="1200" noProof="0" dirty="0">
                <a:solidFill>
                  <a:srgbClr val="454142"/>
                </a:solidFill>
              </a:rPr>
              <a:t>INT · BIGINT · DECIMAL · FLOAT</a:t>
            </a:r>
          </a:p>
        </p:txBody>
      </p:sp>
      <p:sp>
        <p:nvSpPr>
          <p:cNvPr id="61095" name="calculator" title="Icon of a calculator">
            <a:extLst>
              <a:ext uri="{FF2B5EF4-FFF2-40B4-BE49-F238E27FC236}">
                <a16:creationId xmlns:a16="http://schemas.microsoft.com/office/drawing/2014/main" id="{7D0D0F2B-E252-4E00-BBB9-3EC85ACEAC79}"/>
              </a:ext>
            </a:extLst>
          </p:cNvPr>
          <p:cNvSpPr>
            <a:spLocks noChangeAspect="1" noEditPoints="1"/>
          </p:cNvSpPr>
          <p:nvPr/>
        </p:nvSpPr>
        <p:spPr bwMode="auto">
          <a:xfrm>
            <a:off x="759735" y="1824625"/>
            <a:ext cx="255076" cy="365760"/>
          </a:xfrm>
          <a:custGeom>
            <a:avLst/>
            <a:gdLst>
              <a:gd name="T0" fmla="*/ 166 w 166"/>
              <a:gd name="T1" fmla="*/ 244 h 244"/>
              <a:gd name="T2" fmla="*/ 0 w 166"/>
              <a:gd name="T3" fmla="*/ 244 h 244"/>
              <a:gd name="T4" fmla="*/ 0 w 166"/>
              <a:gd name="T5" fmla="*/ 0 h 244"/>
              <a:gd name="T6" fmla="*/ 166 w 166"/>
              <a:gd name="T7" fmla="*/ 0 h 244"/>
              <a:gd name="T8" fmla="*/ 166 w 166"/>
              <a:gd name="T9" fmla="*/ 244 h 244"/>
              <a:gd name="T10" fmla="*/ 132 w 166"/>
              <a:gd name="T11" fmla="*/ 31 h 244"/>
              <a:gd name="T12" fmla="*/ 33 w 166"/>
              <a:gd name="T13" fmla="*/ 31 h 244"/>
              <a:gd name="T14" fmla="*/ 33 w 166"/>
              <a:gd name="T15" fmla="*/ 67 h 244"/>
              <a:gd name="T16" fmla="*/ 132 w 166"/>
              <a:gd name="T17" fmla="*/ 67 h 244"/>
              <a:gd name="T18" fmla="*/ 132 w 166"/>
              <a:gd name="T19" fmla="*/ 31 h 244"/>
              <a:gd name="T20" fmla="*/ 29 w 166"/>
              <a:gd name="T21" fmla="*/ 119 h 244"/>
              <a:gd name="T22" fmla="*/ 37 w 166"/>
              <a:gd name="T23" fmla="*/ 119 h 244"/>
              <a:gd name="T24" fmla="*/ 37 w 166"/>
              <a:gd name="T25" fmla="*/ 111 h 244"/>
              <a:gd name="T26" fmla="*/ 29 w 166"/>
              <a:gd name="T27" fmla="*/ 111 h 244"/>
              <a:gd name="T28" fmla="*/ 29 w 166"/>
              <a:gd name="T29" fmla="*/ 119 h 244"/>
              <a:gd name="T30" fmla="*/ 29 w 166"/>
              <a:gd name="T31" fmla="*/ 167 h 244"/>
              <a:gd name="T32" fmla="*/ 37 w 166"/>
              <a:gd name="T33" fmla="*/ 167 h 244"/>
              <a:gd name="T34" fmla="*/ 37 w 166"/>
              <a:gd name="T35" fmla="*/ 160 h 244"/>
              <a:gd name="T36" fmla="*/ 29 w 166"/>
              <a:gd name="T37" fmla="*/ 160 h 244"/>
              <a:gd name="T38" fmla="*/ 29 w 166"/>
              <a:gd name="T39" fmla="*/ 167 h 244"/>
              <a:gd name="T40" fmla="*/ 29 w 166"/>
              <a:gd name="T41" fmla="*/ 216 h 244"/>
              <a:gd name="T42" fmla="*/ 37 w 166"/>
              <a:gd name="T43" fmla="*/ 216 h 244"/>
              <a:gd name="T44" fmla="*/ 37 w 166"/>
              <a:gd name="T45" fmla="*/ 209 h 244"/>
              <a:gd name="T46" fmla="*/ 29 w 166"/>
              <a:gd name="T47" fmla="*/ 209 h 244"/>
              <a:gd name="T48" fmla="*/ 29 w 166"/>
              <a:gd name="T49" fmla="*/ 216 h 244"/>
              <a:gd name="T50" fmla="*/ 79 w 166"/>
              <a:gd name="T51" fmla="*/ 119 h 244"/>
              <a:gd name="T52" fmla="*/ 86 w 166"/>
              <a:gd name="T53" fmla="*/ 119 h 244"/>
              <a:gd name="T54" fmla="*/ 86 w 166"/>
              <a:gd name="T55" fmla="*/ 111 h 244"/>
              <a:gd name="T56" fmla="*/ 79 w 166"/>
              <a:gd name="T57" fmla="*/ 111 h 244"/>
              <a:gd name="T58" fmla="*/ 79 w 166"/>
              <a:gd name="T59" fmla="*/ 119 h 244"/>
              <a:gd name="T60" fmla="*/ 79 w 166"/>
              <a:gd name="T61" fmla="*/ 167 h 244"/>
              <a:gd name="T62" fmla="*/ 86 w 166"/>
              <a:gd name="T63" fmla="*/ 167 h 244"/>
              <a:gd name="T64" fmla="*/ 86 w 166"/>
              <a:gd name="T65" fmla="*/ 160 h 244"/>
              <a:gd name="T66" fmla="*/ 79 w 166"/>
              <a:gd name="T67" fmla="*/ 160 h 244"/>
              <a:gd name="T68" fmla="*/ 79 w 166"/>
              <a:gd name="T69" fmla="*/ 167 h 244"/>
              <a:gd name="T70" fmla="*/ 79 w 166"/>
              <a:gd name="T71" fmla="*/ 216 h 244"/>
              <a:gd name="T72" fmla="*/ 86 w 166"/>
              <a:gd name="T73" fmla="*/ 216 h 244"/>
              <a:gd name="T74" fmla="*/ 86 w 166"/>
              <a:gd name="T75" fmla="*/ 209 h 244"/>
              <a:gd name="T76" fmla="*/ 79 w 166"/>
              <a:gd name="T77" fmla="*/ 209 h 244"/>
              <a:gd name="T78" fmla="*/ 79 w 166"/>
              <a:gd name="T79" fmla="*/ 216 h 244"/>
              <a:gd name="T80" fmla="*/ 129 w 166"/>
              <a:gd name="T81" fmla="*/ 119 h 244"/>
              <a:gd name="T82" fmla="*/ 136 w 166"/>
              <a:gd name="T83" fmla="*/ 119 h 244"/>
              <a:gd name="T84" fmla="*/ 136 w 166"/>
              <a:gd name="T85" fmla="*/ 111 h 244"/>
              <a:gd name="T86" fmla="*/ 129 w 166"/>
              <a:gd name="T87" fmla="*/ 111 h 244"/>
              <a:gd name="T88" fmla="*/ 129 w 166"/>
              <a:gd name="T89" fmla="*/ 119 h 244"/>
              <a:gd name="T90" fmla="*/ 129 w 166"/>
              <a:gd name="T91" fmla="*/ 167 h 244"/>
              <a:gd name="T92" fmla="*/ 136 w 166"/>
              <a:gd name="T93" fmla="*/ 167 h 244"/>
              <a:gd name="T94" fmla="*/ 136 w 166"/>
              <a:gd name="T95" fmla="*/ 160 h 244"/>
              <a:gd name="T96" fmla="*/ 129 w 166"/>
              <a:gd name="T97" fmla="*/ 160 h 244"/>
              <a:gd name="T98" fmla="*/ 129 w 166"/>
              <a:gd name="T99" fmla="*/ 167 h 244"/>
              <a:gd name="T100" fmla="*/ 129 w 166"/>
              <a:gd name="T101" fmla="*/ 216 h 244"/>
              <a:gd name="T102" fmla="*/ 136 w 166"/>
              <a:gd name="T103" fmla="*/ 216 h 244"/>
              <a:gd name="T104" fmla="*/ 136 w 166"/>
              <a:gd name="T105" fmla="*/ 209 h 244"/>
              <a:gd name="T106" fmla="*/ 129 w 166"/>
              <a:gd name="T107" fmla="*/ 209 h 244"/>
              <a:gd name="T108" fmla="*/ 129 w 166"/>
              <a:gd name="T109" fmla="*/ 216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6" h="244">
                <a:moveTo>
                  <a:pt x="166" y="244"/>
                </a:moveTo>
                <a:lnTo>
                  <a:pt x="0" y="244"/>
                </a:lnTo>
                <a:lnTo>
                  <a:pt x="0" y="0"/>
                </a:lnTo>
                <a:lnTo>
                  <a:pt x="166" y="0"/>
                </a:lnTo>
                <a:lnTo>
                  <a:pt x="166" y="244"/>
                </a:lnTo>
                <a:close/>
                <a:moveTo>
                  <a:pt x="132" y="31"/>
                </a:moveTo>
                <a:lnTo>
                  <a:pt x="33" y="31"/>
                </a:lnTo>
                <a:lnTo>
                  <a:pt x="33" y="67"/>
                </a:lnTo>
                <a:lnTo>
                  <a:pt x="132" y="67"/>
                </a:lnTo>
                <a:lnTo>
                  <a:pt x="132" y="31"/>
                </a:lnTo>
                <a:close/>
                <a:moveTo>
                  <a:pt x="29" y="119"/>
                </a:moveTo>
                <a:lnTo>
                  <a:pt x="37" y="119"/>
                </a:lnTo>
                <a:lnTo>
                  <a:pt x="37" y="111"/>
                </a:lnTo>
                <a:lnTo>
                  <a:pt x="29" y="111"/>
                </a:lnTo>
                <a:lnTo>
                  <a:pt x="29" y="119"/>
                </a:lnTo>
                <a:close/>
                <a:moveTo>
                  <a:pt x="29" y="167"/>
                </a:moveTo>
                <a:lnTo>
                  <a:pt x="37" y="167"/>
                </a:lnTo>
                <a:lnTo>
                  <a:pt x="37" y="160"/>
                </a:lnTo>
                <a:lnTo>
                  <a:pt x="29" y="160"/>
                </a:lnTo>
                <a:lnTo>
                  <a:pt x="29" y="167"/>
                </a:lnTo>
                <a:close/>
                <a:moveTo>
                  <a:pt x="29" y="216"/>
                </a:moveTo>
                <a:lnTo>
                  <a:pt x="37" y="216"/>
                </a:lnTo>
                <a:lnTo>
                  <a:pt x="37" y="209"/>
                </a:lnTo>
                <a:lnTo>
                  <a:pt x="29" y="209"/>
                </a:lnTo>
                <a:lnTo>
                  <a:pt x="29" y="216"/>
                </a:lnTo>
                <a:close/>
                <a:moveTo>
                  <a:pt x="79" y="119"/>
                </a:moveTo>
                <a:lnTo>
                  <a:pt x="86" y="119"/>
                </a:lnTo>
                <a:lnTo>
                  <a:pt x="86" y="111"/>
                </a:lnTo>
                <a:lnTo>
                  <a:pt x="79" y="111"/>
                </a:lnTo>
                <a:lnTo>
                  <a:pt x="79" y="119"/>
                </a:lnTo>
                <a:close/>
                <a:moveTo>
                  <a:pt x="79" y="167"/>
                </a:moveTo>
                <a:lnTo>
                  <a:pt x="86" y="167"/>
                </a:lnTo>
                <a:lnTo>
                  <a:pt x="86" y="160"/>
                </a:lnTo>
                <a:lnTo>
                  <a:pt x="79" y="160"/>
                </a:lnTo>
                <a:lnTo>
                  <a:pt x="79" y="167"/>
                </a:lnTo>
                <a:close/>
                <a:moveTo>
                  <a:pt x="79" y="216"/>
                </a:moveTo>
                <a:lnTo>
                  <a:pt x="86" y="216"/>
                </a:lnTo>
                <a:lnTo>
                  <a:pt x="86" y="209"/>
                </a:lnTo>
                <a:lnTo>
                  <a:pt x="79" y="209"/>
                </a:lnTo>
                <a:lnTo>
                  <a:pt x="79" y="216"/>
                </a:lnTo>
                <a:close/>
                <a:moveTo>
                  <a:pt x="129" y="119"/>
                </a:moveTo>
                <a:lnTo>
                  <a:pt x="136" y="119"/>
                </a:lnTo>
                <a:lnTo>
                  <a:pt x="136" y="111"/>
                </a:lnTo>
                <a:lnTo>
                  <a:pt x="129" y="111"/>
                </a:lnTo>
                <a:lnTo>
                  <a:pt x="129" y="119"/>
                </a:lnTo>
                <a:close/>
                <a:moveTo>
                  <a:pt x="129" y="167"/>
                </a:moveTo>
                <a:lnTo>
                  <a:pt x="136" y="167"/>
                </a:lnTo>
                <a:lnTo>
                  <a:pt x="136" y="160"/>
                </a:lnTo>
                <a:lnTo>
                  <a:pt x="129" y="160"/>
                </a:lnTo>
                <a:lnTo>
                  <a:pt x="129" y="167"/>
                </a:lnTo>
                <a:close/>
                <a:moveTo>
                  <a:pt x="129" y="216"/>
                </a:moveTo>
                <a:lnTo>
                  <a:pt x="136" y="216"/>
                </a:lnTo>
                <a:lnTo>
                  <a:pt x="136" y="209"/>
                </a:lnTo>
                <a:lnTo>
                  <a:pt x="129" y="209"/>
                </a:lnTo>
                <a:lnTo>
                  <a:pt x="129" y="216"/>
                </a:lnTo>
                <a:close/>
              </a:path>
            </a:pathLst>
          </a:custGeom>
          <a:noFill/>
          <a:ln w="15875" cap="sq">
            <a:solidFill>
              <a:srgbClr val="C73ECC"/>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900" noProof="0" dirty="0">
              <a:gradFill>
                <a:gsLst>
                  <a:gs pos="0">
                    <a:srgbClr val="505050"/>
                  </a:gs>
                  <a:gs pos="100000">
                    <a:srgbClr val="505050"/>
                  </a:gs>
                </a:gsLst>
              </a:gradFill>
            </a:endParaRPr>
          </a:p>
        </p:txBody>
      </p:sp>
      <p:sp>
        <p:nvSpPr>
          <p:cNvPr id="7" name="Rounded Rectangle 6"/>
          <p:cNvSpPr/>
          <p:nvPr/>
        </p:nvSpPr>
        <p:spPr>
          <a:xfrm>
            <a:off x="588263" y="2471319"/>
            <a:ext cx="4347531" cy="713232"/>
          </a:xfrm>
          <a:prstGeom prst="rect">
            <a:avLst/>
          </a:prstGeom>
          <a:solidFill>
            <a:schemeClr val="bg1">
              <a:lumMod val="95000"/>
            </a:schemeClr>
          </a:solidFill>
          <a:ln>
            <a:noFill/>
          </a:ln>
          <a:effectLst/>
        </p:spPr>
        <p:style>
          <a:lnRef idx="1">
            <a:schemeClr val="accent2"/>
          </a:lnRef>
          <a:fillRef idx="3">
            <a:schemeClr val="accent2"/>
          </a:fillRef>
          <a:effectRef idx="2">
            <a:schemeClr val="accent1"/>
          </a:effectRef>
          <a:fontRef idx="minor">
            <a:schemeClr val="lt1"/>
          </a:fontRef>
        </p:style>
        <p:txBody>
          <a:bodyPr wrap="square" lIns="45720" tIns="0" rIns="45720" bIns="0" rtlCol="0" anchor="ctr"/>
          <a:lstStyle/>
          <a:p>
            <a:pPr algn="ctr"/>
            <a:r>
              <a:rPr lang="en-US" sz="1400" b="1" noProof="0" dirty="0">
                <a:solidFill>
                  <a:srgbClr val="454142"/>
                </a:solidFill>
              </a:rPr>
              <a:t>String</a:t>
            </a:r>
          </a:p>
          <a:p>
            <a:pPr algn="ctr"/>
            <a:r>
              <a:rPr lang="en-US" sz="1200" noProof="0" dirty="0">
                <a:solidFill>
                  <a:srgbClr val="454142"/>
                </a:solidFill>
              </a:rPr>
              <a:t>VARCHAR · NVARCHAR · CHAR</a:t>
            </a:r>
          </a:p>
        </p:txBody>
      </p:sp>
      <p:sp>
        <p:nvSpPr>
          <p:cNvPr id="25283" name="Dictionary_E82D" title="Icon of a book">
            <a:extLst>
              <a:ext uri="{FF2B5EF4-FFF2-40B4-BE49-F238E27FC236}">
                <a16:creationId xmlns:a16="http://schemas.microsoft.com/office/drawing/2014/main" id="{4CB71C1A-CE1C-44B0-8C03-6079D14E1158}"/>
              </a:ext>
            </a:extLst>
          </p:cNvPr>
          <p:cNvSpPr>
            <a:spLocks noChangeAspect="1" noEditPoints="1"/>
          </p:cNvSpPr>
          <p:nvPr/>
        </p:nvSpPr>
        <p:spPr bwMode="auto">
          <a:xfrm>
            <a:off x="747215" y="2659241"/>
            <a:ext cx="299999" cy="365760"/>
          </a:xfrm>
          <a:custGeom>
            <a:avLst/>
            <a:gdLst>
              <a:gd name="T0" fmla="*/ 0 w 3004"/>
              <a:gd name="T1" fmla="*/ 3379 h 3754"/>
              <a:gd name="T2" fmla="*/ 0 w 3004"/>
              <a:gd name="T3" fmla="*/ 375 h 3754"/>
              <a:gd name="T4" fmla="*/ 376 w 3004"/>
              <a:gd name="T5" fmla="*/ 0 h 3754"/>
              <a:gd name="T6" fmla="*/ 3004 w 3004"/>
              <a:gd name="T7" fmla="*/ 0 h 3754"/>
              <a:gd name="T8" fmla="*/ 3004 w 3004"/>
              <a:gd name="T9" fmla="*/ 3754 h 3754"/>
              <a:gd name="T10" fmla="*/ 376 w 3004"/>
              <a:gd name="T11" fmla="*/ 3754 h 3754"/>
              <a:gd name="T12" fmla="*/ 0 w 3004"/>
              <a:gd name="T13" fmla="*/ 3379 h 3754"/>
              <a:gd name="T14" fmla="*/ 376 w 3004"/>
              <a:gd name="T15" fmla="*/ 3003 h 3754"/>
              <a:gd name="T16" fmla="*/ 3004 w 3004"/>
              <a:gd name="T17" fmla="*/ 3003 h 3754"/>
              <a:gd name="T18" fmla="*/ 751 w 3004"/>
              <a:gd name="T19" fmla="*/ 1251 h 3754"/>
              <a:gd name="T20" fmla="*/ 2253 w 3004"/>
              <a:gd name="T21" fmla="*/ 1251 h 3754"/>
              <a:gd name="T22" fmla="*/ 2253 w 3004"/>
              <a:gd name="T23" fmla="*/ 751 h 3754"/>
              <a:gd name="T24" fmla="*/ 751 w 3004"/>
              <a:gd name="T25" fmla="*/ 751 h 3754"/>
              <a:gd name="T26" fmla="*/ 751 w 3004"/>
              <a:gd name="T27" fmla="*/ 1251 h 3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04" h="3754">
                <a:moveTo>
                  <a:pt x="0" y="3379"/>
                </a:moveTo>
                <a:cubicBezTo>
                  <a:pt x="0" y="375"/>
                  <a:pt x="0" y="375"/>
                  <a:pt x="0" y="375"/>
                </a:cubicBezTo>
                <a:cubicBezTo>
                  <a:pt x="0" y="186"/>
                  <a:pt x="187" y="0"/>
                  <a:pt x="376" y="0"/>
                </a:cubicBezTo>
                <a:cubicBezTo>
                  <a:pt x="3004" y="0"/>
                  <a:pt x="3004" y="0"/>
                  <a:pt x="3004" y="0"/>
                </a:cubicBezTo>
                <a:cubicBezTo>
                  <a:pt x="3004" y="3754"/>
                  <a:pt x="3004" y="3754"/>
                  <a:pt x="3004" y="3754"/>
                </a:cubicBezTo>
                <a:cubicBezTo>
                  <a:pt x="376" y="3754"/>
                  <a:pt x="376" y="3754"/>
                  <a:pt x="376" y="3754"/>
                </a:cubicBezTo>
                <a:cubicBezTo>
                  <a:pt x="168" y="3754"/>
                  <a:pt x="0" y="3586"/>
                  <a:pt x="0" y="3379"/>
                </a:cubicBezTo>
                <a:cubicBezTo>
                  <a:pt x="0" y="3172"/>
                  <a:pt x="168" y="3003"/>
                  <a:pt x="376" y="3003"/>
                </a:cubicBezTo>
                <a:cubicBezTo>
                  <a:pt x="3004" y="3003"/>
                  <a:pt x="3004" y="3003"/>
                  <a:pt x="3004" y="3003"/>
                </a:cubicBezTo>
                <a:moveTo>
                  <a:pt x="751" y="1251"/>
                </a:moveTo>
                <a:cubicBezTo>
                  <a:pt x="2253" y="1251"/>
                  <a:pt x="2253" y="1251"/>
                  <a:pt x="2253" y="1251"/>
                </a:cubicBezTo>
                <a:cubicBezTo>
                  <a:pt x="2253" y="751"/>
                  <a:pt x="2253" y="751"/>
                  <a:pt x="2253" y="751"/>
                </a:cubicBezTo>
                <a:cubicBezTo>
                  <a:pt x="751" y="751"/>
                  <a:pt x="751" y="751"/>
                  <a:pt x="751" y="751"/>
                </a:cubicBezTo>
                <a:lnTo>
                  <a:pt x="751" y="1251"/>
                </a:lnTo>
                <a:close/>
              </a:path>
            </a:pathLst>
          </a:custGeom>
          <a:noFill/>
          <a:ln w="15875" cap="sq">
            <a:solidFill>
              <a:srgbClr val="C73ECC"/>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noProof="0" dirty="0"/>
          </a:p>
        </p:txBody>
      </p:sp>
      <p:sp>
        <p:nvSpPr>
          <p:cNvPr id="8" name="Rounded Rectangle 7"/>
          <p:cNvSpPr/>
          <p:nvPr/>
        </p:nvSpPr>
        <p:spPr>
          <a:xfrm>
            <a:off x="588263" y="3299321"/>
            <a:ext cx="4347531" cy="713232"/>
          </a:xfrm>
          <a:prstGeom prst="rect">
            <a:avLst/>
          </a:prstGeom>
          <a:solidFill>
            <a:schemeClr val="bg1">
              <a:lumMod val="95000"/>
            </a:schemeClr>
          </a:solidFill>
          <a:ln>
            <a:noFill/>
          </a:ln>
          <a:effectLst/>
        </p:spPr>
        <p:style>
          <a:lnRef idx="1">
            <a:schemeClr val="accent2"/>
          </a:lnRef>
          <a:fillRef idx="3">
            <a:schemeClr val="accent2"/>
          </a:fillRef>
          <a:effectRef idx="2">
            <a:schemeClr val="accent1"/>
          </a:effectRef>
          <a:fontRef idx="minor">
            <a:schemeClr val="lt1"/>
          </a:fontRef>
        </p:style>
        <p:txBody>
          <a:bodyPr wrap="square" lIns="45720" tIns="0" rIns="45720" bIns="0" rtlCol="0" anchor="ctr"/>
          <a:lstStyle/>
          <a:p>
            <a:pPr algn="ctr"/>
            <a:r>
              <a:rPr lang="en-US" sz="1400" b="1" noProof="0" dirty="0">
                <a:solidFill>
                  <a:srgbClr val="454142"/>
                </a:solidFill>
              </a:rPr>
              <a:t>Date/Time</a:t>
            </a:r>
          </a:p>
          <a:p>
            <a:pPr algn="ctr"/>
            <a:r>
              <a:rPr lang="en-US" sz="1200" noProof="0" dirty="0">
                <a:solidFill>
                  <a:srgbClr val="454142"/>
                </a:solidFill>
              </a:rPr>
              <a:t>DATE · DATETIME2 · DATETIMEOFFSET</a:t>
            </a:r>
          </a:p>
        </p:txBody>
      </p:sp>
      <p:sp>
        <p:nvSpPr>
          <p:cNvPr id="68466" name="Clock_E917" title="Icon of a clock">
            <a:extLst>
              <a:ext uri="{FF2B5EF4-FFF2-40B4-BE49-F238E27FC236}">
                <a16:creationId xmlns:a16="http://schemas.microsoft.com/office/drawing/2014/main" id="{B41CCA0C-EB78-4C3F-B087-9465B85CAE60}"/>
              </a:ext>
            </a:extLst>
          </p:cNvPr>
          <p:cNvSpPr>
            <a:spLocks noChangeAspect="1" noEditPoints="1"/>
          </p:cNvSpPr>
          <p:nvPr/>
        </p:nvSpPr>
        <p:spPr bwMode="auto">
          <a:xfrm>
            <a:off x="710753" y="3498178"/>
            <a:ext cx="374747" cy="365760"/>
          </a:xfrm>
          <a:custGeom>
            <a:avLst/>
            <a:gdLst>
              <a:gd name="T0" fmla="*/ 1610 w 3220"/>
              <a:gd name="T1" fmla="*/ 0 h 3220"/>
              <a:gd name="T2" fmla="*/ 0 w 3220"/>
              <a:gd name="T3" fmla="*/ 1610 h 3220"/>
              <a:gd name="T4" fmla="*/ 1610 w 3220"/>
              <a:gd name="T5" fmla="*/ 3220 h 3220"/>
              <a:gd name="T6" fmla="*/ 3220 w 3220"/>
              <a:gd name="T7" fmla="*/ 1610 h 3220"/>
              <a:gd name="T8" fmla="*/ 1610 w 3220"/>
              <a:gd name="T9" fmla="*/ 0 h 3220"/>
              <a:gd name="T10" fmla="*/ 1486 w 3220"/>
              <a:gd name="T11" fmla="*/ 619 h 3220"/>
              <a:gd name="T12" fmla="*/ 1486 w 3220"/>
              <a:gd name="T13" fmla="*/ 1734 h 3220"/>
              <a:gd name="T14" fmla="*/ 2353 w 3220"/>
              <a:gd name="T15" fmla="*/ 1734 h 32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20" h="3220">
                <a:moveTo>
                  <a:pt x="1610" y="0"/>
                </a:moveTo>
                <a:cubicBezTo>
                  <a:pt x="721" y="0"/>
                  <a:pt x="0" y="721"/>
                  <a:pt x="0" y="1610"/>
                </a:cubicBezTo>
                <a:cubicBezTo>
                  <a:pt x="0" y="2499"/>
                  <a:pt x="721" y="3220"/>
                  <a:pt x="1610" y="3220"/>
                </a:cubicBezTo>
                <a:cubicBezTo>
                  <a:pt x="2499" y="3220"/>
                  <a:pt x="3220" y="2499"/>
                  <a:pt x="3220" y="1610"/>
                </a:cubicBezTo>
                <a:cubicBezTo>
                  <a:pt x="3220" y="721"/>
                  <a:pt x="2499" y="0"/>
                  <a:pt x="1610" y="0"/>
                </a:cubicBezTo>
                <a:close/>
                <a:moveTo>
                  <a:pt x="1486" y="619"/>
                </a:moveTo>
                <a:cubicBezTo>
                  <a:pt x="1486" y="1734"/>
                  <a:pt x="1486" y="1734"/>
                  <a:pt x="1486" y="1734"/>
                </a:cubicBezTo>
                <a:cubicBezTo>
                  <a:pt x="2353" y="1734"/>
                  <a:pt x="2353" y="1734"/>
                  <a:pt x="2353" y="1734"/>
                </a:cubicBezTo>
              </a:path>
            </a:pathLst>
          </a:custGeom>
          <a:noFill/>
          <a:ln w="15875" cap="sq">
            <a:solidFill>
              <a:srgbClr val="C73ECC"/>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noProof="0" dirty="0"/>
          </a:p>
        </p:txBody>
      </p:sp>
      <p:sp>
        <p:nvSpPr>
          <p:cNvPr id="9" name="Rounded Rectangle 8"/>
          <p:cNvSpPr/>
          <p:nvPr/>
        </p:nvSpPr>
        <p:spPr>
          <a:xfrm>
            <a:off x="588263" y="4127323"/>
            <a:ext cx="4347531" cy="713232"/>
          </a:xfrm>
          <a:prstGeom prst="rect">
            <a:avLst/>
          </a:prstGeom>
          <a:solidFill>
            <a:schemeClr val="bg1">
              <a:lumMod val="95000"/>
            </a:schemeClr>
          </a:solidFill>
          <a:ln>
            <a:noFill/>
          </a:ln>
          <a:effectLst/>
        </p:spPr>
        <p:style>
          <a:lnRef idx="1">
            <a:schemeClr val="accent2"/>
          </a:lnRef>
          <a:fillRef idx="3">
            <a:schemeClr val="accent2"/>
          </a:fillRef>
          <a:effectRef idx="2">
            <a:schemeClr val="accent1"/>
          </a:effectRef>
          <a:fontRef idx="minor">
            <a:schemeClr val="lt1"/>
          </a:fontRef>
        </p:style>
        <p:txBody>
          <a:bodyPr wrap="square" lIns="45720" tIns="0" rIns="45720" bIns="0" rtlCol="0" anchor="ctr"/>
          <a:lstStyle/>
          <a:p>
            <a:pPr algn="ctr"/>
            <a:r>
              <a:rPr lang="en-US" sz="1400" b="1" noProof="0" dirty="0">
                <a:solidFill>
                  <a:srgbClr val="454142"/>
                </a:solidFill>
              </a:rPr>
              <a:t>Binary</a:t>
            </a:r>
          </a:p>
          <a:p>
            <a:pPr algn="ctr"/>
            <a:r>
              <a:rPr lang="en-US" sz="1200" noProof="0" dirty="0">
                <a:solidFill>
                  <a:srgbClr val="454142"/>
                </a:solidFill>
              </a:rPr>
              <a:t>VARBINARY(MAX)</a:t>
            </a:r>
          </a:p>
        </p:txBody>
      </p:sp>
      <p:sp>
        <p:nvSpPr>
          <p:cNvPr id="46744" name="binary" title="Icon of binary code, ones and zeros">
            <a:extLst>
              <a:ext uri="{FF2B5EF4-FFF2-40B4-BE49-F238E27FC236}">
                <a16:creationId xmlns:a16="http://schemas.microsoft.com/office/drawing/2014/main" id="{96CCD987-99C6-4E4D-9A6A-62A6A12CAC23}"/>
              </a:ext>
            </a:extLst>
          </p:cNvPr>
          <p:cNvSpPr>
            <a:spLocks noChangeAspect="1" noEditPoints="1"/>
          </p:cNvSpPr>
          <p:nvPr/>
        </p:nvSpPr>
        <p:spPr bwMode="auto">
          <a:xfrm>
            <a:off x="710573" y="4326022"/>
            <a:ext cx="374931" cy="315833"/>
          </a:xfrm>
          <a:custGeom>
            <a:avLst/>
            <a:gdLst>
              <a:gd name="T0" fmla="*/ 0 w 245"/>
              <a:gd name="T1" fmla="*/ 48 h 212"/>
              <a:gd name="T2" fmla="*/ 92 w 245"/>
              <a:gd name="T3" fmla="*/ 48 h 212"/>
              <a:gd name="T4" fmla="*/ 183 w 245"/>
              <a:gd name="T5" fmla="*/ 48 h 212"/>
              <a:gd name="T6" fmla="*/ 62 w 245"/>
              <a:gd name="T7" fmla="*/ 15 h 212"/>
              <a:gd name="T8" fmla="*/ 46 w 245"/>
              <a:gd name="T9" fmla="*/ 0 h 212"/>
              <a:gd name="T10" fmla="*/ 30 w 245"/>
              <a:gd name="T11" fmla="*/ 33 h 212"/>
              <a:gd name="T12" fmla="*/ 46 w 245"/>
              <a:gd name="T13" fmla="*/ 49 h 212"/>
              <a:gd name="T14" fmla="*/ 153 w 245"/>
              <a:gd name="T15" fmla="*/ 33 h 212"/>
              <a:gd name="T16" fmla="*/ 137 w 245"/>
              <a:gd name="T17" fmla="*/ 0 h 212"/>
              <a:gd name="T18" fmla="*/ 122 w 245"/>
              <a:gd name="T19" fmla="*/ 15 h 212"/>
              <a:gd name="T20" fmla="*/ 137 w 245"/>
              <a:gd name="T21" fmla="*/ 49 h 212"/>
              <a:gd name="T22" fmla="*/ 153 w 245"/>
              <a:gd name="T23" fmla="*/ 33 h 212"/>
              <a:gd name="T24" fmla="*/ 245 w 245"/>
              <a:gd name="T25" fmla="*/ 15 h 212"/>
              <a:gd name="T26" fmla="*/ 229 w 245"/>
              <a:gd name="T27" fmla="*/ 0 h 212"/>
              <a:gd name="T28" fmla="*/ 213 w 245"/>
              <a:gd name="T29" fmla="*/ 33 h 212"/>
              <a:gd name="T30" fmla="*/ 229 w 245"/>
              <a:gd name="T31" fmla="*/ 49 h 212"/>
              <a:gd name="T32" fmla="*/ 0 w 245"/>
              <a:gd name="T33" fmla="*/ 163 h 212"/>
              <a:gd name="T34" fmla="*/ 92 w 245"/>
              <a:gd name="T35" fmla="*/ 163 h 212"/>
              <a:gd name="T36" fmla="*/ 183 w 245"/>
              <a:gd name="T37" fmla="*/ 163 h 212"/>
              <a:gd name="T38" fmla="*/ 62 w 245"/>
              <a:gd name="T39" fmla="*/ 196 h 212"/>
              <a:gd name="T40" fmla="*/ 46 w 245"/>
              <a:gd name="T41" fmla="*/ 163 h 212"/>
              <a:gd name="T42" fmla="*/ 30 w 245"/>
              <a:gd name="T43" fmla="*/ 179 h 212"/>
              <a:gd name="T44" fmla="*/ 46 w 245"/>
              <a:gd name="T45" fmla="*/ 212 h 212"/>
              <a:gd name="T46" fmla="*/ 62 w 245"/>
              <a:gd name="T47" fmla="*/ 196 h 212"/>
              <a:gd name="T48" fmla="*/ 153 w 245"/>
              <a:gd name="T49" fmla="*/ 179 h 212"/>
              <a:gd name="T50" fmla="*/ 137 w 245"/>
              <a:gd name="T51" fmla="*/ 163 h 212"/>
              <a:gd name="T52" fmla="*/ 122 w 245"/>
              <a:gd name="T53" fmla="*/ 196 h 212"/>
              <a:gd name="T54" fmla="*/ 137 w 245"/>
              <a:gd name="T55" fmla="*/ 212 h 212"/>
              <a:gd name="T56" fmla="*/ 245 w 245"/>
              <a:gd name="T57" fmla="*/ 196 h 212"/>
              <a:gd name="T58" fmla="*/ 229 w 245"/>
              <a:gd name="T59" fmla="*/ 163 h 212"/>
              <a:gd name="T60" fmla="*/ 213 w 245"/>
              <a:gd name="T61" fmla="*/ 179 h 212"/>
              <a:gd name="T62" fmla="*/ 229 w 245"/>
              <a:gd name="T63" fmla="*/ 212 h 212"/>
              <a:gd name="T64" fmla="*/ 245 w 245"/>
              <a:gd name="T65" fmla="*/ 196 h 212"/>
              <a:gd name="T66" fmla="*/ 62 w 245"/>
              <a:gd name="T67" fmla="*/ 131 h 212"/>
              <a:gd name="T68" fmla="*/ 153 w 245"/>
              <a:gd name="T69" fmla="*/ 131 h 212"/>
              <a:gd name="T70" fmla="*/ 32 w 245"/>
              <a:gd name="T71" fmla="*/ 98 h 212"/>
              <a:gd name="T72" fmla="*/ 16 w 245"/>
              <a:gd name="T73" fmla="*/ 83 h 212"/>
              <a:gd name="T74" fmla="*/ 0 w 245"/>
              <a:gd name="T75" fmla="*/ 116 h 212"/>
              <a:gd name="T76" fmla="*/ 16 w 245"/>
              <a:gd name="T77" fmla="*/ 132 h 212"/>
              <a:gd name="T78" fmla="*/ 123 w 245"/>
              <a:gd name="T79" fmla="*/ 116 h 212"/>
              <a:gd name="T80" fmla="*/ 107 w 245"/>
              <a:gd name="T81" fmla="*/ 83 h 212"/>
              <a:gd name="T82" fmla="*/ 92 w 245"/>
              <a:gd name="T83" fmla="*/ 98 h 212"/>
              <a:gd name="T84" fmla="*/ 107 w 245"/>
              <a:gd name="T85" fmla="*/ 132 h 212"/>
              <a:gd name="T86" fmla="*/ 123 w 245"/>
              <a:gd name="T87" fmla="*/ 116 h 212"/>
              <a:gd name="T88" fmla="*/ 215 w 245"/>
              <a:gd name="T89" fmla="*/ 98 h 212"/>
              <a:gd name="T90" fmla="*/ 199 w 245"/>
              <a:gd name="T91" fmla="*/ 83 h 212"/>
              <a:gd name="T92" fmla="*/ 183 w 245"/>
              <a:gd name="T93" fmla="*/ 116 h 212"/>
              <a:gd name="T94" fmla="*/ 199 w 245"/>
              <a:gd name="T95" fmla="*/ 132 h 212"/>
              <a:gd name="T96" fmla="*/ 245 w 245"/>
              <a:gd name="T97" fmla="*/ 83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5" h="212">
                <a:moveTo>
                  <a:pt x="0" y="0"/>
                </a:moveTo>
                <a:cubicBezTo>
                  <a:pt x="0" y="48"/>
                  <a:pt x="0" y="48"/>
                  <a:pt x="0" y="48"/>
                </a:cubicBezTo>
                <a:moveTo>
                  <a:pt x="92" y="0"/>
                </a:moveTo>
                <a:cubicBezTo>
                  <a:pt x="92" y="48"/>
                  <a:pt x="92" y="48"/>
                  <a:pt x="92" y="48"/>
                </a:cubicBezTo>
                <a:moveTo>
                  <a:pt x="183" y="0"/>
                </a:moveTo>
                <a:cubicBezTo>
                  <a:pt x="183" y="48"/>
                  <a:pt x="183" y="48"/>
                  <a:pt x="183" y="48"/>
                </a:cubicBezTo>
                <a:moveTo>
                  <a:pt x="62" y="33"/>
                </a:moveTo>
                <a:cubicBezTo>
                  <a:pt x="62" y="15"/>
                  <a:pt x="62" y="15"/>
                  <a:pt x="62" y="15"/>
                </a:cubicBezTo>
                <a:cubicBezTo>
                  <a:pt x="62" y="7"/>
                  <a:pt x="55" y="0"/>
                  <a:pt x="46" y="0"/>
                </a:cubicBezTo>
                <a:cubicBezTo>
                  <a:pt x="46" y="0"/>
                  <a:pt x="46" y="0"/>
                  <a:pt x="46" y="0"/>
                </a:cubicBezTo>
                <a:cubicBezTo>
                  <a:pt x="37" y="0"/>
                  <a:pt x="30" y="7"/>
                  <a:pt x="30" y="15"/>
                </a:cubicBezTo>
                <a:cubicBezTo>
                  <a:pt x="30" y="33"/>
                  <a:pt x="30" y="33"/>
                  <a:pt x="30" y="33"/>
                </a:cubicBezTo>
                <a:cubicBezTo>
                  <a:pt x="30" y="41"/>
                  <a:pt x="37" y="49"/>
                  <a:pt x="46" y="49"/>
                </a:cubicBezTo>
                <a:cubicBezTo>
                  <a:pt x="46" y="49"/>
                  <a:pt x="46" y="49"/>
                  <a:pt x="46" y="49"/>
                </a:cubicBezTo>
                <a:cubicBezTo>
                  <a:pt x="55" y="49"/>
                  <a:pt x="62" y="41"/>
                  <a:pt x="62" y="33"/>
                </a:cubicBezTo>
                <a:close/>
                <a:moveTo>
                  <a:pt x="153" y="33"/>
                </a:moveTo>
                <a:cubicBezTo>
                  <a:pt x="153" y="15"/>
                  <a:pt x="153" y="15"/>
                  <a:pt x="153" y="15"/>
                </a:cubicBezTo>
                <a:cubicBezTo>
                  <a:pt x="153" y="7"/>
                  <a:pt x="146" y="0"/>
                  <a:pt x="137" y="0"/>
                </a:cubicBezTo>
                <a:cubicBezTo>
                  <a:pt x="137" y="0"/>
                  <a:pt x="137" y="0"/>
                  <a:pt x="137" y="0"/>
                </a:cubicBezTo>
                <a:cubicBezTo>
                  <a:pt x="129" y="0"/>
                  <a:pt x="122" y="7"/>
                  <a:pt x="122" y="15"/>
                </a:cubicBezTo>
                <a:cubicBezTo>
                  <a:pt x="122" y="33"/>
                  <a:pt x="122" y="33"/>
                  <a:pt x="122" y="33"/>
                </a:cubicBezTo>
                <a:cubicBezTo>
                  <a:pt x="122" y="41"/>
                  <a:pt x="129" y="49"/>
                  <a:pt x="137" y="49"/>
                </a:cubicBezTo>
                <a:cubicBezTo>
                  <a:pt x="137" y="49"/>
                  <a:pt x="137" y="49"/>
                  <a:pt x="137" y="49"/>
                </a:cubicBezTo>
                <a:cubicBezTo>
                  <a:pt x="146" y="49"/>
                  <a:pt x="153" y="41"/>
                  <a:pt x="153" y="33"/>
                </a:cubicBezTo>
                <a:close/>
                <a:moveTo>
                  <a:pt x="245" y="33"/>
                </a:moveTo>
                <a:cubicBezTo>
                  <a:pt x="245" y="15"/>
                  <a:pt x="245" y="15"/>
                  <a:pt x="245" y="15"/>
                </a:cubicBezTo>
                <a:cubicBezTo>
                  <a:pt x="245" y="7"/>
                  <a:pt x="237" y="0"/>
                  <a:pt x="229" y="0"/>
                </a:cubicBezTo>
                <a:cubicBezTo>
                  <a:pt x="229" y="0"/>
                  <a:pt x="229" y="0"/>
                  <a:pt x="229" y="0"/>
                </a:cubicBezTo>
                <a:cubicBezTo>
                  <a:pt x="220" y="0"/>
                  <a:pt x="213" y="7"/>
                  <a:pt x="213" y="15"/>
                </a:cubicBezTo>
                <a:cubicBezTo>
                  <a:pt x="213" y="33"/>
                  <a:pt x="213" y="33"/>
                  <a:pt x="213" y="33"/>
                </a:cubicBezTo>
                <a:cubicBezTo>
                  <a:pt x="213" y="41"/>
                  <a:pt x="220" y="49"/>
                  <a:pt x="229" y="49"/>
                </a:cubicBezTo>
                <a:cubicBezTo>
                  <a:pt x="229" y="49"/>
                  <a:pt x="229" y="49"/>
                  <a:pt x="229" y="49"/>
                </a:cubicBezTo>
                <a:cubicBezTo>
                  <a:pt x="237" y="49"/>
                  <a:pt x="245" y="41"/>
                  <a:pt x="245" y="33"/>
                </a:cubicBezTo>
                <a:close/>
                <a:moveTo>
                  <a:pt x="0" y="163"/>
                </a:moveTo>
                <a:cubicBezTo>
                  <a:pt x="0" y="212"/>
                  <a:pt x="0" y="212"/>
                  <a:pt x="0" y="212"/>
                </a:cubicBezTo>
                <a:moveTo>
                  <a:pt x="92" y="163"/>
                </a:moveTo>
                <a:cubicBezTo>
                  <a:pt x="92" y="212"/>
                  <a:pt x="92" y="212"/>
                  <a:pt x="92" y="212"/>
                </a:cubicBezTo>
                <a:moveTo>
                  <a:pt x="183" y="163"/>
                </a:moveTo>
                <a:cubicBezTo>
                  <a:pt x="183" y="212"/>
                  <a:pt x="183" y="212"/>
                  <a:pt x="183" y="212"/>
                </a:cubicBezTo>
                <a:moveTo>
                  <a:pt x="62" y="196"/>
                </a:moveTo>
                <a:cubicBezTo>
                  <a:pt x="62" y="179"/>
                  <a:pt x="62" y="179"/>
                  <a:pt x="62" y="179"/>
                </a:cubicBezTo>
                <a:cubicBezTo>
                  <a:pt x="62" y="170"/>
                  <a:pt x="55" y="163"/>
                  <a:pt x="46" y="163"/>
                </a:cubicBezTo>
                <a:cubicBezTo>
                  <a:pt x="46" y="163"/>
                  <a:pt x="46" y="163"/>
                  <a:pt x="46" y="163"/>
                </a:cubicBezTo>
                <a:cubicBezTo>
                  <a:pt x="37" y="163"/>
                  <a:pt x="30" y="170"/>
                  <a:pt x="30" y="179"/>
                </a:cubicBezTo>
                <a:cubicBezTo>
                  <a:pt x="30" y="196"/>
                  <a:pt x="30" y="196"/>
                  <a:pt x="30" y="196"/>
                </a:cubicBezTo>
                <a:cubicBezTo>
                  <a:pt x="30" y="205"/>
                  <a:pt x="37" y="212"/>
                  <a:pt x="46" y="212"/>
                </a:cubicBezTo>
                <a:cubicBezTo>
                  <a:pt x="46" y="212"/>
                  <a:pt x="46" y="212"/>
                  <a:pt x="46" y="212"/>
                </a:cubicBezTo>
                <a:cubicBezTo>
                  <a:pt x="55" y="212"/>
                  <a:pt x="62" y="205"/>
                  <a:pt x="62" y="196"/>
                </a:cubicBezTo>
                <a:close/>
                <a:moveTo>
                  <a:pt x="153" y="196"/>
                </a:moveTo>
                <a:cubicBezTo>
                  <a:pt x="153" y="179"/>
                  <a:pt x="153" y="179"/>
                  <a:pt x="153" y="179"/>
                </a:cubicBezTo>
                <a:cubicBezTo>
                  <a:pt x="153" y="170"/>
                  <a:pt x="146" y="163"/>
                  <a:pt x="137" y="163"/>
                </a:cubicBezTo>
                <a:cubicBezTo>
                  <a:pt x="137" y="163"/>
                  <a:pt x="137" y="163"/>
                  <a:pt x="137" y="163"/>
                </a:cubicBezTo>
                <a:cubicBezTo>
                  <a:pt x="129" y="163"/>
                  <a:pt x="122" y="170"/>
                  <a:pt x="122" y="179"/>
                </a:cubicBezTo>
                <a:cubicBezTo>
                  <a:pt x="122" y="196"/>
                  <a:pt x="122" y="196"/>
                  <a:pt x="122" y="196"/>
                </a:cubicBezTo>
                <a:cubicBezTo>
                  <a:pt x="122" y="205"/>
                  <a:pt x="129" y="212"/>
                  <a:pt x="137" y="212"/>
                </a:cubicBezTo>
                <a:cubicBezTo>
                  <a:pt x="137" y="212"/>
                  <a:pt x="137" y="212"/>
                  <a:pt x="137" y="212"/>
                </a:cubicBezTo>
                <a:cubicBezTo>
                  <a:pt x="146" y="212"/>
                  <a:pt x="153" y="205"/>
                  <a:pt x="153" y="196"/>
                </a:cubicBezTo>
                <a:close/>
                <a:moveTo>
                  <a:pt x="245" y="196"/>
                </a:moveTo>
                <a:cubicBezTo>
                  <a:pt x="245" y="179"/>
                  <a:pt x="245" y="179"/>
                  <a:pt x="245" y="179"/>
                </a:cubicBezTo>
                <a:cubicBezTo>
                  <a:pt x="245" y="170"/>
                  <a:pt x="237" y="163"/>
                  <a:pt x="229" y="163"/>
                </a:cubicBezTo>
                <a:cubicBezTo>
                  <a:pt x="229" y="163"/>
                  <a:pt x="229" y="163"/>
                  <a:pt x="229" y="163"/>
                </a:cubicBezTo>
                <a:cubicBezTo>
                  <a:pt x="220" y="163"/>
                  <a:pt x="213" y="170"/>
                  <a:pt x="213" y="179"/>
                </a:cubicBezTo>
                <a:cubicBezTo>
                  <a:pt x="213" y="196"/>
                  <a:pt x="213" y="196"/>
                  <a:pt x="213" y="196"/>
                </a:cubicBezTo>
                <a:cubicBezTo>
                  <a:pt x="213" y="205"/>
                  <a:pt x="220" y="212"/>
                  <a:pt x="229" y="212"/>
                </a:cubicBezTo>
                <a:cubicBezTo>
                  <a:pt x="229" y="212"/>
                  <a:pt x="229" y="212"/>
                  <a:pt x="229" y="212"/>
                </a:cubicBezTo>
                <a:cubicBezTo>
                  <a:pt x="237" y="212"/>
                  <a:pt x="245" y="205"/>
                  <a:pt x="245" y="196"/>
                </a:cubicBezTo>
                <a:close/>
                <a:moveTo>
                  <a:pt x="62" y="83"/>
                </a:moveTo>
                <a:cubicBezTo>
                  <a:pt x="62" y="131"/>
                  <a:pt x="62" y="131"/>
                  <a:pt x="62" y="131"/>
                </a:cubicBezTo>
                <a:moveTo>
                  <a:pt x="153" y="83"/>
                </a:moveTo>
                <a:cubicBezTo>
                  <a:pt x="153" y="131"/>
                  <a:pt x="153" y="131"/>
                  <a:pt x="153" y="131"/>
                </a:cubicBezTo>
                <a:moveTo>
                  <a:pt x="32" y="116"/>
                </a:moveTo>
                <a:cubicBezTo>
                  <a:pt x="32" y="98"/>
                  <a:pt x="32" y="98"/>
                  <a:pt x="32" y="98"/>
                </a:cubicBezTo>
                <a:cubicBezTo>
                  <a:pt x="32" y="90"/>
                  <a:pt x="25" y="83"/>
                  <a:pt x="16" y="83"/>
                </a:cubicBezTo>
                <a:cubicBezTo>
                  <a:pt x="16" y="83"/>
                  <a:pt x="16" y="83"/>
                  <a:pt x="16" y="83"/>
                </a:cubicBezTo>
                <a:cubicBezTo>
                  <a:pt x="7" y="83"/>
                  <a:pt x="0" y="90"/>
                  <a:pt x="0" y="98"/>
                </a:cubicBezTo>
                <a:cubicBezTo>
                  <a:pt x="0" y="116"/>
                  <a:pt x="0" y="116"/>
                  <a:pt x="0" y="116"/>
                </a:cubicBezTo>
                <a:cubicBezTo>
                  <a:pt x="0" y="124"/>
                  <a:pt x="7" y="132"/>
                  <a:pt x="16" y="132"/>
                </a:cubicBezTo>
                <a:cubicBezTo>
                  <a:pt x="16" y="132"/>
                  <a:pt x="16" y="132"/>
                  <a:pt x="16" y="132"/>
                </a:cubicBezTo>
                <a:cubicBezTo>
                  <a:pt x="25" y="132"/>
                  <a:pt x="32" y="124"/>
                  <a:pt x="32" y="116"/>
                </a:cubicBezTo>
                <a:close/>
                <a:moveTo>
                  <a:pt x="123" y="116"/>
                </a:moveTo>
                <a:cubicBezTo>
                  <a:pt x="123" y="98"/>
                  <a:pt x="123" y="98"/>
                  <a:pt x="123" y="98"/>
                </a:cubicBezTo>
                <a:cubicBezTo>
                  <a:pt x="123" y="90"/>
                  <a:pt x="116" y="83"/>
                  <a:pt x="107" y="83"/>
                </a:cubicBezTo>
                <a:cubicBezTo>
                  <a:pt x="107" y="83"/>
                  <a:pt x="107" y="83"/>
                  <a:pt x="107" y="83"/>
                </a:cubicBezTo>
                <a:cubicBezTo>
                  <a:pt x="99" y="83"/>
                  <a:pt x="92" y="90"/>
                  <a:pt x="92" y="98"/>
                </a:cubicBezTo>
                <a:cubicBezTo>
                  <a:pt x="92" y="116"/>
                  <a:pt x="92" y="116"/>
                  <a:pt x="92" y="116"/>
                </a:cubicBezTo>
                <a:cubicBezTo>
                  <a:pt x="92" y="124"/>
                  <a:pt x="99" y="132"/>
                  <a:pt x="107" y="132"/>
                </a:cubicBezTo>
                <a:cubicBezTo>
                  <a:pt x="107" y="132"/>
                  <a:pt x="107" y="132"/>
                  <a:pt x="107" y="132"/>
                </a:cubicBezTo>
                <a:cubicBezTo>
                  <a:pt x="116" y="132"/>
                  <a:pt x="123" y="124"/>
                  <a:pt x="123" y="116"/>
                </a:cubicBezTo>
                <a:close/>
                <a:moveTo>
                  <a:pt x="215" y="116"/>
                </a:moveTo>
                <a:cubicBezTo>
                  <a:pt x="215" y="98"/>
                  <a:pt x="215" y="98"/>
                  <a:pt x="215" y="98"/>
                </a:cubicBezTo>
                <a:cubicBezTo>
                  <a:pt x="215" y="90"/>
                  <a:pt x="207" y="83"/>
                  <a:pt x="199" y="83"/>
                </a:cubicBezTo>
                <a:cubicBezTo>
                  <a:pt x="199" y="83"/>
                  <a:pt x="199" y="83"/>
                  <a:pt x="199" y="83"/>
                </a:cubicBezTo>
                <a:cubicBezTo>
                  <a:pt x="190" y="83"/>
                  <a:pt x="183" y="90"/>
                  <a:pt x="183" y="98"/>
                </a:cubicBezTo>
                <a:cubicBezTo>
                  <a:pt x="183" y="116"/>
                  <a:pt x="183" y="116"/>
                  <a:pt x="183" y="116"/>
                </a:cubicBezTo>
                <a:cubicBezTo>
                  <a:pt x="183" y="124"/>
                  <a:pt x="190" y="132"/>
                  <a:pt x="199" y="132"/>
                </a:cubicBezTo>
                <a:cubicBezTo>
                  <a:pt x="199" y="132"/>
                  <a:pt x="199" y="132"/>
                  <a:pt x="199" y="132"/>
                </a:cubicBezTo>
                <a:cubicBezTo>
                  <a:pt x="207" y="132"/>
                  <a:pt x="215" y="124"/>
                  <a:pt x="215" y="116"/>
                </a:cubicBezTo>
                <a:close/>
                <a:moveTo>
                  <a:pt x="245" y="83"/>
                </a:moveTo>
                <a:cubicBezTo>
                  <a:pt x="245" y="131"/>
                  <a:pt x="245" y="131"/>
                  <a:pt x="245" y="131"/>
                </a:cubicBezTo>
              </a:path>
            </a:pathLst>
          </a:custGeom>
          <a:noFill/>
          <a:ln w="15875" cap="sq">
            <a:solidFill>
              <a:srgbClr val="C73ECC"/>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noProof="0" dirty="0"/>
          </a:p>
        </p:txBody>
      </p:sp>
      <p:sp>
        <p:nvSpPr>
          <p:cNvPr id="10" name="Rounded Rectangle 9"/>
          <p:cNvSpPr/>
          <p:nvPr/>
        </p:nvSpPr>
        <p:spPr>
          <a:xfrm>
            <a:off x="588263" y="4955325"/>
            <a:ext cx="4347531" cy="713232"/>
          </a:xfrm>
          <a:prstGeom prst="rect">
            <a:avLst/>
          </a:prstGeom>
          <a:solidFill>
            <a:schemeClr val="bg1">
              <a:lumMod val="95000"/>
            </a:schemeClr>
          </a:solidFill>
          <a:ln>
            <a:noFill/>
          </a:ln>
          <a:effectLst/>
        </p:spPr>
        <p:style>
          <a:lnRef idx="1">
            <a:schemeClr val="accent2"/>
          </a:lnRef>
          <a:fillRef idx="3">
            <a:schemeClr val="accent2"/>
          </a:fillRef>
          <a:effectRef idx="2">
            <a:schemeClr val="accent1"/>
          </a:effectRef>
          <a:fontRef idx="minor">
            <a:schemeClr val="lt1"/>
          </a:fontRef>
        </p:style>
        <p:txBody>
          <a:bodyPr wrap="square" lIns="45720" tIns="0" rIns="45720" bIns="0" rtlCol="0" anchor="ctr"/>
          <a:lstStyle/>
          <a:p>
            <a:pPr algn="ctr"/>
            <a:r>
              <a:rPr lang="en-US" sz="1400" b="1" noProof="0" dirty="0">
                <a:solidFill>
                  <a:srgbClr val="454142"/>
                </a:solidFill>
              </a:rPr>
              <a:t>Special</a:t>
            </a:r>
          </a:p>
          <a:p>
            <a:pPr algn="ctr"/>
            <a:r>
              <a:rPr lang="en-US" sz="1200" noProof="0" dirty="0">
                <a:solidFill>
                  <a:srgbClr val="454142"/>
                </a:solidFill>
              </a:rPr>
              <a:t>UNIQUEIDENTIFIER · XML · JSON</a:t>
            </a:r>
          </a:p>
        </p:txBody>
      </p:sp>
      <p:sp>
        <p:nvSpPr>
          <p:cNvPr id="26533" name="DeveloperTools_EC7A" title="Icon of a wrench and a screwdriver">
            <a:extLst>
              <a:ext uri="{FF2B5EF4-FFF2-40B4-BE49-F238E27FC236}">
                <a16:creationId xmlns:a16="http://schemas.microsoft.com/office/drawing/2014/main" id="{E846F75E-A34B-4AA5-A75C-3D5F216BDB3C}"/>
              </a:ext>
            </a:extLst>
          </p:cNvPr>
          <p:cNvSpPr>
            <a:spLocks noChangeAspect="1" noEditPoints="1"/>
          </p:cNvSpPr>
          <p:nvPr/>
        </p:nvSpPr>
        <p:spPr bwMode="auto">
          <a:xfrm>
            <a:off x="768087" y="5129061"/>
            <a:ext cx="237951" cy="365760"/>
          </a:xfrm>
          <a:custGeom>
            <a:avLst/>
            <a:gdLst>
              <a:gd name="T0" fmla="*/ 765 w 2384"/>
              <a:gd name="T1" fmla="*/ 958 h 3756"/>
              <a:gd name="T2" fmla="*/ 765 w 2384"/>
              <a:gd name="T3" fmla="*/ 3500 h 3756"/>
              <a:gd name="T4" fmla="*/ 509 w 2384"/>
              <a:gd name="T5" fmla="*/ 3756 h 3756"/>
              <a:gd name="T6" fmla="*/ 509 w 2384"/>
              <a:gd name="T7" fmla="*/ 3756 h 3756"/>
              <a:gd name="T8" fmla="*/ 253 w 2384"/>
              <a:gd name="T9" fmla="*/ 3500 h 3756"/>
              <a:gd name="T10" fmla="*/ 253 w 2384"/>
              <a:gd name="T11" fmla="*/ 958 h 3756"/>
              <a:gd name="T12" fmla="*/ 0 w 2384"/>
              <a:gd name="T13" fmla="*/ 518 h 3756"/>
              <a:gd name="T14" fmla="*/ 509 w 2384"/>
              <a:gd name="T15" fmla="*/ 9 h 3756"/>
              <a:gd name="T16" fmla="*/ 1018 w 2384"/>
              <a:gd name="T17" fmla="*/ 518 h 3756"/>
              <a:gd name="T18" fmla="*/ 765 w 2384"/>
              <a:gd name="T19" fmla="*/ 958 h 3756"/>
              <a:gd name="T20" fmla="*/ 1503 w 2384"/>
              <a:gd name="T21" fmla="*/ 2012 h 3756"/>
              <a:gd name="T22" fmla="*/ 1503 w 2384"/>
              <a:gd name="T23" fmla="*/ 3500 h 3756"/>
              <a:gd name="T24" fmla="*/ 1759 w 2384"/>
              <a:gd name="T25" fmla="*/ 3756 h 3756"/>
              <a:gd name="T26" fmla="*/ 1759 w 2384"/>
              <a:gd name="T27" fmla="*/ 3756 h 3756"/>
              <a:gd name="T28" fmla="*/ 2015 w 2384"/>
              <a:gd name="T29" fmla="*/ 3500 h 3756"/>
              <a:gd name="T30" fmla="*/ 2015 w 2384"/>
              <a:gd name="T31" fmla="*/ 2012 h 3756"/>
              <a:gd name="T32" fmla="*/ 509 w 2384"/>
              <a:gd name="T33" fmla="*/ 0 h 3756"/>
              <a:gd name="T34" fmla="*/ 509 w 2384"/>
              <a:gd name="T35" fmla="*/ 509 h 3756"/>
              <a:gd name="T36" fmla="*/ 1134 w 2384"/>
              <a:gd name="T37" fmla="*/ 2012 h 3756"/>
              <a:gd name="T38" fmla="*/ 2384 w 2384"/>
              <a:gd name="T39" fmla="*/ 2012 h 3756"/>
              <a:gd name="T40" fmla="*/ 1759 w 2384"/>
              <a:gd name="T41" fmla="*/ 2012 h 3756"/>
              <a:gd name="T42" fmla="*/ 1759 w 2384"/>
              <a:gd name="T43" fmla="*/ 711 h 3756"/>
              <a:gd name="T44" fmla="*/ 2015 w 2384"/>
              <a:gd name="T45" fmla="*/ 9 h 3756"/>
              <a:gd name="T46" fmla="*/ 1503 w 2384"/>
              <a:gd name="T47" fmla="*/ 9 h 3756"/>
              <a:gd name="T48" fmla="*/ 1503 w 2384"/>
              <a:gd name="T49" fmla="*/ 510 h 3756"/>
              <a:gd name="T50" fmla="*/ 1759 w 2384"/>
              <a:gd name="T51" fmla="*/ 756 h 3756"/>
              <a:gd name="T52" fmla="*/ 2015 w 2384"/>
              <a:gd name="T53" fmla="*/ 510 h 3756"/>
              <a:gd name="T54" fmla="*/ 2015 w 2384"/>
              <a:gd name="T55" fmla="*/ 9 h 3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384" h="3756">
                <a:moveTo>
                  <a:pt x="765" y="958"/>
                </a:moveTo>
                <a:cubicBezTo>
                  <a:pt x="765" y="3500"/>
                  <a:pt x="765" y="3500"/>
                  <a:pt x="765" y="3500"/>
                </a:cubicBezTo>
                <a:cubicBezTo>
                  <a:pt x="765" y="3641"/>
                  <a:pt x="650" y="3756"/>
                  <a:pt x="509" y="3756"/>
                </a:cubicBezTo>
                <a:cubicBezTo>
                  <a:pt x="509" y="3756"/>
                  <a:pt x="509" y="3756"/>
                  <a:pt x="509" y="3756"/>
                </a:cubicBezTo>
                <a:cubicBezTo>
                  <a:pt x="368" y="3756"/>
                  <a:pt x="253" y="3641"/>
                  <a:pt x="253" y="3500"/>
                </a:cubicBezTo>
                <a:cubicBezTo>
                  <a:pt x="253" y="958"/>
                  <a:pt x="253" y="958"/>
                  <a:pt x="253" y="958"/>
                </a:cubicBezTo>
                <a:cubicBezTo>
                  <a:pt x="102" y="869"/>
                  <a:pt x="0" y="706"/>
                  <a:pt x="0" y="518"/>
                </a:cubicBezTo>
                <a:cubicBezTo>
                  <a:pt x="0" y="237"/>
                  <a:pt x="228" y="9"/>
                  <a:pt x="509" y="9"/>
                </a:cubicBezTo>
                <a:cubicBezTo>
                  <a:pt x="790" y="9"/>
                  <a:pt x="1018" y="237"/>
                  <a:pt x="1018" y="518"/>
                </a:cubicBezTo>
                <a:cubicBezTo>
                  <a:pt x="1018" y="706"/>
                  <a:pt x="916" y="869"/>
                  <a:pt x="765" y="958"/>
                </a:cubicBezTo>
                <a:close/>
                <a:moveTo>
                  <a:pt x="1503" y="2012"/>
                </a:moveTo>
                <a:cubicBezTo>
                  <a:pt x="1503" y="3500"/>
                  <a:pt x="1503" y="3500"/>
                  <a:pt x="1503" y="3500"/>
                </a:cubicBezTo>
                <a:cubicBezTo>
                  <a:pt x="1503" y="3641"/>
                  <a:pt x="1618" y="3756"/>
                  <a:pt x="1759" y="3756"/>
                </a:cubicBezTo>
                <a:cubicBezTo>
                  <a:pt x="1759" y="3756"/>
                  <a:pt x="1759" y="3756"/>
                  <a:pt x="1759" y="3756"/>
                </a:cubicBezTo>
                <a:cubicBezTo>
                  <a:pt x="1900" y="3756"/>
                  <a:pt x="2015" y="3641"/>
                  <a:pt x="2015" y="3500"/>
                </a:cubicBezTo>
                <a:cubicBezTo>
                  <a:pt x="2015" y="2012"/>
                  <a:pt x="2015" y="2012"/>
                  <a:pt x="2015" y="2012"/>
                </a:cubicBezTo>
                <a:moveTo>
                  <a:pt x="509" y="0"/>
                </a:moveTo>
                <a:cubicBezTo>
                  <a:pt x="509" y="509"/>
                  <a:pt x="509" y="509"/>
                  <a:pt x="509" y="509"/>
                </a:cubicBezTo>
                <a:moveTo>
                  <a:pt x="1134" y="2012"/>
                </a:moveTo>
                <a:cubicBezTo>
                  <a:pt x="2384" y="2012"/>
                  <a:pt x="2384" y="2012"/>
                  <a:pt x="2384" y="2012"/>
                </a:cubicBezTo>
                <a:moveTo>
                  <a:pt x="1759" y="2012"/>
                </a:moveTo>
                <a:cubicBezTo>
                  <a:pt x="1759" y="711"/>
                  <a:pt x="1759" y="711"/>
                  <a:pt x="1759" y="711"/>
                </a:cubicBezTo>
                <a:moveTo>
                  <a:pt x="2015" y="9"/>
                </a:moveTo>
                <a:cubicBezTo>
                  <a:pt x="1503" y="9"/>
                  <a:pt x="1503" y="9"/>
                  <a:pt x="1503" y="9"/>
                </a:cubicBezTo>
                <a:cubicBezTo>
                  <a:pt x="1503" y="510"/>
                  <a:pt x="1503" y="510"/>
                  <a:pt x="1503" y="510"/>
                </a:cubicBezTo>
                <a:cubicBezTo>
                  <a:pt x="1759" y="756"/>
                  <a:pt x="1759" y="756"/>
                  <a:pt x="1759" y="756"/>
                </a:cubicBezTo>
                <a:cubicBezTo>
                  <a:pt x="2015" y="510"/>
                  <a:pt x="2015" y="510"/>
                  <a:pt x="2015" y="510"/>
                </a:cubicBezTo>
                <a:lnTo>
                  <a:pt x="2015" y="9"/>
                </a:lnTo>
                <a:close/>
              </a:path>
            </a:pathLst>
          </a:custGeom>
          <a:noFill/>
          <a:ln w="15875" cap="flat">
            <a:solidFill>
              <a:srgbClr val="C73ECC"/>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noProof="0" dirty="0"/>
          </a:p>
        </p:txBody>
      </p:sp>
      <p:sp>
        <p:nvSpPr>
          <p:cNvPr id="4" name="Text Placeholder 3"/>
          <p:cNvSpPr>
            <a:spLocks noGrp="1"/>
          </p:cNvSpPr>
          <p:nvPr>
            <p:ph type="body" sz="quarter" idx="16"/>
          </p:nvPr>
        </p:nvSpPr>
        <p:spPr>
          <a:xfrm>
            <a:off x="5459234" y="1555151"/>
            <a:ext cx="3817413" cy="217516"/>
          </a:xfrm>
        </p:spPr>
        <p:txBody>
          <a:bodyPr/>
          <a:lstStyle/>
          <a:p>
            <a:r>
              <a:rPr lang="en-US" noProof="0" dirty="0"/>
              <a:t>Data types and column design</a:t>
            </a:r>
          </a:p>
        </p:txBody>
      </p:sp>
      <p:sp>
        <p:nvSpPr>
          <p:cNvPr id="5" name="Text Placeholder 4"/>
          <p:cNvSpPr>
            <a:spLocks noGrp="1"/>
          </p:cNvSpPr>
          <p:nvPr>
            <p:ph type="body" sz="quarter" idx="15"/>
          </p:nvPr>
        </p:nvSpPr>
        <p:spPr>
          <a:xfrm>
            <a:off x="5461423" y="2046759"/>
            <a:ext cx="6142314" cy="3684085"/>
          </a:xfrm>
        </p:spPr>
        <p:txBody>
          <a:bodyPr/>
          <a:lstStyle/>
          <a:p>
            <a:r>
              <a:rPr lang="en-US" sz="1500" b="1" noProof="0" dirty="0"/>
              <a:t>Numeric: </a:t>
            </a:r>
          </a:p>
          <a:p>
            <a:pPr lvl="1"/>
            <a:r>
              <a:rPr lang="en-US" sz="1300" b="0" i="1" noProof="0" dirty="0"/>
              <a:t>Avoid FLOAT for money; DECIMAL gives exact precision</a:t>
            </a:r>
            <a:endParaRPr lang="en-US" sz="1300" noProof="0" dirty="0"/>
          </a:p>
          <a:p>
            <a:endParaRPr lang="en-US" sz="1500" noProof="0" dirty="0"/>
          </a:p>
          <a:p>
            <a:r>
              <a:rPr lang="en-US" sz="1500" b="1" noProof="0" dirty="0"/>
              <a:t>String: </a:t>
            </a:r>
          </a:p>
          <a:p>
            <a:pPr lvl="1"/>
            <a:r>
              <a:rPr lang="en-US" sz="1300" i="1" noProof="0" dirty="0"/>
              <a:t>VARCHAR</a:t>
            </a:r>
            <a:r>
              <a:rPr lang="en-US" sz="1300" noProof="0" dirty="0"/>
              <a:t> vs </a:t>
            </a:r>
            <a:r>
              <a:rPr lang="en-US" sz="1300" i="1" noProof="0" dirty="0"/>
              <a:t>NVARCHAR</a:t>
            </a:r>
            <a:r>
              <a:rPr lang="en-US" sz="1300" noProof="0" dirty="0"/>
              <a:t> - single-byte saves ~50% space over Unicode</a:t>
            </a:r>
          </a:p>
          <a:p>
            <a:endParaRPr lang="en-US" sz="1500" noProof="0" dirty="0"/>
          </a:p>
          <a:p>
            <a:r>
              <a:rPr lang="en-US" sz="1500" b="1" noProof="0" dirty="0"/>
              <a:t>Date/Time: </a:t>
            </a:r>
          </a:p>
          <a:p>
            <a:pPr lvl="1"/>
            <a:r>
              <a:rPr lang="en-US" sz="1300" i="1" noProof="0" dirty="0"/>
              <a:t>DATETIME2</a:t>
            </a:r>
            <a:r>
              <a:rPr lang="en-US" sz="1300" noProof="0" dirty="0"/>
              <a:t> replaces legacy </a:t>
            </a:r>
            <a:r>
              <a:rPr lang="en-US" sz="1300" i="1" noProof="0" dirty="0"/>
              <a:t>DATETIME</a:t>
            </a:r>
          </a:p>
          <a:p>
            <a:endParaRPr lang="en-US" sz="1500" noProof="0" dirty="0"/>
          </a:p>
          <a:p>
            <a:r>
              <a:rPr lang="en-US" sz="1500" b="1" noProof="0" dirty="0"/>
              <a:t>Special: </a:t>
            </a:r>
          </a:p>
          <a:p>
            <a:pPr lvl="1"/>
            <a:r>
              <a:rPr lang="en-US" sz="1300" b="0" i="1" noProof="0" dirty="0"/>
              <a:t>GUID primary keys are 4x wider than INT; JSON is native in SQL 2025+</a:t>
            </a:r>
            <a:endParaRPr lang="en-US" sz="1300" i="1" noProof="0" dirty="0"/>
          </a:p>
          <a:p>
            <a:endParaRPr lang="en-US" sz="1500" noProof="0" dirty="0"/>
          </a:p>
          <a:p>
            <a:r>
              <a:rPr lang="en-US" sz="1500" b="1" noProof="0" dirty="0"/>
              <a:t>Right-size columns: </a:t>
            </a:r>
          </a:p>
          <a:p>
            <a:pPr lvl="1"/>
            <a:r>
              <a:rPr lang="en-US" sz="1300" noProof="0" dirty="0"/>
              <a:t>Smaller types = faster I/O, less storage</a:t>
            </a: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Design and implement indexes</a:t>
            </a:r>
          </a:p>
        </p:txBody>
      </p:sp>
      <p:sp>
        <p:nvSpPr>
          <p:cNvPr id="3" name="Text Placeholder 2"/>
          <p:cNvSpPr>
            <a:spLocks noGrp="1"/>
          </p:cNvSpPr>
          <p:nvPr>
            <p:ph type="body" sz="quarter" idx="16"/>
          </p:nvPr>
        </p:nvSpPr>
        <p:spPr>
          <a:xfrm>
            <a:off x="584200" y="1368525"/>
            <a:ext cx="4714663" cy="246221"/>
          </a:xfrm>
        </p:spPr>
        <p:txBody>
          <a:bodyPr/>
          <a:lstStyle/>
          <a:p>
            <a:r>
              <a:rPr lang="en-US" noProof="0" dirty="0" err="1"/>
              <a:t>Rowstore</a:t>
            </a:r>
            <a:r>
              <a:rPr lang="en-US" noProof="0" dirty="0"/>
              <a:t> vs. </a:t>
            </a:r>
            <a:r>
              <a:rPr lang="en-US" noProof="0" dirty="0" err="1"/>
              <a:t>columnstore</a:t>
            </a:r>
            <a:endParaRPr lang="en-US" noProof="0" dirty="0"/>
          </a:p>
        </p:txBody>
      </p:sp>
      <p:sp>
        <p:nvSpPr>
          <p:cNvPr id="4" name="Text Placeholder 3"/>
          <p:cNvSpPr>
            <a:spLocks noGrp="1"/>
          </p:cNvSpPr>
          <p:nvPr>
            <p:ph type="body" sz="quarter" idx="15"/>
          </p:nvPr>
        </p:nvSpPr>
        <p:spPr>
          <a:xfrm>
            <a:off x="586389" y="1860134"/>
            <a:ext cx="4710689" cy="4412649"/>
          </a:xfrm>
        </p:spPr>
        <p:txBody>
          <a:bodyPr/>
          <a:lstStyle/>
          <a:p>
            <a:r>
              <a:rPr lang="en-US" b="1" noProof="0" dirty="0"/>
              <a:t>Clustered index: </a:t>
            </a:r>
          </a:p>
          <a:p>
            <a:pPr lvl="1"/>
            <a:r>
              <a:rPr lang="en-US" b="0" noProof="0" dirty="0"/>
              <a:t>Best for range queries on identity or date keys</a:t>
            </a:r>
            <a:endParaRPr lang="en-US" noProof="0" dirty="0"/>
          </a:p>
          <a:p>
            <a:endParaRPr lang="en-US" noProof="0" dirty="0"/>
          </a:p>
          <a:p>
            <a:r>
              <a:rPr lang="en-US" b="1" noProof="0" dirty="0" err="1"/>
              <a:t>Nonclustered</a:t>
            </a:r>
            <a:r>
              <a:rPr lang="en-US" b="1" noProof="0" dirty="0"/>
              <a:t>: </a:t>
            </a:r>
          </a:p>
          <a:p>
            <a:pPr lvl="1"/>
            <a:r>
              <a:rPr lang="en-US" b="0" noProof="0" dirty="0"/>
              <a:t>Multiple per table; INCLUDE avoids expensive key lookups</a:t>
            </a:r>
            <a:endParaRPr lang="en-US" noProof="0" dirty="0"/>
          </a:p>
          <a:p>
            <a:endParaRPr lang="en-US" noProof="0" dirty="0"/>
          </a:p>
          <a:p>
            <a:r>
              <a:rPr lang="en-US" b="1" noProof="0" dirty="0" err="1"/>
              <a:t>Columnstore</a:t>
            </a:r>
            <a:r>
              <a:rPr lang="en-US" b="1" noProof="0" dirty="0"/>
              <a:t> (CCI): </a:t>
            </a:r>
          </a:p>
          <a:p>
            <a:pPr lvl="1"/>
            <a:r>
              <a:rPr lang="en-US" b="0" noProof="0" dirty="0"/>
              <a:t>Compressed </a:t>
            </a:r>
            <a:r>
              <a:rPr lang="en-US" b="0" noProof="0" dirty="0" err="1"/>
              <a:t>rowgroups</a:t>
            </a:r>
            <a:r>
              <a:rPr lang="en-US" b="0" noProof="0" dirty="0"/>
              <a:t> of up to 1M rows; use for fact tables and reporting</a:t>
            </a:r>
            <a:endParaRPr lang="en-US" noProof="0" dirty="0"/>
          </a:p>
          <a:p>
            <a:endParaRPr lang="en-US" noProof="0" dirty="0"/>
          </a:p>
          <a:p>
            <a:r>
              <a:rPr lang="en-US" b="1" noProof="0" dirty="0" err="1"/>
              <a:t>Nonclustered</a:t>
            </a:r>
            <a:r>
              <a:rPr lang="en-US" b="1" noProof="0" dirty="0"/>
              <a:t> CS: </a:t>
            </a:r>
          </a:p>
          <a:p>
            <a:pPr lvl="1"/>
            <a:r>
              <a:rPr lang="en-US" b="0" noProof="0" dirty="0"/>
              <a:t>Enables hybrid OLTP + analytics on one table</a:t>
            </a:r>
            <a:endParaRPr lang="en-US" noProof="0" dirty="0"/>
          </a:p>
          <a:p>
            <a:endParaRPr lang="en-US" noProof="0" dirty="0"/>
          </a:p>
          <a:p>
            <a:r>
              <a:rPr lang="en-US" b="1" noProof="0" dirty="0"/>
              <a:t>Trade-off: </a:t>
            </a:r>
          </a:p>
          <a:p>
            <a:pPr lvl="1"/>
            <a:r>
              <a:rPr lang="en-US" noProof="0" dirty="0"/>
              <a:t>Faster reads vs. slower writes</a:t>
            </a:r>
          </a:p>
        </p:txBody>
      </p:sp>
      <p:pic>
        <p:nvPicPr>
          <p:cNvPr id="5" name="Picture 4" descr="Rowstore vs. Columstore."/>
          <p:cNvPicPr>
            <a:picLocks noChangeAspect="1"/>
          </p:cNvPicPr>
          <p:nvPr/>
        </p:nvPicPr>
        <p:blipFill>
          <a:blip r:embed="rId3"/>
          <a:stretch>
            <a:fillRect/>
          </a:stretch>
        </p:blipFill>
        <p:spPr>
          <a:xfrm>
            <a:off x="5501388" y="2017387"/>
            <a:ext cx="6104223" cy="3840480"/>
          </a:xfrm>
          <a:prstGeom prst="rect">
            <a:avLst/>
          </a:prstGeom>
        </p:spPr>
      </p:pic>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noProof="0" dirty="0"/>
              <a:t>Specialized table types</a:t>
            </a:r>
          </a:p>
        </p:txBody>
      </p:sp>
      <p:sp>
        <p:nvSpPr>
          <p:cNvPr id="4" name="Rectangle 3">
            <a:extLst>
              <a:ext uri="{FF2B5EF4-FFF2-40B4-BE49-F238E27FC236}">
                <a16:creationId xmlns:a16="http://schemas.microsoft.com/office/drawing/2014/main" id="{86670FEE-BBA3-3284-0AFA-486761AFEB36}"/>
              </a:ext>
              <a:ext uri="{C183D7F6-B498-43B3-948B-1728B52AA6E4}">
                <adec:decorative xmlns:adec="http://schemas.microsoft.com/office/drawing/2017/decorative" val="1"/>
              </a:ext>
            </a:extLst>
          </p:cNvPr>
          <p:cNvSpPr/>
          <p:nvPr/>
        </p:nvSpPr>
        <p:spPr bwMode="auto">
          <a:xfrm>
            <a:off x="497901" y="1927121"/>
            <a:ext cx="11045847" cy="1632155"/>
          </a:xfrm>
          <a:prstGeom prst="rect">
            <a:avLst/>
          </a:prstGeom>
          <a:noFill/>
          <a:ln w="19050">
            <a:solidFill>
              <a:srgbClr val="C73ECC"/>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noProof="0" dirty="0">
              <a:gradFill>
                <a:gsLst>
                  <a:gs pos="0">
                    <a:srgbClr val="FFFFFF"/>
                  </a:gs>
                  <a:gs pos="100000">
                    <a:srgbClr val="FFFFFF"/>
                  </a:gs>
                </a:gsLst>
                <a:lin ang="5400000" scaled="0"/>
              </a:gradFill>
              <a:ea typeface="Segoe UI" pitchFamily="34" charset="0"/>
              <a:cs typeface="Segoe UI" pitchFamily="34" charset="0"/>
            </a:endParaRPr>
          </a:p>
        </p:txBody>
      </p:sp>
      <p:sp>
        <p:nvSpPr>
          <p:cNvPr id="6" name="Hexagon 5"/>
          <p:cNvSpPr/>
          <p:nvPr/>
        </p:nvSpPr>
        <p:spPr>
          <a:xfrm>
            <a:off x="648251" y="2057400"/>
            <a:ext cx="2011680" cy="1371600"/>
          </a:xfrm>
          <a:prstGeom prst="rect">
            <a:avLst/>
          </a:prstGeom>
          <a:solidFill>
            <a:schemeClr val="bg1">
              <a:lumMod val="95000"/>
            </a:schemeClr>
          </a:solidFill>
          <a:ln>
            <a:noFill/>
          </a:ln>
          <a:effectLst/>
        </p:spPr>
        <p:style>
          <a:lnRef idx="1">
            <a:schemeClr val="accent2"/>
          </a:lnRef>
          <a:fillRef idx="3">
            <a:schemeClr val="accent2"/>
          </a:fillRef>
          <a:effectRef idx="2">
            <a:schemeClr val="accent1"/>
          </a:effectRef>
          <a:fontRef idx="minor">
            <a:schemeClr val="lt1"/>
          </a:fontRef>
        </p:style>
        <p:txBody>
          <a:bodyPr wrap="square" lIns="45720" tIns="0" rIns="45720" bIns="0" rtlCol="0" anchor="ctr"/>
          <a:lstStyle/>
          <a:p>
            <a:pPr algn="ctr"/>
            <a:r>
              <a:rPr lang="en-US" sz="1200" b="1" noProof="0" dirty="0">
                <a:solidFill>
                  <a:srgbClr val="454142"/>
                </a:solidFill>
              </a:rPr>
              <a:t>In-Memory</a:t>
            </a:r>
          </a:p>
          <a:p>
            <a:pPr algn="ctr"/>
            <a:r>
              <a:rPr lang="en-US" sz="900" noProof="0" dirty="0">
                <a:solidFill>
                  <a:srgbClr val="454142"/>
                </a:solidFill>
              </a:rPr>
              <a:t>RAM</a:t>
            </a:r>
          </a:p>
          <a:p>
            <a:pPr algn="ctr"/>
            <a:r>
              <a:rPr lang="en-US" sz="900" noProof="0" dirty="0">
                <a:solidFill>
                  <a:srgbClr val="454142"/>
                </a:solidFill>
              </a:rPr>
              <a:t>Lock-free</a:t>
            </a:r>
          </a:p>
        </p:txBody>
      </p:sp>
      <p:sp>
        <p:nvSpPr>
          <p:cNvPr id="39131" name="LightningBolt_E945" title="Icon of a lightning bolt">
            <a:extLst>
              <a:ext uri="{FF2B5EF4-FFF2-40B4-BE49-F238E27FC236}">
                <a16:creationId xmlns:a16="http://schemas.microsoft.com/office/drawing/2014/main" id="{2F045775-79AA-42AD-988C-2684CEA1E801}"/>
              </a:ext>
            </a:extLst>
          </p:cNvPr>
          <p:cNvSpPr>
            <a:spLocks noChangeAspect="1"/>
          </p:cNvSpPr>
          <p:nvPr/>
        </p:nvSpPr>
        <p:spPr bwMode="auto">
          <a:xfrm>
            <a:off x="809894" y="2560320"/>
            <a:ext cx="262105" cy="365760"/>
          </a:xfrm>
          <a:custGeom>
            <a:avLst/>
            <a:gdLst>
              <a:gd name="T0" fmla="*/ 481 w 2961"/>
              <a:gd name="T1" fmla="*/ 4132 h 4132"/>
              <a:gd name="T2" fmla="*/ 2961 w 2961"/>
              <a:gd name="T3" fmla="*/ 1653 h 4132"/>
              <a:gd name="T4" fmla="*/ 1652 w 2961"/>
              <a:gd name="T5" fmla="*/ 1653 h 4132"/>
              <a:gd name="T6" fmla="*/ 2479 w 2961"/>
              <a:gd name="T7" fmla="*/ 0 h 4132"/>
              <a:gd name="T8" fmla="*/ 1239 w 2961"/>
              <a:gd name="T9" fmla="*/ 0 h 4132"/>
              <a:gd name="T10" fmla="*/ 0 w 2961"/>
              <a:gd name="T11" fmla="*/ 2479 h 4132"/>
              <a:gd name="T12" fmla="*/ 964 w 2961"/>
              <a:gd name="T13" fmla="*/ 2479 h 4132"/>
              <a:gd name="T14" fmla="*/ 137 w 2961"/>
              <a:gd name="T15" fmla="*/ 4132 h 4132"/>
              <a:gd name="T16" fmla="*/ 481 w 2961"/>
              <a:gd name="T17" fmla="*/ 4132 h 4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61" h="4132">
                <a:moveTo>
                  <a:pt x="481" y="4132"/>
                </a:moveTo>
                <a:lnTo>
                  <a:pt x="2961" y="1653"/>
                </a:lnTo>
                <a:lnTo>
                  <a:pt x="1652" y="1653"/>
                </a:lnTo>
                <a:lnTo>
                  <a:pt x="2479" y="0"/>
                </a:lnTo>
                <a:lnTo>
                  <a:pt x="1239" y="0"/>
                </a:lnTo>
                <a:lnTo>
                  <a:pt x="0" y="2479"/>
                </a:lnTo>
                <a:lnTo>
                  <a:pt x="964" y="2479"/>
                </a:lnTo>
                <a:lnTo>
                  <a:pt x="137" y="4132"/>
                </a:lnTo>
                <a:lnTo>
                  <a:pt x="481" y="4132"/>
                </a:lnTo>
                <a:close/>
              </a:path>
            </a:pathLst>
          </a:custGeom>
          <a:noFill/>
          <a:ln w="15875" cap="sq">
            <a:solidFill>
              <a:srgbClr val="C73ECC"/>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900" noProof="0" dirty="0">
              <a:gradFill>
                <a:gsLst>
                  <a:gs pos="0">
                    <a:srgbClr val="505050"/>
                  </a:gs>
                  <a:gs pos="100000">
                    <a:srgbClr val="505050"/>
                  </a:gs>
                </a:gsLst>
                <a:lin ang="5400000" scaled="1"/>
              </a:gradFill>
            </a:endParaRPr>
          </a:p>
        </p:txBody>
      </p:sp>
      <p:sp>
        <p:nvSpPr>
          <p:cNvPr id="7" name="Hexagon 6"/>
          <p:cNvSpPr/>
          <p:nvPr/>
        </p:nvSpPr>
        <p:spPr>
          <a:xfrm>
            <a:off x="2824523" y="2057400"/>
            <a:ext cx="2011680" cy="1371600"/>
          </a:xfrm>
          <a:prstGeom prst="rect">
            <a:avLst/>
          </a:prstGeom>
          <a:solidFill>
            <a:schemeClr val="bg1">
              <a:lumMod val="95000"/>
            </a:schemeClr>
          </a:solidFill>
          <a:ln>
            <a:noFill/>
          </a:ln>
          <a:effectLst/>
        </p:spPr>
        <p:style>
          <a:lnRef idx="1">
            <a:schemeClr val="accent2"/>
          </a:lnRef>
          <a:fillRef idx="3">
            <a:schemeClr val="accent2"/>
          </a:fillRef>
          <a:effectRef idx="2">
            <a:schemeClr val="accent1"/>
          </a:effectRef>
          <a:fontRef idx="minor">
            <a:schemeClr val="lt1"/>
          </a:fontRef>
        </p:style>
        <p:txBody>
          <a:bodyPr wrap="square" lIns="45720" tIns="0" rIns="45720" bIns="0" rtlCol="0" anchor="ctr"/>
          <a:lstStyle/>
          <a:p>
            <a:pPr algn="ctr"/>
            <a:r>
              <a:rPr lang="en-US" sz="1200" b="1" noProof="0" dirty="0">
                <a:solidFill>
                  <a:srgbClr val="454142"/>
                </a:solidFill>
              </a:rPr>
              <a:t>Temporal</a:t>
            </a:r>
          </a:p>
          <a:p>
            <a:pPr algn="ctr"/>
            <a:r>
              <a:rPr lang="en-US" sz="900" noProof="0" dirty="0">
                <a:solidFill>
                  <a:srgbClr val="454142"/>
                </a:solidFill>
              </a:rPr>
              <a:t>History</a:t>
            </a:r>
          </a:p>
          <a:p>
            <a:pPr algn="ctr"/>
            <a:r>
              <a:rPr lang="en-US" sz="900" noProof="0" dirty="0">
                <a:solidFill>
                  <a:srgbClr val="454142"/>
                </a:solidFill>
              </a:rPr>
              <a:t>AS OF query</a:t>
            </a:r>
          </a:p>
        </p:txBody>
      </p:sp>
      <p:sp>
        <p:nvSpPr>
          <p:cNvPr id="60744" name="History_E81C" title="Icon of a clock with an arrow around it pointing counterclockwise">
            <a:extLst>
              <a:ext uri="{FF2B5EF4-FFF2-40B4-BE49-F238E27FC236}">
                <a16:creationId xmlns:a16="http://schemas.microsoft.com/office/drawing/2014/main" id="{1CE0EABB-F4B0-49C4-9019-EC2EEDC1EB1F}"/>
              </a:ext>
            </a:extLst>
          </p:cNvPr>
          <p:cNvSpPr>
            <a:spLocks noChangeAspect="1" noEditPoints="1"/>
          </p:cNvSpPr>
          <p:nvPr/>
        </p:nvSpPr>
        <p:spPr bwMode="auto">
          <a:xfrm>
            <a:off x="2942609" y="2560320"/>
            <a:ext cx="365670" cy="365760"/>
          </a:xfrm>
          <a:custGeom>
            <a:avLst/>
            <a:gdLst>
              <a:gd name="T0" fmla="*/ 2500 w 3750"/>
              <a:gd name="T1" fmla="*/ 2750 h 3750"/>
              <a:gd name="T2" fmla="*/ 1750 w 3750"/>
              <a:gd name="T3" fmla="*/ 2000 h 3750"/>
              <a:gd name="T4" fmla="*/ 1750 w 3750"/>
              <a:gd name="T5" fmla="*/ 875 h 3750"/>
              <a:gd name="T6" fmla="*/ 0 w 3750"/>
              <a:gd name="T7" fmla="*/ 375 h 3750"/>
              <a:gd name="T8" fmla="*/ 0 w 3750"/>
              <a:gd name="T9" fmla="*/ 1250 h 3750"/>
              <a:gd name="T10" fmla="*/ 875 w 3750"/>
              <a:gd name="T11" fmla="*/ 1250 h 3750"/>
              <a:gd name="T12" fmla="*/ 69 w 3750"/>
              <a:gd name="T13" fmla="*/ 2375 h 3750"/>
              <a:gd name="T14" fmla="*/ 1875 w 3750"/>
              <a:gd name="T15" fmla="*/ 3750 h 3750"/>
              <a:gd name="T16" fmla="*/ 3750 w 3750"/>
              <a:gd name="T17" fmla="*/ 1875 h 3750"/>
              <a:gd name="T18" fmla="*/ 1875 w 3750"/>
              <a:gd name="T19" fmla="*/ 0 h 3750"/>
              <a:gd name="T20" fmla="*/ 109 w 3750"/>
              <a:gd name="T21" fmla="*/ 1250 h 3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50" h="3750">
                <a:moveTo>
                  <a:pt x="2500" y="2750"/>
                </a:moveTo>
                <a:cubicBezTo>
                  <a:pt x="1750" y="2000"/>
                  <a:pt x="1750" y="2000"/>
                  <a:pt x="1750" y="2000"/>
                </a:cubicBezTo>
                <a:cubicBezTo>
                  <a:pt x="1750" y="875"/>
                  <a:pt x="1750" y="875"/>
                  <a:pt x="1750" y="875"/>
                </a:cubicBezTo>
                <a:moveTo>
                  <a:pt x="0" y="375"/>
                </a:moveTo>
                <a:cubicBezTo>
                  <a:pt x="0" y="1250"/>
                  <a:pt x="0" y="1250"/>
                  <a:pt x="0" y="1250"/>
                </a:cubicBezTo>
                <a:cubicBezTo>
                  <a:pt x="875" y="1250"/>
                  <a:pt x="875" y="1250"/>
                  <a:pt x="875" y="1250"/>
                </a:cubicBezTo>
                <a:moveTo>
                  <a:pt x="69" y="2375"/>
                </a:moveTo>
                <a:cubicBezTo>
                  <a:pt x="289" y="3167"/>
                  <a:pt x="1013" y="3750"/>
                  <a:pt x="1875" y="3750"/>
                </a:cubicBezTo>
                <a:cubicBezTo>
                  <a:pt x="2911" y="3750"/>
                  <a:pt x="3750" y="2911"/>
                  <a:pt x="3750" y="1875"/>
                </a:cubicBezTo>
                <a:cubicBezTo>
                  <a:pt x="3750" y="839"/>
                  <a:pt x="2911" y="0"/>
                  <a:pt x="1875" y="0"/>
                </a:cubicBezTo>
                <a:cubicBezTo>
                  <a:pt x="1059" y="0"/>
                  <a:pt x="367" y="522"/>
                  <a:pt x="109" y="1250"/>
                </a:cubicBezTo>
              </a:path>
            </a:pathLst>
          </a:custGeom>
          <a:noFill/>
          <a:ln w="15875" cap="sq">
            <a:solidFill>
              <a:srgbClr val="C73ECC"/>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900" noProof="0" dirty="0">
              <a:gradFill>
                <a:gsLst>
                  <a:gs pos="0">
                    <a:srgbClr val="505050"/>
                  </a:gs>
                  <a:gs pos="100000">
                    <a:srgbClr val="505050"/>
                  </a:gs>
                </a:gsLst>
                <a:lin ang="5400000" scaled="1"/>
              </a:gradFill>
            </a:endParaRPr>
          </a:p>
        </p:txBody>
      </p:sp>
      <p:sp>
        <p:nvSpPr>
          <p:cNvPr id="8" name="Hexagon 7"/>
          <p:cNvSpPr/>
          <p:nvPr/>
        </p:nvSpPr>
        <p:spPr>
          <a:xfrm>
            <a:off x="5000795" y="2057400"/>
            <a:ext cx="2011680" cy="1371600"/>
          </a:xfrm>
          <a:prstGeom prst="rect">
            <a:avLst/>
          </a:prstGeom>
          <a:solidFill>
            <a:schemeClr val="bg1">
              <a:lumMod val="95000"/>
            </a:schemeClr>
          </a:solidFill>
          <a:ln>
            <a:noFill/>
          </a:ln>
          <a:effectLst/>
        </p:spPr>
        <p:style>
          <a:lnRef idx="1">
            <a:schemeClr val="accent2"/>
          </a:lnRef>
          <a:fillRef idx="3">
            <a:schemeClr val="accent2"/>
          </a:fillRef>
          <a:effectRef idx="2">
            <a:schemeClr val="accent1"/>
          </a:effectRef>
          <a:fontRef idx="minor">
            <a:schemeClr val="lt1"/>
          </a:fontRef>
        </p:style>
        <p:txBody>
          <a:bodyPr wrap="square" lIns="45720" tIns="0" rIns="45720" bIns="0" rtlCol="0" anchor="ctr"/>
          <a:lstStyle/>
          <a:p>
            <a:pPr algn="ctr"/>
            <a:r>
              <a:rPr lang="en-US" sz="1200" b="1" noProof="0" dirty="0">
                <a:solidFill>
                  <a:srgbClr val="454142"/>
                </a:solidFill>
              </a:rPr>
              <a:t>External</a:t>
            </a:r>
          </a:p>
          <a:p>
            <a:pPr algn="ctr"/>
            <a:r>
              <a:rPr lang="en-US" sz="900" noProof="0" dirty="0">
                <a:solidFill>
                  <a:srgbClr val="454142"/>
                </a:solidFill>
              </a:rPr>
              <a:t>Data lake</a:t>
            </a:r>
          </a:p>
          <a:p>
            <a:pPr algn="ctr"/>
            <a:r>
              <a:rPr lang="en-US" sz="900" noProof="0" dirty="0">
                <a:solidFill>
                  <a:srgbClr val="454142"/>
                </a:solidFill>
              </a:rPr>
              <a:t>No import</a:t>
            </a:r>
          </a:p>
        </p:txBody>
      </p:sp>
      <p:sp>
        <p:nvSpPr>
          <p:cNvPr id="86073" name="cloud" title="Icon of a cloud">
            <a:extLst>
              <a:ext uri="{FF2B5EF4-FFF2-40B4-BE49-F238E27FC236}">
                <a16:creationId xmlns:a16="http://schemas.microsoft.com/office/drawing/2014/main" id="{9E29AF18-9A42-483A-921D-C3A5B3D9CD3E}"/>
              </a:ext>
            </a:extLst>
          </p:cNvPr>
          <p:cNvSpPr>
            <a:spLocks noChangeAspect="1"/>
          </p:cNvSpPr>
          <p:nvPr/>
        </p:nvSpPr>
        <p:spPr bwMode="auto">
          <a:xfrm>
            <a:off x="5149851" y="2626688"/>
            <a:ext cx="365760" cy="233024"/>
          </a:xfrm>
          <a:custGeom>
            <a:avLst/>
            <a:gdLst>
              <a:gd name="T0" fmla="*/ 281 w 344"/>
              <a:gd name="T1" fmla="*/ 216 h 217"/>
              <a:gd name="T2" fmla="*/ 281 w 344"/>
              <a:gd name="T3" fmla="*/ 217 h 217"/>
              <a:gd name="T4" fmla="*/ 88 w 344"/>
              <a:gd name="T5" fmla="*/ 217 h 217"/>
              <a:gd name="T6" fmla="*/ 88 w 344"/>
              <a:gd name="T7" fmla="*/ 217 h 217"/>
              <a:gd name="T8" fmla="*/ 86 w 344"/>
              <a:gd name="T9" fmla="*/ 217 h 217"/>
              <a:gd name="T10" fmla="*/ 0 w 344"/>
              <a:gd name="T11" fmla="*/ 130 h 217"/>
              <a:gd name="T12" fmla="*/ 86 w 344"/>
              <a:gd name="T13" fmla="*/ 44 h 217"/>
              <a:gd name="T14" fmla="*/ 104 w 344"/>
              <a:gd name="T15" fmla="*/ 45 h 217"/>
              <a:gd name="T16" fmla="*/ 184 w 344"/>
              <a:gd name="T17" fmla="*/ 0 h 217"/>
              <a:gd name="T18" fmla="*/ 278 w 344"/>
              <a:gd name="T19" fmla="*/ 85 h 217"/>
              <a:gd name="T20" fmla="*/ 278 w 344"/>
              <a:gd name="T21" fmla="*/ 85 h 217"/>
              <a:gd name="T22" fmla="*/ 344 w 344"/>
              <a:gd name="T23" fmla="*/ 151 h 217"/>
              <a:gd name="T24" fmla="*/ 281 w 344"/>
              <a:gd name="T25" fmla="*/ 21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4" h="217">
                <a:moveTo>
                  <a:pt x="281" y="216"/>
                </a:moveTo>
                <a:cubicBezTo>
                  <a:pt x="281" y="217"/>
                  <a:pt x="281" y="217"/>
                  <a:pt x="281" y="217"/>
                </a:cubicBezTo>
                <a:cubicBezTo>
                  <a:pt x="88" y="217"/>
                  <a:pt x="88" y="217"/>
                  <a:pt x="88" y="217"/>
                </a:cubicBezTo>
                <a:cubicBezTo>
                  <a:pt x="88" y="217"/>
                  <a:pt x="88" y="217"/>
                  <a:pt x="88" y="217"/>
                </a:cubicBezTo>
                <a:cubicBezTo>
                  <a:pt x="87" y="217"/>
                  <a:pt x="87" y="217"/>
                  <a:pt x="86" y="217"/>
                </a:cubicBezTo>
                <a:cubicBezTo>
                  <a:pt x="39" y="217"/>
                  <a:pt x="0" y="178"/>
                  <a:pt x="0" y="130"/>
                </a:cubicBezTo>
                <a:cubicBezTo>
                  <a:pt x="0" y="82"/>
                  <a:pt x="39" y="44"/>
                  <a:pt x="86" y="44"/>
                </a:cubicBezTo>
                <a:cubicBezTo>
                  <a:pt x="92" y="44"/>
                  <a:pt x="98" y="44"/>
                  <a:pt x="104" y="45"/>
                </a:cubicBezTo>
                <a:cubicBezTo>
                  <a:pt x="121" y="18"/>
                  <a:pt x="150" y="0"/>
                  <a:pt x="184" y="0"/>
                </a:cubicBezTo>
                <a:cubicBezTo>
                  <a:pt x="233" y="0"/>
                  <a:pt x="273" y="37"/>
                  <a:pt x="278" y="85"/>
                </a:cubicBezTo>
                <a:cubicBezTo>
                  <a:pt x="278" y="85"/>
                  <a:pt x="278" y="85"/>
                  <a:pt x="278" y="85"/>
                </a:cubicBezTo>
                <a:cubicBezTo>
                  <a:pt x="315" y="85"/>
                  <a:pt x="344" y="114"/>
                  <a:pt x="344" y="151"/>
                </a:cubicBezTo>
                <a:cubicBezTo>
                  <a:pt x="344" y="186"/>
                  <a:pt x="316" y="215"/>
                  <a:pt x="281" y="216"/>
                </a:cubicBezTo>
                <a:close/>
              </a:path>
            </a:pathLst>
          </a:custGeom>
          <a:noFill/>
          <a:ln w="15875" cap="sq">
            <a:solidFill>
              <a:srgbClr val="C73ECC"/>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900" noProof="0" dirty="0">
              <a:gradFill>
                <a:gsLst>
                  <a:gs pos="0">
                    <a:srgbClr val="505050"/>
                  </a:gs>
                  <a:gs pos="100000">
                    <a:srgbClr val="505050"/>
                  </a:gs>
                </a:gsLst>
                <a:lin ang="5400000" scaled="1"/>
              </a:gradFill>
            </a:endParaRPr>
          </a:p>
        </p:txBody>
      </p:sp>
      <p:sp>
        <p:nvSpPr>
          <p:cNvPr id="9" name="Hexagon 8"/>
          <p:cNvSpPr/>
          <p:nvPr/>
        </p:nvSpPr>
        <p:spPr>
          <a:xfrm>
            <a:off x="7177067" y="2057400"/>
            <a:ext cx="2011680" cy="1371600"/>
          </a:xfrm>
          <a:prstGeom prst="rect">
            <a:avLst/>
          </a:prstGeom>
          <a:solidFill>
            <a:schemeClr val="bg1">
              <a:lumMod val="95000"/>
            </a:schemeClr>
          </a:solidFill>
          <a:ln>
            <a:noFill/>
          </a:ln>
          <a:effectLst/>
        </p:spPr>
        <p:style>
          <a:lnRef idx="1">
            <a:schemeClr val="accent2"/>
          </a:lnRef>
          <a:fillRef idx="3">
            <a:schemeClr val="accent2"/>
          </a:fillRef>
          <a:effectRef idx="2">
            <a:schemeClr val="accent1"/>
          </a:effectRef>
          <a:fontRef idx="minor">
            <a:schemeClr val="lt1"/>
          </a:fontRef>
        </p:style>
        <p:txBody>
          <a:bodyPr wrap="square" lIns="45720" tIns="0" rIns="45720" bIns="0" rtlCol="0" anchor="ctr"/>
          <a:lstStyle/>
          <a:p>
            <a:pPr algn="ctr"/>
            <a:r>
              <a:rPr lang="en-US" sz="1200" b="1" noProof="0" dirty="0">
                <a:solidFill>
                  <a:srgbClr val="454142"/>
                </a:solidFill>
              </a:rPr>
              <a:t>Ledger</a:t>
            </a:r>
          </a:p>
          <a:p>
            <a:pPr algn="ctr"/>
            <a:r>
              <a:rPr lang="en-US" sz="900" noProof="0" dirty="0">
                <a:solidFill>
                  <a:srgbClr val="454142"/>
                </a:solidFill>
              </a:rPr>
              <a:t>Crypto hash</a:t>
            </a:r>
          </a:p>
          <a:p>
            <a:pPr algn="ctr"/>
            <a:r>
              <a:rPr lang="en-US" sz="900" noProof="0" dirty="0">
                <a:solidFill>
                  <a:srgbClr val="454142"/>
                </a:solidFill>
              </a:rPr>
              <a:t>Immutable</a:t>
            </a:r>
          </a:p>
        </p:txBody>
      </p:sp>
      <p:sp>
        <p:nvSpPr>
          <p:cNvPr id="89227" name="Shield_EA18" title="Icon of a shield">
            <a:extLst>
              <a:ext uri="{FF2B5EF4-FFF2-40B4-BE49-F238E27FC236}">
                <a16:creationId xmlns:a16="http://schemas.microsoft.com/office/drawing/2014/main" id="{9FFCFEAB-269C-49F9-B8E0-89FEFBC6C4C6}"/>
              </a:ext>
            </a:extLst>
          </p:cNvPr>
          <p:cNvSpPr>
            <a:spLocks noChangeAspect="1"/>
          </p:cNvSpPr>
          <p:nvPr/>
        </p:nvSpPr>
        <p:spPr bwMode="auto">
          <a:xfrm>
            <a:off x="7334079" y="2560320"/>
            <a:ext cx="343544" cy="365760"/>
          </a:xfrm>
          <a:custGeom>
            <a:avLst/>
            <a:gdLst>
              <a:gd name="T0" fmla="*/ 3500 w 3500"/>
              <a:gd name="T1" fmla="*/ 1375 h 3725"/>
              <a:gd name="T2" fmla="*/ 1750 w 3500"/>
              <a:gd name="T3" fmla="*/ 3725 h 3725"/>
              <a:gd name="T4" fmla="*/ 0 w 3500"/>
              <a:gd name="T5" fmla="*/ 1375 h 3725"/>
              <a:gd name="T6" fmla="*/ 0 w 3500"/>
              <a:gd name="T7" fmla="*/ 500 h 3725"/>
              <a:gd name="T8" fmla="*/ 1125 w 3500"/>
              <a:gd name="T9" fmla="*/ 187 h 3725"/>
              <a:gd name="T10" fmla="*/ 1750 w 3500"/>
              <a:gd name="T11" fmla="*/ 0 h 3725"/>
              <a:gd name="T12" fmla="*/ 2375 w 3500"/>
              <a:gd name="T13" fmla="*/ 187 h 3725"/>
              <a:gd name="T14" fmla="*/ 3500 w 3500"/>
              <a:gd name="T15" fmla="*/ 500 h 3725"/>
              <a:gd name="T16" fmla="*/ 3500 w 3500"/>
              <a:gd name="T17" fmla="*/ 1375 h 3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00" h="3725">
                <a:moveTo>
                  <a:pt x="3500" y="1375"/>
                </a:moveTo>
                <a:cubicBezTo>
                  <a:pt x="3500" y="2302"/>
                  <a:pt x="2831" y="3117"/>
                  <a:pt x="1750" y="3725"/>
                </a:cubicBezTo>
                <a:cubicBezTo>
                  <a:pt x="669" y="3117"/>
                  <a:pt x="0" y="2302"/>
                  <a:pt x="0" y="1375"/>
                </a:cubicBezTo>
                <a:cubicBezTo>
                  <a:pt x="0" y="500"/>
                  <a:pt x="0" y="500"/>
                  <a:pt x="0" y="500"/>
                </a:cubicBezTo>
                <a:cubicBezTo>
                  <a:pt x="440" y="500"/>
                  <a:pt x="837" y="380"/>
                  <a:pt x="1125" y="187"/>
                </a:cubicBezTo>
                <a:cubicBezTo>
                  <a:pt x="1285" y="71"/>
                  <a:pt x="1506" y="0"/>
                  <a:pt x="1750" y="0"/>
                </a:cubicBezTo>
                <a:cubicBezTo>
                  <a:pt x="1994" y="0"/>
                  <a:pt x="2215" y="71"/>
                  <a:pt x="2375" y="187"/>
                </a:cubicBezTo>
                <a:cubicBezTo>
                  <a:pt x="2663" y="380"/>
                  <a:pt x="3060" y="500"/>
                  <a:pt x="3500" y="500"/>
                </a:cubicBezTo>
                <a:lnTo>
                  <a:pt x="3500" y="1375"/>
                </a:lnTo>
                <a:close/>
              </a:path>
            </a:pathLst>
          </a:custGeom>
          <a:noFill/>
          <a:ln w="15875" cap="sq">
            <a:solidFill>
              <a:srgbClr val="C73ECC"/>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900" noProof="0" dirty="0">
              <a:gradFill>
                <a:gsLst>
                  <a:gs pos="0">
                    <a:srgbClr val="505050"/>
                  </a:gs>
                  <a:gs pos="100000">
                    <a:srgbClr val="505050"/>
                  </a:gs>
                </a:gsLst>
                <a:lin ang="5400000" scaled="1"/>
              </a:gradFill>
            </a:endParaRPr>
          </a:p>
        </p:txBody>
      </p:sp>
      <p:sp>
        <p:nvSpPr>
          <p:cNvPr id="10" name="Hexagon 9"/>
          <p:cNvSpPr/>
          <p:nvPr/>
        </p:nvSpPr>
        <p:spPr>
          <a:xfrm>
            <a:off x="9353339" y="2057400"/>
            <a:ext cx="2011680" cy="1371600"/>
          </a:xfrm>
          <a:prstGeom prst="rect">
            <a:avLst/>
          </a:prstGeom>
          <a:solidFill>
            <a:schemeClr val="bg1">
              <a:lumMod val="95000"/>
            </a:schemeClr>
          </a:solidFill>
          <a:ln>
            <a:noFill/>
          </a:ln>
          <a:effectLst/>
        </p:spPr>
        <p:style>
          <a:lnRef idx="1">
            <a:schemeClr val="accent2"/>
          </a:lnRef>
          <a:fillRef idx="3">
            <a:schemeClr val="accent2"/>
          </a:fillRef>
          <a:effectRef idx="2">
            <a:schemeClr val="accent1"/>
          </a:effectRef>
          <a:fontRef idx="minor">
            <a:schemeClr val="lt1"/>
          </a:fontRef>
        </p:style>
        <p:txBody>
          <a:bodyPr wrap="square" lIns="45720" tIns="0" rIns="45720" bIns="0" rtlCol="0" anchor="ctr"/>
          <a:lstStyle/>
          <a:p>
            <a:pPr algn="ctr"/>
            <a:r>
              <a:rPr lang="en-US" sz="1200" b="1" noProof="0" dirty="0">
                <a:solidFill>
                  <a:srgbClr val="454142"/>
                </a:solidFill>
              </a:rPr>
              <a:t>Graph</a:t>
            </a:r>
          </a:p>
          <a:p>
            <a:pPr algn="ctr"/>
            <a:r>
              <a:rPr lang="en-US" sz="900" noProof="0" dirty="0">
                <a:solidFill>
                  <a:srgbClr val="454142"/>
                </a:solidFill>
              </a:rPr>
              <a:t>Node/Edge</a:t>
            </a:r>
          </a:p>
          <a:p>
            <a:pPr algn="ctr"/>
            <a:r>
              <a:rPr lang="en-US" sz="900" noProof="0" dirty="0">
                <a:solidFill>
                  <a:srgbClr val="454142"/>
                </a:solidFill>
              </a:rPr>
              <a:t>MATCH</a:t>
            </a:r>
          </a:p>
        </p:txBody>
      </p:sp>
      <p:sp>
        <p:nvSpPr>
          <p:cNvPr id="10469" name="Relationship_F003" title="Icon of three boxes connected by lines">
            <a:extLst>
              <a:ext uri="{FF2B5EF4-FFF2-40B4-BE49-F238E27FC236}">
                <a16:creationId xmlns:a16="http://schemas.microsoft.com/office/drawing/2014/main" id="{6FA144BC-F11C-4C6F-B479-FAEB27C6C9B7}"/>
              </a:ext>
            </a:extLst>
          </p:cNvPr>
          <p:cNvSpPr>
            <a:spLocks noChangeAspect="1" noEditPoints="1"/>
          </p:cNvSpPr>
          <p:nvPr/>
        </p:nvSpPr>
        <p:spPr bwMode="auto">
          <a:xfrm>
            <a:off x="9499892" y="2572149"/>
            <a:ext cx="365760" cy="342101"/>
          </a:xfrm>
          <a:custGeom>
            <a:avLst/>
            <a:gdLst>
              <a:gd name="T0" fmla="*/ 3230 w 4406"/>
              <a:gd name="T1" fmla="*/ 0 h 4121"/>
              <a:gd name="T2" fmla="*/ 4406 w 4406"/>
              <a:gd name="T3" fmla="*/ 0 h 4121"/>
              <a:gd name="T4" fmla="*/ 4406 w 4406"/>
              <a:gd name="T5" fmla="*/ 1176 h 4121"/>
              <a:gd name="T6" fmla="*/ 3230 w 4406"/>
              <a:gd name="T7" fmla="*/ 1176 h 4121"/>
              <a:gd name="T8" fmla="*/ 3230 w 4406"/>
              <a:gd name="T9" fmla="*/ 0 h 4121"/>
              <a:gd name="T10" fmla="*/ 3230 w 4406"/>
              <a:gd name="T11" fmla="*/ 4121 h 4121"/>
              <a:gd name="T12" fmla="*/ 4406 w 4406"/>
              <a:gd name="T13" fmla="*/ 4121 h 4121"/>
              <a:gd name="T14" fmla="*/ 4406 w 4406"/>
              <a:gd name="T15" fmla="*/ 2945 h 4121"/>
              <a:gd name="T16" fmla="*/ 3230 w 4406"/>
              <a:gd name="T17" fmla="*/ 2945 h 4121"/>
              <a:gd name="T18" fmla="*/ 3230 w 4406"/>
              <a:gd name="T19" fmla="*/ 4121 h 4121"/>
              <a:gd name="T20" fmla="*/ 0 w 4406"/>
              <a:gd name="T21" fmla="*/ 2653 h 4121"/>
              <a:gd name="T22" fmla="*/ 1175 w 4406"/>
              <a:gd name="T23" fmla="*/ 2653 h 4121"/>
              <a:gd name="T24" fmla="*/ 1175 w 4406"/>
              <a:gd name="T25" fmla="*/ 1477 h 4121"/>
              <a:gd name="T26" fmla="*/ 0 w 4406"/>
              <a:gd name="T27" fmla="*/ 1477 h 4121"/>
              <a:gd name="T28" fmla="*/ 0 w 4406"/>
              <a:gd name="T29" fmla="*/ 2653 h 4121"/>
              <a:gd name="T30" fmla="*/ 1176 w 4406"/>
              <a:gd name="T31" fmla="*/ 2062 h 4121"/>
              <a:gd name="T32" fmla="*/ 3230 w 4406"/>
              <a:gd name="T33" fmla="*/ 690 h 4121"/>
              <a:gd name="T34" fmla="*/ 3230 w 4406"/>
              <a:gd name="T35" fmla="*/ 3434 h 4121"/>
              <a:gd name="T36" fmla="*/ 1181 w 4406"/>
              <a:gd name="T37" fmla="*/ 2064 h 4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406" h="4121">
                <a:moveTo>
                  <a:pt x="3230" y="0"/>
                </a:moveTo>
                <a:lnTo>
                  <a:pt x="4406" y="0"/>
                </a:lnTo>
                <a:lnTo>
                  <a:pt x="4406" y="1176"/>
                </a:lnTo>
                <a:lnTo>
                  <a:pt x="3230" y="1176"/>
                </a:lnTo>
                <a:lnTo>
                  <a:pt x="3230" y="0"/>
                </a:lnTo>
                <a:moveTo>
                  <a:pt x="3230" y="4121"/>
                </a:moveTo>
                <a:lnTo>
                  <a:pt x="4406" y="4121"/>
                </a:lnTo>
                <a:lnTo>
                  <a:pt x="4406" y="2945"/>
                </a:lnTo>
                <a:lnTo>
                  <a:pt x="3230" y="2945"/>
                </a:lnTo>
                <a:lnTo>
                  <a:pt x="3230" y="4121"/>
                </a:lnTo>
                <a:moveTo>
                  <a:pt x="0" y="2653"/>
                </a:moveTo>
                <a:lnTo>
                  <a:pt x="1175" y="2653"/>
                </a:lnTo>
                <a:lnTo>
                  <a:pt x="1175" y="1477"/>
                </a:lnTo>
                <a:lnTo>
                  <a:pt x="0" y="1477"/>
                </a:lnTo>
                <a:lnTo>
                  <a:pt x="0" y="2653"/>
                </a:lnTo>
                <a:moveTo>
                  <a:pt x="1176" y="2062"/>
                </a:moveTo>
                <a:lnTo>
                  <a:pt x="3230" y="690"/>
                </a:lnTo>
                <a:moveTo>
                  <a:pt x="3230" y="3434"/>
                </a:moveTo>
                <a:lnTo>
                  <a:pt x="1181" y="2064"/>
                </a:lnTo>
              </a:path>
            </a:pathLst>
          </a:custGeom>
          <a:noFill/>
          <a:ln w="15875" cap="sq">
            <a:solidFill>
              <a:srgbClr val="C73ECC"/>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900" noProof="0" dirty="0">
              <a:gradFill>
                <a:gsLst>
                  <a:gs pos="0">
                    <a:srgbClr val="505050"/>
                  </a:gs>
                  <a:gs pos="100000">
                    <a:srgbClr val="505050"/>
                  </a:gs>
                </a:gsLst>
                <a:lin ang="5400000" scaled="1"/>
              </a:gradFill>
            </a:endParaRPr>
          </a:p>
        </p:txBody>
      </p:sp>
      <p:sp>
        <p:nvSpPr>
          <p:cNvPr id="2" name="Text Placeholder 1"/>
          <p:cNvSpPr>
            <a:spLocks noGrp="1"/>
          </p:cNvSpPr>
          <p:nvPr>
            <p:ph type="body" sz="quarter" idx="15"/>
          </p:nvPr>
        </p:nvSpPr>
        <p:spPr>
          <a:xfrm>
            <a:off x="586390" y="4172636"/>
            <a:ext cx="5217510" cy="1338828"/>
          </a:xfrm>
        </p:spPr>
        <p:txBody>
          <a:bodyPr/>
          <a:lstStyle/>
          <a:p>
            <a:r>
              <a:rPr lang="en-US" sz="1500" b="1" noProof="0" dirty="0"/>
              <a:t>In-memory optimized</a:t>
            </a:r>
            <a:r>
              <a:rPr lang="en-US" sz="1500" noProof="0" dirty="0"/>
              <a:t> -</a:t>
            </a:r>
            <a:r>
              <a:rPr lang="en-US" sz="1500" b="0" noProof="0" dirty="0"/>
              <a:t> Best for 10K+ TPS workloads; trade-off is RAM capacity limits</a:t>
            </a:r>
          </a:p>
          <a:p>
            <a:endParaRPr lang="en-US" sz="1500" noProof="0" dirty="0"/>
          </a:p>
          <a:p>
            <a:r>
              <a:rPr lang="en-US" sz="1500" b="1" noProof="0" dirty="0"/>
              <a:t>Temporal tables</a:t>
            </a:r>
            <a:r>
              <a:rPr lang="en-US" sz="1500" noProof="0" dirty="0"/>
              <a:t> -</a:t>
            </a:r>
            <a:r>
              <a:rPr lang="en-US" sz="1500" b="0" noProof="0" dirty="0"/>
              <a:t> Compliance and auditing with AS OF queries; roughly doubles storage</a:t>
            </a:r>
          </a:p>
          <a:p>
            <a:endParaRPr lang="en-US" sz="1500" noProof="0" dirty="0"/>
          </a:p>
          <a:p>
            <a:r>
              <a:rPr lang="en-US" sz="1500" b="1" noProof="0" dirty="0"/>
              <a:t>External tables</a:t>
            </a:r>
            <a:r>
              <a:rPr lang="en-US" sz="1500" noProof="0" dirty="0"/>
              <a:t> -</a:t>
            </a:r>
            <a:r>
              <a:rPr lang="en-US" sz="1500" b="0" noProof="0" dirty="0"/>
              <a:t> Read-only with limited indexing; use for Parquet and CSV files</a:t>
            </a:r>
          </a:p>
        </p:txBody>
      </p:sp>
      <p:sp>
        <p:nvSpPr>
          <p:cNvPr id="3" name="Text Placeholder 2"/>
          <p:cNvSpPr>
            <a:spLocks noGrp="1"/>
          </p:cNvSpPr>
          <p:nvPr>
            <p:ph type="body" sz="quarter" idx="20"/>
          </p:nvPr>
        </p:nvSpPr>
        <p:spPr>
          <a:xfrm>
            <a:off x="6253664" y="4172636"/>
            <a:ext cx="5187106" cy="1338828"/>
          </a:xfrm>
        </p:spPr>
        <p:txBody>
          <a:bodyPr/>
          <a:lstStyle/>
          <a:p>
            <a:r>
              <a:rPr lang="en-US" sz="1500" b="1" noProof="0" dirty="0"/>
              <a:t>Ledger tables</a:t>
            </a:r>
            <a:r>
              <a:rPr lang="en-US" sz="1500" noProof="0" dirty="0"/>
              <a:t> - </a:t>
            </a:r>
            <a:r>
              <a:rPr lang="en-US" sz="1500" b="0" noProof="0" dirty="0"/>
              <a:t> Updatable or append-only; use for financial and supply chain audit trails</a:t>
            </a:r>
          </a:p>
          <a:p>
            <a:endParaRPr lang="en-US" sz="1500" noProof="0" dirty="0"/>
          </a:p>
          <a:p>
            <a:r>
              <a:rPr lang="en-US" sz="1500" b="1" noProof="0" dirty="0"/>
              <a:t>Graph tables</a:t>
            </a:r>
            <a:r>
              <a:rPr lang="en-US" sz="1500" noProof="0" dirty="0"/>
              <a:t> -</a:t>
            </a:r>
            <a:r>
              <a:rPr lang="en-US" sz="1500" b="0" noProof="0" dirty="0"/>
              <a:t> Ideal for social networks, org charts, and recommendation engines</a:t>
            </a:r>
          </a:p>
          <a:p>
            <a:endParaRPr lang="en-US" sz="1500" noProof="0" dirty="0"/>
          </a:p>
          <a:p>
            <a:r>
              <a:rPr lang="en-US" sz="1500" noProof="0" dirty="0"/>
              <a:t>Choose during design, it’s hard to change after deployment</a:t>
            </a: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Constraints and sequence objects</a:t>
            </a:r>
          </a:p>
        </p:txBody>
      </p:sp>
      <p:sp>
        <p:nvSpPr>
          <p:cNvPr id="4" name="Text Placeholder 3"/>
          <p:cNvSpPr>
            <a:spLocks noGrp="1"/>
          </p:cNvSpPr>
          <p:nvPr>
            <p:ph type="body" sz="quarter" idx="16"/>
          </p:nvPr>
        </p:nvSpPr>
        <p:spPr>
          <a:xfrm>
            <a:off x="588262" y="1468048"/>
            <a:ext cx="3914912" cy="491609"/>
          </a:xfrm>
        </p:spPr>
        <p:txBody>
          <a:bodyPr/>
          <a:lstStyle/>
          <a:p>
            <a:r>
              <a:rPr lang="en-US" noProof="0" dirty="0"/>
              <a:t>Enforce data integrity at the engine level</a:t>
            </a:r>
          </a:p>
        </p:txBody>
      </p:sp>
      <p:sp>
        <p:nvSpPr>
          <p:cNvPr id="5" name="Text Placeholder 4"/>
          <p:cNvSpPr>
            <a:spLocks noGrp="1"/>
          </p:cNvSpPr>
          <p:nvPr>
            <p:ph type="body" sz="quarter" idx="15"/>
          </p:nvPr>
        </p:nvSpPr>
        <p:spPr>
          <a:xfrm>
            <a:off x="588262" y="1959657"/>
            <a:ext cx="5381792" cy="4136517"/>
          </a:xfrm>
        </p:spPr>
        <p:txBody>
          <a:bodyPr/>
          <a:lstStyle/>
          <a:p>
            <a:r>
              <a:rPr lang="en-US" b="1" noProof="0" dirty="0"/>
              <a:t>PRIMARY KEY: </a:t>
            </a:r>
          </a:p>
          <a:p>
            <a:pPr lvl="1"/>
            <a:r>
              <a:rPr lang="en-US" b="0" noProof="0" dirty="0"/>
              <a:t>Auto-creates clustered index; columns must be NOT NULL</a:t>
            </a:r>
            <a:endParaRPr lang="en-US" noProof="0" dirty="0"/>
          </a:p>
          <a:p>
            <a:r>
              <a:rPr lang="en-US" b="1" noProof="0" dirty="0"/>
              <a:t>FOREIGN KEY: </a:t>
            </a:r>
          </a:p>
          <a:p>
            <a:pPr lvl="1"/>
            <a:r>
              <a:rPr lang="en-US" b="0" noProof="0" dirty="0"/>
              <a:t>Prevents orphaned records; always index FK columns for join performance</a:t>
            </a:r>
            <a:endParaRPr lang="en-US" noProof="0" dirty="0"/>
          </a:p>
          <a:p>
            <a:r>
              <a:rPr lang="en-US" b="1" noProof="0" dirty="0"/>
              <a:t>UNIQUE: </a:t>
            </a:r>
          </a:p>
          <a:p>
            <a:pPr lvl="1"/>
            <a:r>
              <a:rPr lang="en-US" b="0" noProof="0" dirty="0"/>
              <a:t>Auto-creates </a:t>
            </a:r>
            <a:r>
              <a:rPr lang="en-US" b="0" noProof="0" dirty="0" err="1"/>
              <a:t>nonclustered</a:t>
            </a:r>
            <a:r>
              <a:rPr lang="en-US" b="0" noProof="0" dirty="0"/>
              <a:t> index; multiple UNIQUE constraints per table</a:t>
            </a:r>
            <a:endParaRPr lang="en-US" i="1" noProof="0" dirty="0"/>
          </a:p>
          <a:p>
            <a:r>
              <a:rPr lang="en-US" b="1" noProof="0" dirty="0"/>
              <a:t>CHECK: </a:t>
            </a:r>
          </a:p>
          <a:p>
            <a:pPr lvl="1"/>
            <a:r>
              <a:rPr lang="en-US" b="0" noProof="0" dirty="0"/>
              <a:t>Boolean per row; beware that NULL evaluates to UNKNOWN, not FALSE</a:t>
            </a:r>
            <a:endParaRPr lang="en-US" noProof="0" dirty="0"/>
          </a:p>
          <a:p>
            <a:r>
              <a:rPr lang="en-US" b="1" noProof="0" dirty="0"/>
              <a:t>DEFAULT: </a:t>
            </a:r>
          </a:p>
          <a:p>
            <a:pPr lvl="1"/>
            <a:r>
              <a:rPr lang="en-US" b="0" noProof="0" dirty="0"/>
              <a:t>Name explicitly (</a:t>
            </a:r>
            <a:r>
              <a:rPr lang="en-US" b="0" noProof="0" dirty="0" err="1"/>
              <a:t>DF_Table_Column</a:t>
            </a:r>
            <a:r>
              <a:rPr lang="en-US" b="0" noProof="0" dirty="0"/>
              <a:t>) for consistent database projects</a:t>
            </a:r>
            <a:endParaRPr lang="en-US" i="1" noProof="0" dirty="0"/>
          </a:p>
          <a:p>
            <a:r>
              <a:rPr lang="en-US" b="1" noProof="0" dirty="0"/>
              <a:t>SEQUENCE: </a:t>
            </a:r>
          </a:p>
          <a:p>
            <a:pPr lvl="1"/>
            <a:r>
              <a:rPr lang="en-US" b="0" noProof="0" dirty="0"/>
              <a:t>Use instead of IDENTITY when cross-table numbering is needed</a:t>
            </a:r>
          </a:p>
        </p:txBody>
      </p:sp>
      <p:pic>
        <p:nvPicPr>
          <p:cNvPr id="6" name="Picture 5" descr="Types of constraints"/>
          <p:cNvPicPr>
            <a:picLocks noChangeAspect="1"/>
          </p:cNvPicPr>
          <p:nvPr/>
        </p:nvPicPr>
        <p:blipFill>
          <a:blip r:embed="rId3"/>
          <a:stretch>
            <a:fillRect/>
          </a:stretch>
        </p:blipFill>
        <p:spPr>
          <a:xfrm>
            <a:off x="6709343" y="1468048"/>
            <a:ext cx="4894395" cy="4782202"/>
          </a:xfrm>
          <a:prstGeom prst="rect">
            <a:avLst/>
          </a:prstGeom>
        </p:spPr>
      </p:pic>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JSON columns and partitioning</a:t>
            </a:r>
          </a:p>
        </p:txBody>
      </p:sp>
      <p:sp>
        <p:nvSpPr>
          <p:cNvPr id="3" name="Text Placeholder 2"/>
          <p:cNvSpPr>
            <a:spLocks noGrp="1"/>
          </p:cNvSpPr>
          <p:nvPr>
            <p:ph type="body" sz="quarter" idx="16"/>
          </p:nvPr>
        </p:nvSpPr>
        <p:spPr>
          <a:xfrm>
            <a:off x="584200" y="1580444"/>
            <a:ext cx="4714663" cy="246221"/>
          </a:xfrm>
        </p:spPr>
        <p:txBody>
          <a:bodyPr/>
          <a:lstStyle/>
          <a:p>
            <a:r>
              <a:rPr lang="en-US" noProof="0" dirty="0"/>
              <a:t>Flexible data and large-table management</a:t>
            </a:r>
          </a:p>
        </p:txBody>
      </p:sp>
      <p:sp>
        <p:nvSpPr>
          <p:cNvPr id="4" name="Text Placeholder 3"/>
          <p:cNvSpPr>
            <a:spLocks noGrp="1"/>
          </p:cNvSpPr>
          <p:nvPr>
            <p:ph type="body" sz="quarter" idx="15"/>
          </p:nvPr>
        </p:nvSpPr>
        <p:spPr>
          <a:xfrm>
            <a:off x="586389" y="2072054"/>
            <a:ext cx="5933164" cy="3785652"/>
          </a:xfrm>
        </p:spPr>
        <p:txBody>
          <a:bodyPr/>
          <a:lstStyle/>
          <a:p>
            <a:r>
              <a:rPr lang="en-US" b="1" noProof="0" dirty="0"/>
              <a:t>JSON data type: </a:t>
            </a:r>
          </a:p>
          <a:p>
            <a:pPr lvl="1"/>
            <a:r>
              <a:rPr lang="en-US" b="0" noProof="0" dirty="0"/>
              <a:t>Use for user preferences, API responses, and multi-tenant custom fields</a:t>
            </a:r>
            <a:endParaRPr lang="en-US" noProof="0" dirty="0"/>
          </a:p>
          <a:p>
            <a:r>
              <a:rPr lang="en-US" b="1" noProof="0" dirty="0"/>
              <a:t>JSON_VALUE / JSON_QUERY: </a:t>
            </a:r>
          </a:p>
          <a:p>
            <a:pPr lvl="1"/>
            <a:r>
              <a:rPr lang="en-US" b="0" noProof="0" dirty="0"/>
              <a:t>Add CHECK + JSON_PATH_EXISTS to enforce required JSON fields</a:t>
            </a:r>
            <a:endParaRPr lang="en-US" noProof="0" dirty="0"/>
          </a:p>
          <a:p>
            <a:r>
              <a:rPr lang="en-US" b="1" noProof="0" dirty="0"/>
              <a:t>Index computed columns: </a:t>
            </a:r>
          </a:p>
          <a:p>
            <a:pPr lvl="1"/>
            <a:r>
              <a:rPr lang="en-US" b="0" noProof="0" dirty="0"/>
              <a:t>Native JSON type is more efficient to parse than NVARCHAR storage</a:t>
            </a:r>
            <a:endParaRPr lang="en-US" noProof="0" dirty="0"/>
          </a:p>
          <a:p>
            <a:endParaRPr lang="en-US" noProof="0" dirty="0"/>
          </a:p>
          <a:p>
            <a:r>
              <a:rPr lang="en-US" b="1" noProof="0" dirty="0"/>
              <a:t>Partition function: </a:t>
            </a:r>
          </a:p>
          <a:p>
            <a:pPr lvl="1"/>
            <a:r>
              <a:rPr lang="en-US" b="0" noProof="0" dirty="0"/>
              <a:t>Choose the column filtered in 80%+ of queries</a:t>
            </a:r>
          </a:p>
          <a:p>
            <a:r>
              <a:rPr lang="en-US" b="1" noProof="0" dirty="0"/>
              <a:t>Partition scheme: </a:t>
            </a:r>
          </a:p>
          <a:p>
            <a:pPr lvl="1"/>
            <a:r>
              <a:rPr lang="en-US" b="0" noProof="0" dirty="0"/>
              <a:t>Enables parallel processing and fast archival via partition switching</a:t>
            </a:r>
          </a:p>
          <a:p>
            <a:r>
              <a:rPr lang="en-US" b="1" noProof="0" dirty="0"/>
              <a:t>Partition elimination: </a:t>
            </a:r>
          </a:p>
          <a:p>
            <a:pPr lvl="1"/>
            <a:r>
              <a:rPr lang="en-US" b="0" noProof="0" dirty="0"/>
              <a:t>Avoid partitioning small tables or those without a clear partition key</a:t>
            </a:r>
          </a:p>
        </p:txBody>
      </p:sp>
      <p:pic>
        <p:nvPicPr>
          <p:cNvPr id="5" name="Picture 4" descr="JSON columns vs. partitioning."/>
          <p:cNvPicPr>
            <a:picLocks noChangeAspect="1"/>
          </p:cNvPicPr>
          <p:nvPr/>
        </p:nvPicPr>
        <p:blipFill>
          <a:blip r:embed="rId3"/>
          <a:stretch>
            <a:fillRect/>
          </a:stretch>
        </p:blipFill>
        <p:spPr>
          <a:xfrm>
            <a:off x="7415787" y="892993"/>
            <a:ext cx="4187952" cy="5479503"/>
          </a:xfrm>
          <a:prstGeom prst="rect">
            <a:avLst/>
          </a:prstGeom>
        </p:spPr>
      </p:pic>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noProof="0" dirty="0"/>
              <a:t>Exercise: Create database objects</a:t>
            </a:r>
          </a:p>
        </p:txBody>
      </p:sp>
      <p:sp>
        <p:nvSpPr>
          <p:cNvPr id="4" name="Text Placeholder 3"/>
          <p:cNvSpPr>
            <a:spLocks noGrp="1"/>
          </p:cNvSpPr>
          <p:nvPr>
            <p:ph type="body" sz="quarter" idx="16"/>
          </p:nvPr>
        </p:nvSpPr>
        <p:spPr/>
        <p:txBody>
          <a:bodyPr/>
          <a:lstStyle/>
          <a:p>
            <a:r>
              <a:rPr lang="en-US" noProof="0" dirty="0"/>
              <a:t>Hands-on lab</a:t>
            </a:r>
          </a:p>
        </p:txBody>
      </p:sp>
      <p:sp>
        <p:nvSpPr>
          <p:cNvPr id="5" name="Text Placeholder 4"/>
          <p:cNvSpPr>
            <a:spLocks noGrp="1"/>
          </p:cNvSpPr>
          <p:nvPr>
            <p:ph type="body" sz="quarter" idx="15"/>
          </p:nvPr>
        </p:nvSpPr>
        <p:spPr>
          <a:xfrm>
            <a:off x="586389" y="2085764"/>
            <a:ext cx="5652201" cy="984885"/>
          </a:xfrm>
        </p:spPr>
        <p:txBody>
          <a:bodyPr/>
          <a:lstStyle/>
          <a:p>
            <a:pPr marL="0" indent="0">
              <a:buNone/>
            </a:pPr>
            <a:r>
              <a:rPr lang="en-US" noProof="0" dirty="0"/>
              <a:t>Build an e-commerce database schema in SQL Server 2025 with constrained tables, a temporal table for price history tracking, JSON-typed columns for flexible metadata, date-based table partitioning, and SEQUENCE-generated identifiers.</a:t>
            </a:r>
          </a:p>
        </p:txBody>
      </p:sp>
      <p:sp>
        <p:nvSpPr>
          <p:cNvPr id="6" name="Oval 5"/>
          <p:cNvSpPr/>
          <p:nvPr/>
        </p:nvSpPr>
        <p:spPr>
          <a:xfrm>
            <a:off x="7770495" y="2328288"/>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1</a:t>
            </a:r>
          </a:p>
        </p:txBody>
      </p:sp>
      <p:sp>
        <p:nvSpPr>
          <p:cNvPr id="7" name="TextBox 6"/>
          <p:cNvSpPr txBox="1"/>
          <p:nvPr/>
        </p:nvSpPr>
        <p:spPr>
          <a:xfrm>
            <a:off x="8127111" y="2310000"/>
            <a:ext cx="3973449" cy="360000"/>
          </a:xfrm>
          <a:prstGeom prst="rect">
            <a:avLst/>
          </a:prstGeom>
          <a:noFill/>
        </p:spPr>
        <p:txBody>
          <a:bodyPr wrap="square" lIns="45720" tIns="0" rIns="45720" bIns="0">
            <a:spAutoFit/>
          </a:bodyPr>
          <a:lstStyle/>
          <a:p>
            <a:pPr algn="l"/>
            <a:r>
              <a:rPr lang="en-US" sz="1000" b="0" noProof="0" dirty="0">
                <a:solidFill>
                  <a:srgbClr val="091F2C"/>
                </a:solidFill>
              </a:rPr>
              <a:t>Create the </a:t>
            </a:r>
            <a:r>
              <a:rPr lang="en-US" sz="1000" b="0" noProof="0" dirty="0" err="1">
                <a:solidFill>
                  <a:srgbClr val="091F2C"/>
                </a:solidFill>
              </a:rPr>
              <a:t>EcommerceDB</a:t>
            </a:r>
            <a:r>
              <a:rPr lang="en-US" sz="1000" b="0" noProof="0" dirty="0">
                <a:solidFill>
                  <a:srgbClr val="091F2C"/>
                </a:solidFill>
              </a:rPr>
              <a:t> database</a:t>
            </a:r>
          </a:p>
        </p:txBody>
      </p:sp>
      <p:sp>
        <p:nvSpPr>
          <p:cNvPr id="8" name="Oval 7"/>
          <p:cNvSpPr/>
          <p:nvPr/>
        </p:nvSpPr>
        <p:spPr>
          <a:xfrm>
            <a:off x="7770495" y="2718288"/>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2</a:t>
            </a:r>
          </a:p>
        </p:txBody>
      </p:sp>
      <p:sp>
        <p:nvSpPr>
          <p:cNvPr id="9" name="TextBox 8"/>
          <p:cNvSpPr txBox="1"/>
          <p:nvPr/>
        </p:nvSpPr>
        <p:spPr>
          <a:xfrm>
            <a:off x="8127111" y="2700000"/>
            <a:ext cx="3973449" cy="360000"/>
          </a:xfrm>
          <a:prstGeom prst="rect">
            <a:avLst/>
          </a:prstGeom>
          <a:noFill/>
        </p:spPr>
        <p:txBody>
          <a:bodyPr wrap="square" lIns="45720" tIns="0" rIns="45720" bIns="0">
            <a:spAutoFit/>
          </a:bodyPr>
          <a:lstStyle/>
          <a:p>
            <a:pPr algn="l"/>
            <a:r>
              <a:rPr lang="en-US" sz="1000" b="0" noProof="0" dirty="0">
                <a:solidFill>
                  <a:srgbClr val="091F2C"/>
                </a:solidFill>
              </a:rPr>
              <a:t>Create tables with constraints and indexes</a:t>
            </a:r>
          </a:p>
        </p:txBody>
      </p:sp>
      <p:sp>
        <p:nvSpPr>
          <p:cNvPr id="10" name="Oval 9"/>
          <p:cNvSpPr/>
          <p:nvPr/>
        </p:nvSpPr>
        <p:spPr>
          <a:xfrm>
            <a:off x="7770495" y="3108288"/>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3</a:t>
            </a:r>
          </a:p>
        </p:txBody>
      </p:sp>
      <p:sp>
        <p:nvSpPr>
          <p:cNvPr id="11" name="TextBox 10"/>
          <p:cNvSpPr txBox="1"/>
          <p:nvPr/>
        </p:nvSpPr>
        <p:spPr>
          <a:xfrm>
            <a:off x="8127111" y="3090000"/>
            <a:ext cx="3973449" cy="360000"/>
          </a:xfrm>
          <a:prstGeom prst="rect">
            <a:avLst/>
          </a:prstGeom>
          <a:noFill/>
        </p:spPr>
        <p:txBody>
          <a:bodyPr wrap="square" lIns="45720" tIns="0" rIns="45720" bIns="0">
            <a:spAutoFit/>
          </a:bodyPr>
          <a:lstStyle/>
          <a:p>
            <a:pPr algn="l"/>
            <a:r>
              <a:rPr lang="en-US" sz="1000" b="0" noProof="0" dirty="0">
                <a:solidFill>
                  <a:srgbClr val="091F2C"/>
                </a:solidFill>
              </a:rPr>
              <a:t>Add a temporal table for price history</a:t>
            </a:r>
          </a:p>
        </p:txBody>
      </p:sp>
      <p:sp>
        <p:nvSpPr>
          <p:cNvPr id="12" name="Oval 11"/>
          <p:cNvSpPr/>
          <p:nvPr/>
        </p:nvSpPr>
        <p:spPr>
          <a:xfrm>
            <a:off x="7770495" y="3498288"/>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4</a:t>
            </a:r>
          </a:p>
        </p:txBody>
      </p:sp>
      <p:sp>
        <p:nvSpPr>
          <p:cNvPr id="13" name="TextBox 12"/>
          <p:cNvSpPr txBox="1"/>
          <p:nvPr/>
        </p:nvSpPr>
        <p:spPr>
          <a:xfrm>
            <a:off x="8127111" y="3480000"/>
            <a:ext cx="3973449" cy="360000"/>
          </a:xfrm>
          <a:prstGeom prst="rect">
            <a:avLst/>
          </a:prstGeom>
          <a:noFill/>
        </p:spPr>
        <p:txBody>
          <a:bodyPr wrap="square" lIns="45720" tIns="0" rIns="45720" bIns="0">
            <a:spAutoFit/>
          </a:bodyPr>
          <a:lstStyle/>
          <a:p>
            <a:pPr algn="l"/>
            <a:r>
              <a:rPr lang="en-US" sz="1000" b="0" noProof="0" dirty="0">
                <a:solidFill>
                  <a:srgbClr val="091F2C"/>
                </a:solidFill>
              </a:rPr>
              <a:t>Add JSON columns with indexes</a:t>
            </a:r>
          </a:p>
        </p:txBody>
      </p:sp>
      <p:sp>
        <p:nvSpPr>
          <p:cNvPr id="14" name="Oval 13"/>
          <p:cNvSpPr/>
          <p:nvPr/>
        </p:nvSpPr>
        <p:spPr>
          <a:xfrm>
            <a:off x="7770495" y="3888288"/>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5</a:t>
            </a:r>
          </a:p>
        </p:txBody>
      </p:sp>
      <p:sp>
        <p:nvSpPr>
          <p:cNvPr id="15" name="TextBox 14"/>
          <p:cNvSpPr txBox="1"/>
          <p:nvPr/>
        </p:nvSpPr>
        <p:spPr>
          <a:xfrm>
            <a:off x="8127111" y="3870000"/>
            <a:ext cx="3973449" cy="360000"/>
          </a:xfrm>
          <a:prstGeom prst="rect">
            <a:avLst/>
          </a:prstGeom>
          <a:noFill/>
        </p:spPr>
        <p:txBody>
          <a:bodyPr wrap="square" lIns="45720" tIns="0" rIns="45720" bIns="0">
            <a:spAutoFit/>
          </a:bodyPr>
          <a:lstStyle/>
          <a:p>
            <a:pPr algn="l"/>
            <a:r>
              <a:rPr lang="en-US" sz="1000" b="0" noProof="0" dirty="0">
                <a:solidFill>
                  <a:srgbClr val="091F2C"/>
                </a:solidFill>
              </a:rPr>
              <a:t>Partition a table by date</a:t>
            </a:r>
          </a:p>
        </p:txBody>
      </p:sp>
      <p:sp>
        <p:nvSpPr>
          <p:cNvPr id="16" name="Oval 15"/>
          <p:cNvSpPr/>
          <p:nvPr/>
        </p:nvSpPr>
        <p:spPr>
          <a:xfrm>
            <a:off x="7770495" y="4278288"/>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6</a:t>
            </a:r>
          </a:p>
        </p:txBody>
      </p:sp>
      <p:sp>
        <p:nvSpPr>
          <p:cNvPr id="17" name="TextBox 16"/>
          <p:cNvSpPr txBox="1"/>
          <p:nvPr/>
        </p:nvSpPr>
        <p:spPr>
          <a:xfrm>
            <a:off x="8127111" y="4260000"/>
            <a:ext cx="3973449" cy="360000"/>
          </a:xfrm>
          <a:prstGeom prst="rect">
            <a:avLst/>
          </a:prstGeom>
          <a:noFill/>
        </p:spPr>
        <p:txBody>
          <a:bodyPr wrap="square" lIns="45720" tIns="0" rIns="45720" bIns="0">
            <a:spAutoFit/>
          </a:bodyPr>
          <a:lstStyle/>
          <a:p>
            <a:pPr algn="l"/>
            <a:r>
              <a:rPr lang="en-US" sz="1000" b="0" noProof="0" dirty="0">
                <a:solidFill>
                  <a:srgbClr val="091F2C"/>
                </a:solidFill>
              </a:rPr>
              <a:t>Use SEQUENCE for identifiers</a:t>
            </a:r>
          </a:p>
        </p:txBody>
      </p:sp>
      <p:sp>
        <p:nvSpPr>
          <p:cNvPr id="18" name="Oval 17"/>
          <p:cNvSpPr/>
          <p:nvPr/>
        </p:nvSpPr>
        <p:spPr>
          <a:xfrm>
            <a:off x="7770495" y="4668288"/>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7</a:t>
            </a:r>
          </a:p>
        </p:txBody>
      </p:sp>
      <p:sp>
        <p:nvSpPr>
          <p:cNvPr id="19" name="TextBox 18"/>
          <p:cNvSpPr txBox="1"/>
          <p:nvPr/>
        </p:nvSpPr>
        <p:spPr>
          <a:xfrm>
            <a:off x="8127111" y="4650000"/>
            <a:ext cx="3973449" cy="360000"/>
          </a:xfrm>
          <a:prstGeom prst="rect">
            <a:avLst/>
          </a:prstGeom>
          <a:noFill/>
        </p:spPr>
        <p:txBody>
          <a:bodyPr wrap="square" lIns="45720" tIns="0" rIns="45720" bIns="0">
            <a:spAutoFit/>
          </a:bodyPr>
          <a:lstStyle/>
          <a:p>
            <a:pPr algn="l"/>
            <a:r>
              <a:rPr lang="en-US" sz="1000" b="0" noProof="0" dirty="0">
                <a:solidFill>
                  <a:srgbClr val="091F2C"/>
                </a:solidFill>
              </a:rPr>
              <a:t>Verify objects</a:t>
            </a: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88262" y="585216"/>
            <a:ext cx="8193024" cy="307777"/>
          </a:xfrm>
        </p:spPr>
        <p:txBody>
          <a:bodyPr/>
          <a:lstStyle/>
          <a:p>
            <a:r>
              <a:rPr lang="en-US" noProof="0" dirty="0"/>
              <a:t>Knowledge check</a:t>
            </a:r>
            <a:r>
              <a:rPr lang="en-US" dirty="0"/>
              <a:t> - Design and implement database objects</a:t>
            </a:r>
            <a:endParaRPr lang="en-US" noProof="0" dirty="0"/>
          </a:p>
        </p:txBody>
      </p:sp>
      <p:sp>
        <p:nvSpPr>
          <p:cNvPr id="3" name="Text Placeholder 2"/>
          <p:cNvSpPr>
            <a:spLocks noGrp="1"/>
          </p:cNvSpPr>
          <p:nvPr>
            <p:ph type="body" sz="quarter" idx="17"/>
          </p:nvPr>
        </p:nvSpPr>
        <p:spPr>
          <a:xfrm>
            <a:off x="1235075" y="1594151"/>
            <a:ext cx="8778782" cy="606445"/>
          </a:xfrm>
        </p:spPr>
        <p:txBody>
          <a:bodyPr/>
          <a:lstStyle/>
          <a:p>
            <a:r>
              <a:rPr lang="en-US" noProof="0" dirty="0"/>
              <a:t>You need to create a table to store user profile data that changes over time. You want to maintain a full history of changes without creating a separate history table manually. Which table type should you implement?</a:t>
            </a:r>
          </a:p>
        </p:txBody>
      </p:sp>
      <p:sp>
        <p:nvSpPr>
          <p:cNvPr id="4" name="Text Placeholder 3"/>
          <p:cNvSpPr>
            <a:spLocks noGrp="1"/>
          </p:cNvSpPr>
          <p:nvPr>
            <p:ph type="body" sz="quarter" idx="15"/>
          </p:nvPr>
        </p:nvSpPr>
        <p:spPr>
          <a:xfrm>
            <a:off x="1237265" y="2200596"/>
            <a:ext cx="8775098" cy="732508"/>
          </a:xfrm>
        </p:spPr>
        <p:txBody>
          <a:bodyPr/>
          <a:lstStyle/>
          <a:p>
            <a:r>
              <a:rPr lang="en-US" noProof="0" dirty="0"/>
              <a:t>a) In-memory optimized table</a:t>
            </a:r>
          </a:p>
          <a:p>
            <a:r>
              <a:rPr lang="en-US" noProof="0" dirty="0"/>
              <a:t>b) Temporal table</a:t>
            </a:r>
          </a:p>
          <a:p>
            <a:r>
              <a:rPr lang="en-US" noProof="0" dirty="0"/>
              <a:t>c) Graph table</a:t>
            </a:r>
          </a:p>
        </p:txBody>
      </p:sp>
      <p:sp>
        <p:nvSpPr>
          <p:cNvPr id="54" name="Graphic 26">
            <a:extLst>
              <a:ext uri="{FF2B5EF4-FFF2-40B4-BE49-F238E27FC236}">
                <a16:creationId xmlns:a16="http://schemas.microsoft.com/office/drawing/2014/main" id="{9DA246D8-0ED3-802F-0781-404D86721549}"/>
              </a:ext>
              <a:ext uri="{C183D7F6-B498-43B3-948B-1728B52AA6E4}">
                <adec:decorative xmlns:adec="http://schemas.microsoft.com/office/drawing/2017/decorative" val="1"/>
              </a:ext>
            </a:extLst>
          </p:cNvPr>
          <p:cNvSpPr/>
          <p:nvPr/>
        </p:nvSpPr>
        <p:spPr>
          <a:xfrm>
            <a:off x="1278720" y="2489861"/>
            <a:ext cx="163976" cy="115172"/>
          </a:xfrm>
          <a:custGeom>
            <a:avLst/>
            <a:gdLst>
              <a:gd name="connsiteX0" fmla="*/ 249301 w 273255"/>
              <a:gd name="connsiteY0" fmla="*/ 0 h 191929"/>
              <a:gd name="connsiteX1" fmla="*/ 97887 w 273255"/>
              <a:gd name="connsiteY1" fmla="*/ 143134 h 191929"/>
              <a:gd name="connsiteX2" fmla="*/ 25137 w 273255"/>
              <a:gd name="connsiteY2" fmla="*/ 68610 h 191929"/>
              <a:gd name="connsiteX3" fmla="*/ 0 w 273255"/>
              <a:gd name="connsiteY3" fmla="*/ 92564 h 191929"/>
              <a:gd name="connsiteX4" fmla="*/ 96704 w 273255"/>
              <a:gd name="connsiteY4" fmla="*/ 191930 h 191929"/>
              <a:gd name="connsiteX5" fmla="*/ 122137 w 273255"/>
              <a:gd name="connsiteY5" fmla="*/ 168271 h 191929"/>
              <a:gd name="connsiteX6" fmla="*/ 273256 w 273255"/>
              <a:gd name="connsiteY6" fmla="*/ 24841 h 1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255" h="191929">
                <a:moveTo>
                  <a:pt x="249301" y="0"/>
                </a:moveTo>
                <a:lnTo>
                  <a:pt x="97887" y="143134"/>
                </a:lnTo>
                <a:lnTo>
                  <a:pt x="25137" y="68610"/>
                </a:lnTo>
                <a:lnTo>
                  <a:pt x="0" y="92564"/>
                </a:lnTo>
                <a:lnTo>
                  <a:pt x="96704" y="191930"/>
                </a:lnTo>
                <a:lnTo>
                  <a:pt x="122137" y="168271"/>
                </a:lnTo>
                <a:lnTo>
                  <a:pt x="273256" y="24841"/>
                </a:lnTo>
                <a:close/>
              </a:path>
            </a:pathLst>
          </a:custGeom>
          <a:noFill/>
          <a:ln w="31750" cap="flat">
            <a:solidFill>
              <a:schemeClr val="accent2"/>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endParaRPr>
          </a:p>
        </p:txBody>
      </p:sp>
      <p:sp>
        <p:nvSpPr>
          <p:cNvPr id="7" name="Text Placeholder 6"/>
          <p:cNvSpPr>
            <a:spLocks noGrp="1"/>
          </p:cNvSpPr>
          <p:nvPr>
            <p:ph type="body" sz="quarter" idx="22"/>
          </p:nvPr>
        </p:nvSpPr>
        <p:spPr>
          <a:xfrm>
            <a:off x="1235075" y="3111514"/>
            <a:ext cx="8778782" cy="406323"/>
          </a:xfrm>
        </p:spPr>
        <p:txBody>
          <a:bodyPr/>
          <a:lstStyle/>
          <a:p>
            <a:r>
              <a:rPr lang="en-US" noProof="0" dirty="0"/>
              <a:t>You need to design a table that will store product information. The </a:t>
            </a:r>
            <a:r>
              <a:rPr lang="en-US" noProof="0" dirty="0" err="1"/>
              <a:t>ProductID</a:t>
            </a:r>
            <a:r>
              <a:rPr lang="en-US" noProof="0" dirty="0"/>
              <a:t> must uniquely identify each row, and the Category must not allow null values. Which constraints should you implement?</a:t>
            </a:r>
          </a:p>
        </p:txBody>
      </p:sp>
      <p:sp>
        <p:nvSpPr>
          <p:cNvPr id="8" name="Text Placeholder 7"/>
          <p:cNvSpPr>
            <a:spLocks noGrp="1"/>
          </p:cNvSpPr>
          <p:nvPr>
            <p:ph type="body" sz="quarter" idx="23"/>
          </p:nvPr>
        </p:nvSpPr>
        <p:spPr>
          <a:xfrm>
            <a:off x="1237265" y="3557165"/>
            <a:ext cx="8775098" cy="732508"/>
          </a:xfrm>
        </p:spPr>
        <p:txBody>
          <a:bodyPr/>
          <a:lstStyle/>
          <a:p>
            <a:r>
              <a:rPr lang="en-US" noProof="0" dirty="0"/>
              <a:t>a) PRIMARY KEY on </a:t>
            </a:r>
            <a:r>
              <a:rPr lang="en-US" noProof="0" dirty="0" err="1"/>
              <a:t>ProductID</a:t>
            </a:r>
            <a:r>
              <a:rPr lang="en-US" noProof="0" dirty="0"/>
              <a:t> and DEFAULT on Category</a:t>
            </a:r>
          </a:p>
          <a:p>
            <a:r>
              <a:rPr lang="en-US" noProof="0" dirty="0"/>
              <a:t>b) UNIQUE constraint on </a:t>
            </a:r>
            <a:r>
              <a:rPr lang="en-US" noProof="0" dirty="0" err="1"/>
              <a:t>ProductID</a:t>
            </a:r>
            <a:r>
              <a:rPr lang="en-US" noProof="0" dirty="0"/>
              <a:t> and CHECK constraint on Category</a:t>
            </a:r>
          </a:p>
          <a:p>
            <a:r>
              <a:rPr lang="en-US" noProof="0" dirty="0"/>
              <a:t>c) PRIMARY KEY on </a:t>
            </a:r>
            <a:r>
              <a:rPr lang="en-US" noProof="0" dirty="0" err="1"/>
              <a:t>ProductID</a:t>
            </a:r>
            <a:r>
              <a:rPr lang="en-US" noProof="0" dirty="0"/>
              <a:t> and NOT NULL on Category</a:t>
            </a:r>
          </a:p>
        </p:txBody>
      </p:sp>
      <p:sp>
        <p:nvSpPr>
          <p:cNvPr id="55" name="Graphic 26">
            <a:extLst>
              <a:ext uri="{FF2B5EF4-FFF2-40B4-BE49-F238E27FC236}">
                <a16:creationId xmlns:a16="http://schemas.microsoft.com/office/drawing/2014/main" id="{97BC0CD6-09A4-EA1F-1640-79CB3A89D1F3}"/>
              </a:ext>
              <a:ext uri="{C183D7F6-B498-43B3-948B-1728B52AA6E4}">
                <adec:decorative xmlns:adec="http://schemas.microsoft.com/office/drawing/2017/decorative" val="1"/>
              </a:ext>
            </a:extLst>
          </p:cNvPr>
          <p:cNvSpPr/>
          <p:nvPr/>
        </p:nvSpPr>
        <p:spPr>
          <a:xfrm>
            <a:off x="1278720" y="4089257"/>
            <a:ext cx="163976" cy="115172"/>
          </a:xfrm>
          <a:custGeom>
            <a:avLst/>
            <a:gdLst>
              <a:gd name="connsiteX0" fmla="*/ 249301 w 273255"/>
              <a:gd name="connsiteY0" fmla="*/ 0 h 191929"/>
              <a:gd name="connsiteX1" fmla="*/ 97887 w 273255"/>
              <a:gd name="connsiteY1" fmla="*/ 143134 h 191929"/>
              <a:gd name="connsiteX2" fmla="*/ 25137 w 273255"/>
              <a:gd name="connsiteY2" fmla="*/ 68610 h 191929"/>
              <a:gd name="connsiteX3" fmla="*/ 0 w 273255"/>
              <a:gd name="connsiteY3" fmla="*/ 92564 h 191929"/>
              <a:gd name="connsiteX4" fmla="*/ 96704 w 273255"/>
              <a:gd name="connsiteY4" fmla="*/ 191930 h 191929"/>
              <a:gd name="connsiteX5" fmla="*/ 122137 w 273255"/>
              <a:gd name="connsiteY5" fmla="*/ 168271 h 191929"/>
              <a:gd name="connsiteX6" fmla="*/ 273256 w 273255"/>
              <a:gd name="connsiteY6" fmla="*/ 24841 h 1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255" h="191929">
                <a:moveTo>
                  <a:pt x="249301" y="0"/>
                </a:moveTo>
                <a:lnTo>
                  <a:pt x="97887" y="143134"/>
                </a:lnTo>
                <a:lnTo>
                  <a:pt x="25137" y="68610"/>
                </a:lnTo>
                <a:lnTo>
                  <a:pt x="0" y="92564"/>
                </a:lnTo>
                <a:lnTo>
                  <a:pt x="96704" y="191930"/>
                </a:lnTo>
                <a:lnTo>
                  <a:pt x="122137" y="168271"/>
                </a:lnTo>
                <a:lnTo>
                  <a:pt x="273256" y="24841"/>
                </a:lnTo>
                <a:close/>
              </a:path>
            </a:pathLst>
          </a:custGeom>
          <a:noFill/>
          <a:ln w="31750" cap="flat">
            <a:solidFill>
              <a:schemeClr val="accent2"/>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endParaRPr>
          </a:p>
        </p:txBody>
      </p:sp>
      <p:sp>
        <p:nvSpPr>
          <p:cNvPr id="5" name="Text Placeholder 4"/>
          <p:cNvSpPr>
            <a:spLocks noGrp="1"/>
          </p:cNvSpPr>
          <p:nvPr>
            <p:ph type="body" sz="quarter" idx="20"/>
          </p:nvPr>
        </p:nvSpPr>
        <p:spPr/>
        <p:txBody>
          <a:bodyPr/>
          <a:lstStyle/>
          <a:p>
            <a:r>
              <a:rPr lang="en-US" noProof="0" dirty="0"/>
              <a:t>You have a large sales table with millions of rows. You want to improve query performance and maintenance by splitting the table data based on date ranges. Which feature should you implement?</a:t>
            </a:r>
          </a:p>
        </p:txBody>
      </p:sp>
      <p:sp>
        <p:nvSpPr>
          <p:cNvPr id="6" name="Text Placeholder 5"/>
          <p:cNvSpPr>
            <a:spLocks noGrp="1"/>
          </p:cNvSpPr>
          <p:nvPr>
            <p:ph type="body" sz="quarter" idx="21"/>
          </p:nvPr>
        </p:nvSpPr>
        <p:spPr>
          <a:xfrm>
            <a:off x="1237265" y="4987244"/>
            <a:ext cx="8775098" cy="732508"/>
          </a:xfrm>
        </p:spPr>
        <p:txBody>
          <a:bodyPr/>
          <a:lstStyle/>
          <a:p>
            <a:r>
              <a:rPr lang="en-US" noProof="0" dirty="0"/>
              <a:t>a) Clustered index</a:t>
            </a:r>
          </a:p>
          <a:p>
            <a:r>
              <a:rPr lang="en-US" noProof="0" dirty="0"/>
              <a:t>b) JSON columns</a:t>
            </a:r>
          </a:p>
          <a:p>
            <a:r>
              <a:rPr lang="en-US" noProof="0" dirty="0"/>
              <a:t>c) Table partitioning</a:t>
            </a:r>
          </a:p>
        </p:txBody>
      </p:sp>
      <p:sp>
        <p:nvSpPr>
          <p:cNvPr id="56" name="Graphic 26">
            <a:extLst>
              <a:ext uri="{FF2B5EF4-FFF2-40B4-BE49-F238E27FC236}">
                <a16:creationId xmlns:a16="http://schemas.microsoft.com/office/drawing/2014/main" id="{D2BDFF80-7236-17A9-E457-8E8AC074C0D4}"/>
              </a:ext>
              <a:ext uri="{C183D7F6-B498-43B3-948B-1728B52AA6E4}">
                <adec:decorative xmlns:adec="http://schemas.microsoft.com/office/drawing/2017/decorative" val="1"/>
              </a:ext>
            </a:extLst>
          </p:cNvPr>
          <p:cNvSpPr/>
          <p:nvPr/>
        </p:nvSpPr>
        <p:spPr>
          <a:xfrm>
            <a:off x="1278720" y="5522159"/>
            <a:ext cx="163976" cy="115172"/>
          </a:xfrm>
          <a:custGeom>
            <a:avLst/>
            <a:gdLst>
              <a:gd name="connsiteX0" fmla="*/ 249301 w 273255"/>
              <a:gd name="connsiteY0" fmla="*/ 0 h 191929"/>
              <a:gd name="connsiteX1" fmla="*/ 97887 w 273255"/>
              <a:gd name="connsiteY1" fmla="*/ 143134 h 191929"/>
              <a:gd name="connsiteX2" fmla="*/ 25137 w 273255"/>
              <a:gd name="connsiteY2" fmla="*/ 68610 h 191929"/>
              <a:gd name="connsiteX3" fmla="*/ 0 w 273255"/>
              <a:gd name="connsiteY3" fmla="*/ 92564 h 191929"/>
              <a:gd name="connsiteX4" fmla="*/ 96704 w 273255"/>
              <a:gd name="connsiteY4" fmla="*/ 191930 h 191929"/>
              <a:gd name="connsiteX5" fmla="*/ 122137 w 273255"/>
              <a:gd name="connsiteY5" fmla="*/ 168271 h 191929"/>
              <a:gd name="connsiteX6" fmla="*/ 273256 w 273255"/>
              <a:gd name="connsiteY6" fmla="*/ 24841 h 1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255" h="191929">
                <a:moveTo>
                  <a:pt x="249301" y="0"/>
                </a:moveTo>
                <a:lnTo>
                  <a:pt x="97887" y="143134"/>
                </a:lnTo>
                <a:lnTo>
                  <a:pt x="25137" y="68610"/>
                </a:lnTo>
                <a:lnTo>
                  <a:pt x="0" y="92564"/>
                </a:lnTo>
                <a:lnTo>
                  <a:pt x="96704" y="191930"/>
                </a:lnTo>
                <a:lnTo>
                  <a:pt x="122137" y="168271"/>
                </a:lnTo>
                <a:lnTo>
                  <a:pt x="273256" y="24841"/>
                </a:lnTo>
                <a:close/>
              </a:path>
            </a:pathLst>
          </a:custGeom>
          <a:noFill/>
          <a:ln w="31750" cap="flat">
            <a:solidFill>
              <a:schemeClr val="accent2"/>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5"/>
                                        </p:tgtEl>
                                        <p:attrNameLst>
                                          <p:attrName>style.visibility</p:attrName>
                                        </p:attrNameLst>
                                      </p:cBhvr>
                                      <p:to>
                                        <p:strVal val="visible"/>
                                      </p:to>
                                    </p:set>
                                    <p:animEffect transition="in" filter="fade">
                                      <p:cBhvr>
                                        <p:cTn id="12" dur="500"/>
                                        <p:tgtEl>
                                          <p:spTgt spid="5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6"/>
                                        </p:tgtEl>
                                        <p:attrNameLst>
                                          <p:attrName>style.visibility</p:attrName>
                                        </p:attrNameLst>
                                      </p:cBhvr>
                                      <p:to>
                                        <p:strVal val="visible"/>
                                      </p:to>
                                    </p:set>
                                    <p:animEffect transition="in" filter="fade">
                                      <p:cBhvr>
                                        <p:cTn id="17"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animBg="1"/>
      <p:bldP spid="55" grpId="0" animBg="1"/>
      <p:bldP spid="56"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Summary</a:t>
            </a:r>
            <a:r>
              <a:rPr lang="en-US" dirty="0"/>
              <a:t> - Design and implement database objects</a:t>
            </a:r>
            <a:endParaRPr lang="en-US" noProof="0" dirty="0"/>
          </a:p>
        </p:txBody>
      </p:sp>
      <p:sp>
        <p:nvSpPr>
          <p:cNvPr id="5" name="Text Placeholder 4"/>
          <p:cNvSpPr>
            <a:spLocks noGrp="1"/>
          </p:cNvSpPr>
          <p:nvPr>
            <p:ph type="body" sz="quarter" idx="34"/>
          </p:nvPr>
        </p:nvSpPr>
        <p:spPr/>
        <p:txBody>
          <a:bodyPr/>
          <a:lstStyle/>
          <a:p>
            <a:r>
              <a:rPr lang="en-US" noProof="0" dirty="0"/>
              <a:t>Database objects</a:t>
            </a:r>
          </a:p>
        </p:txBody>
      </p:sp>
      <p:sp>
        <p:nvSpPr>
          <p:cNvPr id="3" name="Text Placeholder 2"/>
          <p:cNvSpPr>
            <a:spLocks noGrp="1"/>
          </p:cNvSpPr>
          <p:nvPr>
            <p:ph type="body" sz="quarter" idx="17"/>
          </p:nvPr>
        </p:nvSpPr>
        <p:spPr/>
        <p:txBody>
          <a:bodyPr/>
          <a:lstStyle/>
          <a:p>
            <a:r>
              <a:rPr lang="en-US" noProof="0" dirty="0"/>
              <a:t>What you learned</a:t>
            </a:r>
          </a:p>
        </p:txBody>
      </p:sp>
      <p:sp>
        <p:nvSpPr>
          <p:cNvPr id="4" name="Text Placeholder 3"/>
          <p:cNvSpPr>
            <a:spLocks noGrp="1"/>
          </p:cNvSpPr>
          <p:nvPr>
            <p:ph type="body" sz="quarter" idx="35"/>
          </p:nvPr>
        </p:nvSpPr>
        <p:spPr>
          <a:xfrm>
            <a:off x="4358229" y="2578100"/>
            <a:ext cx="6437590" cy="3200876"/>
          </a:xfrm>
        </p:spPr>
        <p:txBody>
          <a:bodyPr/>
          <a:lstStyle/>
          <a:p>
            <a:r>
              <a:rPr lang="en-US" b="1" noProof="0" dirty="0"/>
              <a:t>Platform choices: </a:t>
            </a:r>
            <a:r>
              <a:rPr lang="en-US" noProof="0" dirty="0"/>
              <a:t>Azure SQL DB, Managed Instance, Fabric</a:t>
            </a:r>
          </a:p>
          <a:p>
            <a:endParaRPr lang="en-US" noProof="0" dirty="0"/>
          </a:p>
          <a:p>
            <a:r>
              <a:rPr lang="en-US" b="1" noProof="0" dirty="0"/>
              <a:t>Table design: </a:t>
            </a:r>
            <a:r>
              <a:rPr lang="en-US" noProof="0" dirty="0"/>
              <a:t>data types, column sizing, estimation</a:t>
            </a:r>
          </a:p>
          <a:p>
            <a:endParaRPr lang="en-US" noProof="0" dirty="0"/>
          </a:p>
          <a:p>
            <a:r>
              <a:rPr lang="en-US" b="1" noProof="0" dirty="0"/>
              <a:t>Indexes: </a:t>
            </a:r>
            <a:r>
              <a:rPr lang="en-US" noProof="0" dirty="0" err="1"/>
              <a:t>rowstore</a:t>
            </a:r>
            <a:r>
              <a:rPr lang="en-US" noProof="0" dirty="0"/>
              <a:t> for OLTP, </a:t>
            </a:r>
            <a:r>
              <a:rPr lang="en-US" noProof="0" dirty="0" err="1"/>
              <a:t>columnstore</a:t>
            </a:r>
            <a:r>
              <a:rPr lang="en-US" noProof="0" dirty="0"/>
              <a:t> for analytics</a:t>
            </a:r>
          </a:p>
          <a:p>
            <a:endParaRPr lang="en-US" noProof="0" dirty="0"/>
          </a:p>
          <a:p>
            <a:r>
              <a:rPr lang="en-US" b="1" noProof="0" dirty="0"/>
              <a:t>Specialized tables: </a:t>
            </a:r>
            <a:r>
              <a:rPr lang="en-US" noProof="0" dirty="0"/>
              <a:t>temporal, ledger, graph, in-memory, external</a:t>
            </a:r>
          </a:p>
          <a:p>
            <a:endParaRPr lang="en-US" noProof="0" dirty="0"/>
          </a:p>
          <a:p>
            <a:r>
              <a:rPr lang="en-US" b="1" noProof="0" dirty="0"/>
              <a:t>Constraints: </a:t>
            </a:r>
            <a:r>
              <a:rPr lang="en-US" noProof="0" dirty="0"/>
              <a:t>PK, FK, UNIQUE, CHECK, DEFAULT + sequences</a:t>
            </a:r>
          </a:p>
          <a:p>
            <a:endParaRPr lang="en-US" noProof="0" dirty="0"/>
          </a:p>
          <a:p>
            <a:r>
              <a:rPr lang="en-US" b="1" noProof="0" dirty="0"/>
              <a:t>JSON + partitioning: </a:t>
            </a:r>
            <a:r>
              <a:rPr lang="en-US" noProof="0" dirty="0"/>
              <a:t>flexible schemas and large-table management</a:t>
            </a:r>
          </a:p>
        </p:txBody>
      </p:sp>
      <p:grpSp>
        <p:nvGrpSpPr>
          <p:cNvPr id="9" name="Group 8">
            <a:extLst>
              <a:ext uri="{FF2B5EF4-FFF2-40B4-BE49-F238E27FC236}">
                <a16:creationId xmlns:a16="http://schemas.microsoft.com/office/drawing/2014/main" id="{BF39A029-B000-B0B8-A5A6-94EA67953B81}"/>
              </a:ext>
              <a:ext uri="{C183D7F6-B498-43B3-948B-1728B52AA6E4}">
                <adec:decorative xmlns:adec="http://schemas.microsoft.com/office/drawing/2017/decorative" val="1"/>
              </a:ext>
            </a:extLst>
          </p:cNvPr>
          <p:cNvGrpSpPr/>
          <p:nvPr/>
        </p:nvGrpSpPr>
        <p:grpSpPr>
          <a:xfrm>
            <a:off x="2563579" y="1585913"/>
            <a:ext cx="1110600" cy="1110600"/>
            <a:chOff x="5540700" y="2116300"/>
            <a:chExt cx="1110600" cy="1110600"/>
          </a:xfrm>
        </p:grpSpPr>
        <p:sp>
          <p:nvSpPr>
            <p:cNvPr id="10" name="Oval 9">
              <a:extLst>
                <a:ext uri="{FF2B5EF4-FFF2-40B4-BE49-F238E27FC236}">
                  <a16:creationId xmlns:a16="http://schemas.microsoft.com/office/drawing/2014/main" id="{978BF621-7A52-175C-D0B4-12E30E765C7B}"/>
                </a:ext>
              </a:extLst>
            </p:cNvPr>
            <p:cNvSpPr/>
            <p:nvPr/>
          </p:nvSpPr>
          <p:spPr>
            <a:xfrm>
              <a:off x="5540700" y="2116300"/>
              <a:ext cx="1110600" cy="111060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Segoe UI"/>
                <a:ea typeface="+mn-ea"/>
                <a:cs typeface="+mn-cs"/>
              </a:endParaRPr>
            </a:p>
          </p:txBody>
        </p:sp>
        <p:pic>
          <p:nvPicPr>
            <p:cNvPr id="11" name="Picture 10">
              <a:extLst>
                <a:ext uri="{FF2B5EF4-FFF2-40B4-BE49-F238E27FC236}">
                  <a16:creationId xmlns:a16="http://schemas.microsoft.com/office/drawing/2014/main" id="{F08CECD3-227F-74D5-36DF-387B20D1793B}"/>
                </a:ext>
              </a:extLst>
            </p:cNvPr>
            <p:cNvPicPr/>
            <p:nvPr/>
          </p:nvPicPr>
          <p:blipFill>
            <a:blip r:embed="rId3"/>
            <a:srcRect/>
            <a:stretch/>
          </p:blipFill>
          <p:spPr>
            <a:xfrm>
              <a:off x="5749602" y="2325202"/>
              <a:ext cx="692796" cy="692796"/>
            </a:xfrm>
            <a:prstGeom prst="rect">
              <a:avLst/>
            </a:prstGeom>
            <a:noFill/>
          </p:spPr>
        </p:pic>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F3DDD6-A7CF-FD03-6D84-B427F7BB9E22}"/>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D559EFD2-87AF-8569-7EB5-F025ADA254B5}"/>
              </a:ext>
            </a:extLst>
          </p:cNvPr>
          <p:cNvSpPr>
            <a:spLocks noGrp="1"/>
          </p:cNvSpPr>
          <p:nvPr>
            <p:ph type="title"/>
          </p:nvPr>
        </p:nvSpPr>
        <p:spPr>
          <a:xfrm>
            <a:off x="569911" y="2769057"/>
            <a:ext cx="6345239" cy="1231106"/>
          </a:xfrm>
        </p:spPr>
        <p:txBody>
          <a:bodyPr/>
          <a:lstStyle/>
          <a:p>
            <a:r>
              <a:rPr lang="en-US" noProof="0" dirty="0"/>
              <a:t>Implement programmability</a:t>
            </a:r>
            <a:br>
              <a:rPr lang="en-US" noProof="0" dirty="0"/>
            </a:br>
            <a:r>
              <a:rPr lang="en-US" noProof="0" dirty="0"/>
              <a:t>objects</a:t>
            </a:r>
          </a:p>
        </p:txBody>
      </p:sp>
      <p:sp>
        <p:nvSpPr>
          <p:cNvPr id="11" name="Footer Placeholder 10">
            <a:extLst>
              <a:ext uri="{FF2B5EF4-FFF2-40B4-BE49-F238E27FC236}">
                <a16:creationId xmlns:a16="http://schemas.microsoft.com/office/drawing/2014/main" id="{2DF6FE5B-AB02-2C8F-EC54-B2BD1F0309AE}"/>
              </a:ext>
            </a:extLst>
          </p:cNvPr>
          <p:cNvSpPr>
            <a:spLocks noGrp="1"/>
          </p:cNvSpPr>
          <p:nvPr>
            <p:ph type="ftr" sz="quarter" idx="3"/>
          </p:nvPr>
        </p:nvSpPr>
        <p:spPr/>
        <p:txBody>
          <a:bodyPr/>
          <a:lstStyle/>
          <a:p>
            <a:pPr defTabSz="914367">
              <a:defRPr/>
            </a:pPr>
            <a:r>
              <a:rPr lang="en-US" noProof="0" dirty="0">
                <a:solidFill>
                  <a:srgbClr val="000000"/>
                </a:solidFill>
              </a:rPr>
              <a:t>© Copyright Microsoft Corporation. All rights reserved.</a:t>
            </a:r>
          </a:p>
        </p:txBody>
      </p:sp>
      <p:sp>
        <p:nvSpPr>
          <p:cNvPr id="2" name="Rectangle 1">
            <a:extLst>
              <a:ext uri="{FF2B5EF4-FFF2-40B4-BE49-F238E27FC236}">
                <a16:creationId xmlns:a16="http://schemas.microsoft.com/office/drawing/2014/main" id="{C99F1B38-5885-3F4E-0E41-B68CFF7F25D3}"/>
              </a:ext>
              <a:ext uri="{C183D7F6-B498-43B3-948B-1728B52AA6E4}">
                <adec:decorative xmlns:adec="http://schemas.microsoft.com/office/drawing/2017/decorative" val="1"/>
              </a:ext>
            </a:extLst>
          </p:cNvPr>
          <p:cNvSpPr/>
          <p:nvPr/>
        </p:nvSpPr>
        <p:spPr bwMode="auto">
          <a:xfrm>
            <a:off x="2888243" y="1229710"/>
            <a:ext cx="914400" cy="914400"/>
          </a:xfrm>
          <a:prstGeom prst="rect">
            <a:avLst/>
          </a:prstGeom>
          <a:solidFill>
            <a:srgbClr val="E8E6DF"/>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noProof="0" dirty="0">
              <a:gradFill>
                <a:gsLst>
                  <a:gs pos="0">
                    <a:srgbClr val="FFFFFF"/>
                  </a:gs>
                  <a:gs pos="100000">
                    <a:srgbClr val="FFFFFF"/>
                  </a:gs>
                </a:gsLst>
                <a:lin ang="5400000" scaled="0"/>
              </a:gradFill>
              <a:ea typeface="Segoe UI" pitchFamily="34" charset="0"/>
              <a:cs typeface="Segoe UI" pitchFamily="34" charset="0"/>
            </a:endParaRPr>
          </a:p>
        </p:txBody>
      </p:sp>
    </p:spTree>
    <p:extLst>
      <p:ext uri="{BB962C8B-B14F-4D97-AF65-F5344CB8AC3E}">
        <p14:creationId xmlns:p14="http://schemas.microsoft.com/office/powerpoint/2010/main" val="32300812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Create views</a:t>
            </a:r>
          </a:p>
        </p:txBody>
      </p:sp>
      <p:sp>
        <p:nvSpPr>
          <p:cNvPr id="4" name="Text Placeholder 3"/>
          <p:cNvSpPr>
            <a:spLocks noGrp="1"/>
          </p:cNvSpPr>
          <p:nvPr>
            <p:ph type="body" sz="quarter" idx="16"/>
          </p:nvPr>
        </p:nvSpPr>
        <p:spPr>
          <a:xfrm>
            <a:off x="584200" y="1594155"/>
            <a:ext cx="3716196" cy="246221"/>
          </a:xfrm>
        </p:spPr>
        <p:txBody>
          <a:bodyPr/>
          <a:lstStyle/>
          <a:p>
            <a:r>
              <a:rPr lang="en-US" noProof="0" dirty="0"/>
              <a:t>Virtual tables that simplify data access</a:t>
            </a:r>
          </a:p>
        </p:txBody>
      </p:sp>
      <p:sp>
        <p:nvSpPr>
          <p:cNvPr id="5" name="Text Placeholder 4"/>
          <p:cNvSpPr>
            <a:spLocks noGrp="1"/>
          </p:cNvSpPr>
          <p:nvPr>
            <p:ph type="body" sz="quarter" idx="15"/>
          </p:nvPr>
        </p:nvSpPr>
        <p:spPr>
          <a:xfrm>
            <a:off x="586389" y="2085764"/>
            <a:ext cx="4770919" cy="3582519"/>
          </a:xfrm>
        </p:spPr>
        <p:txBody>
          <a:bodyPr/>
          <a:lstStyle/>
          <a:p>
            <a:r>
              <a:rPr lang="en-US" b="1" noProof="0" dirty="0"/>
              <a:t>Virtual table: </a:t>
            </a:r>
          </a:p>
          <a:p>
            <a:pPr lvl="1"/>
            <a:r>
              <a:rPr lang="en-US" i="1" noProof="0" dirty="0"/>
              <a:t>SELECT</a:t>
            </a:r>
            <a:r>
              <a:rPr lang="en-US" noProof="0" dirty="0"/>
              <a:t> query stored as a named object.</a:t>
            </a:r>
          </a:p>
          <a:p>
            <a:r>
              <a:rPr lang="en-US" b="1" noProof="0" dirty="0"/>
              <a:t>Security layer: </a:t>
            </a:r>
          </a:p>
          <a:p>
            <a:pPr lvl="1"/>
            <a:r>
              <a:rPr lang="en-US" b="0" noProof="0" dirty="0"/>
              <a:t>Grant view access without exposing underlying table permissions.</a:t>
            </a:r>
            <a:endParaRPr lang="en-US" noProof="0" dirty="0"/>
          </a:p>
          <a:p>
            <a:r>
              <a:rPr lang="en-US" b="1" noProof="0" dirty="0"/>
              <a:t>WITH CHECK OPTION: </a:t>
            </a:r>
          </a:p>
          <a:p>
            <a:pPr lvl="1"/>
            <a:r>
              <a:rPr lang="en-US" b="0" noProof="0" dirty="0"/>
              <a:t>Ensures modified rows stay visible through the view after update</a:t>
            </a:r>
            <a:endParaRPr lang="en-US" noProof="0" dirty="0"/>
          </a:p>
          <a:p>
            <a:r>
              <a:rPr lang="en-US" b="1" noProof="0" dirty="0"/>
              <a:t>Explicit columns: </a:t>
            </a:r>
          </a:p>
          <a:p>
            <a:pPr lvl="1"/>
            <a:r>
              <a:rPr lang="en-US" b="0" noProof="0" dirty="0"/>
              <a:t>Schema changes to base tables won't silently break dependent queries</a:t>
            </a:r>
            <a:endParaRPr lang="en-US" noProof="0" dirty="0"/>
          </a:p>
          <a:p>
            <a:r>
              <a:rPr lang="en-US" b="1" noProof="0" dirty="0"/>
              <a:t>Indexed views: </a:t>
            </a:r>
          </a:p>
          <a:p>
            <a:pPr lvl="1"/>
            <a:r>
              <a:rPr lang="en-US" b="0" noProof="0" dirty="0"/>
              <a:t>Physical storage adds write overhead; best for read-heavy, stable data</a:t>
            </a:r>
          </a:p>
        </p:txBody>
      </p:sp>
      <p:pic>
        <p:nvPicPr>
          <p:cNvPr id="6" name="Picture 5" descr="How views work."/>
          <p:cNvPicPr>
            <a:picLocks noChangeAspect="1"/>
          </p:cNvPicPr>
          <p:nvPr/>
        </p:nvPicPr>
        <p:blipFill>
          <a:blip r:embed="rId3"/>
          <a:stretch>
            <a:fillRect/>
          </a:stretch>
        </p:blipFill>
        <p:spPr>
          <a:xfrm>
            <a:off x="5809486" y="1840376"/>
            <a:ext cx="5943600" cy="3749039"/>
          </a:xfrm>
          <a:prstGeom prst="rect">
            <a:avLst/>
          </a:prstGeom>
        </p:spPr>
      </p:pic>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Create stored procedures</a:t>
            </a:r>
          </a:p>
        </p:txBody>
      </p:sp>
      <p:sp>
        <p:nvSpPr>
          <p:cNvPr id="50" name="Oval 49"/>
          <p:cNvSpPr/>
          <p:nvPr/>
        </p:nvSpPr>
        <p:spPr>
          <a:xfrm>
            <a:off x="1938528" y="1773936"/>
            <a:ext cx="768096" cy="768096"/>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1800" b="1" noProof="0" dirty="0">
                <a:solidFill>
                  <a:srgbClr val="FFFFFF"/>
                </a:solidFill>
              </a:rPr>
              <a:t>@P</a:t>
            </a:r>
          </a:p>
        </p:txBody>
      </p:sp>
      <p:sp>
        <p:nvSpPr>
          <p:cNvPr id="3" name="Text Placeholder 2"/>
          <p:cNvSpPr>
            <a:spLocks noGrp="1"/>
          </p:cNvSpPr>
          <p:nvPr>
            <p:ph type="body" sz="quarter" idx="16"/>
          </p:nvPr>
        </p:nvSpPr>
        <p:spPr>
          <a:xfrm>
            <a:off x="1799284" y="2864664"/>
            <a:ext cx="1046584" cy="246221"/>
          </a:xfrm>
        </p:spPr>
        <p:txBody>
          <a:bodyPr/>
          <a:lstStyle/>
          <a:p>
            <a:r>
              <a:rPr lang="en-US" noProof="0" dirty="0"/>
              <a:t>Parameters</a:t>
            </a:r>
          </a:p>
        </p:txBody>
      </p:sp>
      <p:sp>
        <p:nvSpPr>
          <p:cNvPr id="4" name="Text Placeholder 3"/>
          <p:cNvSpPr>
            <a:spLocks noGrp="1"/>
          </p:cNvSpPr>
          <p:nvPr>
            <p:ph type="body" sz="quarter" idx="15"/>
          </p:nvPr>
        </p:nvSpPr>
        <p:spPr>
          <a:xfrm>
            <a:off x="585216" y="3282149"/>
            <a:ext cx="3474720" cy="2182727"/>
          </a:xfrm>
          <a:solidFill>
            <a:srgbClr val="F4F3F5"/>
          </a:solidFill>
        </p:spPr>
        <p:txBody>
          <a:bodyPr/>
          <a:lstStyle/>
          <a:p>
            <a:endParaRPr lang="en-US" sz="1350" noProof="0" dirty="0"/>
          </a:p>
          <a:p>
            <a:r>
              <a:rPr lang="en-US" sz="1350" noProof="0" dirty="0"/>
              <a:t>Input: </a:t>
            </a:r>
            <a:r>
              <a:rPr lang="en-US" sz="1350" i="1" noProof="0" dirty="0"/>
              <a:t>@Param</a:t>
            </a:r>
            <a:r>
              <a:rPr lang="en-US" sz="1350" noProof="0" dirty="0"/>
              <a:t> datatype [= default]</a:t>
            </a:r>
          </a:p>
          <a:p>
            <a:endParaRPr lang="en-US" sz="1350" noProof="0" dirty="0"/>
          </a:p>
          <a:p>
            <a:r>
              <a:rPr lang="en-US" sz="1350" noProof="0" dirty="0"/>
              <a:t>Output: </a:t>
            </a:r>
            <a:r>
              <a:rPr lang="en-US" sz="1350" i="1" noProof="0" dirty="0"/>
              <a:t>@Result</a:t>
            </a:r>
            <a:r>
              <a:rPr lang="en-US" sz="1350" noProof="0" dirty="0"/>
              <a:t> datatype OUTPUT</a:t>
            </a:r>
          </a:p>
          <a:p>
            <a:endParaRPr lang="en-US" sz="1350" noProof="0" dirty="0"/>
          </a:p>
          <a:p>
            <a:r>
              <a:rPr lang="en-US" sz="1350" i="1" noProof="0" dirty="0"/>
              <a:t>EXECUTE</a:t>
            </a:r>
            <a:r>
              <a:rPr lang="en-US" sz="1350" noProof="0" dirty="0"/>
              <a:t> with named or positional </a:t>
            </a:r>
            <a:r>
              <a:rPr lang="en-US" sz="1350" noProof="0" dirty="0" err="1"/>
              <a:t>args</a:t>
            </a:r>
            <a:endParaRPr lang="en-US" sz="1350" noProof="0" dirty="0"/>
          </a:p>
          <a:p>
            <a:endParaRPr lang="en-US" sz="1350" noProof="0" dirty="0"/>
          </a:p>
          <a:p>
            <a:r>
              <a:rPr lang="en-US" sz="1350" noProof="0" dirty="0"/>
              <a:t>Plan caching on first execution</a:t>
            </a:r>
          </a:p>
        </p:txBody>
      </p:sp>
      <p:sp>
        <p:nvSpPr>
          <p:cNvPr id="51" name="Oval 50"/>
          <p:cNvSpPr/>
          <p:nvPr/>
        </p:nvSpPr>
        <p:spPr>
          <a:xfrm>
            <a:off x="5715000" y="1773936"/>
            <a:ext cx="768096" cy="768096"/>
          </a:xfrm>
          <a:prstGeom prst="ellipse">
            <a:avLst/>
          </a:prstGeom>
          <a:solidFill>
            <a:srgbClr val="107C10"/>
          </a:solidFill>
          <a:ln>
            <a:noFill/>
          </a:ln>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1800" b="1" noProof="0" dirty="0">
                <a:solidFill>
                  <a:srgbClr val="FFFFFF"/>
                </a:solidFill>
              </a:rPr>
              <a:t>TRY</a:t>
            </a:r>
          </a:p>
        </p:txBody>
      </p:sp>
      <p:sp>
        <p:nvSpPr>
          <p:cNvPr id="5" name="Text Placeholder 4"/>
          <p:cNvSpPr>
            <a:spLocks noGrp="1"/>
          </p:cNvSpPr>
          <p:nvPr>
            <p:ph type="body" sz="quarter" idx="22"/>
          </p:nvPr>
        </p:nvSpPr>
        <p:spPr>
          <a:xfrm>
            <a:off x="5132485" y="2864664"/>
            <a:ext cx="1943185" cy="246221"/>
          </a:xfrm>
        </p:spPr>
        <p:txBody>
          <a:bodyPr/>
          <a:lstStyle/>
          <a:p>
            <a:r>
              <a:rPr lang="en-US" noProof="0" dirty="0"/>
              <a:t>Transactions &amp; errors</a:t>
            </a:r>
          </a:p>
        </p:txBody>
      </p:sp>
      <p:sp>
        <p:nvSpPr>
          <p:cNvPr id="6" name="Text Placeholder 5"/>
          <p:cNvSpPr>
            <a:spLocks noGrp="1"/>
          </p:cNvSpPr>
          <p:nvPr>
            <p:ph type="body" sz="quarter" idx="23"/>
          </p:nvPr>
        </p:nvSpPr>
        <p:spPr>
          <a:xfrm>
            <a:off x="4361688" y="3282150"/>
            <a:ext cx="3474720" cy="2211217"/>
          </a:xfrm>
          <a:solidFill>
            <a:srgbClr val="F4F3F5"/>
          </a:solidFill>
        </p:spPr>
        <p:txBody>
          <a:bodyPr/>
          <a:lstStyle/>
          <a:p>
            <a:endParaRPr lang="en-US" sz="1350" i="1" noProof="0" dirty="0"/>
          </a:p>
          <a:p>
            <a:r>
              <a:rPr lang="en-US" sz="1350" i="1" noProof="0" dirty="0"/>
              <a:t>BEGIN TRY</a:t>
            </a:r>
            <a:r>
              <a:rPr lang="en-US" sz="1350" noProof="0" dirty="0"/>
              <a:t> / </a:t>
            </a:r>
            <a:r>
              <a:rPr lang="en-US" sz="1350" i="1" noProof="0" dirty="0"/>
              <a:t>BEGIN CATCH</a:t>
            </a:r>
            <a:r>
              <a:rPr lang="en-US" sz="1350" noProof="0" dirty="0"/>
              <a:t> blocks</a:t>
            </a:r>
          </a:p>
          <a:p>
            <a:endParaRPr lang="en-US" sz="1350" noProof="0" dirty="0"/>
          </a:p>
          <a:p>
            <a:r>
              <a:rPr lang="en-US" sz="1350" i="1" noProof="0" dirty="0"/>
              <a:t>BEGIN</a:t>
            </a:r>
            <a:r>
              <a:rPr lang="en-US" sz="1350" noProof="0" dirty="0"/>
              <a:t>/</a:t>
            </a:r>
            <a:r>
              <a:rPr lang="en-US" sz="1350" i="1" noProof="0" dirty="0"/>
              <a:t>COMMIT</a:t>
            </a:r>
            <a:r>
              <a:rPr lang="en-US" sz="1350" noProof="0" dirty="0"/>
              <a:t>/</a:t>
            </a:r>
            <a:r>
              <a:rPr lang="en-US" sz="1350" i="1" noProof="0" dirty="0"/>
              <a:t>ROLLBACK TRANSACTION</a:t>
            </a:r>
          </a:p>
          <a:p>
            <a:endParaRPr lang="en-US" sz="1350" noProof="0" dirty="0"/>
          </a:p>
          <a:p>
            <a:r>
              <a:rPr lang="en-US" sz="1350" i="1" noProof="0" dirty="0"/>
              <a:t>ERROR_MESSAGE()</a:t>
            </a:r>
            <a:r>
              <a:rPr lang="en-US" sz="1350" noProof="0" dirty="0"/>
              <a:t>, </a:t>
            </a:r>
            <a:r>
              <a:rPr lang="en-US" sz="1350" i="1" noProof="0" dirty="0"/>
              <a:t>ERROR_SEVERITY()</a:t>
            </a:r>
          </a:p>
          <a:p>
            <a:endParaRPr lang="en-US" sz="1350" noProof="0" dirty="0"/>
          </a:p>
          <a:p>
            <a:r>
              <a:rPr lang="en-US" sz="1350" noProof="0" dirty="0"/>
              <a:t>Check </a:t>
            </a:r>
            <a:r>
              <a:rPr lang="en-US" sz="1350" i="1" noProof="0" dirty="0"/>
              <a:t>@@TRANCOUNT</a:t>
            </a:r>
            <a:r>
              <a:rPr lang="en-US" sz="1350" noProof="0" dirty="0"/>
              <a:t> before </a:t>
            </a:r>
            <a:r>
              <a:rPr lang="en-US" sz="1350" i="1" noProof="0" dirty="0"/>
              <a:t>ROLLBACK</a:t>
            </a:r>
          </a:p>
        </p:txBody>
      </p:sp>
      <p:sp>
        <p:nvSpPr>
          <p:cNvPr id="52" name="Oval 51"/>
          <p:cNvSpPr/>
          <p:nvPr/>
        </p:nvSpPr>
        <p:spPr>
          <a:xfrm>
            <a:off x="9482328" y="1773936"/>
            <a:ext cx="768096" cy="768096"/>
          </a:xfrm>
          <a:prstGeom prst="ellipse">
            <a:avLst/>
          </a:prstGeom>
          <a:solidFill>
            <a:srgbClr val="702573"/>
          </a:solidFill>
          <a:ln>
            <a:noFill/>
          </a:ln>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1800" b="1" noProof="0" dirty="0">
                <a:solidFill>
                  <a:srgbClr val="FFFFFF"/>
                </a:solidFill>
              </a:rPr>
              <a:t>✓</a:t>
            </a:r>
          </a:p>
        </p:txBody>
      </p:sp>
      <p:sp>
        <p:nvSpPr>
          <p:cNvPr id="7" name="Text Placeholder 6"/>
          <p:cNvSpPr>
            <a:spLocks noGrp="1"/>
          </p:cNvSpPr>
          <p:nvPr>
            <p:ph type="body" sz="quarter" idx="24"/>
          </p:nvPr>
        </p:nvSpPr>
        <p:spPr>
          <a:xfrm>
            <a:off x="9147483" y="2862081"/>
            <a:ext cx="1355488" cy="246221"/>
          </a:xfrm>
        </p:spPr>
        <p:txBody>
          <a:bodyPr/>
          <a:lstStyle/>
          <a:p>
            <a:r>
              <a:rPr lang="en-US" noProof="0" dirty="0"/>
              <a:t>Best practices</a:t>
            </a:r>
          </a:p>
        </p:txBody>
      </p:sp>
      <p:sp>
        <p:nvSpPr>
          <p:cNvPr id="8" name="Text Placeholder 7"/>
          <p:cNvSpPr>
            <a:spLocks noGrp="1"/>
          </p:cNvSpPr>
          <p:nvPr>
            <p:ph type="body" sz="quarter" idx="25"/>
          </p:nvPr>
        </p:nvSpPr>
        <p:spPr>
          <a:xfrm>
            <a:off x="8129016" y="3282150"/>
            <a:ext cx="3474720" cy="2211217"/>
          </a:xfrm>
          <a:solidFill>
            <a:srgbClr val="F4F3F5"/>
          </a:solidFill>
        </p:spPr>
        <p:txBody>
          <a:bodyPr/>
          <a:lstStyle/>
          <a:p>
            <a:endParaRPr lang="en-US" sz="1350" noProof="0" dirty="0"/>
          </a:p>
          <a:p>
            <a:r>
              <a:rPr lang="en-US" sz="1350" noProof="0" dirty="0"/>
              <a:t>Schema-qualify all object names</a:t>
            </a:r>
          </a:p>
          <a:p>
            <a:endParaRPr lang="en-US" sz="1350" noProof="0" dirty="0"/>
          </a:p>
          <a:p>
            <a:r>
              <a:rPr lang="en-US" sz="1350" noProof="0" dirty="0"/>
              <a:t>Validate parameters early (fail fast)</a:t>
            </a:r>
          </a:p>
          <a:p>
            <a:endParaRPr lang="en-US" sz="1350" noProof="0" dirty="0"/>
          </a:p>
          <a:p>
            <a:r>
              <a:rPr lang="en-US" sz="1350" noProof="0" dirty="0"/>
              <a:t>Avoid </a:t>
            </a:r>
            <a:r>
              <a:rPr lang="en-US" sz="1350" i="1" noProof="0" dirty="0"/>
              <a:t>SELECT *,</a:t>
            </a:r>
            <a:r>
              <a:rPr lang="en-US" sz="1350" noProof="0" dirty="0"/>
              <a:t> list columns</a:t>
            </a:r>
          </a:p>
          <a:p>
            <a:endParaRPr lang="en-US" sz="1350" noProof="0" dirty="0"/>
          </a:p>
          <a:p>
            <a:r>
              <a:rPr lang="en-US" sz="1350" noProof="0" dirty="0"/>
              <a:t>Never use </a:t>
            </a:r>
            <a:r>
              <a:rPr lang="en-US" sz="1350" noProof="0" dirty="0" err="1"/>
              <a:t>sp</a:t>
            </a:r>
            <a:r>
              <a:rPr lang="en-US" sz="1350" noProof="0" dirty="0"/>
              <a:t>_ prefix (reserved)</a:t>
            </a: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Create user-defined functions</a:t>
            </a:r>
          </a:p>
        </p:txBody>
      </p:sp>
      <p:sp>
        <p:nvSpPr>
          <p:cNvPr id="3" name="Text Placeholder 2"/>
          <p:cNvSpPr>
            <a:spLocks noGrp="1"/>
          </p:cNvSpPr>
          <p:nvPr>
            <p:ph type="body" sz="quarter" idx="16"/>
          </p:nvPr>
        </p:nvSpPr>
        <p:spPr>
          <a:xfrm>
            <a:off x="584199" y="1451991"/>
            <a:ext cx="4714663" cy="246221"/>
          </a:xfrm>
        </p:spPr>
        <p:txBody>
          <a:bodyPr/>
          <a:lstStyle/>
          <a:p>
            <a:r>
              <a:rPr lang="en-US" noProof="0" dirty="0"/>
              <a:t>Scalar functions and table-valued functions</a:t>
            </a:r>
          </a:p>
        </p:txBody>
      </p:sp>
      <p:sp>
        <p:nvSpPr>
          <p:cNvPr id="4" name="Text Placeholder 3"/>
          <p:cNvSpPr>
            <a:spLocks noGrp="1"/>
          </p:cNvSpPr>
          <p:nvPr>
            <p:ph type="body" sz="quarter" idx="15"/>
          </p:nvPr>
        </p:nvSpPr>
        <p:spPr>
          <a:xfrm>
            <a:off x="584200" y="2057400"/>
            <a:ext cx="4407348" cy="3367076"/>
          </a:xfrm>
        </p:spPr>
        <p:txBody>
          <a:bodyPr/>
          <a:lstStyle/>
          <a:p>
            <a:r>
              <a:rPr lang="en-US" b="1" noProof="0" dirty="0"/>
              <a:t>Scalar: </a:t>
            </a:r>
          </a:p>
          <a:p>
            <a:pPr lvl="1"/>
            <a:r>
              <a:rPr lang="en-US" b="0" noProof="0" dirty="0"/>
              <a:t>Per-row execution cost, avoid in WHERE clauses on large tables</a:t>
            </a:r>
            <a:endParaRPr lang="en-US" noProof="0" dirty="0"/>
          </a:p>
          <a:p>
            <a:r>
              <a:rPr lang="en-US" b="1" noProof="0" dirty="0"/>
              <a:t>Inline TVF: </a:t>
            </a:r>
          </a:p>
          <a:p>
            <a:pPr lvl="1"/>
            <a:r>
              <a:rPr lang="en-US" b="0" noProof="0" dirty="0"/>
              <a:t>Best performance of all TVF types</a:t>
            </a:r>
            <a:r>
              <a:rPr lang="en-US" noProof="0" dirty="0"/>
              <a:t>, </a:t>
            </a:r>
            <a:r>
              <a:rPr lang="en-US" b="0" noProof="0" dirty="0"/>
              <a:t>optimizer </a:t>
            </a:r>
            <a:r>
              <a:rPr lang="en-US" b="0" noProof="0" dirty="0" err="1"/>
              <a:t>inlines</a:t>
            </a:r>
            <a:r>
              <a:rPr lang="en-US" b="0" noProof="0" dirty="0"/>
              <a:t> into the calling query plan</a:t>
            </a:r>
            <a:endParaRPr lang="en-US" noProof="0" dirty="0"/>
          </a:p>
          <a:p>
            <a:r>
              <a:rPr lang="en-US" b="1" noProof="0" dirty="0"/>
              <a:t>Multi-statement TVF: </a:t>
            </a:r>
          </a:p>
          <a:p>
            <a:pPr lvl="1"/>
            <a:r>
              <a:rPr lang="en-US" b="0" i="1" noProof="0" dirty="0"/>
              <a:t>Optimizer treats as black box, use only when procedural logic is required</a:t>
            </a:r>
            <a:endParaRPr lang="en-US" noProof="0" dirty="0"/>
          </a:p>
          <a:p>
            <a:r>
              <a:rPr lang="en-US" b="1" noProof="0" dirty="0"/>
              <a:t>CROSS APPLY: </a:t>
            </a:r>
          </a:p>
          <a:p>
            <a:pPr lvl="1"/>
            <a:r>
              <a:rPr lang="en-US" noProof="0" dirty="0"/>
              <a:t>Call TVF per row for correlated results</a:t>
            </a:r>
          </a:p>
          <a:p>
            <a:r>
              <a:rPr lang="en-US" b="1" noProof="0" dirty="0"/>
              <a:t>Best practice: </a:t>
            </a:r>
          </a:p>
          <a:p>
            <a:pPr lvl="1"/>
            <a:r>
              <a:rPr lang="en-US" noProof="0" dirty="0"/>
              <a:t>Keep deterministic, avoid side effects</a:t>
            </a:r>
          </a:p>
        </p:txBody>
      </p:sp>
      <p:pic>
        <p:nvPicPr>
          <p:cNvPr id="7" name="Picture 6" descr="Kinds of table value function.">
            <a:extLst>
              <a:ext uri="{FF2B5EF4-FFF2-40B4-BE49-F238E27FC236}">
                <a16:creationId xmlns:a16="http://schemas.microsoft.com/office/drawing/2014/main" id="{24697B9D-4F93-9069-4D0A-B2EBE5CED6BD}"/>
              </a:ext>
            </a:extLst>
          </p:cNvPr>
          <p:cNvPicPr>
            <a:picLocks noChangeAspect="1"/>
          </p:cNvPicPr>
          <p:nvPr/>
        </p:nvPicPr>
        <p:blipFill>
          <a:blip r:embed="rId3"/>
          <a:stretch>
            <a:fillRect/>
          </a:stretch>
        </p:blipFill>
        <p:spPr>
          <a:xfrm>
            <a:off x="5298861" y="1746990"/>
            <a:ext cx="6308939" cy="3987895"/>
          </a:xfrm>
          <a:prstGeom prst="rect">
            <a:avLst/>
          </a:prstGeom>
        </p:spPr>
      </p:pic>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noProof="0" dirty="0"/>
              <a:t>Create triggers</a:t>
            </a:r>
          </a:p>
        </p:txBody>
      </p:sp>
      <p:pic>
        <p:nvPicPr>
          <p:cNvPr id="6" name="Picture 5" descr="Trigger types."/>
          <p:cNvPicPr>
            <a:picLocks noChangeAspect="1"/>
          </p:cNvPicPr>
          <p:nvPr/>
        </p:nvPicPr>
        <p:blipFill>
          <a:blip r:embed="rId3"/>
          <a:stretch>
            <a:fillRect/>
          </a:stretch>
        </p:blipFill>
        <p:spPr>
          <a:xfrm>
            <a:off x="457200" y="1005840"/>
            <a:ext cx="11274552" cy="5577840"/>
          </a:xfrm>
          <a:prstGeom prst="rect">
            <a:avLst/>
          </a:prstGeom>
        </p:spPr>
      </p:pic>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88261" y="585177"/>
            <a:ext cx="4173861" cy="307777"/>
          </a:xfrm>
        </p:spPr>
        <p:txBody>
          <a:bodyPr/>
          <a:lstStyle/>
          <a:p>
            <a:r>
              <a:rPr lang="en-US" noProof="0" dirty="0"/>
              <a:t>Choose the right object</a:t>
            </a:r>
          </a:p>
        </p:txBody>
      </p:sp>
      <p:sp>
        <p:nvSpPr>
          <p:cNvPr id="4" name="Text Placeholder 3"/>
          <p:cNvSpPr>
            <a:spLocks noGrp="1"/>
          </p:cNvSpPr>
          <p:nvPr>
            <p:ph type="body" sz="quarter" idx="16"/>
          </p:nvPr>
        </p:nvSpPr>
        <p:spPr>
          <a:xfrm>
            <a:off x="461514" y="1518148"/>
            <a:ext cx="5385816" cy="307776"/>
          </a:xfrm>
        </p:spPr>
        <p:txBody>
          <a:bodyPr/>
          <a:lstStyle/>
          <a:p>
            <a:r>
              <a:rPr lang="en-US" noProof="0" dirty="0"/>
              <a:t>Decision framework for programmability objects</a:t>
            </a:r>
          </a:p>
        </p:txBody>
      </p:sp>
      <p:sp>
        <p:nvSpPr>
          <p:cNvPr id="5" name="Text Placeholder 4"/>
          <p:cNvSpPr>
            <a:spLocks noGrp="1"/>
          </p:cNvSpPr>
          <p:nvPr>
            <p:ph type="body" sz="quarter" idx="15"/>
          </p:nvPr>
        </p:nvSpPr>
        <p:spPr>
          <a:xfrm>
            <a:off x="710184" y="2000631"/>
            <a:ext cx="4238334" cy="3797963"/>
          </a:xfrm>
        </p:spPr>
        <p:txBody>
          <a:bodyPr/>
          <a:lstStyle/>
          <a:p>
            <a:r>
              <a:rPr lang="en-US" b="1" noProof="0" dirty="0"/>
              <a:t>View: </a:t>
            </a:r>
          </a:p>
          <a:p>
            <a:pPr lvl="1"/>
            <a:r>
              <a:rPr lang="en-US" b="0" noProof="0" dirty="0"/>
              <a:t>No transaction control, limited data modification, avoid deeply nested views</a:t>
            </a:r>
            <a:endParaRPr lang="en-US" noProof="0" dirty="0"/>
          </a:p>
          <a:p>
            <a:r>
              <a:rPr lang="en-US" b="1" noProof="0" dirty="0"/>
              <a:t>Stored procedure: </a:t>
            </a:r>
          </a:p>
          <a:p>
            <a:pPr lvl="1"/>
            <a:r>
              <a:rPr lang="en-US" b="0" noProof="0" dirty="0"/>
              <a:t>Cached execution plans, output params, return codes for flow control</a:t>
            </a:r>
            <a:endParaRPr lang="en-US" noProof="0" dirty="0"/>
          </a:p>
          <a:p>
            <a:r>
              <a:rPr lang="en-US" b="1" noProof="0" dirty="0"/>
              <a:t>Scalar function: </a:t>
            </a:r>
          </a:p>
          <a:p>
            <a:pPr lvl="1"/>
            <a:r>
              <a:rPr lang="en-US" b="0" noProof="0" dirty="0"/>
              <a:t>No data modification allowed, watch per-row cost on large tables</a:t>
            </a:r>
            <a:endParaRPr lang="en-US" noProof="0" dirty="0"/>
          </a:p>
          <a:p>
            <a:r>
              <a:rPr lang="en-US" b="1" noProof="0" dirty="0"/>
              <a:t>Table-valued function: </a:t>
            </a:r>
          </a:p>
          <a:p>
            <a:pPr lvl="1"/>
            <a:r>
              <a:rPr lang="en-US" b="0" noProof="0" dirty="0"/>
              <a:t>Prefer inline TVF over multi-statement for optimizer compatibility</a:t>
            </a:r>
            <a:endParaRPr lang="en-US" i="1" noProof="0" dirty="0"/>
          </a:p>
          <a:p>
            <a:r>
              <a:rPr lang="en-US" b="1" noProof="0" dirty="0"/>
              <a:t>Trigger: </a:t>
            </a:r>
          </a:p>
          <a:p>
            <a:pPr lvl="1"/>
            <a:r>
              <a:rPr lang="en-US" b="0" noProof="0" dirty="0"/>
              <a:t>Runs inside the firing transaction, keep lightweight; prefer stored procs for complex logic</a:t>
            </a:r>
          </a:p>
        </p:txBody>
      </p:sp>
      <p:pic>
        <p:nvPicPr>
          <p:cNvPr id="6" name="Picture 5" descr="Decision Framework."/>
          <p:cNvPicPr>
            <a:picLocks noChangeAspect="1"/>
          </p:cNvPicPr>
          <p:nvPr/>
        </p:nvPicPr>
        <p:blipFill>
          <a:blip r:embed="rId3"/>
          <a:stretch>
            <a:fillRect/>
          </a:stretch>
        </p:blipFill>
        <p:spPr>
          <a:xfrm>
            <a:off x="5203204" y="1825924"/>
            <a:ext cx="6527282" cy="4142673"/>
          </a:xfrm>
          <a:prstGeom prst="rect">
            <a:avLst/>
          </a:prstGeom>
        </p:spPr>
      </p:pic>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noProof="0" dirty="0"/>
              <a:t>Exercise: Implement</a:t>
            </a:r>
          </a:p>
          <a:p>
            <a:r>
              <a:rPr lang="en-US" noProof="0" dirty="0"/>
              <a:t>programmability objects</a:t>
            </a:r>
          </a:p>
        </p:txBody>
      </p:sp>
      <p:sp>
        <p:nvSpPr>
          <p:cNvPr id="4" name="Text Placeholder 3"/>
          <p:cNvSpPr>
            <a:spLocks noGrp="1"/>
          </p:cNvSpPr>
          <p:nvPr>
            <p:ph type="body" sz="quarter" idx="16"/>
          </p:nvPr>
        </p:nvSpPr>
        <p:spPr/>
        <p:txBody>
          <a:bodyPr/>
          <a:lstStyle/>
          <a:p>
            <a:r>
              <a:rPr lang="en-US" noProof="0" dirty="0"/>
              <a:t>Hands-on lab</a:t>
            </a:r>
          </a:p>
        </p:txBody>
      </p:sp>
      <p:sp>
        <p:nvSpPr>
          <p:cNvPr id="5" name="Text Placeholder 4"/>
          <p:cNvSpPr>
            <a:spLocks noGrp="1"/>
          </p:cNvSpPr>
          <p:nvPr>
            <p:ph type="body" sz="quarter" idx="15"/>
          </p:nvPr>
        </p:nvSpPr>
        <p:spPr>
          <a:xfrm>
            <a:off x="586389" y="2085764"/>
            <a:ext cx="5652201" cy="1231106"/>
          </a:xfrm>
        </p:spPr>
        <p:txBody>
          <a:bodyPr/>
          <a:lstStyle/>
          <a:p>
            <a:pPr marL="0" indent="0">
              <a:buNone/>
            </a:pPr>
            <a:r>
              <a:rPr lang="en-US" noProof="0" dirty="0"/>
              <a:t>Create core programmability objects in </a:t>
            </a:r>
            <a:r>
              <a:rPr lang="en-US" noProof="0" dirty="0" err="1"/>
              <a:t>AdventureWorksLT</a:t>
            </a:r>
            <a:r>
              <a:rPr lang="en-US" noProof="0" dirty="0"/>
              <a:t>: a view simplifying multi-table joins, a transactional stored procedure with validation, a scalar function for calculations, an inline table-valued function for parameterized queries, and a trigger for automatic audit logging.</a:t>
            </a:r>
          </a:p>
        </p:txBody>
      </p:sp>
      <p:sp>
        <p:nvSpPr>
          <p:cNvPr id="6" name="Oval 5"/>
          <p:cNvSpPr/>
          <p:nvPr/>
        </p:nvSpPr>
        <p:spPr>
          <a:xfrm>
            <a:off x="7770495" y="2572576"/>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1</a:t>
            </a:r>
          </a:p>
        </p:txBody>
      </p:sp>
      <p:sp>
        <p:nvSpPr>
          <p:cNvPr id="7" name="TextBox 6"/>
          <p:cNvSpPr txBox="1"/>
          <p:nvPr/>
        </p:nvSpPr>
        <p:spPr>
          <a:xfrm>
            <a:off x="8127111" y="2554288"/>
            <a:ext cx="3973449" cy="420624"/>
          </a:xfrm>
          <a:prstGeom prst="rect">
            <a:avLst/>
          </a:prstGeom>
          <a:noFill/>
        </p:spPr>
        <p:txBody>
          <a:bodyPr wrap="square" lIns="45720" tIns="0" rIns="45720" bIns="0">
            <a:spAutoFit/>
          </a:bodyPr>
          <a:lstStyle/>
          <a:p>
            <a:pPr algn="l"/>
            <a:r>
              <a:rPr lang="en-US" sz="1000" b="0" noProof="0" dirty="0">
                <a:solidFill>
                  <a:srgbClr val="091F2C"/>
                </a:solidFill>
              </a:rPr>
              <a:t>Create a view for customers and orders</a:t>
            </a:r>
          </a:p>
        </p:txBody>
      </p:sp>
      <p:sp>
        <p:nvSpPr>
          <p:cNvPr id="8" name="Oval 7"/>
          <p:cNvSpPr/>
          <p:nvPr/>
        </p:nvSpPr>
        <p:spPr>
          <a:xfrm>
            <a:off x="7770495" y="3066352"/>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2</a:t>
            </a:r>
          </a:p>
        </p:txBody>
      </p:sp>
      <p:sp>
        <p:nvSpPr>
          <p:cNvPr id="9" name="TextBox 8"/>
          <p:cNvSpPr txBox="1"/>
          <p:nvPr/>
        </p:nvSpPr>
        <p:spPr>
          <a:xfrm>
            <a:off x="8127111" y="3048064"/>
            <a:ext cx="3973449" cy="420624"/>
          </a:xfrm>
          <a:prstGeom prst="rect">
            <a:avLst/>
          </a:prstGeom>
          <a:noFill/>
        </p:spPr>
        <p:txBody>
          <a:bodyPr wrap="square" lIns="45720" tIns="0" rIns="45720" bIns="0">
            <a:spAutoFit/>
          </a:bodyPr>
          <a:lstStyle/>
          <a:p>
            <a:pPr algn="l"/>
            <a:r>
              <a:rPr lang="en-US" sz="1000" b="0" noProof="0" dirty="0">
                <a:solidFill>
                  <a:srgbClr val="091F2C"/>
                </a:solidFill>
              </a:rPr>
              <a:t>Create a stored procedure for order items</a:t>
            </a:r>
          </a:p>
        </p:txBody>
      </p:sp>
      <p:sp>
        <p:nvSpPr>
          <p:cNvPr id="10" name="Oval 9"/>
          <p:cNvSpPr/>
          <p:nvPr/>
        </p:nvSpPr>
        <p:spPr>
          <a:xfrm>
            <a:off x="7770495" y="3560128"/>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3</a:t>
            </a:r>
          </a:p>
        </p:txBody>
      </p:sp>
      <p:sp>
        <p:nvSpPr>
          <p:cNvPr id="11" name="TextBox 10"/>
          <p:cNvSpPr txBox="1"/>
          <p:nvPr/>
        </p:nvSpPr>
        <p:spPr>
          <a:xfrm>
            <a:off x="8127111" y="3541840"/>
            <a:ext cx="3973449" cy="420624"/>
          </a:xfrm>
          <a:prstGeom prst="rect">
            <a:avLst/>
          </a:prstGeom>
          <a:noFill/>
        </p:spPr>
        <p:txBody>
          <a:bodyPr wrap="square" lIns="45720" tIns="0" rIns="45720" bIns="0">
            <a:spAutoFit/>
          </a:bodyPr>
          <a:lstStyle/>
          <a:p>
            <a:pPr algn="l"/>
            <a:r>
              <a:rPr lang="en-US" sz="1000" b="0" noProof="0" dirty="0">
                <a:solidFill>
                  <a:srgbClr val="091F2C"/>
                </a:solidFill>
              </a:rPr>
              <a:t>Create a scalar function for totals</a:t>
            </a:r>
          </a:p>
        </p:txBody>
      </p:sp>
      <p:sp>
        <p:nvSpPr>
          <p:cNvPr id="12" name="Oval 11"/>
          <p:cNvSpPr/>
          <p:nvPr/>
        </p:nvSpPr>
        <p:spPr>
          <a:xfrm>
            <a:off x="7770495" y="4053904"/>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4</a:t>
            </a:r>
          </a:p>
        </p:txBody>
      </p:sp>
      <p:sp>
        <p:nvSpPr>
          <p:cNvPr id="13" name="TextBox 12"/>
          <p:cNvSpPr txBox="1"/>
          <p:nvPr/>
        </p:nvSpPr>
        <p:spPr>
          <a:xfrm>
            <a:off x="8127111" y="4035616"/>
            <a:ext cx="3973449" cy="420624"/>
          </a:xfrm>
          <a:prstGeom prst="rect">
            <a:avLst/>
          </a:prstGeom>
          <a:noFill/>
        </p:spPr>
        <p:txBody>
          <a:bodyPr wrap="square" lIns="45720" tIns="0" rIns="45720" bIns="0">
            <a:spAutoFit/>
          </a:bodyPr>
          <a:lstStyle/>
          <a:p>
            <a:pPr algn="l"/>
            <a:r>
              <a:rPr lang="en-US" sz="1000" b="0" noProof="0" dirty="0">
                <a:solidFill>
                  <a:srgbClr val="091F2C"/>
                </a:solidFill>
              </a:rPr>
              <a:t>Create a table-valued function</a:t>
            </a:r>
          </a:p>
        </p:txBody>
      </p:sp>
      <p:sp>
        <p:nvSpPr>
          <p:cNvPr id="14" name="Oval 13"/>
          <p:cNvSpPr/>
          <p:nvPr/>
        </p:nvSpPr>
        <p:spPr>
          <a:xfrm>
            <a:off x="7770495" y="4547680"/>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5</a:t>
            </a:r>
          </a:p>
        </p:txBody>
      </p:sp>
      <p:sp>
        <p:nvSpPr>
          <p:cNvPr id="15" name="TextBox 14"/>
          <p:cNvSpPr txBox="1"/>
          <p:nvPr/>
        </p:nvSpPr>
        <p:spPr>
          <a:xfrm>
            <a:off x="8127111" y="4529392"/>
            <a:ext cx="3973449" cy="420624"/>
          </a:xfrm>
          <a:prstGeom prst="rect">
            <a:avLst/>
          </a:prstGeom>
          <a:noFill/>
        </p:spPr>
        <p:txBody>
          <a:bodyPr wrap="square" lIns="45720" tIns="0" rIns="45720" bIns="0">
            <a:spAutoFit/>
          </a:bodyPr>
          <a:lstStyle/>
          <a:p>
            <a:pPr algn="l"/>
            <a:r>
              <a:rPr lang="en-US" sz="1000" b="0" noProof="0" dirty="0">
                <a:solidFill>
                  <a:srgbClr val="091F2C"/>
                </a:solidFill>
              </a:rPr>
              <a:t>Create a trigger for audit logging</a:t>
            </a: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88262" y="585216"/>
            <a:ext cx="8193024" cy="307777"/>
          </a:xfrm>
        </p:spPr>
        <p:txBody>
          <a:bodyPr/>
          <a:lstStyle/>
          <a:p>
            <a:r>
              <a:rPr lang="en-US" noProof="0" dirty="0"/>
              <a:t>Knowledge check</a:t>
            </a:r>
            <a:r>
              <a:rPr lang="en-US" dirty="0"/>
              <a:t> -  Implement programmability objects</a:t>
            </a:r>
            <a:endParaRPr lang="en-US" noProof="0" dirty="0"/>
          </a:p>
        </p:txBody>
      </p:sp>
      <p:sp>
        <p:nvSpPr>
          <p:cNvPr id="3" name="Text Placeholder 2"/>
          <p:cNvSpPr>
            <a:spLocks noGrp="1"/>
          </p:cNvSpPr>
          <p:nvPr>
            <p:ph type="body" sz="quarter" idx="17"/>
          </p:nvPr>
        </p:nvSpPr>
        <p:spPr/>
        <p:txBody>
          <a:bodyPr/>
          <a:lstStyle/>
          <a:p>
            <a:r>
              <a:rPr lang="en-US" noProof="0" dirty="0"/>
              <a:t>Which programmability object should you use when you need to simplify a complex query that joins multiple tables and expose only specific columns to users?</a:t>
            </a:r>
          </a:p>
        </p:txBody>
      </p:sp>
      <p:sp>
        <p:nvSpPr>
          <p:cNvPr id="4" name="Text Placeholder 3"/>
          <p:cNvSpPr>
            <a:spLocks noGrp="1"/>
          </p:cNvSpPr>
          <p:nvPr>
            <p:ph type="body" sz="quarter" idx="15"/>
          </p:nvPr>
        </p:nvSpPr>
        <p:spPr>
          <a:xfrm>
            <a:off x="1237265" y="2047914"/>
            <a:ext cx="8775098" cy="732508"/>
          </a:xfrm>
        </p:spPr>
        <p:txBody>
          <a:bodyPr/>
          <a:lstStyle/>
          <a:p>
            <a:r>
              <a:rPr lang="en-US" noProof="0" dirty="0"/>
              <a:t>a) Stored procedure</a:t>
            </a:r>
          </a:p>
          <a:p>
            <a:r>
              <a:rPr lang="en-US" noProof="0" dirty="0"/>
              <a:t>b) View</a:t>
            </a:r>
          </a:p>
          <a:p>
            <a:r>
              <a:rPr lang="en-US" noProof="0" dirty="0"/>
              <a:t>c) Trigger</a:t>
            </a:r>
          </a:p>
        </p:txBody>
      </p:sp>
      <p:sp>
        <p:nvSpPr>
          <p:cNvPr id="54" name="Graphic 26">
            <a:extLst>
              <a:ext uri="{FF2B5EF4-FFF2-40B4-BE49-F238E27FC236}">
                <a16:creationId xmlns:a16="http://schemas.microsoft.com/office/drawing/2014/main" id="{9DA246D8-0ED3-802F-0781-404D86721549}"/>
              </a:ext>
              <a:ext uri="{C183D7F6-B498-43B3-948B-1728B52AA6E4}">
                <adec:decorative xmlns:adec="http://schemas.microsoft.com/office/drawing/2017/decorative" val="1"/>
              </a:ext>
            </a:extLst>
          </p:cNvPr>
          <p:cNvSpPr/>
          <p:nvPr/>
        </p:nvSpPr>
        <p:spPr>
          <a:xfrm>
            <a:off x="1278720" y="2303820"/>
            <a:ext cx="163976" cy="115172"/>
          </a:xfrm>
          <a:custGeom>
            <a:avLst/>
            <a:gdLst>
              <a:gd name="connsiteX0" fmla="*/ 249301 w 273255"/>
              <a:gd name="connsiteY0" fmla="*/ 0 h 191929"/>
              <a:gd name="connsiteX1" fmla="*/ 97887 w 273255"/>
              <a:gd name="connsiteY1" fmla="*/ 143134 h 191929"/>
              <a:gd name="connsiteX2" fmla="*/ 25137 w 273255"/>
              <a:gd name="connsiteY2" fmla="*/ 68610 h 191929"/>
              <a:gd name="connsiteX3" fmla="*/ 0 w 273255"/>
              <a:gd name="connsiteY3" fmla="*/ 92564 h 191929"/>
              <a:gd name="connsiteX4" fmla="*/ 96704 w 273255"/>
              <a:gd name="connsiteY4" fmla="*/ 191930 h 191929"/>
              <a:gd name="connsiteX5" fmla="*/ 122137 w 273255"/>
              <a:gd name="connsiteY5" fmla="*/ 168271 h 191929"/>
              <a:gd name="connsiteX6" fmla="*/ 273256 w 273255"/>
              <a:gd name="connsiteY6" fmla="*/ 24841 h 1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255" h="191929">
                <a:moveTo>
                  <a:pt x="249301" y="0"/>
                </a:moveTo>
                <a:lnTo>
                  <a:pt x="97887" y="143134"/>
                </a:lnTo>
                <a:lnTo>
                  <a:pt x="25137" y="68610"/>
                </a:lnTo>
                <a:lnTo>
                  <a:pt x="0" y="92564"/>
                </a:lnTo>
                <a:lnTo>
                  <a:pt x="96704" y="191930"/>
                </a:lnTo>
                <a:lnTo>
                  <a:pt x="122137" y="168271"/>
                </a:lnTo>
                <a:lnTo>
                  <a:pt x="273256" y="24841"/>
                </a:lnTo>
                <a:close/>
              </a:path>
            </a:pathLst>
          </a:custGeom>
          <a:noFill/>
          <a:ln w="31750" cap="flat">
            <a:solidFill>
              <a:schemeClr val="accent2"/>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endParaRPr>
          </a:p>
        </p:txBody>
      </p:sp>
      <p:sp>
        <p:nvSpPr>
          <p:cNvPr id="7" name="Text Placeholder 6"/>
          <p:cNvSpPr>
            <a:spLocks noGrp="1"/>
          </p:cNvSpPr>
          <p:nvPr>
            <p:ph type="body" sz="quarter" idx="22"/>
          </p:nvPr>
        </p:nvSpPr>
        <p:spPr/>
        <p:txBody>
          <a:bodyPr/>
          <a:lstStyle/>
          <a:p>
            <a:r>
              <a:rPr lang="en-US" noProof="0" dirty="0"/>
              <a:t>What is a key advantage of using stored procedures over embedding T-SQL directly in application code?</a:t>
            </a:r>
          </a:p>
        </p:txBody>
      </p:sp>
      <p:sp>
        <p:nvSpPr>
          <p:cNvPr id="8" name="Text Placeholder 7"/>
          <p:cNvSpPr>
            <a:spLocks noGrp="1"/>
          </p:cNvSpPr>
          <p:nvPr>
            <p:ph type="body" sz="quarter" idx="23"/>
          </p:nvPr>
        </p:nvSpPr>
        <p:spPr>
          <a:xfrm>
            <a:off x="1237265" y="3362949"/>
            <a:ext cx="8775098" cy="732508"/>
          </a:xfrm>
        </p:spPr>
        <p:txBody>
          <a:bodyPr/>
          <a:lstStyle/>
          <a:p>
            <a:r>
              <a:rPr lang="en-US" noProof="0" dirty="0"/>
              <a:t>a) Stored procedures automatically create indexed views</a:t>
            </a:r>
          </a:p>
          <a:p>
            <a:r>
              <a:rPr lang="en-US" noProof="0" dirty="0"/>
              <a:t>b) Stored procedures are precompiled and can include transaction management and error handling</a:t>
            </a:r>
          </a:p>
          <a:p>
            <a:r>
              <a:rPr lang="en-US" noProof="0" dirty="0"/>
              <a:t>c) Stored procedures can only be executed by database administrators</a:t>
            </a:r>
          </a:p>
        </p:txBody>
      </p:sp>
      <p:sp>
        <p:nvSpPr>
          <p:cNvPr id="55" name="Graphic 26">
            <a:extLst>
              <a:ext uri="{FF2B5EF4-FFF2-40B4-BE49-F238E27FC236}">
                <a16:creationId xmlns:a16="http://schemas.microsoft.com/office/drawing/2014/main" id="{97BC0CD6-09A4-EA1F-1640-79CB3A89D1F3}"/>
              </a:ext>
              <a:ext uri="{C183D7F6-B498-43B3-948B-1728B52AA6E4}">
                <adec:decorative xmlns:adec="http://schemas.microsoft.com/office/drawing/2017/decorative" val="1"/>
              </a:ext>
            </a:extLst>
          </p:cNvPr>
          <p:cNvSpPr/>
          <p:nvPr/>
        </p:nvSpPr>
        <p:spPr>
          <a:xfrm>
            <a:off x="1278720" y="3652016"/>
            <a:ext cx="163976" cy="115172"/>
          </a:xfrm>
          <a:custGeom>
            <a:avLst/>
            <a:gdLst>
              <a:gd name="connsiteX0" fmla="*/ 249301 w 273255"/>
              <a:gd name="connsiteY0" fmla="*/ 0 h 191929"/>
              <a:gd name="connsiteX1" fmla="*/ 97887 w 273255"/>
              <a:gd name="connsiteY1" fmla="*/ 143134 h 191929"/>
              <a:gd name="connsiteX2" fmla="*/ 25137 w 273255"/>
              <a:gd name="connsiteY2" fmla="*/ 68610 h 191929"/>
              <a:gd name="connsiteX3" fmla="*/ 0 w 273255"/>
              <a:gd name="connsiteY3" fmla="*/ 92564 h 191929"/>
              <a:gd name="connsiteX4" fmla="*/ 96704 w 273255"/>
              <a:gd name="connsiteY4" fmla="*/ 191930 h 191929"/>
              <a:gd name="connsiteX5" fmla="*/ 122137 w 273255"/>
              <a:gd name="connsiteY5" fmla="*/ 168271 h 191929"/>
              <a:gd name="connsiteX6" fmla="*/ 273256 w 273255"/>
              <a:gd name="connsiteY6" fmla="*/ 24841 h 1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255" h="191929">
                <a:moveTo>
                  <a:pt x="249301" y="0"/>
                </a:moveTo>
                <a:lnTo>
                  <a:pt x="97887" y="143134"/>
                </a:lnTo>
                <a:lnTo>
                  <a:pt x="25137" y="68610"/>
                </a:lnTo>
                <a:lnTo>
                  <a:pt x="0" y="92564"/>
                </a:lnTo>
                <a:lnTo>
                  <a:pt x="96704" y="191930"/>
                </a:lnTo>
                <a:lnTo>
                  <a:pt x="122137" y="168271"/>
                </a:lnTo>
                <a:lnTo>
                  <a:pt x="273256" y="24841"/>
                </a:lnTo>
                <a:close/>
              </a:path>
            </a:pathLst>
          </a:custGeom>
          <a:noFill/>
          <a:ln w="31750" cap="flat">
            <a:solidFill>
              <a:schemeClr val="accent2"/>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endParaRPr>
          </a:p>
        </p:txBody>
      </p:sp>
      <p:sp>
        <p:nvSpPr>
          <p:cNvPr id="5" name="Text Placeholder 4"/>
          <p:cNvSpPr>
            <a:spLocks noGrp="1"/>
          </p:cNvSpPr>
          <p:nvPr>
            <p:ph type="body" sz="quarter" idx="20"/>
          </p:nvPr>
        </p:nvSpPr>
        <p:spPr/>
        <p:txBody>
          <a:bodyPr/>
          <a:lstStyle/>
          <a:p>
            <a:r>
              <a:rPr lang="en-US" noProof="0" dirty="0"/>
              <a:t>When should you choose a table-valued function over a scalar function?</a:t>
            </a:r>
          </a:p>
        </p:txBody>
      </p:sp>
      <p:sp>
        <p:nvSpPr>
          <p:cNvPr id="6" name="Text Placeholder 5"/>
          <p:cNvSpPr>
            <a:spLocks noGrp="1"/>
          </p:cNvSpPr>
          <p:nvPr>
            <p:ph type="body" sz="quarter" idx="21"/>
          </p:nvPr>
        </p:nvSpPr>
        <p:spPr>
          <a:xfrm>
            <a:off x="1237265" y="4801933"/>
            <a:ext cx="8775098" cy="732508"/>
          </a:xfrm>
        </p:spPr>
        <p:txBody>
          <a:bodyPr/>
          <a:lstStyle/>
          <a:p>
            <a:r>
              <a:rPr lang="en-US" noProof="0" dirty="0"/>
              <a:t>a) When you need to return a single calculated value</a:t>
            </a:r>
          </a:p>
          <a:p>
            <a:r>
              <a:rPr lang="en-US" noProof="0" dirty="0"/>
              <a:t>b) When you need to modify data in the database</a:t>
            </a:r>
          </a:p>
          <a:p>
            <a:r>
              <a:rPr lang="en-US" noProof="0" dirty="0"/>
              <a:t>c) When you need to return a result set that can be used in a FROM clause</a:t>
            </a:r>
          </a:p>
        </p:txBody>
      </p:sp>
      <p:sp>
        <p:nvSpPr>
          <p:cNvPr id="56" name="Graphic 26">
            <a:extLst>
              <a:ext uri="{FF2B5EF4-FFF2-40B4-BE49-F238E27FC236}">
                <a16:creationId xmlns:a16="http://schemas.microsoft.com/office/drawing/2014/main" id="{D2BDFF80-7236-17A9-E457-8E8AC074C0D4}"/>
              </a:ext>
              <a:ext uri="{C183D7F6-B498-43B3-948B-1728B52AA6E4}">
                <adec:decorative xmlns:adec="http://schemas.microsoft.com/office/drawing/2017/decorative" val="1"/>
              </a:ext>
            </a:extLst>
          </p:cNvPr>
          <p:cNvSpPr/>
          <p:nvPr/>
        </p:nvSpPr>
        <p:spPr>
          <a:xfrm>
            <a:off x="1278720" y="5337775"/>
            <a:ext cx="163976" cy="115172"/>
          </a:xfrm>
          <a:custGeom>
            <a:avLst/>
            <a:gdLst>
              <a:gd name="connsiteX0" fmla="*/ 249301 w 273255"/>
              <a:gd name="connsiteY0" fmla="*/ 0 h 191929"/>
              <a:gd name="connsiteX1" fmla="*/ 97887 w 273255"/>
              <a:gd name="connsiteY1" fmla="*/ 143134 h 191929"/>
              <a:gd name="connsiteX2" fmla="*/ 25137 w 273255"/>
              <a:gd name="connsiteY2" fmla="*/ 68610 h 191929"/>
              <a:gd name="connsiteX3" fmla="*/ 0 w 273255"/>
              <a:gd name="connsiteY3" fmla="*/ 92564 h 191929"/>
              <a:gd name="connsiteX4" fmla="*/ 96704 w 273255"/>
              <a:gd name="connsiteY4" fmla="*/ 191930 h 191929"/>
              <a:gd name="connsiteX5" fmla="*/ 122137 w 273255"/>
              <a:gd name="connsiteY5" fmla="*/ 168271 h 191929"/>
              <a:gd name="connsiteX6" fmla="*/ 273256 w 273255"/>
              <a:gd name="connsiteY6" fmla="*/ 24841 h 1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255" h="191929">
                <a:moveTo>
                  <a:pt x="249301" y="0"/>
                </a:moveTo>
                <a:lnTo>
                  <a:pt x="97887" y="143134"/>
                </a:lnTo>
                <a:lnTo>
                  <a:pt x="25137" y="68610"/>
                </a:lnTo>
                <a:lnTo>
                  <a:pt x="0" y="92564"/>
                </a:lnTo>
                <a:lnTo>
                  <a:pt x="96704" y="191930"/>
                </a:lnTo>
                <a:lnTo>
                  <a:pt x="122137" y="168271"/>
                </a:lnTo>
                <a:lnTo>
                  <a:pt x="273256" y="24841"/>
                </a:lnTo>
                <a:close/>
              </a:path>
            </a:pathLst>
          </a:custGeom>
          <a:noFill/>
          <a:ln w="31750" cap="flat">
            <a:solidFill>
              <a:schemeClr val="accent2"/>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5"/>
                                        </p:tgtEl>
                                        <p:attrNameLst>
                                          <p:attrName>style.visibility</p:attrName>
                                        </p:attrNameLst>
                                      </p:cBhvr>
                                      <p:to>
                                        <p:strVal val="visible"/>
                                      </p:to>
                                    </p:set>
                                    <p:animEffect transition="in" filter="fade">
                                      <p:cBhvr>
                                        <p:cTn id="12" dur="500"/>
                                        <p:tgtEl>
                                          <p:spTgt spid="5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6"/>
                                        </p:tgtEl>
                                        <p:attrNameLst>
                                          <p:attrName>style.visibility</p:attrName>
                                        </p:attrNameLst>
                                      </p:cBhvr>
                                      <p:to>
                                        <p:strVal val="visible"/>
                                      </p:to>
                                    </p:set>
                                    <p:animEffect transition="in" filter="fade">
                                      <p:cBhvr>
                                        <p:cTn id="17"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animBg="1"/>
      <p:bldP spid="55" grpId="0" animBg="1"/>
      <p:bldP spid="56"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Summary</a:t>
            </a:r>
            <a:r>
              <a:rPr lang="en-US" dirty="0"/>
              <a:t> -  Implement programmability objects</a:t>
            </a:r>
            <a:endParaRPr lang="en-US" noProof="0" dirty="0"/>
          </a:p>
        </p:txBody>
      </p:sp>
      <p:sp>
        <p:nvSpPr>
          <p:cNvPr id="5" name="Text Placeholder 4"/>
          <p:cNvSpPr>
            <a:spLocks noGrp="1"/>
          </p:cNvSpPr>
          <p:nvPr>
            <p:ph type="body" sz="quarter" idx="34"/>
          </p:nvPr>
        </p:nvSpPr>
        <p:spPr/>
        <p:txBody>
          <a:bodyPr/>
          <a:lstStyle/>
          <a:p>
            <a:r>
              <a:rPr lang="en-US" noProof="0" dirty="0"/>
              <a:t>Programmability objects</a:t>
            </a:r>
          </a:p>
        </p:txBody>
      </p:sp>
      <p:grpSp>
        <p:nvGrpSpPr>
          <p:cNvPr id="9" name="Group 8">
            <a:extLst>
              <a:ext uri="{FF2B5EF4-FFF2-40B4-BE49-F238E27FC236}">
                <a16:creationId xmlns:a16="http://schemas.microsoft.com/office/drawing/2014/main" id="{9F342903-6355-5C56-67A2-2CC63496F285}"/>
              </a:ext>
              <a:ext uri="{C183D7F6-B498-43B3-948B-1728B52AA6E4}">
                <adec:decorative xmlns:adec="http://schemas.microsoft.com/office/drawing/2017/decorative" val="1"/>
              </a:ext>
            </a:extLst>
          </p:cNvPr>
          <p:cNvGrpSpPr/>
          <p:nvPr/>
        </p:nvGrpSpPr>
        <p:grpSpPr>
          <a:xfrm>
            <a:off x="2563579" y="1585913"/>
            <a:ext cx="1110600" cy="1110600"/>
            <a:chOff x="5540700" y="2116300"/>
            <a:chExt cx="1110600" cy="1110600"/>
          </a:xfrm>
        </p:grpSpPr>
        <p:sp>
          <p:nvSpPr>
            <p:cNvPr id="10" name="Oval 9">
              <a:extLst>
                <a:ext uri="{FF2B5EF4-FFF2-40B4-BE49-F238E27FC236}">
                  <a16:creationId xmlns:a16="http://schemas.microsoft.com/office/drawing/2014/main" id="{32E8ADB0-9257-8841-DA30-61C718AE37E5}"/>
                </a:ext>
              </a:extLst>
            </p:cNvPr>
            <p:cNvSpPr/>
            <p:nvPr/>
          </p:nvSpPr>
          <p:spPr>
            <a:xfrm>
              <a:off x="5540700" y="2116300"/>
              <a:ext cx="1110600" cy="111060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Segoe UI"/>
                <a:ea typeface="+mn-ea"/>
                <a:cs typeface="+mn-cs"/>
              </a:endParaRPr>
            </a:p>
          </p:txBody>
        </p:sp>
        <p:pic>
          <p:nvPicPr>
            <p:cNvPr id="11" name="Picture 10">
              <a:extLst>
                <a:ext uri="{FF2B5EF4-FFF2-40B4-BE49-F238E27FC236}">
                  <a16:creationId xmlns:a16="http://schemas.microsoft.com/office/drawing/2014/main" id="{FE79C7F8-FC6C-0249-1E56-33F76441CEB3}"/>
                </a:ext>
              </a:extLst>
            </p:cNvPr>
            <p:cNvPicPr/>
            <p:nvPr/>
          </p:nvPicPr>
          <p:blipFill>
            <a:blip r:embed="rId3"/>
            <a:srcRect/>
            <a:stretch/>
          </p:blipFill>
          <p:spPr>
            <a:xfrm>
              <a:off x="5749602" y="2325202"/>
              <a:ext cx="692796" cy="692796"/>
            </a:xfrm>
            <a:prstGeom prst="rect">
              <a:avLst/>
            </a:prstGeom>
            <a:noFill/>
          </p:spPr>
        </p:pic>
      </p:grpSp>
      <p:sp>
        <p:nvSpPr>
          <p:cNvPr id="3" name="Text Placeholder 2"/>
          <p:cNvSpPr>
            <a:spLocks noGrp="1"/>
          </p:cNvSpPr>
          <p:nvPr>
            <p:ph type="body" sz="quarter" idx="17"/>
          </p:nvPr>
        </p:nvSpPr>
        <p:spPr/>
        <p:txBody>
          <a:bodyPr/>
          <a:lstStyle/>
          <a:p>
            <a:r>
              <a:rPr lang="en-US" noProof="0" dirty="0"/>
              <a:t>What you learned</a:t>
            </a:r>
          </a:p>
        </p:txBody>
      </p:sp>
      <p:sp>
        <p:nvSpPr>
          <p:cNvPr id="4" name="Text Placeholder 3"/>
          <p:cNvSpPr>
            <a:spLocks noGrp="1"/>
          </p:cNvSpPr>
          <p:nvPr>
            <p:ph type="body" sz="quarter" idx="35"/>
          </p:nvPr>
        </p:nvSpPr>
        <p:spPr/>
        <p:txBody>
          <a:bodyPr/>
          <a:lstStyle/>
          <a:p>
            <a:r>
              <a:rPr lang="en-US" b="1" noProof="0" dirty="0"/>
              <a:t>Views: </a:t>
            </a:r>
            <a:r>
              <a:rPr lang="en-US" noProof="0" dirty="0"/>
              <a:t>virtual tables for simplified reads and security boundaries</a:t>
            </a:r>
          </a:p>
          <a:p>
            <a:r>
              <a:rPr lang="en-US" b="1" noProof="0" dirty="0"/>
              <a:t>Stored procedures: </a:t>
            </a:r>
            <a:r>
              <a:rPr lang="en-US" noProof="0" dirty="0"/>
              <a:t>compiled T-SQL with params, transactions, error handling</a:t>
            </a:r>
          </a:p>
          <a:p>
            <a:r>
              <a:rPr lang="en-US" b="1" noProof="0" dirty="0"/>
              <a:t>Scalar functions: </a:t>
            </a:r>
            <a:r>
              <a:rPr lang="en-US" noProof="0" dirty="0"/>
              <a:t>single-value calculations embedded in expressions</a:t>
            </a:r>
          </a:p>
          <a:p>
            <a:r>
              <a:rPr lang="en-US" b="1" noProof="0" dirty="0"/>
              <a:t>Table-valued functions: </a:t>
            </a:r>
            <a:r>
              <a:rPr lang="en-US" noProof="0" dirty="0"/>
              <a:t>inline or multi-</a:t>
            </a:r>
            <a:r>
              <a:rPr lang="en-US" noProof="0" dirty="0" err="1"/>
              <a:t>stmt</a:t>
            </a:r>
            <a:r>
              <a:rPr lang="en-US" noProof="0" dirty="0"/>
              <a:t>, used in FROM/CROSS APPLY</a:t>
            </a:r>
          </a:p>
          <a:p>
            <a:r>
              <a:rPr lang="en-US" b="1" noProof="0" dirty="0"/>
              <a:t>Triggers: </a:t>
            </a:r>
            <a:r>
              <a:rPr lang="en-US" noProof="0" dirty="0"/>
              <a:t>DML and DDL - automatic audit, validation, sync</a:t>
            </a:r>
          </a:p>
          <a:p>
            <a:r>
              <a:rPr lang="en-US" b="1" noProof="0" dirty="0"/>
              <a:t>Decision: </a:t>
            </a:r>
            <a:r>
              <a:rPr lang="en-US" noProof="0" dirty="0"/>
              <a:t>match object type to requirement: reads, DML, calculation, auto-fire</a:t>
            </a: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D4E7D6-B176-B741-EB8B-4D8F3F55DB1B}"/>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E732D589-037E-1750-7834-F1BC997A41A7}"/>
              </a:ext>
            </a:extLst>
          </p:cNvPr>
          <p:cNvSpPr>
            <a:spLocks noGrp="1"/>
          </p:cNvSpPr>
          <p:nvPr>
            <p:ph type="title"/>
          </p:nvPr>
        </p:nvSpPr>
        <p:spPr>
          <a:xfrm>
            <a:off x="569911" y="3384610"/>
            <a:ext cx="6345239" cy="615553"/>
          </a:xfrm>
        </p:spPr>
        <p:txBody>
          <a:bodyPr/>
          <a:lstStyle/>
          <a:p>
            <a:r>
              <a:rPr lang="en-US" noProof="0" dirty="0"/>
              <a:t>Write advanced SQL code</a:t>
            </a:r>
          </a:p>
        </p:txBody>
      </p:sp>
      <p:sp>
        <p:nvSpPr>
          <p:cNvPr id="11" name="Footer Placeholder 10">
            <a:extLst>
              <a:ext uri="{FF2B5EF4-FFF2-40B4-BE49-F238E27FC236}">
                <a16:creationId xmlns:a16="http://schemas.microsoft.com/office/drawing/2014/main" id="{4DC27087-5141-CB2F-36F8-36C0FD77B5D9}"/>
              </a:ext>
            </a:extLst>
          </p:cNvPr>
          <p:cNvSpPr>
            <a:spLocks noGrp="1"/>
          </p:cNvSpPr>
          <p:nvPr>
            <p:ph type="ftr" sz="quarter" idx="3"/>
          </p:nvPr>
        </p:nvSpPr>
        <p:spPr/>
        <p:txBody>
          <a:bodyPr/>
          <a:lstStyle/>
          <a:p>
            <a:pPr defTabSz="914367">
              <a:defRPr/>
            </a:pPr>
            <a:r>
              <a:rPr lang="en-US" noProof="0" dirty="0">
                <a:solidFill>
                  <a:srgbClr val="000000"/>
                </a:solidFill>
              </a:rPr>
              <a:t>© Copyright Microsoft Corporation. All rights reserved.</a:t>
            </a:r>
          </a:p>
        </p:txBody>
      </p:sp>
      <p:sp>
        <p:nvSpPr>
          <p:cNvPr id="2" name="Rectangle 1">
            <a:extLst>
              <a:ext uri="{FF2B5EF4-FFF2-40B4-BE49-F238E27FC236}">
                <a16:creationId xmlns:a16="http://schemas.microsoft.com/office/drawing/2014/main" id="{3A9CE708-F226-319D-A8EA-B5FE9A4413E3}"/>
              </a:ext>
              <a:ext uri="{C183D7F6-B498-43B3-948B-1728B52AA6E4}">
                <adec:decorative xmlns:adec="http://schemas.microsoft.com/office/drawing/2017/decorative" val="1"/>
              </a:ext>
            </a:extLst>
          </p:cNvPr>
          <p:cNvSpPr/>
          <p:nvPr/>
        </p:nvSpPr>
        <p:spPr bwMode="auto">
          <a:xfrm>
            <a:off x="2888243" y="1229710"/>
            <a:ext cx="914400" cy="914400"/>
          </a:xfrm>
          <a:prstGeom prst="rect">
            <a:avLst/>
          </a:prstGeom>
          <a:solidFill>
            <a:srgbClr val="E8E6DF"/>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noProof="0" dirty="0">
              <a:gradFill>
                <a:gsLst>
                  <a:gs pos="0">
                    <a:srgbClr val="FFFFFF"/>
                  </a:gs>
                  <a:gs pos="100000">
                    <a:srgbClr val="FFFFFF"/>
                  </a:gs>
                </a:gsLst>
                <a:lin ang="5400000" scaled="0"/>
              </a:gradFill>
              <a:ea typeface="Segoe UI" pitchFamily="34" charset="0"/>
              <a:cs typeface="Segoe UI" pitchFamily="34" charset="0"/>
            </a:endParaRPr>
          </a:p>
        </p:txBody>
      </p:sp>
    </p:spTree>
    <p:extLst>
      <p:ext uri="{BB962C8B-B14F-4D97-AF65-F5344CB8AC3E}">
        <p14:creationId xmlns:p14="http://schemas.microsoft.com/office/powerpoint/2010/main" val="29925825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a:xfrm>
            <a:off x="588262" y="585216"/>
            <a:ext cx="4848132" cy="307777"/>
          </a:xfrm>
        </p:spPr>
        <p:txBody>
          <a:bodyPr/>
          <a:lstStyle/>
          <a:p>
            <a:r>
              <a:rPr lang="en-US" noProof="0" dirty="0"/>
              <a:t>Common Table Expressions (CTEs)</a:t>
            </a:r>
          </a:p>
        </p:txBody>
      </p:sp>
      <p:sp>
        <p:nvSpPr>
          <p:cNvPr id="6" name="Header The Query"/>
          <p:cNvSpPr/>
          <p:nvPr/>
        </p:nvSpPr>
        <p:spPr>
          <a:xfrm>
            <a:off x="560075" y="1263017"/>
            <a:ext cx="2697479" cy="365760"/>
          </a:xfrm>
          <a:prstGeom prst="rect">
            <a:avLst/>
          </a:prstGeom>
          <a:solidFill>
            <a:srgbClr val="702573"/>
          </a:solidFill>
          <a:ln w="12700">
            <a:solidFill>
              <a:schemeClr val="accent1"/>
            </a:solidFill>
          </a:ln>
        </p:spPr>
        <p:style>
          <a:lnRef idx="1">
            <a:schemeClr val="accent1"/>
          </a:lnRef>
          <a:fillRef idx="3">
            <a:schemeClr val="accent1"/>
          </a:fillRef>
          <a:effectRef idx="2">
            <a:schemeClr val="accent1"/>
          </a:effectRef>
          <a:fontRef idx="minor">
            <a:schemeClr val="lt1"/>
          </a:fontRef>
        </p:style>
        <p:txBody>
          <a:bodyPr wrap="square" lIns="109728" tIns="36576" rtlCol="0" anchor="ctr"/>
          <a:lstStyle/>
          <a:p>
            <a:pPr algn="ctr"/>
            <a:r>
              <a:rPr lang="en-US" sz="1300" b="1" noProof="0" dirty="0">
                <a:solidFill>
                  <a:srgbClr val="FFFFFF"/>
                </a:solidFill>
              </a:rPr>
              <a:t>The Query</a:t>
            </a:r>
          </a:p>
        </p:txBody>
      </p:sp>
      <p:sp>
        <p:nvSpPr>
          <p:cNvPr id="7" name="Body The Query"/>
          <p:cNvSpPr/>
          <p:nvPr/>
        </p:nvSpPr>
        <p:spPr>
          <a:xfrm>
            <a:off x="560075" y="1628777"/>
            <a:ext cx="2697479" cy="2886075"/>
          </a:xfrm>
          <a:prstGeom prst="rect">
            <a:avLst/>
          </a:prstGeom>
          <a:solidFill>
            <a:schemeClr val="bg1">
              <a:lumMod val="95000"/>
            </a:schemeClr>
          </a:solidFill>
          <a:ln w="12700">
            <a:solidFill>
              <a:srgbClr val="C73ECC"/>
            </a:solidFill>
          </a:ln>
        </p:spPr>
        <p:style>
          <a:lnRef idx="1">
            <a:schemeClr val="accent1"/>
          </a:lnRef>
          <a:fillRef idx="3">
            <a:schemeClr val="accent1"/>
          </a:fillRef>
          <a:effectRef idx="2">
            <a:schemeClr val="accent1"/>
          </a:effectRef>
          <a:fontRef idx="minor">
            <a:schemeClr val="lt1"/>
          </a:fontRef>
        </p:style>
        <p:txBody>
          <a:bodyPr wrap="square" lIns="109728" tIns="91440" rIns="73152" rtlCol="0" anchor="ctr"/>
          <a:lstStyle/>
          <a:p>
            <a:pPr>
              <a:spcBef>
                <a:spcPts val="0"/>
              </a:spcBef>
              <a:spcAft>
                <a:spcPts val="0"/>
              </a:spcAft>
            </a:pPr>
            <a:r>
              <a:rPr lang="en-US" sz="900" noProof="0" dirty="0">
                <a:solidFill>
                  <a:srgbClr val="454142"/>
                </a:solidFill>
              </a:rPr>
              <a:t>-- Example of a recursive CTE that returns</a:t>
            </a:r>
          </a:p>
          <a:p>
            <a:r>
              <a:rPr lang="en-US" sz="900" noProof="0" dirty="0">
                <a:solidFill>
                  <a:srgbClr val="454142"/>
                </a:solidFill>
              </a:rPr>
              <a:t>-- all employees and their managers</a:t>
            </a:r>
          </a:p>
          <a:p>
            <a:pPr>
              <a:spcBef>
                <a:spcPts val="0"/>
              </a:spcBef>
              <a:spcAft>
                <a:spcPts val="0"/>
              </a:spcAft>
            </a:pPr>
            <a:endParaRPr lang="en-US" sz="900" b="1" noProof="0" dirty="0">
              <a:solidFill>
                <a:srgbClr val="454142"/>
              </a:solidFill>
            </a:endParaRPr>
          </a:p>
          <a:p>
            <a:pPr>
              <a:spcBef>
                <a:spcPts val="0"/>
              </a:spcBef>
              <a:spcAft>
                <a:spcPts val="0"/>
              </a:spcAft>
            </a:pPr>
            <a:r>
              <a:rPr lang="en-US" sz="900" b="1" noProof="0" dirty="0">
                <a:solidFill>
                  <a:srgbClr val="454142"/>
                </a:solidFill>
              </a:rPr>
              <a:t>WITH </a:t>
            </a:r>
            <a:r>
              <a:rPr lang="en-US" sz="900" b="1" noProof="0" dirty="0" err="1">
                <a:solidFill>
                  <a:srgbClr val="454142"/>
                </a:solidFill>
              </a:rPr>
              <a:t>OrgChart</a:t>
            </a:r>
            <a:r>
              <a:rPr lang="en-US" sz="900" b="1" noProof="0" dirty="0">
                <a:solidFill>
                  <a:srgbClr val="454142"/>
                </a:solidFill>
              </a:rPr>
              <a:t> AS (</a:t>
            </a:r>
          </a:p>
          <a:p>
            <a:pPr>
              <a:spcBef>
                <a:spcPts val="0"/>
              </a:spcBef>
              <a:spcAft>
                <a:spcPts val="0"/>
              </a:spcAft>
            </a:pPr>
            <a:r>
              <a:rPr lang="en-US" sz="900" b="0" noProof="0" dirty="0">
                <a:solidFill>
                  <a:srgbClr val="454142"/>
                </a:solidFill>
              </a:rPr>
              <a:t>  -- Anchor: find the root</a:t>
            </a:r>
          </a:p>
          <a:p>
            <a:pPr>
              <a:spcBef>
                <a:spcPts val="0"/>
              </a:spcBef>
              <a:spcAft>
                <a:spcPts val="0"/>
              </a:spcAft>
            </a:pPr>
            <a:r>
              <a:rPr lang="en-US" sz="900" b="0" noProof="0" dirty="0">
                <a:solidFill>
                  <a:srgbClr val="454142"/>
                </a:solidFill>
              </a:rPr>
              <a:t>  SELECT </a:t>
            </a:r>
            <a:r>
              <a:rPr lang="en-US" sz="900" b="0" noProof="0" dirty="0" err="1">
                <a:solidFill>
                  <a:srgbClr val="454142"/>
                </a:solidFill>
              </a:rPr>
              <a:t>EmployeeID</a:t>
            </a:r>
            <a:r>
              <a:rPr lang="en-US" sz="900" b="0" noProof="0" dirty="0">
                <a:solidFill>
                  <a:srgbClr val="454142"/>
                </a:solidFill>
              </a:rPr>
              <a:t>, Name,</a:t>
            </a:r>
          </a:p>
          <a:p>
            <a:pPr>
              <a:spcBef>
                <a:spcPts val="0"/>
              </a:spcBef>
              <a:spcAft>
                <a:spcPts val="0"/>
              </a:spcAft>
            </a:pPr>
            <a:r>
              <a:rPr lang="en-US" sz="900" b="0" noProof="0" dirty="0">
                <a:solidFill>
                  <a:srgbClr val="454142"/>
                </a:solidFill>
              </a:rPr>
              <a:t>         </a:t>
            </a:r>
            <a:r>
              <a:rPr lang="en-US" sz="900" b="0" noProof="0" dirty="0" err="1">
                <a:solidFill>
                  <a:srgbClr val="454142"/>
                </a:solidFill>
              </a:rPr>
              <a:t>ManagerID</a:t>
            </a:r>
            <a:r>
              <a:rPr lang="en-US" sz="900" b="0" noProof="0" dirty="0">
                <a:solidFill>
                  <a:srgbClr val="454142"/>
                </a:solidFill>
              </a:rPr>
              <a:t>, 0 AS Level</a:t>
            </a:r>
          </a:p>
          <a:p>
            <a:pPr>
              <a:spcBef>
                <a:spcPts val="0"/>
              </a:spcBef>
              <a:spcAft>
                <a:spcPts val="0"/>
              </a:spcAft>
            </a:pPr>
            <a:r>
              <a:rPr lang="en-US" sz="900" b="0" noProof="0" dirty="0">
                <a:solidFill>
                  <a:srgbClr val="454142"/>
                </a:solidFill>
              </a:rPr>
              <a:t>  FROM Employees</a:t>
            </a:r>
          </a:p>
          <a:p>
            <a:pPr>
              <a:spcBef>
                <a:spcPts val="0"/>
              </a:spcBef>
              <a:spcAft>
                <a:spcPts val="0"/>
              </a:spcAft>
            </a:pPr>
            <a:r>
              <a:rPr lang="en-US" sz="900" b="0" noProof="0" dirty="0">
                <a:solidFill>
                  <a:srgbClr val="454142"/>
                </a:solidFill>
              </a:rPr>
              <a:t>  WHERE </a:t>
            </a:r>
            <a:r>
              <a:rPr lang="en-US" sz="900" b="0" noProof="0" dirty="0" err="1">
                <a:solidFill>
                  <a:srgbClr val="454142"/>
                </a:solidFill>
              </a:rPr>
              <a:t>ManagerID</a:t>
            </a:r>
            <a:r>
              <a:rPr lang="en-US" sz="900" b="0" noProof="0" dirty="0">
                <a:solidFill>
                  <a:srgbClr val="454142"/>
                </a:solidFill>
              </a:rPr>
              <a:t> IS NULL</a:t>
            </a:r>
          </a:p>
          <a:p>
            <a:pPr>
              <a:spcBef>
                <a:spcPts val="0"/>
              </a:spcBef>
              <a:spcAft>
                <a:spcPts val="0"/>
              </a:spcAft>
            </a:pPr>
            <a:endParaRPr lang="en-US" sz="900" b="0" noProof="0" dirty="0">
              <a:solidFill>
                <a:srgbClr val="454142"/>
              </a:solidFill>
            </a:endParaRPr>
          </a:p>
          <a:p>
            <a:pPr>
              <a:spcBef>
                <a:spcPts val="0"/>
              </a:spcBef>
              <a:spcAft>
                <a:spcPts val="0"/>
              </a:spcAft>
            </a:pPr>
            <a:r>
              <a:rPr lang="en-US" sz="900" b="1" noProof="0" dirty="0">
                <a:solidFill>
                  <a:srgbClr val="454142"/>
                </a:solidFill>
              </a:rPr>
              <a:t>  UNION ALL</a:t>
            </a:r>
          </a:p>
          <a:p>
            <a:pPr>
              <a:spcBef>
                <a:spcPts val="0"/>
              </a:spcBef>
              <a:spcAft>
                <a:spcPts val="0"/>
              </a:spcAft>
            </a:pPr>
            <a:endParaRPr lang="en-US" sz="900" b="1" noProof="0" dirty="0">
              <a:solidFill>
                <a:srgbClr val="454142"/>
              </a:solidFill>
            </a:endParaRPr>
          </a:p>
          <a:p>
            <a:pPr>
              <a:spcBef>
                <a:spcPts val="0"/>
              </a:spcBef>
              <a:spcAft>
                <a:spcPts val="0"/>
              </a:spcAft>
            </a:pPr>
            <a:r>
              <a:rPr lang="en-US" sz="900" b="0" noProof="0" dirty="0">
                <a:solidFill>
                  <a:srgbClr val="454142"/>
                </a:solidFill>
              </a:rPr>
              <a:t>  -- Recursive member</a:t>
            </a:r>
          </a:p>
          <a:p>
            <a:pPr>
              <a:spcBef>
                <a:spcPts val="0"/>
              </a:spcBef>
              <a:spcAft>
                <a:spcPts val="0"/>
              </a:spcAft>
            </a:pPr>
            <a:r>
              <a:rPr lang="en-US" sz="900" b="0" noProof="0" dirty="0">
                <a:solidFill>
                  <a:srgbClr val="454142"/>
                </a:solidFill>
              </a:rPr>
              <a:t>  SELECT </a:t>
            </a:r>
            <a:r>
              <a:rPr lang="en-US" sz="900" b="0" noProof="0" dirty="0" err="1">
                <a:solidFill>
                  <a:srgbClr val="454142"/>
                </a:solidFill>
              </a:rPr>
              <a:t>e.EmployeeID</a:t>
            </a:r>
            <a:r>
              <a:rPr lang="en-US" sz="900" b="0" noProof="0" dirty="0">
                <a:solidFill>
                  <a:srgbClr val="454142"/>
                </a:solidFill>
              </a:rPr>
              <a:t>, </a:t>
            </a:r>
            <a:r>
              <a:rPr lang="en-US" sz="900" b="0" noProof="0" dirty="0" err="1">
                <a:solidFill>
                  <a:srgbClr val="454142"/>
                </a:solidFill>
              </a:rPr>
              <a:t>e.Name</a:t>
            </a:r>
            <a:r>
              <a:rPr lang="en-US" sz="900" b="0" noProof="0" dirty="0">
                <a:solidFill>
                  <a:srgbClr val="454142"/>
                </a:solidFill>
              </a:rPr>
              <a:t>,</a:t>
            </a:r>
          </a:p>
          <a:p>
            <a:pPr>
              <a:spcBef>
                <a:spcPts val="0"/>
              </a:spcBef>
              <a:spcAft>
                <a:spcPts val="0"/>
              </a:spcAft>
            </a:pPr>
            <a:r>
              <a:rPr lang="en-US" sz="900" b="0" noProof="0" dirty="0">
                <a:solidFill>
                  <a:srgbClr val="454142"/>
                </a:solidFill>
              </a:rPr>
              <a:t>         </a:t>
            </a:r>
            <a:r>
              <a:rPr lang="en-US" sz="900" b="0" noProof="0" dirty="0" err="1">
                <a:solidFill>
                  <a:srgbClr val="454142"/>
                </a:solidFill>
              </a:rPr>
              <a:t>e.ManagerID</a:t>
            </a:r>
            <a:r>
              <a:rPr lang="en-US" sz="900" b="0" noProof="0" dirty="0">
                <a:solidFill>
                  <a:srgbClr val="454142"/>
                </a:solidFill>
              </a:rPr>
              <a:t>, </a:t>
            </a:r>
            <a:r>
              <a:rPr lang="en-US" sz="900" b="0" noProof="0" dirty="0" err="1">
                <a:solidFill>
                  <a:srgbClr val="454142"/>
                </a:solidFill>
              </a:rPr>
              <a:t>o.Level</a:t>
            </a:r>
            <a:r>
              <a:rPr lang="en-US" sz="900" b="0" noProof="0" dirty="0">
                <a:solidFill>
                  <a:srgbClr val="454142"/>
                </a:solidFill>
              </a:rPr>
              <a:t> + 1</a:t>
            </a:r>
          </a:p>
          <a:p>
            <a:pPr>
              <a:spcBef>
                <a:spcPts val="0"/>
              </a:spcBef>
              <a:spcAft>
                <a:spcPts val="0"/>
              </a:spcAft>
            </a:pPr>
            <a:r>
              <a:rPr lang="en-US" sz="900" b="0" noProof="0" dirty="0">
                <a:solidFill>
                  <a:srgbClr val="454142"/>
                </a:solidFill>
              </a:rPr>
              <a:t>  FROM Employees e</a:t>
            </a:r>
          </a:p>
          <a:p>
            <a:pPr>
              <a:spcBef>
                <a:spcPts val="0"/>
              </a:spcBef>
              <a:spcAft>
                <a:spcPts val="0"/>
              </a:spcAft>
            </a:pPr>
            <a:r>
              <a:rPr lang="en-US" sz="900" b="0" noProof="0" dirty="0">
                <a:solidFill>
                  <a:srgbClr val="454142"/>
                </a:solidFill>
              </a:rPr>
              <a:t>  JOIN </a:t>
            </a:r>
            <a:r>
              <a:rPr lang="en-US" sz="900" b="0" noProof="0" dirty="0" err="1">
                <a:solidFill>
                  <a:srgbClr val="454142"/>
                </a:solidFill>
              </a:rPr>
              <a:t>OrgChart</a:t>
            </a:r>
            <a:r>
              <a:rPr lang="en-US" sz="900" b="0" noProof="0" dirty="0">
                <a:solidFill>
                  <a:srgbClr val="454142"/>
                </a:solidFill>
              </a:rPr>
              <a:t> o</a:t>
            </a:r>
          </a:p>
          <a:p>
            <a:pPr>
              <a:spcBef>
                <a:spcPts val="0"/>
              </a:spcBef>
              <a:spcAft>
                <a:spcPts val="0"/>
              </a:spcAft>
            </a:pPr>
            <a:r>
              <a:rPr lang="en-US" sz="900" b="0" noProof="0" dirty="0">
                <a:solidFill>
                  <a:srgbClr val="454142"/>
                </a:solidFill>
              </a:rPr>
              <a:t>    ON </a:t>
            </a:r>
            <a:r>
              <a:rPr lang="en-US" sz="900" b="0" noProof="0" dirty="0" err="1">
                <a:solidFill>
                  <a:srgbClr val="454142"/>
                </a:solidFill>
              </a:rPr>
              <a:t>e.ManagerID</a:t>
            </a:r>
            <a:r>
              <a:rPr lang="en-US" sz="900" b="0" noProof="0" dirty="0">
                <a:solidFill>
                  <a:srgbClr val="454142"/>
                </a:solidFill>
              </a:rPr>
              <a:t> = </a:t>
            </a:r>
            <a:r>
              <a:rPr lang="en-US" sz="900" b="0" noProof="0" dirty="0" err="1">
                <a:solidFill>
                  <a:srgbClr val="454142"/>
                </a:solidFill>
              </a:rPr>
              <a:t>o.EmployeeID</a:t>
            </a:r>
            <a:endParaRPr lang="en-US" sz="900" b="0" noProof="0" dirty="0">
              <a:solidFill>
                <a:srgbClr val="454142"/>
              </a:solidFill>
            </a:endParaRPr>
          </a:p>
          <a:p>
            <a:pPr>
              <a:spcBef>
                <a:spcPts val="0"/>
              </a:spcBef>
              <a:spcAft>
                <a:spcPts val="0"/>
              </a:spcAft>
            </a:pPr>
            <a:r>
              <a:rPr lang="en-US" sz="900" b="0" noProof="0" dirty="0">
                <a:solidFill>
                  <a:srgbClr val="454142"/>
                </a:solidFill>
              </a:rPr>
              <a:t>)</a:t>
            </a:r>
          </a:p>
          <a:p>
            <a:pPr>
              <a:spcBef>
                <a:spcPts val="0"/>
              </a:spcBef>
              <a:spcAft>
                <a:spcPts val="0"/>
              </a:spcAft>
            </a:pPr>
            <a:r>
              <a:rPr lang="en-US" sz="900" b="1" noProof="0" dirty="0">
                <a:solidFill>
                  <a:srgbClr val="454142"/>
                </a:solidFill>
              </a:rPr>
              <a:t>SELECT * FROM </a:t>
            </a:r>
            <a:r>
              <a:rPr lang="en-US" sz="900" b="1" noProof="0" dirty="0" err="1">
                <a:solidFill>
                  <a:srgbClr val="454142"/>
                </a:solidFill>
              </a:rPr>
              <a:t>OrgChart</a:t>
            </a:r>
            <a:r>
              <a:rPr lang="en-US" sz="900" b="1" noProof="0" dirty="0">
                <a:solidFill>
                  <a:srgbClr val="454142"/>
                </a:solidFill>
              </a:rPr>
              <a:t>;</a:t>
            </a:r>
          </a:p>
        </p:txBody>
      </p:sp>
      <p:sp>
        <p:nvSpPr>
          <p:cNvPr id="36" name="Connector produces">
            <a:extLst>
              <a:ext uri="{C183D7F6-B498-43B3-948B-1728B52AA6E4}">
                <adec:decorative xmlns:adec="http://schemas.microsoft.com/office/drawing/2017/decorative" val="1"/>
              </a:ext>
            </a:extLst>
          </p:cNvPr>
          <p:cNvSpPr/>
          <p:nvPr/>
        </p:nvSpPr>
        <p:spPr>
          <a:xfrm>
            <a:off x="3440432" y="2886218"/>
            <a:ext cx="182881" cy="182880"/>
          </a:xfrm>
          <a:prstGeom prst="rightArrow">
            <a:avLst/>
          </a:prstGeom>
          <a:solidFill>
            <a:srgbClr val="AAAAAA"/>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8" name="Header The Result Graph"/>
          <p:cNvSpPr/>
          <p:nvPr/>
        </p:nvSpPr>
        <p:spPr>
          <a:xfrm>
            <a:off x="3714754" y="1263017"/>
            <a:ext cx="3749039" cy="365760"/>
          </a:xfrm>
          <a:prstGeom prst="rect">
            <a:avLst/>
          </a:prstGeom>
          <a:solidFill>
            <a:srgbClr val="702573"/>
          </a:solidFill>
          <a:ln w="12700">
            <a:solidFill>
              <a:schemeClr val="accent1"/>
            </a:solidFill>
          </a:ln>
        </p:spPr>
        <p:style>
          <a:lnRef idx="1">
            <a:schemeClr val="accent1"/>
          </a:lnRef>
          <a:fillRef idx="3">
            <a:schemeClr val="accent1"/>
          </a:fillRef>
          <a:effectRef idx="2">
            <a:schemeClr val="accent1"/>
          </a:effectRef>
          <a:fontRef idx="minor">
            <a:schemeClr val="lt1"/>
          </a:fontRef>
        </p:style>
        <p:txBody>
          <a:bodyPr wrap="square" lIns="109728" tIns="36576" rtlCol="0" anchor="ctr"/>
          <a:lstStyle/>
          <a:p>
            <a:pPr algn="ctr"/>
            <a:r>
              <a:rPr lang="en-US" sz="1300" b="1" noProof="0" dirty="0">
                <a:solidFill>
                  <a:srgbClr val="FFFFFF"/>
                </a:solidFill>
              </a:rPr>
              <a:t>The Org chart graph</a:t>
            </a:r>
          </a:p>
        </p:txBody>
      </p:sp>
      <p:sp>
        <p:nvSpPr>
          <p:cNvPr id="9" name="Body The Result Graph">
            <a:extLst>
              <a:ext uri="{C183D7F6-B498-43B3-948B-1728B52AA6E4}">
                <adec:decorative xmlns:adec="http://schemas.microsoft.com/office/drawing/2017/decorative" val="1"/>
              </a:ext>
            </a:extLst>
          </p:cNvPr>
          <p:cNvSpPr/>
          <p:nvPr/>
        </p:nvSpPr>
        <p:spPr>
          <a:xfrm>
            <a:off x="3714754" y="1628777"/>
            <a:ext cx="3749039" cy="2886075"/>
          </a:xfrm>
          <a:prstGeom prst="rect">
            <a:avLst/>
          </a:prstGeom>
          <a:solidFill>
            <a:schemeClr val="bg1">
              <a:lumMod val="95000"/>
            </a:schemeClr>
          </a:solidFill>
          <a:ln w="12700">
            <a:solidFill>
              <a:srgbClr val="C73ECC"/>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0" name="Node CEO"/>
          <p:cNvSpPr/>
          <p:nvPr/>
        </p:nvSpPr>
        <p:spPr>
          <a:xfrm>
            <a:off x="5164937" y="1948817"/>
            <a:ext cx="853440" cy="450371"/>
          </a:xfrm>
          <a:prstGeom prst="ellipse">
            <a:avLst/>
          </a:prstGeom>
          <a:solidFill>
            <a:schemeClr val="bg1">
              <a:lumMod val="95000"/>
            </a:schemeClr>
          </a:solidFill>
          <a:ln w="19050">
            <a:solidFill>
              <a:srgbClr val="FF5C39"/>
            </a:solidFill>
          </a:ln>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lang="en-US" sz="900" b="1" noProof="0" dirty="0">
                <a:solidFill>
                  <a:srgbClr val="454142"/>
                </a:solidFill>
              </a:rPr>
              <a:t>CEO</a:t>
            </a:r>
          </a:p>
          <a:p>
            <a:pPr algn="ctr">
              <a:spcBef>
                <a:spcPts val="0"/>
              </a:spcBef>
            </a:pPr>
            <a:r>
              <a:rPr lang="en-US" sz="700" b="0" noProof="0" dirty="0">
                <a:solidFill>
                  <a:schemeClr val="accent6">
                    <a:lumMod val="50000"/>
                  </a:schemeClr>
                </a:solidFill>
              </a:rPr>
              <a:t>Level 0</a:t>
            </a:r>
          </a:p>
        </p:txBody>
      </p:sp>
      <p:sp>
        <p:nvSpPr>
          <p:cNvPr id="24" name="Label L0"/>
          <p:cNvSpPr/>
          <p:nvPr/>
        </p:nvSpPr>
        <p:spPr>
          <a:xfrm>
            <a:off x="7098033" y="2090549"/>
            <a:ext cx="320040" cy="219456"/>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sz="800" b="1" noProof="0" dirty="0">
                <a:solidFill>
                  <a:srgbClr val="0070C0"/>
                </a:solidFill>
              </a:rPr>
              <a:t>L0</a:t>
            </a:r>
          </a:p>
        </p:txBody>
      </p:sp>
      <p:sp>
        <p:nvSpPr>
          <p:cNvPr id="17" name="Tree Arrow">
            <a:extLst>
              <a:ext uri="{C183D7F6-B498-43B3-948B-1728B52AA6E4}">
                <adec:decorative xmlns:adec="http://schemas.microsoft.com/office/drawing/2017/decorative" val="1"/>
              </a:ext>
            </a:extLst>
          </p:cNvPr>
          <p:cNvSpPr/>
          <p:nvPr/>
        </p:nvSpPr>
        <p:spPr>
          <a:xfrm rot="2116330">
            <a:off x="4918694" y="2443008"/>
            <a:ext cx="137160" cy="320040"/>
          </a:xfrm>
          <a:prstGeom prst="downArrow">
            <a:avLst/>
          </a:prstGeom>
          <a:solidFill>
            <a:srgbClr val="FF5C39"/>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2" name="Tree Arrow">
            <a:extLst>
              <a:ext uri="{C183D7F6-B498-43B3-948B-1728B52AA6E4}">
                <adec:decorative xmlns:adec="http://schemas.microsoft.com/office/drawing/2017/decorative" val="1"/>
              </a:ext>
            </a:extLst>
          </p:cNvPr>
          <p:cNvSpPr/>
          <p:nvPr/>
        </p:nvSpPr>
        <p:spPr>
          <a:xfrm>
            <a:off x="5520693" y="2451737"/>
            <a:ext cx="137160" cy="320040"/>
          </a:xfrm>
          <a:prstGeom prst="downArrow">
            <a:avLst/>
          </a:prstGeom>
          <a:solidFill>
            <a:srgbClr val="FF5C39"/>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9" name="Tree Arrow">
            <a:extLst>
              <a:ext uri="{C183D7F6-B498-43B3-948B-1728B52AA6E4}">
                <adec:decorative xmlns:adec="http://schemas.microsoft.com/office/drawing/2017/decorative" val="1"/>
              </a:ext>
            </a:extLst>
          </p:cNvPr>
          <p:cNvSpPr/>
          <p:nvPr/>
        </p:nvSpPr>
        <p:spPr>
          <a:xfrm rot="19717401">
            <a:off x="6113170" y="2450069"/>
            <a:ext cx="137160" cy="320040"/>
          </a:xfrm>
          <a:prstGeom prst="downArrow">
            <a:avLst/>
          </a:prstGeom>
          <a:solidFill>
            <a:srgbClr val="FF5C39"/>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4" name="Node VP Eng"/>
          <p:cNvSpPr/>
          <p:nvPr/>
        </p:nvSpPr>
        <p:spPr>
          <a:xfrm>
            <a:off x="4153855" y="2821326"/>
            <a:ext cx="849627" cy="450371"/>
          </a:xfrm>
          <a:prstGeom prst="ellipse">
            <a:avLst/>
          </a:prstGeom>
          <a:solidFill>
            <a:schemeClr val="bg1">
              <a:lumMod val="95000"/>
            </a:schemeClr>
          </a:solidFill>
          <a:ln w="19050">
            <a:solidFill>
              <a:srgbClr val="FF5C39"/>
            </a:solidFill>
          </a:ln>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lang="en-US" sz="900" b="1" noProof="0" dirty="0">
                <a:solidFill>
                  <a:srgbClr val="454142"/>
                </a:solidFill>
              </a:rPr>
              <a:t>VP Eng</a:t>
            </a:r>
          </a:p>
          <a:p>
            <a:pPr algn="ctr">
              <a:spcBef>
                <a:spcPts val="0"/>
              </a:spcBef>
            </a:pPr>
            <a:r>
              <a:rPr lang="en-US" sz="700" b="0" noProof="0" dirty="0">
                <a:solidFill>
                  <a:schemeClr val="accent6">
                    <a:lumMod val="50000"/>
                  </a:schemeClr>
                </a:solidFill>
              </a:rPr>
              <a:t>Level 1</a:t>
            </a:r>
          </a:p>
        </p:txBody>
      </p:sp>
      <p:sp>
        <p:nvSpPr>
          <p:cNvPr id="15" name="Node VP Mkt"/>
          <p:cNvSpPr/>
          <p:nvPr/>
        </p:nvSpPr>
        <p:spPr>
          <a:xfrm>
            <a:off x="5140642" y="2827326"/>
            <a:ext cx="849627" cy="450371"/>
          </a:xfrm>
          <a:prstGeom prst="ellipse">
            <a:avLst/>
          </a:prstGeom>
          <a:solidFill>
            <a:schemeClr val="bg1">
              <a:lumMod val="95000"/>
            </a:schemeClr>
          </a:solidFill>
          <a:ln w="19050">
            <a:solidFill>
              <a:srgbClr val="FF5C39"/>
            </a:solidFill>
          </a:ln>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lang="en-US" sz="900" b="1" noProof="0" dirty="0">
                <a:solidFill>
                  <a:srgbClr val="454142"/>
                </a:solidFill>
              </a:rPr>
              <a:t>VP Mkt</a:t>
            </a:r>
          </a:p>
          <a:p>
            <a:pPr algn="ctr">
              <a:spcBef>
                <a:spcPts val="0"/>
              </a:spcBef>
            </a:pPr>
            <a:r>
              <a:rPr lang="en-US" sz="700" b="0" noProof="0" dirty="0">
                <a:solidFill>
                  <a:schemeClr val="accent6">
                    <a:lumMod val="50000"/>
                  </a:schemeClr>
                </a:solidFill>
              </a:rPr>
              <a:t>Level 1</a:t>
            </a:r>
          </a:p>
        </p:txBody>
      </p:sp>
      <p:sp>
        <p:nvSpPr>
          <p:cNvPr id="16" name="Node VP Sales"/>
          <p:cNvSpPr/>
          <p:nvPr/>
        </p:nvSpPr>
        <p:spPr>
          <a:xfrm>
            <a:off x="6111246" y="2830671"/>
            <a:ext cx="849627" cy="448029"/>
          </a:xfrm>
          <a:prstGeom prst="ellipse">
            <a:avLst/>
          </a:prstGeom>
          <a:solidFill>
            <a:schemeClr val="bg1">
              <a:lumMod val="95000"/>
            </a:schemeClr>
          </a:solidFill>
          <a:ln w="19050">
            <a:solidFill>
              <a:srgbClr val="FF5C39"/>
            </a:solidFill>
          </a:ln>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lang="en-US" sz="900" b="1" noProof="0" dirty="0">
                <a:solidFill>
                  <a:srgbClr val="454142"/>
                </a:solidFill>
              </a:rPr>
              <a:t>VP Sales</a:t>
            </a:r>
          </a:p>
          <a:p>
            <a:pPr algn="ctr">
              <a:spcBef>
                <a:spcPts val="0"/>
              </a:spcBef>
            </a:pPr>
            <a:r>
              <a:rPr lang="en-US" sz="700" b="0" noProof="0" dirty="0">
                <a:solidFill>
                  <a:schemeClr val="accent6">
                    <a:lumMod val="50000"/>
                  </a:schemeClr>
                </a:solidFill>
              </a:rPr>
              <a:t>Level 1</a:t>
            </a:r>
          </a:p>
        </p:txBody>
      </p:sp>
      <p:sp>
        <p:nvSpPr>
          <p:cNvPr id="25" name="Label L1"/>
          <p:cNvSpPr/>
          <p:nvPr/>
        </p:nvSpPr>
        <p:spPr>
          <a:xfrm>
            <a:off x="7098033" y="3004949"/>
            <a:ext cx="320040" cy="219456"/>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sz="800" b="1" noProof="0" dirty="0">
                <a:solidFill>
                  <a:srgbClr val="0070C0"/>
                </a:solidFill>
              </a:rPr>
              <a:t>L1</a:t>
            </a:r>
          </a:p>
        </p:txBody>
      </p:sp>
      <p:sp>
        <p:nvSpPr>
          <p:cNvPr id="20" name="Tree Arrow">
            <a:extLst>
              <a:ext uri="{C183D7F6-B498-43B3-948B-1728B52AA6E4}">
                <adec:decorative xmlns:adec="http://schemas.microsoft.com/office/drawing/2017/decorative" val="1"/>
              </a:ext>
            </a:extLst>
          </p:cNvPr>
          <p:cNvSpPr/>
          <p:nvPr/>
        </p:nvSpPr>
        <p:spPr>
          <a:xfrm>
            <a:off x="4526280" y="3325020"/>
            <a:ext cx="137160" cy="320040"/>
          </a:xfrm>
          <a:prstGeom prst="downArrow">
            <a:avLst/>
          </a:prstGeom>
          <a:solidFill>
            <a:srgbClr val="FF5C39"/>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2" name="Tree Arrow">
            <a:extLst>
              <a:ext uri="{C183D7F6-B498-43B3-948B-1728B52AA6E4}">
                <adec:decorative xmlns:adec="http://schemas.microsoft.com/office/drawing/2017/decorative" val="1"/>
              </a:ext>
            </a:extLst>
          </p:cNvPr>
          <p:cNvSpPr/>
          <p:nvPr/>
        </p:nvSpPr>
        <p:spPr>
          <a:xfrm>
            <a:off x="5520693" y="3330733"/>
            <a:ext cx="137160" cy="320040"/>
          </a:xfrm>
          <a:prstGeom prst="downArrow">
            <a:avLst/>
          </a:prstGeom>
          <a:solidFill>
            <a:srgbClr val="FF5C39"/>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1" name="Node Dev Lead"/>
          <p:cNvSpPr/>
          <p:nvPr/>
        </p:nvSpPr>
        <p:spPr>
          <a:xfrm>
            <a:off x="4153854" y="3698383"/>
            <a:ext cx="849627" cy="450371"/>
          </a:xfrm>
          <a:prstGeom prst="ellipse">
            <a:avLst/>
          </a:prstGeom>
          <a:solidFill>
            <a:schemeClr val="bg1">
              <a:lumMod val="95000"/>
            </a:schemeClr>
          </a:solidFill>
          <a:ln w="19050">
            <a:solidFill>
              <a:srgbClr val="FF5C39"/>
            </a:solidFill>
          </a:ln>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lang="en-US" sz="900" b="1" noProof="0" dirty="0">
                <a:solidFill>
                  <a:srgbClr val="454142"/>
                </a:solidFill>
              </a:rPr>
              <a:t>Dev Lead</a:t>
            </a:r>
          </a:p>
          <a:p>
            <a:pPr algn="ctr">
              <a:spcBef>
                <a:spcPts val="0"/>
              </a:spcBef>
            </a:pPr>
            <a:r>
              <a:rPr lang="en-US" sz="700" b="0" noProof="0" dirty="0">
                <a:solidFill>
                  <a:schemeClr val="accent6">
                    <a:lumMod val="50000"/>
                  </a:schemeClr>
                </a:solidFill>
              </a:rPr>
              <a:t>Level 2</a:t>
            </a:r>
          </a:p>
        </p:txBody>
      </p:sp>
      <p:sp>
        <p:nvSpPr>
          <p:cNvPr id="23" name="Node QA Lead"/>
          <p:cNvSpPr/>
          <p:nvPr/>
        </p:nvSpPr>
        <p:spPr>
          <a:xfrm>
            <a:off x="5141595" y="3703809"/>
            <a:ext cx="849627" cy="450371"/>
          </a:xfrm>
          <a:prstGeom prst="ellipse">
            <a:avLst/>
          </a:prstGeom>
          <a:solidFill>
            <a:schemeClr val="bg1">
              <a:lumMod val="95000"/>
            </a:schemeClr>
          </a:solidFill>
          <a:ln w="19050">
            <a:solidFill>
              <a:srgbClr val="FF5C39"/>
            </a:solidFill>
          </a:ln>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lang="en-US" sz="900" b="1" noProof="0" dirty="0">
                <a:solidFill>
                  <a:srgbClr val="454142"/>
                </a:solidFill>
              </a:rPr>
              <a:t>QA Lead</a:t>
            </a:r>
          </a:p>
          <a:p>
            <a:pPr algn="ctr">
              <a:spcBef>
                <a:spcPts val="0"/>
              </a:spcBef>
            </a:pPr>
            <a:r>
              <a:rPr lang="en-US" sz="700" b="0" noProof="0" dirty="0">
                <a:solidFill>
                  <a:schemeClr val="accent6">
                    <a:lumMod val="50000"/>
                  </a:schemeClr>
                </a:solidFill>
              </a:rPr>
              <a:t>Level 2</a:t>
            </a:r>
          </a:p>
        </p:txBody>
      </p:sp>
      <p:sp>
        <p:nvSpPr>
          <p:cNvPr id="26" name="Label L2"/>
          <p:cNvSpPr/>
          <p:nvPr/>
        </p:nvSpPr>
        <p:spPr>
          <a:xfrm>
            <a:off x="7098033" y="3919349"/>
            <a:ext cx="320040" cy="219456"/>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sz="800" b="1" noProof="0" dirty="0">
                <a:solidFill>
                  <a:srgbClr val="0070C0"/>
                </a:solidFill>
              </a:rPr>
              <a:t>L2</a:t>
            </a:r>
          </a:p>
        </p:txBody>
      </p:sp>
      <p:sp>
        <p:nvSpPr>
          <p:cNvPr id="37" name="Connector executes as">
            <a:extLst>
              <a:ext uri="{C183D7F6-B498-43B3-948B-1728B52AA6E4}">
                <adec:decorative xmlns:adec="http://schemas.microsoft.com/office/drawing/2017/decorative" val="1"/>
              </a:ext>
            </a:extLst>
          </p:cNvPr>
          <p:cNvSpPr/>
          <p:nvPr/>
        </p:nvSpPr>
        <p:spPr>
          <a:xfrm>
            <a:off x="7623812" y="2884886"/>
            <a:ext cx="182881" cy="182880"/>
          </a:xfrm>
          <a:prstGeom prst="rightArrow">
            <a:avLst/>
          </a:prstGeom>
          <a:solidFill>
            <a:srgbClr val="AAAAAA"/>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7" name="Header How Recursion Works"/>
          <p:cNvSpPr/>
          <p:nvPr/>
        </p:nvSpPr>
        <p:spPr>
          <a:xfrm>
            <a:off x="7920993" y="541811"/>
            <a:ext cx="3749039" cy="365760"/>
          </a:xfrm>
          <a:prstGeom prst="rect">
            <a:avLst/>
          </a:prstGeom>
          <a:solidFill>
            <a:srgbClr val="702573"/>
          </a:solidFill>
          <a:ln w="12700">
            <a:solidFill>
              <a:schemeClr val="accent1"/>
            </a:solidFill>
          </a:ln>
        </p:spPr>
        <p:style>
          <a:lnRef idx="1">
            <a:schemeClr val="accent1"/>
          </a:lnRef>
          <a:fillRef idx="3">
            <a:schemeClr val="accent1"/>
          </a:fillRef>
          <a:effectRef idx="2">
            <a:schemeClr val="accent1"/>
          </a:effectRef>
          <a:fontRef idx="minor">
            <a:schemeClr val="lt1"/>
          </a:fontRef>
        </p:style>
        <p:txBody>
          <a:bodyPr wrap="square" lIns="109728" tIns="36576" rtlCol="0" anchor="ctr"/>
          <a:lstStyle/>
          <a:p>
            <a:pPr algn="ctr"/>
            <a:r>
              <a:rPr lang="en-US" sz="1300" b="1" noProof="0" dirty="0">
                <a:solidFill>
                  <a:srgbClr val="FFFFFF"/>
                </a:solidFill>
              </a:rPr>
              <a:t>How Recursion Works</a:t>
            </a:r>
          </a:p>
        </p:txBody>
      </p:sp>
      <p:sp>
        <p:nvSpPr>
          <p:cNvPr id="28" name="Body How Recursion Works">
            <a:extLst>
              <a:ext uri="{C183D7F6-B498-43B3-948B-1728B52AA6E4}">
                <adec:decorative xmlns:adec="http://schemas.microsoft.com/office/drawing/2017/decorative" val="1"/>
              </a:ext>
            </a:extLst>
          </p:cNvPr>
          <p:cNvSpPr/>
          <p:nvPr/>
        </p:nvSpPr>
        <p:spPr>
          <a:xfrm>
            <a:off x="7920993" y="907571"/>
            <a:ext cx="3749039" cy="3607281"/>
          </a:xfrm>
          <a:prstGeom prst="rect">
            <a:avLst/>
          </a:prstGeom>
          <a:solidFill>
            <a:schemeClr val="bg1">
              <a:lumMod val="95000"/>
            </a:schemeClr>
          </a:solidFill>
          <a:ln w="12700">
            <a:solidFill>
              <a:srgbClr val="C73ECC"/>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9" name="Step 1"/>
          <p:cNvSpPr/>
          <p:nvPr/>
        </p:nvSpPr>
        <p:spPr>
          <a:xfrm>
            <a:off x="8058153" y="1090451"/>
            <a:ext cx="3474719" cy="609512"/>
          </a:xfrm>
          <a:prstGeom prst="roundRect">
            <a:avLst>
              <a:gd name="adj" fmla="val 10000"/>
            </a:avLst>
          </a:prstGeom>
          <a:solidFill>
            <a:srgbClr val="FFFFFF"/>
          </a:solidFill>
          <a:ln w="19050">
            <a:solidFill>
              <a:srgbClr val="0078D4"/>
            </a:solidFill>
          </a:ln>
        </p:spPr>
        <p:style>
          <a:lnRef idx="1">
            <a:schemeClr val="accent1"/>
          </a:lnRef>
          <a:fillRef idx="3">
            <a:schemeClr val="accent1"/>
          </a:fillRef>
          <a:effectRef idx="2">
            <a:schemeClr val="accent1"/>
          </a:effectRef>
          <a:fontRef idx="minor">
            <a:schemeClr val="lt1"/>
          </a:fontRef>
        </p:style>
        <p:txBody>
          <a:bodyPr wrap="square" lIns="109728" tIns="54864" rIns="73152" rtlCol="0" anchor="ctr"/>
          <a:lstStyle/>
          <a:p>
            <a:pPr algn="ctr">
              <a:spcAft>
                <a:spcPts val="200"/>
              </a:spcAft>
            </a:pPr>
            <a:r>
              <a:rPr lang="en-US" sz="1000" b="1" noProof="0" dirty="0">
                <a:solidFill>
                  <a:srgbClr val="0078D4"/>
                </a:solidFill>
              </a:rPr>
              <a:t>1  Anchor Query</a:t>
            </a:r>
          </a:p>
          <a:p>
            <a:pPr>
              <a:spcBef>
                <a:spcPts val="0"/>
              </a:spcBef>
              <a:spcAft>
                <a:spcPts val="0"/>
              </a:spcAft>
            </a:pPr>
            <a:r>
              <a:rPr lang="en-US" sz="800" b="0" noProof="0" dirty="0">
                <a:solidFill>
                  <a:srgbClr val="454142"/>
                </a:solidFill>
              </a:rPr>
              <a:t>Runs ONCE to seed recursion</a:t>
            </a:r>
          </a:p>
          <a:p>
            <a:pPr>
              <a:spcBef>
                <a:spcPts val="0"/>
              </a:spcBef>
              <a:spcAft>
                <a:spcPts val="0"/>
              </a:spcAft>
            </a:pPr>
            <a:r>
              <a:rPr lang="en-US" sz="800" b="0" noProof="0" dirty="0">
                <a:solidFill>
                  <a:srgbClr val="454142"/>
                </a:solidFill>
              </a:rPr>
              <a:t>→ CEO - Level 0 =&gt; 1 row</a:t>
            </a:r>
          </a:p>
        </p:txBody>
      </p:sp>
      <p:sp>
        <p:nvSpPr>
          <p:cNvPr id="30" name="Flow Arrow">
            <a:extLst>
              <a:ext uri="{C183D7F6-B498-43B3-948B-1728B52AA6E4}">
                <adec:decorative xmlns:adec="http://schemas.microsoft.com/office/drawing/2017/decorative" val="1"/>
              </a:ext>
            </a:extLst>
          </p:cNvPr>
          <p:cNvSpPr/>
          <p:nvPr/>
        </p:nvSpPr>
        <p:spPr>
          <a:xfrm>
            <a:off x="9704072" y="1760532"/>
            <a:ext cx="182880" cy="164592"/>
          </a:xfrm>
          <a:prstGeom prst="downArrow">
            <a:avLst/>
          </a:prstGeom>
          <a:solidFill>
            <a:srgbClr val="C73EC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1" name="Step 2"/>
          <p:cNvSpPr/>
          <p:nvPr/>
        </p:nvSpPr>
        <p:spPr>
          <a:xfrm>
            <a:off x="8058153" y="1992028"/>
            <a:ext cx="3474719" cy="609512"/>
          </a:xfrm>
          <a:prstGeom prst="roundRect">
            <a:avLst>
              <a:gd name="adj" fmla="val 10000"/>
            </a:avLst>
          </a:prstGeom>
          <a:solidFill>
            <a:srgbClr val="FFFFFF"/>
          </a:solidFill>
          <a:ln w="19050">
            <a:solidFill>
              <a:srgbClr val="702573"/>
            </a:solidFill>
          </a:ln>
        </p:spPr>
        <p:style>
          <a:lnRef idx="1">
            <a:schemeClr val="accent1"/>
          </a:lnRef>
          <a:fillRef idx="3">
            <a:schemeClr val="accent1"/>
          </a:fillRef>
          <a:effectRef idx="2">
            <a:schemeClr val="accent1"/>
          </a:effectRef>
          <a:fontRef idx="minor">
            <a:schemeClr val="lt1"/>
          </a:fontRef>
        </p:style>
        <p:txBody>
          <a:bodyPr wrap="square" lIns="109728" tIns="54864" rIns="73152" rtlCol="0" anchor="ctr"/>
          <a:lstStyle/>
          <a:p>
            <a:pPr algn="ctr">
              <a:spcAft>
                <a:spcPts val="200"/>
              </a:spcAft>
            </a:pPr>
            <a:r>
              <a:rPr lang="en-US" sz="1000" b="1" noProof="0" dirty="0">
                <a:solidFill>
                  <a:srgbClr val="702573"/>
                </a:solidFill>
              </a:rPr>
              <a:t>2  Recursive Pass 1</a:t>
            </a:r>
          </a:p>
          <a:p>
            <a:pPr>
              <a:spcBef>
                <a:spcPts val="0"/>
              </a:spcBef>
              <a:spcAft>
                <a:spcPts val="0"/>
              </a:spcAft>
            </a:pPr>
            <a:r>
              <a:rPr lang="en-US" sz="800" b="0" noProof="0" dirty="0">
                <a:solidFill>
                  <a:srgbClr val="454142"/>
                </a:solidFill>
              </a:rPr>
              <a:t>JOIN on anchor output</a:t>
            </a:r>
          </a:p>
          <a:p>
            <a:pPr>
              <a:spcBef>
                <a:spcPts val="0"/>
              </a:spcBef>
              <a:spcAft>
                <a:spcPts val="0"/>
              </a:spcAft>
            </a:pPr>
            <a:r>
              <a:rPr lang="en-US" sz="800" b="0" noProof="0" dirty="0">
                <a:solidFill>
                  <a:srgbClr val="454142"/>
                </a:solidFill>
              </a:rPr>
              <a:t>→ VP Eng, VP Mkt, VP Sales</a:t>
            </a:r>
          </a:p>
          <a:p>
            <a:pPr>
              <a:spcBef>
                <a:spcPts val="0"/>
              </a:spcBef>
              <a:spcAft>
                <a:spcPts val="0"/>
              </a:spcAft>
            </a:pPr>
            <a:r>
              <a:rPr lang="en-US" sz="800" b="0" noProof="0" dirty="0">
                <a:solidFill>
                  <a:srgbClr val="454142"/>
                </a:solidFill>
              </a:rPr>
              <a:t>   Level 1 =&gt; 3 rows</a:t>
            </a:r>
          </a:p>
        </p:txBody>
      </p:sp>
      <p:sp>
        <p:nvSpPr>
          <p:cNvPr id="32" name="Flow Arrow">
            <a:extLst>
              <a:ext uri="{C183D7F6-B498-43B3-948B-1728B52AA6E4}">
                <adec:decorative xmlns:adec="http://schemas.microsoft.com/office/drawing/2017/decorative" val="1"/>
              </a:ext>
            </a:extLst>
          </p:cNvPr>
          <p:cNvSpPr/>
          <p:nvPr/>
        </p:nvSpPr>
        <p:spPr>
          <a:xfrm>
            <a:off x="9704072" y="2651608"/>
            <a:ext cx="182880" cy="164592"/>
          </a:xfrm>
          <a:prstGeom prst="downArrow">
            <a:avLst/>
          </a:prstGeom>
          <a:solidFill>
            <a:srgbClr val="C73EC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3" name="Step 3"/>
          <p:cNvSpPr/>
          <p:nvPr/>
        </p:nvSpPr>
        <p:spPr>
          <a:xfrm>
            <a:off x="8054345" y="2877491"/>
            <a:ext cx="3474719" cy="609512"/>
          </a:xfrm>
          <a:prstGeom prst="roundRect">
            <a:avLst>
              <a:gd name="adj" fmla="val 10000"/>
            </a:avLst>
          </a:prstGeom>
          <a:solidFill>
            <a:srgbClr val="FFFFFF"/>
          </a:solidFill>
          <a:ln w="19050">
            <a:solidFill>
              <a:srgbClr val="702573"/>
            </a:solidFill>
          </a:ln>
        </p:spPr>
        <p:style>
          <a:lnRef idx="1">
            <a:schemeClr val="accent1"/>
          </a:lnRef>
          <a:fillRef idx="3">
            <a:schemeClr val="accent1"/>
          </a:fillRef>
          <a:effectRef idx="2">
            <a:schemeClr val="accent1"/>
          </a:effectRef>
          <a:fontRef idx="minor">
            <a:schemeClr val="lt1"/>
          </a:fontRef>
        </p:style>
        <p:txBody>
          <a:bodyPr wrap="square" lIns="109728" tIns="54864" rIns="73152" rtlCol="0" anchor="ctr"/>
          <a:lstStyle/>
          <a:p>
            <a:pPr algn="ctr">
              <a:spcAft>
                <a:spcPts val="200"/>
              </a:spcAft>
            </a:pPr>
            <a:r>
              <a:rPr lang="en-US" sz="1000" b="1" noProof="0" dirty="0">
                <a:solidFill>
                  <a:srgbClr val="702573"/>
                </a:solidFill>
              </a:rPr>
              <a:t>3  Recursive Pass 2</a:t>
            </a:r>
          </a:p>
          <a:p>
            <a:pPr>
              <a:spcBef>
                <a:spcPts val="0"/>
              </a:spcBef>
              <a:spcAft>
                <a:spcPts val="0"/>
              </a:spcAft>
            </a:pPr>
            <a:r>
              <a:rPr lang="en-US" sz="800" b="0" noProof="0" dirty="0">
                <a:solidFill>
                  <a:srgbClr val="454142"/>
                </a:solidFill>
              </a:rPr>
              <a:t>JOIN on Pass 1 output</a:t>
            </a:r>
          </a:p>
          <a:p>
            <a:pPr>
              <a:spcBef>
                <a:spcPts val="0"/>
              </a:spcBef>
              <a:spcAft>
                <a:spcPts val="0"/>
              </a:spcAft>
            </a:pPr>
            <a:r>
              <a:rPr lang="en-US" sz="800" b="0" noProof="0" dirty="0">
                <a:solidFill>
                  <a:srgbClr val="454142"/>
                </a:solidFill>
              </a:rPr>
              <a:t>→ Dev Lead, QA Lead</a:t>
            </a:r>
          </a:p>
          <a:p>
            <a:pPr>
              <a:spcBef>
                <a:spcPts val="0"/>
              </a:spcBef>
              <a:spcAft>
                <a:spcPts val="0"/>
              </a:spcAft>
            </a:pPr>
            <a:r>
              <a:rPr lang="en-US" sz="800" b="0" noProof="0" dirty="0">
                <a:solidFill>
                  <a:srgbClr val="454142"/>
                </a:solidFill>
              </a:rPr>
              <a:t>   Level 2 =&gt; 2 rows</a:t>
            </a:r>
          </a:p>
        </p:txBody>
      </p:sp>
      <p:sp>
        <p:nvSpPr>
          <p:cNvPr id="34" name="Flow Arrow">
            <a:extLst>
              <a:ext uri="{C183D7F6-B498-43B3-948B-1728B52AA6E4}">
                <adec:decorative xmlns:adec="http://schemas.microsoft.com/office/drawing/2017/decorative" val="1"/>
              </a:ext>
            </a:extLst>
          </p:cNvPr>
          <p:cNvSpPr/>
          <p:nvPr/>
        </p:nvSpPr>
        <p:spPr>
          <a:xfrm>
            <a:off x="9704072" y="3537750"/>
            <a:ext cx="182880" cy="164592"/>
          </a:xfrm>
          <a:prstGeom prst="downArrow">
            <a:avLst/>
          </a:prstGeom>
          <a:solidFill>
            <a:srgbClr val="C73EC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5" name="Step 4"/>
          <p:cNvSpPr/>
          <p:nvPr/>
        </p:nvSpPr>
        <p:spPr>
          <a:xfrm>
            <a:off x="8054345" y="3779068"/>
            <a:ext cx="3474719" cy="607619"/>
          </a:xfrm>
          <a:prstGeom prst="roundRect">
            <a:avLst>
              <a:gd name="adj" fmla="val 10000"/>
            </a:avLst>
          </a:prstGeom>
          <a:solidFill>
            <a:srgbClr val="FFFFFF"/>
          </a:solidFill>
          <a:ln w="19050">
            <a:solidFill>
              <a:srgbClr val="454142"/>
            </a:solidFill>
          </a:ln>
        </p:spPr>
        <p:style>
          <a:lnRef idx="1">
            <a:schemeClr val="accent1"/>
          </a:lnRef>
          <a:fillRef idx="3">
            <a:schemeClr val="accent1"/>
          </a:fillRef>
          <a:effectRef idx="2">
            <a:schemeClr val="accent1"/>
          </a:effectRef>
          <a:fontRef idx="minor">
            <a:schemeClr val="lt1"/>
          </a:fontRef>
        </p:style>
        <p:txBody>
          <a:bodyPr wrap="square" lIns="109728" tIns="54864" rIns="73152" rtlCol="0" anchor="ctr"/>
          <a:lstStyle/>
          <a:p>
            <a:pPr algn="ctr">
              <a:spcAft>
                <a:spcPts val="200"/>
              </a:spcAft>
            </a:pPr>
            <a:r>
              <a:rPr lang="en-US" sz="1000" b="1" noProof="0" dirty="0">
                <a:solidFill>
                  <a:srgbClr val="454142"/>
                </a:solidFill>
              </a:rPr>
              <a:t>4  Pass 3: 0 rows → STOP</a:t>
            </a:r>
          </a:p>
          <a:p>
            <a:pPr>
              <a:spcBef>
                <a:spcPts val="0"/>
              </a:spcBef>
              <a:spcAft>
                <a:spcPts val="0"/>
              </a:spcAft>
            </a:pPr>
            <a:r>
              <a:rPr lang="en-US" sz="800" b="0" noProof="0" dirty="0">
                <a:solidFill>
                  <a:srgbClr val="454142"/>
                </a:solidFill>
              </a:rPr>
              <a:t>UNION ALL merges</a:t>
            </a:r>
          </a:p>
          <a:p>
            <a:pPr>
              <a:spcBef>
                <a:spcPts val="0"/>
              </a:spcBef>
              <a:spcAft>
                <a:spcPts val="0"/>
              </a:spcAft>
            </a:pPr>
            <a:r>
              <a:rPr lang="en-US" sz="800" b="0" noProof="0" dirty="0">
                <a:solidFill>
                  <a:srgbClr val="454142"/>
                </a:solidFill>
              </a:rPr>
              <a:t>Final results =&gt; all 6 rows</a:t>
            </a:r>
          </a:p>
        </p:txBody>
      </p:sp>
      <p:sp>
        <p:nvSpPr>
          <p:cNvPr id="2" name="Text Placeholder 1"/>
          <p:cNvSpPr>
            <a:spLocks noGrp="1"/>
          </p:cNvSpPr>
          <p:nvPr>
            <p:ph type="body" sz="quarter" idx="15"/>
          </p:nvPr>
        </p:nvSpPr>
        <p:spPr>
          <a:xfrm>
            <a:off x="586390" y="4978881"/>
            <a:ext cx="5292916" cy="784830"/>
          </a:xfrm>
        </p:spPr>
        <p:txBody>
          <a:bodyPr/>
          <a:lstStyle/>
          <a:p>
            <a:r>
              <a:rPr lang="en-US" sz="1500" b="1" i="1" noProof="0" dirty="0"/>
              <a:t>WITH</a:t>
            </a:r>
            <a:r>
              <a:rPr lang="en-US" sz="1500" b="1" noProof="0" dirty="0"/>
              <a:t> clause</a:t>
            </a:r>
            <a:r>
              <a:rPr lang="en-US" sz="1500" noProof="0" dirty="0"/>
              <a:t>: names temporary result set</a:t>
            </a:r>
          </a:p>
          <a:p>
            <a:r>
              <a:rPr lang="en-US" sz="1500" b="1" noProof="0" dirty="0" err="1"/>
              <a:t>Nonrecursive</a:t>
            </a:r>
            <a:r>
              <a:rPr lang="en-US" sz="1500" noProof="0" dirty="0"/>
              <a:t>: simplify complex joins, multi-step calculations</a:t>
            </a:r>
          </a:p>
          <a:p>
            <a:r>
              <a:rPr lang="en-US" sz="1500" b="1" noProof="0" dirty="0"/>
              <a:t>Multiple CTEs</a:t>
            </a:r>
            <a:r>
              <a:rPr lang="en-US" sz="1500" noProof="0" dirty="0"/>
              <a:t>: later CTEs reference earlier ones</a:t>
            </a:r>
          </a:p>
        </p:txBody>
      </p:sp>
      <p:sp>
        <p:nvSpPr>
          <p:cNvPr id="3" name="Text Placeholder 2"/>
          <p:cNvSpPr>
            <a:spLocks noGrp="1"/>
          </p:cNvSpPr>
          <p:nvPr>
            <p:ph type="body" sz="quarter" idx="20"/>
          </p:nvPr>
        </p:nvSpPr>
        <p:spPr>
          <a:xfrm>
            <a:off x="6253664" y="4978881"/>
            <a:ext cx="5187106" cy="784830"/>
          </a:xfrm>
        </p:spPr>
        <p:txBody>
          <a:bodyPr/>
          <a:lstStyle/>
          <a:p>
            <a:r>
              <a:rPr lang="en-US" sz="1500" b="1" noProof="0" dirty="0"/>
              <a:t>Recursive</a:t>
            </a:r>
            <a:r>
              <a:rPr lang="en-US" sz="1500" noProof="0" dirty="0"/>
              <a:t>: anchor + </a:t>
            </a:r>
            <a:r>
              <a:rPr lang="en-US" sz="1500" i="1" noProof="0" dirty="0"/>
              <a:t>UNION ALL</a:t>
            </a:r>
            <a:r>
              <a:rPr lang="en-US" sz="1500" noProof="0" dirty="0"/>
              <a:t> + recursive member</a:t>
            </a:r>
          </a:p>
          <a:p>
            <a:r>
              <a:rPr lang="en-US" sz="1500" b="1" noProof="0" dirty="0"/>
              <a:t>Hierarchy traversal</a:t>
            </a:r>
            <a:r>
              <a:rPr lang="en-US" sz="1500" noProof="0" dirty="0"/>
              <a:t>: org charts, bill-of-materials</a:t>
            </a:r>
          </a:p>
          <a:p>
            <a:r>
              <a:rPr lang="en-US" sz="1500" b="1" noProof="0" dirty="0"/>
              <a:t>Sequence generation</a:t>
            </a:r>
            <a:r>
              <a:rPr lang="en-US" sz="1500" noProof="0" dirty="0"/>
              <a:t>: date ranges, numbers tables</a:t>
            </a: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Window functions</a:t>
            </a:r>
          </a:p>
        </p:txBody>
      </p:sp>
      <p:sp>
        <p:nvSpPr>
          <p:cNvPr id="4" name="Text Placeholder 3"/>
          <p:cNvSpPr>
            <a:spLocks noGrp="1"/>
          </p:cNvSpPr>
          <p:nvPr>
            <p:ph type="body" sz="quarter" idx="16"/>
          </p:nvPr>
        </p:nvSpPr>
        <p:spPr>
          <a:xfrm>
            <a:off x="584200" y="1594155"/>
            <a:ext cx="4759325" cy="246221"/>
          </a:xfrm>
        </p:spPr>
        <p:txBody>
          <a:bodyPr/>
          <a:lstStyle/>
          <a:p>
            <a:r>
              <a:rPr lang="en-US" noProof="0" dirty="0"/>
              <a:t>OVER(PARTITION BY · ORDER BY · ROWS/RANGE)</a:t>
            </a:r>
          </a:p>
        </p:txBody>
      </p:sp>
      <p:sp>
        <p:nvSpPr>
          <p:cNvPr id="5" name="Text Placeholder 4"/>
          <p:cNvSpPr>
            <a:spLocks noGrp="1"/>
          </p:cNvSpPr>
          <p:nvPr>
            <p:ph type="body" sz="quarter" idx="15"/>
          </p:nvPr>
        </p:nvSpPr>
        <p:spPr>
          <a:xfrm>
            <a:off x="584200" y="2098614"/>
            <a:ext cx="4923631" cy="3391698"/>
          </a:xfrm>
        </p:spPr>
        <p:txBody>
          <a:bodyPr/>
          <a:lstStyle/>
          <a:p>
            <a:r>
              <a:rPr lang="en-US" sz="1400" b="1" noProof="0" dirty="0"/>
              <a:t>Ranking: assign position to rows</a:t>
            </a:r>
          </a:p>
          <a:p>
            <a:pPr lvl="1"/>
            <a:r>
              <a:rPr lang="en-US" sz="1200" i="1" noProof="0" dirty="0"/>
              <a:t>ROW_NUMBER</a:t>
            </a:r>
            <a:r>
              <a:rPr lang="en-US" sz="1200" noProof="0" dirty="0"/>
              <a:t>, </a:t>
            </a:r>
            <a:r>
              <a:rPr lang="en-US" sz="1200" i="1" noProof="0" dirty="0"/>
              <a:t>RANK</a:t>
            </a:r>
            <a:r>
              <a:rPr lang="en-US" sz="1200" noProof="0" dirty="0"/>
              <a:t>, </a:t>
            </a:r>
            <a:r>
              <a:rPr lang="en-US" sz="1200" i="1" noProof="0" dirty="0"/>
              <a:t>DENSE_RANK</a:t>
            </a:r>
            <a:r>
              <a:rPr lang="en-US" sz="1200" noProof="0" dirty="0"/>
              <a:t>, </a:t>
            </a:r>
            <a:r>
              <a:rPr lang="en-US" sz="1200" i="1" noProof="0" dirty="0"/>
              <a:t>NTILE</a:t>
            </a:r>
          </a:p>
          <a:p>
            <a:endParaRPr lang="en-US" sz="1400" noProof="0" dirty="0"/>
          </a:p>
          <a:p>
            <a:r>
              <a:rPr lang="en-US" sz="1400" b="1" noProof="0" dirty="0"/>
              <a:t>Frames: define rows to include</a:t>
            </a:r>
          </a:p>
          <a:p>
            <a:pPr lvl="1"/>
            <a:r>
              <a:rPr lang="en-US" sz="1200" i="1" noProof="0" dirty="0"/>
              <a:t>ROWS BETWEEN </a:t>
            </a:r>
            <a:r>
              <a:rPr lang="en-US" sz="1200" noProof="0" dirty="0"/>
              <a:t>n </a:t>
            </a:r>
            <a:r>
              <a:rPr lang="en-US" sz="1200" i="1" noProof="0" dirty="0"/>
              <a:t>PRECEDING AND CURRENT ROW</a:t>
            </a:r>
          </a:p>
          <a:p>
            <a:endParaRPr lang="en-US" sz="1400" b="1" noProof="0" dirty="0"/>
          </a:p>
          <a:p>
            <a:r>
              <a:rPr lang="en-US" sz="1400" b="1" noProof="0" dirty="0"/>
              <a:t>Aggregates: running totals over sets</a:t>
            </a:r>
          </a:p>
          <a:p>
            <a:pPr lvl="1"/>
            <a:r>
              <a:rPr lang="en-US" sz="1200" i="1" noProof="0" dirty="0"/>
              <a:t>SUM</a:t>
            </a:r>
            <a:r>
              <a:rPr lang="en-US" sz="1200" noProof="0" dirty="0"/>
              <a:t>, </a:t>
            </a:r>
            <a:r>
              <a:rPr lang="en-US" sz="1200" i="1" noProof="0" dirty="0"/>
              <a:t>AVG</a:t>
            </a:r>
            <a:r>
              <a:rPr lang="en-US" sz="1200" noProof="0" dirty="0"/>
              <a:t>, </a:t>
            </a:r>
            <a:r>
              <a:rPr lang="en-US" sz="1200" i="1" noProof="0" dirty="0"/>
              <a:t>COUNT</a:t>
            </a:r>
            <a:r>
              <a:rPr lang="en-US" sz="1200" noProof="0" dirty="0"/>
              <a:t>, </a:t>
            </a:r>
            <a:r>
              <a:rPr lang="en-US" sz="1200" i="1" noProof="0" dirty="0"/>
              <a:t>MIN</a:t>
            </a:r>
            <a:r>
              <a:rPr lang="en-US" sz="1200" noProof="0" dirty="0"/>
              <a:t>, </a:t>
            </a:r>
            <a:r>
              <a:rPr lang="en-US" sz="1200" i="1" noProof="0" dirty="0"/>
              <a:t>MAX </a:t>
            </a:r>
            <a:r>
              <a:rPr lang="en-US" sz="1200" noProof="0" dirty="0"/>
              <a:t>with </a:t>
            </a:r>
            <a:r>
              <a:rPr lang="en-US" sz="1200" i="1" noProof="0" dirty="0"/>
              <a:t>OVER</a:t>
            </a:r>
          </a:p>
          <a:p>
            <a:endParaRPr lang="en-US" sz="1400" noProof="0" dirty="0"/>
          </a:p>
          <a:p>
            <a:r>
              <a:rPr lang="en-US" sz="1400" b="1" noProof="0" dirty="0"/>
              <a:t>Analytical: access other rows by offset</a:t>
            </a:r>
          </a:p>
          <a:p>
            <a:pPr lvl="1"/>
            <a:r>
              <a:rPr lang="en-US" sz="1200" i="1" noProof="0" dirty="0"/>
              <a:t>LAG</a:t>
            </a:r>
            <a:r>
              <a:rPr lang="en-US" sz="1200" noProof="0" dirty="0"/>
              <a:t>, </a:t>
            </a:r>
            <a:r>
              <a:rPr lang="en-US" sz="1200" i="1" noProof="0" dirty="0"/>
              <a:t>LEAD</a:t>
            </a:r>
            <a:r>
              <a:rPr lang="en-US" sz="1200" noProof="0" dirty="0"/>
              <a:t>, </a:t>
            </a:r>
            <a:r>
              <a:rPr lang="en-US" sz="1200" i="1" noProof="0" dirty="0"/>
              <a:t>FIRST_VALUE</a:t>
            </a:r>
            <a:r>
              <a:rPr lang="en-US" sz="1200" noProof="0" dirty="0"/>
              <a:t>, </a:t>
            </a:r>
            <a:r>
              <a:rPr lang="en-US" sz="1200" i="1" noProof="0" dirty="0"/>
              <a:t>LAST_VALUE</a:t>
            </a:r>
          </a:p>
          <a:p>
            <a:endParaRPr lang="en-US" sz="1400" noProof="0" dirty="0"/>
          </a:p>
          <a:p>
            <a:r>
              <a:rPr lang="en-US" sz="1400" b="1" noProof="0" dirty="0"/>
              <a:t>Per-group: restart per partition</a:t>
            </a:r>
          </a:p>
          <a:p>
            <a:pPr lvl="1"/>
            <a:r>
              <a:rPr lang="en-US" sz="1200" i="1" noProof="0" dirty="0"/>
              <a:t>PARTITION BY</a:t>
            </a:r>
            <a:r>
              <a:rPr lang="en-US" sz="1200" noProof="0" dirty="0"/>
              <a:t> restarts calculations per group</a:t>
            </a:r>
          </a:p>
        </p:txBody>
      </p:sp>
      <p:sp>
        <p:nvSpPr>
          <p:cNvPr id="6" name="SQL Query Box"/>
          <p:cNvSpPr/>
          <p:nvPr/>
        </p:nvSpPr>
        <p:spPr>
          <a:xfrm>
            <a:off x="5968489" y="1333313"/>
            <a:ext cx="5735829" cy="1405492"/>
          </a:xfrm>
          <a:prstGeom prst="rect">
            <a:avLst/>
          </a:prstGeom>
          <a:solidFill>
            <a:srgbClr val="EEEEEE"/>
          </a:solidFill>
          <a:ln>
            <a:noFill/>
          </a:ln>
        </p:spPr>
        <p:style>
          <a:lnRef idx="1">
            <a:schemeClr val="accent1"/>
          </a:lnRef>
          <a:fillRef idx="3">
            <a:schemeClr val="accent1"/>
          </a:fillRef>
          <a:effectRef idx="2">
            <a:schemeClr val="accent1"/>
          </a:effectRef>
          <a:fontRef idx="minor">
            <a:schemeClr val="lt1"/>
          </a:fontRef>
        </p:style>
        <p:txBody>
          <a:bodyPr wrap="square" lIns="137160" tIns="73152" rtlCol="0" anchor="ctr"/>
          <a:lstStyle/>
          <a:p>
            <a:pPr>
              <a:spcAft>
                <a:spcPts val="100"/>
              </a:spcAft>
            </a:pPr>
            <a:r>
              <a:rPr lang="en-US" sz="900" i="1" noProof="0" dirty="0">
                <a:solidFill>
                  <a:schemeClr val="tx1"/>
                </a:solidFill>
              </a:rPr>
              <a:t>-- Rolling 3-row sum of Amount, ordered by </a:t>
            </a:r>
            <a:r>
              <a:rPr lang="en-US" sz="900" i="1" noProof="0" dirty="0" err="1">
                <a:solidFill>
                  <a:schemeClr val="tx1"/>
                </a:solidFill>
              </a:rPr>
              <a:t>RowID</a:t>
            </a:r>
            <a:endParaRPr lang="en-US" sz="900" i="1" noProof="0" dirty="0">
              <a:solidFill>
                <a:schemeClr val="tx1"/>
              </a:solidFill>
            </a:endParaRPr>
          </a:p>
          <a:p>
            <a:pPr>
              <a:spcBef>
                <a:spcPts val="0"/>
              </a:spcBef>
              <a:spcAft>
                <a:spcPts val="0"/>
              </a:spcAft>
            </a:pPr>
            <a:endParaRPr lang="en-US" sz="900" b="0" noProof="0" dirty="0">
              <a:solidFill>
                <a:schemeClr val="tx1"/>
              </a:solidFill>
              <a:latin typeface="Consolas"/>
            </a:endParaRPr>
          </a:p>
          <a:p>
            <a:pPr>
              <a:spcBef>
                <a:spcPts val="0"/>
              </a:spcBef>
              <a:spcAft>
                <a:spcPts val="0"/>
              </a:spcAft>
            </a:pPr>
            <a:r>
              <a:rPr lang="en-US" sz="900" b="0" noProof="0" dirty="0">
                <a:solidFill>
                  <a:schemeClr val="tx1"/>
                </a:solidFill>
                <a:latin typeface="Consolas"/>
              </a:rPr>
              <a:t>SELECT</a:t>
            </a:r>
          </a:p>
          <a:p>
            <a:pPr>
              <a:spcBef>
                <a:spcPts val="0"/>
              </a:spcBef>
              <a:spcAft>
                <a:spcPts val="0"/>
              </a:spcAft>
            </a:pPr>
            <a:r>
              <a:rPr lang="en-US" sz="900" b="0" noProof="0" dirty="0">
                <a:solidFill>
                  <a:schemeClr val="tx1"/>
                </a:solidFill>
                <a:latin typeface="Consolas"/>
              </a:rPr>
              <a:t>  </a:t>
            </a:r>
            <a:r>
              <a:rPr lang="en-US" sz="900" b="0" noProof="0" dirty="0" err="1">
                <a:solidFill>
                  <a:schemeClr val="tx1"/>
                </a:solidFill>
                <a:latin typeface="Consolas"/>
              </a:rPr>
              <a:t>RowID</a:t>
            </a:r>
            <a:r>
              <a:rPr lang="en-US" sz="900" b="0" noProof="0" dirty="0">
                <a:solidFill>
                  <a:schemeClr val="tx1"/>
                </a:solidFill>
                <a:latin typeface="Consolas"/>
              </a:rPr>
              <a:t>,  Amount,</a:t>
            </a:r>
          </a:p>
          <a:p>
            <a:pPr>
              <a:spcBef>
                <a:spcPts val="0"/>
              </a:spcBef>
              <a:spcAft>
                <a:spcPts val="0"/>
              </a:spcAft>
            </a:pPr>
            <a:r>
              <a:rPr lang="en-US" sz="900" b="1" noProof="0" dirty="0">
                <a:solidFill>
                  <a:schemeClr val="tx1"/>
                </a:solidFill>
                <a:latin typeface="Consolas"/>
              </a:rPr>
              <a:t>  SUM(Amount) OVER(</a:t>
            </a:r>
          </a:p>
          <a:p>
            <a:pPr>
              <a:spcBef>
                <a:spcPts val="0"/>
              </a:spcBef>
              <a:spcAft>
                <a:spcPts val="0"/>
              </a:spcAft>
            </a:pPr>
            <a:r>
              <a:rPr lang="en-US" sz="900" b="0" noProof="0" dirty="0">
                <a:solidFill>
                  <a:schemeClr val="tx1"/>
                </a:solidFill>
                <a:latin typeface="Consolas"/>
              </a:rPr>
              <a:t>    ORDER BY </a:t>
            </a:r>
            <a:r>
              <a:rPr lang="en-US" sz="900" b="0" noProof="0" dirty="0" err="1">
                <a:solidFill>
                  <a:schemeClr val="tx1"/>
                </a:solidFill>
                <a:latin typeface="Consolas"/>
              </a:rPr>
              <a:t>RowID</a:t>
            </a:r>
            <a:endParaRPr lang="en-US" sz="900" b="0" noProof="0" dirty="0">
              <a:solidFill>
                <a:schemeClr val="tx1"/>
              </a:solidFill>
              <a:latin typeface="Consolas"/>
            </a:endParaRPr>
          </a:p>
          <a:p>
            <a:pPr>
              <a:spcBef>
                <a:spcPts val="0"/>
              </a:spcBef>
              <a:spcAft>
                <a:spcPts val="0"/>
              </a:spcAft>
            </a:pPr>
            <a:r>
              <a:rPr lang="en-US" sz="900" b="1" noProof="0" dirty="0">
                <a:solidFill>
                  <a:schemeClr val="tx1"/>
                </a:solidFill>
                <a:latin typeface="Consolas"/>
              </a:rPr>
              <a:t>    ROWS BETWEEN 2 PRECEDING AND CURRENT ROW</a:t>
            </a:r>
          </a:p>
          <a:p>
            <a:pPr>
              <a:spcBef>
                <a:spcPts val="0"/>
              </a:spcBef>
              <a:spcAft>
                <a:spcPts val="0"/>
              </a:spcAft>
            </a:pPr>
            <a:r>
              <a:rPr lang="en-US" sz="900" b="1" noProof="0" dirty="0">
                <a:solidFill>
                  <a:schemeClr val="tx1"/>
                </a:solidFill>
                <a:latin typeface="Consolas"/>
              </a:rPr>
              <a:t>  ) AS FrameSum</a:t>
            </a:r>
          </a:p>
          <a:p>
            <a:pPr>
              <a:spcBef>
                <a:spcPts val="0"/>
              </a:spcBef>
              <a:spcAft>
                <a:spcPts val="0"/>
              </a:spcAft>
            </a:pPr>
            <a:r>
              <a:rPr lang="en-US" sz="900" b="0" noProof="0" dirty="0">
                <a:solidFill>
                  <a:schemeClr val="tx1"/>
                </a:solidFill>
                <a:latin typeface="Consolas"/>
              </a:rPr>
              <a:t>FROM Sales;</a:t>
            </a:r>
          </a:p>
        </p:txBody>
      </p:sp>
      <p:graphicFrame>
        <p:nvGraphicFramePr>
          <p:cNvPr id="7" name="Table 6"/>
          <p:cNvGraphicFramePr>
            <a:graphicFrameLocks noGrp="1"/>
          </p:cNvGraphicFramePr>
          <p:nvPr>
            <p:extLst>
              <p:ext uri="{D42A27DB-BD31-4B8C-83A1-F6EECF244321}">
                <p14:modId xmlns:p14="http://schemas.microsoft.com/office/powerpoint/2010/main" val="2178490280"/>
              </p:ext>
            </p:extLst>
          </p:nvPr>
        </p:nvGraphicFramePr>
        <p:xfrm>
          <a:off x="5968489" y="2844264"/>
          <a:ext cx="5735829" cy="2646048"/>
        </p:xfrm>
        <a:graphic>
          <a:graphicData uri="http://schemas.openxmlformats.org/drawingml/2006/table">
            <a:tbl>
              <a:tblPr firstRow="1" bandRow="1">
                <a:tableStyleId>{5C22544A-7EE6-4342-B048-85BDC9FD1C3A}</a:tableStyleId>
              </a:tblPr>
              <a:tblGrid>
                <a:gridCol w="637315">
                  <a:extLst>
                    <a:ext uri="{9D8B030D-6E8A-4147-A177-3AD203B41FA5}">
                      <a16:colId xmlns:a16="http://schemas.microsoft.com/office/drawing/2014/main" val="20000"/>
                    </a:ext>
                  </a:extLst>
                </a:gridCol>
                <a:gridCol w="796643">
                  <a:extLst>
                    <a:ext uri="{9D8B030D-6E8A-4147-A177-3AD203B41FA5}">
                      <a16:colId xmlns:a16="http://schemas.microsoft.com/office/drawing/2014/main" val="20001"/>
                    </a:ext>
                  </a:extLst>
                </a:gridCol>
                <a:gridCol w="955971">
                  <a:extLst>
                    <a:ext uri="{9D8B030D-6E8A-4147-A177-3AD203B41FA5}">
                      <a16:colId xmlns:a16="http://schemas.microsoft.com/office/drawing/2014/main" val="20002"/>
                    </a:ext>
                  </a:extLst>
                </a:gridCol>
                <a:gridCol w="3345900">
                  <a:extLst>
                    <a:ext uri="{9D8B030D-6E8A-4147-A177-3AD203B41FA5}">
                      <a16:colId xmlns:a16="http://schemas.microsoft.com/office/drawing/2014/main" val="20003"/>
                    </a:ext>
                  </a:extLst>
                </a:gridCol>
              </a:tblGrid>
              <a:tr h="330756">
                <a:tc>
                  <a:txBody>
                    <a:bodyPr/>
                    <a:lstStyle/>
                    <a:p>
                      <a:pPr algn="ctr">
                        <a:defRPr sz="1000" b="1">
                          <a:solidFill>
                            <a:srgbClr val="FFFFFF"/>
                          </a:solidFill>
                        </a:defRPr>
                      </a:pPr>
                      <a:r>
                        <a:rPr lang="en-US" noProof="0" dirty="0" err="1"/>
                        <a:t>RowID</a:t>
                      </a:r>
                      <a:endParaRPr lang="en-US" noProof="0" dirty="0"/>
                    </a:p>
                  </a:txBody>
                  <a:tcPr>
                    <a:solidFill>
                      <a:srgbClr val="702573"/>
                    </a:solidFill>
                  </a:tcPr>
                </a:tc>
                <a:tc>
                  <a:txBody>
                    <a:bodyPr/>
                    <a:lstStyle/>
                    <a:p>
                      <a:pPr algn="ctr">
                        <a:defRPr sz="1000" b="1">
                          <a:solidFill>
                            <a:srgbClr val="FFFFFF"/>
                          </a:solidFill>
                        </a:defRPr>
                      </a:pPr>
                      <a:r>
                        <a:rPr lang="en-US" noProof="0" dirty="0"/>
                        <a:t>Amount</a:t>
                      </a:r>
                    </a:p>
                  </a:txBody>
                  <a:tcPr>
                    <a:solidFill>
                      <a:srgbClr val="702573"/>
                    </a:solidFill>
                  </a:tcPr>
                </a:tc>
                <a:tc>
                  <a:txBody>
                    <a:bodyPr/>
                    <a:lstStyle/>
                    <a:p>
                      <a:pPr algn="ctr">
                        <a:defRPr sz="1000" b="1">
                          <a:solidFill>
                            <a:srgbClr val="FFFFFF"/>
                          </a:solidFill>
                        </a:defRPr>
                      </a:pPr>
                      <a:r>
                        <a:rPr lang="en-US" noProof="0" dirty="0"/>
                        <a:t>FrameSum</a:t>
                      </a:r>
                    </a:p>
                  </a:txBody>
                  <a:tcPr>
                    <a:solidFill>
                      <a:srgbClr val="702573"/>
                    </a:solidFill>
                  </a:tcPr>
                </a:tc>
                <a:tc>
                  <a:txBody>
                    <a:bodyPr/>
                    <a:lstStyle/>
                    <a:p>
                      <a:pPr algn="ctr">
                        <a:defRPr sz="1000" b="1">
                          <a:solidFill>
                            <a:srgbClr val="FFFFFF"/>
                          </a:solidFill>
                        </a:defRPr>
                      </a:pPr>
                      <a:r>
                        <a:rPr lang="en-US" noProof="0" dirty="0"/>
                        <a:t>Frame window (what the engine sums)</a:t>
                      </a:r>
                    </a:p>
                  </a:txBody>
                  <a:tcPr>
                    <a:solidFill>
                      <a:srgbClr val="702573"/>
                    </a:solidFill>
                  </a:tcPr>
                </a:tc>
                <a:extLst>
                  <a:ext uri="{0D108BD9-81ED-4DB2-BD59-A6C34878D82A}">
                    <a16:rowId xmlns:a16="http://schemas.microsoft.com/office/drawing/2014/main" val="10000"/>
                  </a:ext>
                </a:extLst>
              </a:tr>
              <a:tr h="330756">
                <a:tc>
                  <a:txBody>
                    <a:bodyPr/>
                    <a:lstStyle/>
                    <a:p>
                      <a:pPr algn="ctr">
                        <a:defRPr sz="1000" b="0">
                          <a:solidFill>
                            <a:srgbClr val="454142"/>
                          </a:solidFill>
                        </a:defRPr>
                      </a:pPr>
                      <a:r>
                        <a:rPr lang="en-US" noProof="0" dirty="0"/>
                        <a:t>1</a:t>
                      </a:r>
                    </a:p>
                  </a:txBody>
                  <a:tcPr>
                    <a:solidFill>
                      <a:srgbClr val="F0F0F0"/>
                    </a:solidFill>
                  </a:tcPr>
                </a:tc>
                <a:tc>
                  <a:txBody>
                    <a:bodyPr/>
                    <a:lstStyle/>
                    <a:p>
                      <a:pPr algn="ctr">
                        <a:defRPr sz="1000" b="0">
                          <a:solidFill>
                            <a:srgbClr val="454142"/>
                          </a:solidFill>
                        </a:defRPr>
                      </a:pPr>
                      <a:r>
                        <a:rPr lang="en-US" noProof="0" dirty="0"/>
                        <a:t>$120</a:t>
                      </a:r>
                    </a:p>
                  </a:txBody>
                  <a:tcPr>
                    <a:solidFill>
                      <a:srgbClr val="F0F0F0"/>
                    </a:solidFill>
                  </a:tcPr>
                </a:tc>
                <a:tc>
                  <a:txBody>
                    <a:bodyPr/>
                    <a:lstStyle/>
                    <a:p>
                      <a:pPr algn="ctr">
                        <a:defRPr sz="1000" b="1">
                          <a:solidFill>
                            <a:srgbClr val="454142"/>
                          </a:solidFill>
                        </a:defRPr>
                      </a:pPr>
                      <a:r>
                        <a:rPr lang="en-US" noProof="0" dirty="0"/>
                        <a:t>$120</a:t>
                      </a:r>
                    </a:p>
                  </a:txBody>
                  <a:tcPr>
                    <a:solidFill>
                      <a:srgbClr val="F0F0F0"/>
                    </a:solidFill>
                  </a:tcPr>
                </a:tc>
                <a:tc>
                  <a:txBody>
                    <a:bodyPr/>
                    <a:lstStyle/>
                    <a:p>
                      <a:pPr>
                        <a:defRPr sz="900" b="0">
                          <a:solidFill>
                            <a:srgbClr val="454142"/>
                          </a:solidFill>
                          <a:latin typeface="Consolas"/>
                        </a:defRPr>
                      </a:pPr>
                      <a:r>
                        <a:rPr lang="en-US" noProof="0" dirty="0"/>
                        <a:t>SUM( 120 )</a:t>
                      </a:r>
                    </a:p>
                  </a:txBody>
                  <a:tcPr>
                    <a:solidFill>
                      <a:srgbClr val="F0F0F0"/>
                    </a:solidFill>
                  </a:tcPr>
                </a:tc>
                <a:extLst>
                  <a:ext uri="{0D108BD9-81ED-4DB2-BD59-A6C34878D82A}">
                    <a16:rowId xmlns:a16="http://schemas.microsoft.com/office/drawing/2014/main" val="10001"/>
                  </a:ext>
                </a:extLst>
              </a:tr>
              <a:tr h="330756">
                <a:tc>
                  <a:txBody>
                    <a:bodyPr/>
                    <a:lstStyle/>
                    <a:p>
                      <a:pPr algn="ctr">
                        <a:defRPr sz="1000" b="0">
                          <a:solidFill>
                            <a:srgbClr val="454142"/>
                          </a:solidFill>
                        </a:defRPr>
                      </a:pPr>
                      <a:r>
                        <a:rPr lang="en-US" noProof="0" dirty="0"/>
                        <a:t>2</a:t>
                      </a:r>
                    </a:p>
                  </a:txBody>
                  <a:tcPr>
                    <a:solidFill>
                      <a:srgbClr val="FFFFFF"/>
                    </a:solidFill>
                  </a:tcPr>
                </a:tc>
                <a:tc>
                  <a:txBody>
                    <a:bodyPr/>
                    <a:lstStyle/>
                    <a:p>
                      <a:pPr algn="ctr">
                        <a:defRPr sz="1000" b="0">
                          <a:solidFill>
                            <a:srgbClr val="454142"/>
                          </a:solidFill>
                        </a:defRPr>
                      </a:pPr>
                      <a:r>
                        <a:rPr lang="en-US" noProof="0" dirty="0"/>
                        <a:t>$85</a:t>
                      </a:r>
                    </a:p>
                  </a:txBody>
                  <a:tcPr>
                    <a:solidFill>
                      <a:srgbClr val="FFFFFF"/>
                    </a:solidFill>
                  </a:tcPr>
                </a:tc>
                <a:tc>
                  <a:txBody>
                    <a:bodyPr/>
                    <a:lstStyle/>
                    <a:p>
                      <a:pPr algn="ctr">
                        <a:defRPr sz="1000" b="1">
                          <a:solidFill>
                            <a:srgbClr val="454142"/>
                          </a:solidFill>
                        </a:defRPr>
                      </a:pPr>
                      <a:r>
                        <a:rPr lang="en-US" noProof="0" dirty="0"/>
                        <a:t>$205</a:t>
                      </a:r>
                    </a:p>
                  </a:txBody>
                  <a:tcPr>
                    <a:solidFill>
                      <a:srgbClr val="FFFFFF"/>
                    </a:solidFill>
                  </a:tcPr>
                </a:tc>
                <a:tc>
                  <a:txBody>
                    <a:bodyPr/>
                    <a:lstStyle/>
                    <a:p>
                      <a:pPr>
                        <a:defRPr sz="900" b="0">
                          <a:solidFill>
                            <a:srgbClr val="454142"/>
                          </a:solidFill>
                          <a:latin typeface="Consolas"/>
                        </a:defRPr>
                      </a:pPr>
                      <a:r>
                        <a:rPr lang="en-US" noProof="0" dirty="0"/>
                        <a:t>SUM( 120 + 85 )</a:t>
                      </a:r>
                    </a:p>
                  </a:txBody>
                  <a:tcPr>
                    <a:solidFill>
                      <a:srgbClr val="FFFFFF"/>
                    </a:solidFill>
                  </a:tcPr>
                </a:tc>
                <a:extLst>
                  <a:ext uri="{0D108BD9-81ED-4DB2-BD59-A6C34878D82A}">
                    <a16:rowId xmlns:a16="http://schemas.microsoft.com/office/drawing/2014/main" val="10002"/>
                  </a:ext>
                </a:extLst>
              </a:tr>
              <a:tr h="330756">
                <a:tc>
                  <a:txBody>
                    <a:bodyPr/>
                    <a:lstStyle/>
                    <a:p>
                      <a:pPr algn="ctr">
                        <a:defRPr sz="1000" b="0">
                          <a:solidFill>
                            <a:srgbClr val="454142"/>
                          </a:solidFill>
                        </a:defRPr>
                      </a:pPr>
                      <a:r>
                        <a:rPr lang="en-US" noProof="0" dirty="0"/>
                        <a:t>3</a:t>
                      </a:r>
                    </a:p>
                  </a:txBody>
                  <a:tcPr>
                    <a:solidFill>
                      <a:srgbClr val="F0F0F0"/>
                    </a:solidFill>
                  </a:tcPr>
                </a:tc>
                <a:tc>
                  <a:txBody>
                    <a:bodyPr/>
                    <a:lstStyle/>
                    <a:p>
                      <a:pPr algn="ctr">
                        <a:defRPr sz="1000" b="0">
                          <a:solidFill>
                            <a:srgbClr val="454142"/>
                          </a:solidFill>
                        </a:defRPr>
                      </a:pPr>
                      <a:r>
                        <a:rPr lang="en-US" noProof="0" dirty="0"/>
                        <a:t>$200</a:t>
                      </a:r>
                    </a:p>
                  </a:txBody>
                  <a:tcPr>
                    <a:solidFill>
                      <a:srgbClr val="F0F0F0"/>
                    </a:solidFill>
                  </a:tcPr>
                </a:tc>
                <a:tc>
                  <a:txBody>
                    <a:bodyPr/>
                    <a:lstStyle/>
                    <a:p>
                      <a:pPr marL="0" algn="ctr" defTabSz="932742" rtl="0" eaLnBrk="1" latinLnBrk="0" hangingPunct="1">
                        <a:defRPr sz="1000" b="1">
                          <a:solidFill>
                            <a:srgbClr val="454142"/>
                          </a:solidFill>
                        </a:defRPr>
                      </a:pPr>
                      <a:r>
                        <a:rPr lang="en-US" sz="1000" b="1" kern="1200" noProof="0" dirty="0">
                          <a:solidFill>
                            <a:srgbClr val="454142"/>
                          </a:solidFill>
                          <a:latin typeface="+mn-lt"/>
                          <a:ea typeface="+mn-ea"/>
                          <a:cs typeface="+mn-cs"/>
                        </a:rPr>
                        <a:t>$405</a:t>
                      </a:r>
                    </a:p>
                  </a:txBody>
                  <a:tcPr>
                    <a:solidFill>
                      <a:srgbClr val="F0F0F0"/>
                    </a:solidFill>
                  </a:tcPr>
                </a:tc>
                <a:tc>
                  <a:txBody>
                    <a:bodyPr/>
                    <a:lstStyle/>
                    <a:p>
                      <a:pPr>
                        <a:defRPr sz="900" b="0">
                          <a:solidFill>
                            <a:srgbClr val="454142"/>
                          </a:solidFill>
                          <a:latin typeface="Consolas"/>
                        </a:defRPr>
                      </a:pPr>
                      <a:r>
                        <a:rPr lang="en-US" noProof="0" dirty="0"/>
                        <a:t>SUM( 120 + 85 + 200 )</a:t>
                      </a:r>
                    </a:p>
                  </a:txBody>
                  <a:tcPr>
                    <a:solidFill>
                      <a:srgbClr val="F0F0F0"/>
                    </a:solidFill>
                  </a:tcPr>
                </a:tc>
                <a:extLst>
                  <a:ext uri="{0D108BD9-81ED-4DB2-BD59-A6C34878D82A}">
                    <a16:rowId xmlns:a16="http://schemas.microsoft.com/office/drawing/2014/main" val="10003"/>
                  </a:ext>
                </a:extLst>
              </a:tr>
              <a:tr h="330756">
                <a:tc>
                  <a:txBody>
                    <a:bodyPr/>
                    <a:lstStyle/>
                    <a:p>
                      <a:pPr algn="ctr">
                        <a:defRPr sz="1000" b="0">
                          <a:solidFill>
                            <a:srgbClr val="454142"/>
                          </a:solidFill>
                        </a:defRPr>
                      </a:pPr>
                      <a:r>
                        <a:rPr lang="en-US" noProof="0" dirty="0"/>
                        <a:t>4</a:t>
                      </a:r>
                    </a:p>
                  </a:txBody>
                  <a:tcPr>
                    <a:solidFill>
                      <a:srgbClr val="FFFFFF"/>
                    </a:solidFill>
                  </a:tcPr>
                </a:tc>
                <a:tc>
                  <a:txBody>
                    <a:bodyPr/>
                    <a:lstStyle/>
                    <a:p>
                      <a:pPr algn="ctr">
                        <a:defRPr sz="1000" b="0">
                          <a:solidFill>
                            <a:srgbClr val="454142"/>
                          </a:solidFill>
                        </a:defRPr>
                      </a:pPr>
                      <a:r>
                        <a:rPr lang="en-US" noProof="0" dirty="0"/>
                        <a:t>$150</a:t>
                      </a:r>
                    </a:p>
                  </a:txBody>
                  <a:tcPr>
                    <a:solidFill>
                      <a:srgbClr val="FFFFFF"/>
                    </a:solidFill>
                  </a:tcPr>
                </a:tc>
                <a:tc>
                  <a:txBody>
                    <a:bodyPr/>
                    <a:lstStyle/>
                    <a:p>
                      <a:pPr marL="0" algn="ctr" defTabSz="932742" rtl="0" eaLnBrk="1" latinLnBrk="0" hangingPunct="1">
                        <a:defRPr sz="1000" b="1">
                          <a:solidFill>
                            <a:srgbClr val="454142"/>
                          </a:solidFill>
                        </a:defRPr>
                      </a:pPr>
                      <a:r>
                        <a:rPr lang="en-US" sz="1000" b="1" kern="1200" noProof="0" dirty="0">
                          <a:solidFill>
                            <a:srgbClr val="454142"/>
                          </a:solidFill>
                          <a:latin typeface="+mn-lt"/>
                          <a:ea typeface="+mn-ea"/>
                          <a:cs typeface="+mn-cs"/>
                        </a:rPr>
                        <a:t>$435</a:t>
                      </a:r>
                    </a:p>
                  </a:txBody>
                  <a:tcPr>
                    <a:solidFill>
                      <a:srgbClr val="FFFFFF"/>
                    </a:solidFill>
                  </a:tcPr>
                </a:tc>
                <a:tc>
                  <a:txBody>
                    <a:bodyPr/>
                    <a:lstStyle/>
                    <a:p>
                      <a:pPr>
                        <a:defRPr sz="900" b="0">
                          <a:solidFill>
                            <a:srgbClr val="454142"/>
                          </a:solidFill>
                          <a:latin typeface="Consolas"/>
                        </a:defRPr>
                      </a:pPr>
                      <a:r>
                        <a:rPr lang="en-US" noProof="0" dirty="0"/>
                        <a:t>SUM( 85 + 200 + 150 )</a:t>
                      </a:r>
                    </a:p>
                  </a:txBody>
                  <a:tcPr>
                    <a:solidFill>
                      <a:srgbClr val="FFFFFF"/>
                    </a:solidFill>
                  </a:tcPr>
                </a:tc>
                <a:extLst>
                  <a:ext uri="{0D108BD9-81ED-4DB2-BD59-A6C34878D82A}">
                    <a16:rowId xmlns:a16="http://schemas.microsoft.com/office/drawing/2014/main" val="10004"/>
                  </a:ext>
                </a:extLst>
              </a:tr>
              <a:tr h="330756">
                <a:tc>
                  <a:txBody>
                    <a:bodyPr/>
                    <a:lstStyle/>
                    <a:p>
                      <a:pPr algn="ctr">
                        <a:defRPr sz="1000" b="0">
                          <a:solidFill>
                            <a:srgbClr val="454142"/>
                          </a:solidFill>
                        </a:defRPr>
                      </a:pPr>
                      <a:r>
                        <a:rPr lang="en-US" noProof="0" dirty="0"/>
                        <a:t>5</a:t>
                      </a:r>
                    </a:p>
                  </a:txBody>
                  <a:tcPr>
                    <a:solidFill>
                      <a:srgbClr val="F0F0F0"/>
                    </a:solidFill>
                  </a:tcPr>
                </a:tc>
                <a:tc>
                  <a:txBody>
                    <a:bodyPr/>
                    <a:lstStyle/>
                    <a:p>
                      <a:pPr algn="ctr">
                        <a:defRPr sz="1000" b="0">
                          <a:solidFill>
                            <a:srgbClr val="454142"/>
                          </a:solidFill>
                        </a:defRPr>
                      </a:pPr>
                      <a:r>
                        <a:rPr lang="en-US" noProof="0" dirty="0"/>
                        <a:t>$45</a:t>
                      </a:r>
                    </a:p>
                  </a:txBody>
                  <a:tcPr>
                    <a:solidFill>
                      <a:srgbClr val="F0F0F0"/>
                    </a:solidFill>
                  </a:tcPr>
                </a:tc>
                <a:tc>
                  <a:txBody>
                    <a:bodyPr/>
                    <a:lstStyle/>
                    <a:p>
                      <a:pPr algn="ctr">
                        <a:defRPr sz="1000" b="1">
                          <a:solidFill>
                            <a:srgbClr val="454142"/>
                          </a:solidFill>
                        </a:defRPr>
                      </a:pPr>
                      <a:r>
                        <a:rPr lang="en-US" noProof="0" dirty="0"/>
                        <a:t>$395</a:t>
                      </a:r>
                    </a:p>
                  </a:txBody>
                  <a:tcPr>
                    <a:solidFill>
                      <a:srgbClr val="F0F0F0"/>
                    </a:solidFill>
                  </a:tcPr>
                </a:tc>
                <a:tc>
                  <a:txBody>
                    <a:bodyPr/>
                    <a:lstStyle/>
                    <a:p>
                      <a:pPr>
                        <a:defRPr sz="900" b="0">
                          <a:solidFill>
                            <a:srgbClr val="454142"/>
                          </a:solidFill>
                          <a:latin typeface="Consolas"/>
                        </a:defRPr>
                      </a:pPr>
                      <a:r>
                        <a:rPr lang="en-US" noProof="0" dirty="0"/>
                        <a:t>SUM( 200 + 150 + 45 )</a:t>
                      </a:r>
                    </a:p>
                  </a:txBody>
                  <a:tcPr>
                    <a:solidFill>
                      <a:srgbClr val="F0F0F0"/>
                    </a:solidFill>
                  </a:tcPr>
                </a:tc>
                <a:extLst>
                  <a:ext uri="{0D108BD9-81ED-4DB2-BD59-A6C34878D82A}">
                    <a16:rowId xmlns:a16="http://schemas.microsoft.com/office/drawing/2014/main" val="10005"/>
                  </a:ext>
                </a:extLst>
              </a:tr>
              <a:tr h="330756">
                <a:tc>
                  <a:txBody>
                    <a:bodyPr/>
                    <a:lstStyle/>
                    <a:p>
                      <a:pPr algn="ctr">
                        <a:defRPr sz="1000" b="0">
                          <a:solidFill>
                            <a:srgbClr val="454142"/>
                          </a:solidFill>
                        </a:defRPr>
                      </a:pPr>
                      <a:r>
                        <a:rPr lang="en-US" noProof="0" dirty="0"/>
                        <a:t>6</a:t>
                      </a:r>
                    </a:p>
                  </a:txBody>
                  <a:tcPr>
                    <a:solidFill>
                      <a:srgbClr val="FFFFFF"/>
                    </a:solidFill>
                  </a:tcPr>
                </a:tc>
                <a:tc>
                  <a:txBody>
                    <a:bodyPr/>
                    <a:lstStyle/>
                    <a:p>
                      <a:pPr algn="ctr">
                        <a:defRPr sz="1000" b="0">
                          <a:solidFill>
                            <a:srgbClr val="454142"/>
                          </a:solidFill>
                        </a:defRPr>
                      </a:pPr>
                      <a:r>
                        <a:rPr lang="en-US" noProof="0" dirty="0"/>
                        <a:t>$310</a:t>
                      </a:r>
                    </a:p>
                  </a:txBody>
                  <a:tcPr>
                    <a:solidFill>
                      <a:srgbClr val="FFFFFF"/>
                    </a:solidFill>
                  </a:tcPr>
                </a:tc>
                <a:tc>
                  <a:txBody>
                    <a:bodyPr/>
                    <a:lstStyle/>
                    <a:p>
                      <a:pPr algn="ctr">
                        <a:defRPr sz="1000" b="1">
                          <a:solidFill>
                            <a:srgbClr val="454142"/>
                          </a:solidFill>
                        </a:defRPr>
                      </a:pPr>
                      <a:r>
                        <a:rPr lang="en-US" noProof="0" dirty="0"/>
                        <a:t>$505</a:t>
                      </a:r>
                    </a:p>
                  </a:txBody>
                  <a:tcPr>
                    <a:solidFill>
                      <a:srgbClr val="FFFFFF"/>
                    </a:solidFill>
                  </a:tcPr>
                </a:tc>
                <a:tc>
                  <a:txBody>
                    <a:bodyPr/>
                    <a:lstStyle/>
                    <a:p>
                      <a:pPr>
                        <a:defRPr sz="900" b="0">
                          <a:solidFill>
                            <a:srgbClr val="454142"/>
                          </a:solidFill>
                          <a:latin typeface="Consolas"/>
                        </a:defRPr>
                      </a:pPr>
                      <a:r>
                        <a:rPr lang="en-US" noProof="0" dirty="0"/>
                        <a:t>SUM( 150 + 45 + 310 )</a:t>
                      </a:r>
                    </a:p>
                  </a:txBody>
                  <a:tcPr>
                    <a:solidFill>
                      <a:srgbClr val="FFFFFF"/>
                    </a:solidFill>
                  </a:tcPr>
                </a:tc>
                <a:extLst>
                  <a:ext uri="{0D108BD9-81ED-4DB2-BD59-A6C34878D82A}">
                    <a16:rowId xmlns:a16="http://schemas.microsoft.com/office/drawing/2014/main" val="10006"/>
                  </a:ext>
                </a:extLst>
              </a:tr>
              <a:tr h="330756">
                <a:tc>
                  <a:txBody>
                    <a:bodyPr/>
                    <a:lstStyle/>
                    <a:p>
                      <a:pPr algn="ctr">
                        <a:defRPr sz="1000" b="0">
                          <a:solidFill>
                            <a:srgbClr val="454142"/>
                          </a:solidFill>
                        </a:defRPr>
                      </a:pPr>
                      <a:r>
                        <a:rPr lang="en-US" noProof="0" dirty="0"/>
                        <a:t>7</a:t>
                      </a:r>
                    </a:p>
                  </a:txBody>
                  <a:tcPr>
                    <a:solidFill>
                      <a:srgbClr val="F0F0F0"/>
                    </a:solidFill>
                  </a:tcPr>
                </a:tc>
                <a:tc>
                  <a:txBody>
                    <a:bodyPr/>
                    <a:lstStyle/>
                    <a:p>
                      <a:pPr algn="ctr">
                        <a:defRPr sz="1000" b="0">
                          <a:solidFill>
                            <a:srgbClr val="454142"/>
                          </a:solidFill>
                        </a:defRPr>
                      </a:pPr>
                      <a:r>
                        <a:rPr lang="en-US" noProof="0" dirty="0"/>
                        <a:t>$175</a:t>
                      </a:r>
                    </a:p>
                  </a:txBody>
                  <a:tcPr>
                    <a:solidFill>
                      <a:srgbClr val="F0F0F0"/>
                    </a:solidFill>
                  </a:tcPr>
                </a:tc>
                <a:tc>
                  <a:txBody>
                    <a:bodyPr/>
                    <a:lstStyle/>
                    <a:p>
                      <a:pPr algn="ctr">
                        <a:defRPr sz="1000" b="1">
                          <a:solidFill>
                            <a:srgbClr val="454142"/>
                          </a:solidFill>
                        </a:defRPr>
                      </a:pPr>
                      <a:r>
                        <a:rPr lang="en-US" noProof="0" dirty="0"/>
                        <a:t>$530</a:t>
                      </a:r>
                    </a:p>
                  </a:txBody>
                  <a:tcPr>
                    <a:solidFill>
                      <a:srgbClr val="F0F0F0"/>
                    </a:solidFill>
                  </a:tcPr>
                </a:tc>
                <a:tc>
                  <a:txBody>
                    <a:bodyPr/>
                    <a:lstStyle/>
                    <a:p>
                      <a:pPr>
                        <a:defRPr sz="900" b="0">
                          <a:solidFill>
                            <a:srgbClr val="454142"/>
                          </a:solidFill>
                          <a:latin typeface="Consolas"/>
                        </a:defRPr>
                      </a:pPr>
                      <a:r>
                        <a:rPr lang="en-US" noProof="0" dirty="0"/>
                        <a:t>SUM( 45 + 310 + 175 )</a:t>
                      </a:r>
                    </a:p>
                  </a:txBody>
                  <a:tcPr>
                    <a:solidFill>
                      <a:srgbClr val="F0F0F0"/>
                    </a:solidFill>
                  </a:tcPr>
                </a:tc>
                <a:extLst>
                  <a:ext uri="{0D108BD9-81ED-4DB2-BD59-A6C34878D82A}">
                    <a16:rowId xmlns:a16="http://schemas.microsoft.com/office/drawing/2014/main" val="10007"/>
                  </a:ext>
                </a:extLst>
              </a:tr>
            </a:tbl>
          </a:graphicData>
        </a:graphic>
      </p:graphicFrame>
      <p:sp>
        <p:nvSpPr>
          <p:cNvPr id="8" name="Frame Note"/>
          <p:cNvSpPr/>
          <p:nvPr/>
        </p:nvSpPr>
        <p:spPr>
          <a:xfrm>
            <a:off x="7772398" y="5595771"/>
            <a:ext cx="3931920" cy="274320"/>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lIns="0" rtlCol="0" anchor="ctr"/>
          <a:lstStyle/>
          <a:p>
            <a:pPr algn="ctr"/>
            <a:r>
              <a:rPr lang="en-US" sz="900" i="1" noProof="0" dirty="0">
                <a:solidFill>
                  <a:srgbClr val="0078D4"/>
                </a:solidFill>
              </a:rPr>
              <a:t>↑ Frame slides down 1 row at a time - always 3 rows max</a:t>
            </a: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JSON functions</a:t>
            </a:r>
          </a:p>
        </p:txBody>
      </p:sp>
      <p:sp>
        <p:nvSpPr>
          <p:cNvPr id="3" name="Text Placeholder 2"/>
          <p:cNvSpPr>
            <a:spLocks noGrp="1"/>
          </p:cNvSpPr>
          <p:nvPr>
            <p:ph type="body" sz="quarter" idx="16"/>
          </p:nvPr>
        </p:nvSpPr>
        <p:spPr/>
        <p:txBody>
          <a:bodyPr/>
          <a:lstStyle/>
          <a:p>
            <a:r>
              <a:rPr lang="en-US" noProof="0" dirty="0"/>
              <a:t>Parse, construct, and transform JSON in T-SQL</a:t>
            </a:r>
          </a:p>
        </p:txBody>
      </p:sp>
      <p:sp>
        <p:nvSpPr>
          <p:cNvPr id="11" name="Rounded Rectangle 10"/>
          <p:cNvSpPr/>
          <p:nvPr/>
        </p:nvSpPr>
        <p:spPr>
          <a:xfrm>
            <a:off x="584200" y="2137773"/>
            <a:ext cx="1060704" cy="402336"/>
          </a:xfrm>
          <a:prstGeom prst="roundRect">
            <a:avLst>
              <a:gd name="adj" fmla="val 6000"/>
            </a:avLst>
          </a:prstGeom>
          <a:solidFill>
            <a:schemeClr val="bg1">
              <a:lumMod val="95000"/>
            </a:schemeClr>
          </a:solidFill>
          <a:ln w="19050">
            <a:solidFill>
              <a:srgbClr val="0078D4"/>
            </a:solidFill>
          </a:ln>
          <a:effectLst/>
        </p:spPr>
        <p:style>
          <a:lnRef idx="1">
            <a:schemeClr val="accent2"/>
          </a:lnRef>
          <a:fillRef idx="3">
            <a:schemeClr val="accent2"/>
          </a:fillRef>
          <a:effectRef idx="2">
            <a:schemeClr val="accent1"/>
          </a:effectRef>
          <a:fontRef idx="minor">
            <a:schemeClr val="lt1"/>
          </a:fontRef>
        </p:style>
        <p:txBody>
          <a:bodyPr wrap="square" lIns="45720" tIns="0" rIns="45720" bIns="0" rtlCol="0" anchor="ctr"/>
          <a:lstStyle/>
          <a:p>
            <a:pPr algn="ctr"/>
            <a:r>
              <a:rPr lang="en-US" sz="800" b="1" noProof="0" dirty="0">
                <a:solidFill>
                  <a:srgbClr val="454142"/>
                </a:solidFill>
              </a:rPr>
              <a:t>JSON_VALUE</a:t>
            </a:r>
          </a:p>
        </p:txBody>
      </p:sp>
      <p:sp>
        <p:nvSpPr>
          <p:cNvPr id="16" name="Rounded Rectangle 10">
            <a:extLst>
              <a:ext uri="{FF2B5EF4-FFF2-40B4-BE49-F238E27FC236}">
                <a16:creationId xmlns:a16="http://schemas.microsoft.com/office/drawing/2014/main" id="{D779B485-6F58-BAA5-7C78-072498672A32}"/>
              </a:ext>
            </a:extLst>
          </p:cNvPr>
          <p:cNvSpPr/>
          <p:nvPr/>
        </p:nvSpPr>
        <p:spPr>
          <a:xfrm>
            <a:off x="584200" y="2724912"/>
            <a:ext cx="1060704" cy="402336"/>
          </a:xfrm>
          <a:prstGeom prst="roundRect">
            <a:avLst>
              <a:gd name="adj" fmla="val 6000"/>
            </a:avLst>
          </a:prstGeom>
          <a:solidFill>
            <a:schemeClr val="bg1">
              <a:lumMod val="95000"/>
            </a:schemeClr>
          </a:solidFill>
          <a:ln w="19050">
            <a:solidFill>
              <a:srgbClr val="0078D4"/>
            </a:solidFill>
          </a:ln>
          <a:effectLst/>
        </p:spPr>
        <p:style>
          <a:lnRef idx="1">
            <a:schemeClr val="accent2"/>
          </a:lnRef>
          <a:fillRef idx="3">
            <a:schemeClr val="accent2"/>
          </a:fillRef>
          <a:effectRef idx="2">
            <a:schemeClr val="accent1"/>
          </a:effectRef>
          <a:fontRef idx="minor">
            <a:schemeClr val="lt1"/>
          </a:fontRef>
        </p:style>
        <p:txBody>
          <a:bodyPr wrap="square" lIns="45720" tIns="0" rIns="45720" bIns="0" rtlCol="0" anchor="ctr"/>
          <a:lstStyle/>
          <a:p>
            <a:pPr algn="ctr"/>
            <a:r>
              <a:rPr lang="en-US" sz="800" b="1" noProof="0" dirty="0">
                <a:solidFill>
                  <a:srgbClr val="454142"/>
                </a:solidFill>
              </a:rPr>
              <a:t>JSON_QUERY</a:t>
            </a:r>
          </a:p>
        </p:txBody>
      </p:sp>
      <p:sp>
        <p:nvSpPr>
          <p:cNvPr id="12" name="Rounded Rectangle 11"/>
          <p:cNvSpPr/>
          <p:nvPr/>
        </p:nvSpPr>
        <p:spPr>
          <a:xfrm>
            <a:off x="584200" y="3312051"/>
            <a:ext cx="1060704" cy="402336"/>
          </a:xfrm>
          <a:prstGeom prst="roundRect">
            <a:avLst>
              <a:gd name="adj" fmla="val 6000"/>
            </a:avLst>
          </a:prstGeom>
          <a:solidFill>
            <a:schemeClr val="bg1">
              <a:lumMod val="95000"/>
            </a:schemeClr>
          </a:solidFill>
          <a:ln w="19050">
            <a:solidFill>
              <a:srgbClr val="0078D4"/>
            </a:solidFill>
          </a:ln>
          <a:effectLst/>
        </p:spPr>
        <p:style>
          <a:lnRef idx="1">
            <a:schemeClr val="accent2"/>
          </a:lnRef>
          <a:fillRef idx="3">
            <a:schemeClr val="accent2"/>
          </a:fillRef>
          <a:effectRef idx="2">
            <a:schemeClr val="accent1"/>
          </a:effectRef>
          <a:fontRef idx="minor">
            <a:schemeClr val="lt1"/>
          </a:fontRef>
        </p:style>
        <p:txBody>
          <a:bodyPr wrap="square" lIns="45720" tIns="0" rIns="45720" bIns="0" rtlCol="0" anchor="ctr"/>
          <a:lstStyle/>
          <a:p>
            <a:pPr algn="ctr"/>
            <a:r>
              <a:rPr lang="en-US" sz="800" b="1" noProof="0" dirty="0">
                <a:solidFill>
                  <a:srgbClr val="454142"/>
                </a:solidFill>
              </a:rPr>
              <a:t>OPENJSON</a:t>
            </a:r>
          </a:p>
        </p:txBody>
      </p:sp>
      <p:sp>
        <p:nvSpPr>
          <p:cNvPr id="13" name="Rounded Rectangle 12"/>
          <p:cNvSpPr/>
          <p:nvPr/>
        </p:nvSpPr>
        <p:spPr>
          <a:xfrm>
            <a:off x="584200" y="3897761"/>
            <a:ext cx="1060704" cy="402336"/>
          </a:xfrm>
          <a:prstGeom prst="roundRect">
            <a:avLst>
              <a:gd name="adj" fmla="val 6000"/>
            </a:avLst>
          </a:prstGeom>
          <a:solidFill>
            <a:schemeClr val="bg1">
              <a:lumMod val="95000"/>
            </a:schemeClr>
          </a:solidFill>
          <a:ln w="19050">
            <a:solidFill>
              <a:srgbClr val="0078D4"/>
            </a:solidFill>
          </a:ln>
          <a:effectLst/>
        </p:spPr>
        <p:style>
          <a:lnRef idx="1">
            <a:schemeClr val="accent2"/>
          </a:lnRef>
          <a:fillRef idx="3">
            <a:schemeClr val="accent2"/>
          </a:fillRef>
          <a:effectRef idx="2">
            <a:schemeClr val="accent1"/>
          </a:effectRef>
          <a:fontRef idx="minor">
            <a:schemeClr val="lt1"/>
          </a:fontRef>
        </p:style>
        <p:txBody>
          <a:bodyPr wrap="square" lIns="45720" tIns="0" rIns="45720" bIns="0" rtlCol="0" anchor="ctr"/>
          <a:lstStyle/>
          <a:p>
            <a:pPr algn="ctr"/>
            <a:r>
              <a:rPr lang="en-US" sz="800" b="1" noProof="0" dirty="0">
                <a:solidFill>
                  <a:srgbClr val="454142"/>
                </a:solidFill>
              </a:rPr>
              <a:t>JSON_OBJECT</a:t>
            </a:r>
          </a:p>
        </p:txBody>
      </p:sp>
      <p:sp>
        <p:nvSpPr>
          <p:cNvPr id="14" name="Rounded Rectangle 13"/>
          <p:cNvSpPr/>
          <p:nvPr/>
        </p:nvSpPr>
        <p:spPr>
          <a:xfrm>
            <a:off x="584200" y="4483471"/>
            <a:ext cx="1060704" cy="402336"/>
          </a:xfrm>
          <a:prstGeom prst="roundRect">
            <a:avLst>
              <a:gd name="adj" fmla="val 6000"/>
            </a:avLst>
          </a:prstGeom>
          <a:solidFill>
            <a:schemeClr val="bg1">
              <a:lumMod val="95000"/>
            </a:schemeClr>
          </a:solidFill>
          <a:ln w="19050">
            <a:solidFill>
              <a:srgbClr val="0078D4"/>
            </a:solidFill>
          </a:ln>
          <a:effectLst/>
        </p:spPr>
        <p:style>
          <a:lnRef idx="1">
            <a:schemeClr val="accent2"/>
          </a:lnRef>
          <a:fillRef idx="3">
            <a:schemeClr val="accent2"/>
          </a:fillRef>
          <a:effectRef idx="2">
            <a:schemeClr val="accent1"/>
          </a:effectRef>
          <a:fontRef idx="minor">
            <a:schemeClr val="lt1"/>
          </a:fontRef>
        </p:style>
        <p:txBody>
          <a:bodyPr wrap="square" lIns="45720" tIns="0" rIns="45720" bIns="0" rtlCol="0" anchor="ctr"/>
          <a:lstStyle/>
          <a:p>
            <a:pPr algn="ctr"/>
            <a:r>
              <a:rPr lang="en-US" sz="800" b="1" noProof="0" dirty="0">
                <a:solidFill>
                  <a:srgbClr val="454142"/>
                </a:solidFill>
              </a:rPr>
              <a:t>JSON_ARRAYAGG</a:t>
            </a:r>
          </a:p>
        </p:txBody>
      </p:sp>
      <p:sp>
        <p:nvSpPr>
          <p:cNvPr id="15" name="Rounded Rectangle 14"/>
          <p:cNvSpPr/>
          <p:nvPr/>
        </p:nvSpPr>
        <p:spPr>
          <a:xfrm>
            <a:off x="588200" y="5069181"/>
            <a:ext cx="1060704" cy="402336"/>
          </a:xfrm>
          <a:prstGeom prst="roundRect">
            <a:avLst>
              <a:gd name="adj" fmla="val 6000"/>
            </a:avLst>
          </a:prstGeom>
          <a:solidFill>
            <a:schemeClr val="bg1">
              <a:lumMod val="95000"/>
            </a:schemeClr>
          </a:solidFill>
          <a:ln w="19050">
            <a:solidFill>
              <a:srgbClr val="0078D4"/>
            </a:solidFill>
          </a:ln>
          <a:effectLst/>
        </p:spPr>
        <p:style>
          <a:lnRef idx="1">
            <a:schemeClr val="accent2"/>
          </a:lnRef>
          <a:fillRef idx="3">
            <a:schemeClr val="accent2"/>
          </a:fillRef>
          <a:effectRef idx="2">
            <a:schemeClr val="accent1"/>
          </a:effectRef>
          <a:fontRef idx="minor">
            <a:schemeClr val="lt1"/>
          </a:fontRef>
        </p:style>
        <p:txBody>
          <a:bodyPr wrap="square" lIns="45720" tIns="0" rIns="45720" bIns="0" rtlCol="0" anchor="ctr"/>
          <a:lstStyle/>
          <a:p>
            <a:pPr algn="ctr"/>
            <a:r>
              <a:rPr lang="en-US" sz="800" b="1" noProof="0" dirty="0">
                <a:solidFill>
                  <a:srgbClr val="454142"/>
                </a:solidFill>
              </a:rPr>
              <a:t>FOR JSON PATH</a:t>
            </a:r>
          </a:p>
        </p:txBody>
      </p:sp>
      <p:sp>
        <p:nvSpPr>
          <p:cNvPr id="4" name="Text Placeholder 3"/>
          <p:cNvSpPr>
            <a:spLocks noGrp="1"/>
          </p:cNvSpPr>
          <p:nvPr>
            <p:ph type="body" sz="quarter" idx="15"/>
          </p:nvPr>
        </p:nvSpPr>
        <p:spPr>
          <a:xfrm>
            <a:off x="1848432" y="2208246"/>
            <a:ext cx="5029200" cy="3200876"/>
          </a:xfrm>
        </p:spPr>
        <p:txBody>
          <a:bodyPr/>
          <a:lstStyle/>
          <a:p>
            <a:pPr marL="0" indent="0">
              <a:buNone/>
            </a:pPr>
            <a:r>
              <a:rPr lang="en-US" noProof="0" dirty="0"/>
              <a:t>Extract scalar values with path expressions</a:t>
            </a:r>
          </a:p>
          <a:p>
            <a:pPr marL="0" indent="0">
              <a:buNone/>
            </a:pPr>
            <a:endParaRPr lang="en-US" noProof="0" dirty="0"/>
          </a:p>
          <a:p>
            <a:pPr marL="0" indent="0">
              <a:buNone/>
            </a:pPr>
            <a:r>
              <a:rPr lang="en-US" noProof="0" dirty="0"/>
              <a:t>Extract objects or arrays (preserves structure)</a:t>
            </a:r>
          </a:p>
          <a:p>
            <a:pPr marL="0" indent="0">
              <a:buNone/>
            </a:pPr>
            <a:endParaRPr lang="en-US" noProof="0" dirty="0"/>
          </a:p>
          <a:p>
            <a:pPr marL="0" indent="0">
              <a:buNone/>
            </a:pPr>
            <a:r>
              <a:rPr lang="en-US" noProof="0" dirty="0"/>
              <a:t>Parse JSON array → relational rows with </a:t>
            </a:r>
            <a:r>
              <a:rPr lang="en-US" i="1" noProof="0" dirty="0" err="1"/>
              <a:t>WITH</a:t>
            </a:r>
            <a:r>
              <a:rPr lang="en-US" noProof="0" dirty="0"/>
              <a:t> schema</a:t>
            </a:r>
          </a:p>
          <a:p>
            <a:pPr marL="0" indent="0">
              <a:buNone/>
            </a:pPr>
            <a:endParaRPr lang="en-US" noProof="0" dirty="0"/>
          </a:p>
          <a:p>
            <a:pPr marL="0" indent="0">
              <a:buNone/>
            </a:pPr>
            <a:r>
              <a:rPr lang="en-US" noProof="0" dirty="0"/>
              <a:t>Construct JSON from key-value pairs</a:t>
            </a:r>
          </a:p>
          <a:p>
            <a:pPr marL="0" indent="0">
              <a:buNone/>
            </a:pPr>
            <a:endParaRPr lang="en-US" noProof="0" dirty="0"/>
          </a:p>
          <a:p>
            <a:pPr marL="0" indent="0">
              <a:buNone/>
            </a:pPr>
            <a:r>
              <a:rPr lang="en-US" noProof="0" dirty="0"/>
              <a:t>Aggregate rows into JSON array for nested output</a:t>
            </a:r>
          </a:p>
          <a:p>
            <a:pPr marL="0" indent="0">
              <a:buNone/>
            </a:pPr>
            <a:endParaRPr lang="en-US" noProof="0" dirty="0"/>
          </a:p>
          <a:p>
            <a:pPr marL="0" indent="0">
              <a:buNone/>
            </a:pPr>
            <a:r>
              <a:rPr lang="en-US" noProof="0" dirty="0"/>
              <a:t>Transforms relational query results into JSON output</a:t>
            </a:r>
          </a:p>
        </p:txBody>
      </p:sp>
      <p:sp>
        <p:nvSpPr>
          <p:cNvPr id="5" name="Rounded Rectangle 4"/>
          <p:cNvSpPr/>
          <p:nvPr/>
        </p:nvSpPr>
        <p:spPr>
          <a:xfrm>
            <a:off x="7286625" y="2428589"/>
            <a:ext cx="1611630" cy="1397317"/>
          </a:xfrm>
          <a:prstGeom prst="rect">
            <a:avLst/>
          </a:prstGeom>
          <a:solidFill>
            <a:schemeClr val="bg1">
              <a:lumMod val="95000"/>
            </a:schemeClr>
          </a:solidFill>
          <a:ln w="19050">
            <a:solidFill>
              <a:srgbClr val="C73ECC"/>
            </a:solidFill>
          </a:ln>
          <a:effectLst/>
        </p:spPr>
        <p:style>
          <a:lnRef idx="1">
            <a:schemeClr val="accent2"/>
          </a:lnRef>
          <a:fillRef idx="3">
            <a:schemeClr val="accent2"/>
          </a:fillRef>
          <a:effectRef idx="2">
            <a:schemeClr val="accent1"/>
          </a:effectRef>
          <a:fontRef idx="minor">
            <a:schemeClr val="lt1"/>
          </a:fontRef>
        </p:style>
        <p:txBody>
          <a:bodyPr wrap="square" lIns="45720" tIns="0" rIns="45720" bIns="0" rtlCol="0" anchor="ctr"/>
          <a:lstStyle/>
          <a:p>
            <a:pPr algn="ctr"/>
            <a:r>
              <a:rPr lang="en-US" sz="1300" b="1" noProof="0" dirty="0">
                <a:solidFill>
                  <a:srgbClr val="454142"/>
                </a:solidFill>
              </a:rPr>
              <a:t>Relational</a:t>
            </a:r>
          </a:p>
          <a:p>
            <a:pPr algn="ctr"/>
            <a:r>
              <a:rPr lang="en-US" sz="1000" noProof="0" dirty="0">
                <a:solidFill>
                  <a:srgbClr val="454142"/>
                </a:solidFill>
              </a:rPr>
              <a:t>Tables · Rows</a:t>
            </a:r>
          </a:p>
          <a:p>
            <a:pPr algn="ctr"/>
            <a:r>
              <a:rPr lang="en-US" sz="1000" noProof="0" dirty="0">
                <a:solidFill>
                  <a:srgbClr val="454142"/>
                </a:solidFill>
              </a:rPr>
              <a:t>Columns · Types</a:t>
            </a:r>
          </a:p>
        </p:txBody>
      </p:sp>
      <p:sp>
        <p:nvSpPr>
          <p:cNvPr id="8" name="TextBox 7"/>
          <p:cNvSpPr txBox="1"/>
          <p:nvPr/>
        </p:nvSpPr>
        <p:spPr>
          <a:xfrm>
            <a:off x="9035303" y="2461659"/>
            <a:ext cx="859536" cy="182880"/>
          </a:xfrm>
          <a:prstGeom prst="rect">
            <a:avLst/>
          </a:prstGeom>
          <a:noFill/>
        </p:spPr>
        <p:txBody>
          <a:bodyPr wrap="square" lIns="45720" tIns="0" rIns="45720" bIns="0">
            <a:spAutoFit/>
          </a:bodyPr>
          <a:lstStyle/>
          <a:p>
            <a:pPr algn="ctr"/>
            <a:r>
              <a:rPr lang="en-US" sz="800" b="0" noProof="0" dirty="0">
                <a:solidFill>
                  <a:srgbClr val="454142"/>
                </a:solidFill>
              </a:rPr>
              <a:t>JSON_OBJECT · FOR JSON</a:t>
            </a:r>
          </a:p>
        </p:txBody>
      </p:sp>
      <p:sp>
        <p:nvSpPr>
          <p:cNvPr id="7" name="Right Arrow 6">
            <a:extLst>
              <a:ext uri="{C183D7F6-B498-43B3-948B-1728B52AA6E4}">
                <adec:decorative xmlns:adec="http://schemas.microsoft.com/office/drawing/2017/decorative" val="1"/>
              </a:ext>
            </a:extLst>
          </p:cNvPr>
          <p:cNvSpPr/>
          <p:nvPr/>
        </p:nvSpPr>
        <p:spPr>
          <a:xfrm>
            <a:off x="9035303" y="2662827"/>
            <a:ext cx="859536" cy="201168"/>
          </a:xfrm>
          <a:prstGeom prst="rightArrow">
            <a:avLst/>
          </a:prstGeom>
          <a:solidFill>
            <a:srgbClr val="8DC8E8"/>
          </a:solidFill>
          <a:ln>
            <a:noFill/>
          </a:ln>
          <a:effectLst/>
        </p:spPr>
        <p:style>
          <a:lnRef idx="1">
            <a:schemeClr val="accent2"/>
          </a:lnRef>
          <a:fillRef idx="3">
            <a:schemeClr val="accent2"/>
          </a:fillRef>
          <a:effectRef idx="2">
            <a:schemeClr val="accent1"/>
          </a:effectRef>
          <a:fontRef idx="minor">
            <a:schemeClr val="lt1"/>
          </a:fontRef>
        </p:style>
        <p:txBody>
          <a:bodyPr rtlCol="0" anchor="ctr"/>
          <a:lstStyle/>
          <a:p>
            <a:pPr algn="ctr"/>
            <a:endParaRPr lang="en-US" noProof="0" dirty="0"/>
          </a:p>
        </p:txBody>
      </p:sp>
      <p:sp>
        <p:nvSpPr>
          <p:cNvPr id="9" name="Left Arrow 8">
            <a:extLst>
              <a:ext uri="{C183D7F6-B498-43B3-948B-1728B52AA6E4}">
                <adec:decorative xmlns:adec="http://schemas.microsoft.com/office/drawing/2017/decorative" val="1"/>
              </a:ext>
            </a:extLst>
          </p:cNvPr>
          <p:cNvSpPr/>
          <p:nvPr/>
        </p:nvSpPr>
        <p:spPr>
          <a:xfrm>
            <a:off x="9035303" y="3302907"/>
            <a:ext cx="859536" cy="201168"/>
          </a:xfrm>
          <a:prstGeom prst="leftArrow">
            <a:avLst/>
          </a:prstGeom>
          <a:solidFill>
            <a:srgbClr val="8DC8E8"/>
          </a:solidFill>
          <a:ln>
            <a:noFill/>
          </a:ln>
          <a:effectLst/>
        </p:spPr>
        <p:style>
          <a:lnRef idx="1">
            <a:schemeClr val="accent2"/>
          </a:lnRef>
          <a:fillRef idx="3">
            <a:schemeClr val="accent2"/>
          </a:fillRef>
          <a:effectRef idx="2">
            <a:schemeClr val="accent1"/>
          </a:effectRef>
          <a:fontRef idx="minor">
            <a:schemeClr val="lt1"/>
          </a:fontRef>
        </p:style>
        <p:txBody>
          <a:bodyPr rtlCol="0" anchor="ctr"/>
          <a:lstStyle/>
          <a:p>
            <a:pPr algn="ctr"/>
            <a:endParaRPr lang="en-US" noProof="0" dirty="0"/>
          </a:p>
        </p:txBody>
      </p:sp>
      <p:sp>
        <p:nvSpPr>
          <p:cNvPr id="10" name="TextBox 9"/>
          <p:cNvSpPr txBox="1"/>
          <p:nvPr/>
        </p:nvSpPr>
        <p:spPr>
          <a:xfrm>
            <a:off x="9035303" y="3531507"/>
            <a:ext cx="859536" cy="182880"/>
          </a:xfrm>
          <a:prstGeom prst="rect">
            <a:avLst/>
          </a:prstGeom>
          <a:noFill/>
        </p:spPr>
        <p:txBody>
          <a:bodyPr wrap="square" lIns="45720" tIns="0" rIns="45720" bIns="0">
            <a:spAutoFit/>
          </a:bodyPr>
          <a:lstStyle/>
          <a:p>
            <a:pPr algn="ctr"/>
            <a:r>
              <a:rPr lang="en-US" sz="800" b="0" noProof="0" dirty="0">
                <a:solidFill>
                  <a:srgbClr val="454142"/>
                </a:solidFill>
              </a:rPr>
              <a:t>OPENJSON · JSON_VALUE</a:t>
            </a:r>
          </a:p>
        </p:txBody>
      </p:sp>
      <p:sp>
        <p:nvSpPr>
          <p:cNvPr id="6" name="Rounded Rectangle 5"/>
          <p:cNvSpPr/>
          <p:nvPr/>
        </p:nvSpPr>
        <p:spPr>
          <a:xfrm>
            <a:off x="10031888" y="2428589"/>
            <a:ext cx="1611631" cy="1397317"/>
          </a:xfrm>
          <a:prstGeom prst="rect">
            <a:avLst/>
          </a:prstGeom>
          <a:solidFill>
            <a:schemeClr val="bg1">
              <a:lumMod val="95000"/>
            </a:schemeClr>
          </a:solidFill>
          <a:ln w="19050">
            <a:solidFill>
              <a:srgbClr val="C73ECC"/>
            </a:solidFill>
          </a:ln>
          <a:effectLst/>
        </p:spPr>
        <p:style>
          <a:lnRef idx="1">
            <a:schemeClr val="accent2"/>
          </a:lnRef>
          <a:fillRef idx="3">
            <a:schemeClr val="accent2"/>
          </a:fillRef>
          <a:effectRef idx="2">
            <a:schemeClr val="accent1"/>
          </a:effectRef>
          <a:fontRef idx="minor">
            <a:schemeClr val="lt1"/>
          </a:fontRef>
        </p:style>
        <p:txBody>
          <a:bodyPr wrap="square" lIns="45720" tIns="0" rIns="45720" bIns="0" rtlCol="0" anchor="ctr"/>
          <a:lstStyle/>
          <a:p>
            <a:pPr algn="ctr"/>
            <a:r>
              <a:rPr lang="en-US" sz="1300" b="1" noProof="0" dirty="0">
                <a:solidFill>
                  <a:srgbClr val="454142"/>
                </a:solidFill>
              </a:rPr>
              <a:t>JSON</a:t>
            </a:r>
          </a:p>
          <a:p>
            <a:pPr algn="ctr"/>
            <a:r>
              <a:rPr lang="en-US" sz="1000" noProof="0" dirty="0">
                <a:solidFill>
                  <a:srgbClr val="454142"/>
                </a:solidFill>
              </a:rPr>
              <a:t>Objects · Arrays</a:t>
            </a:r>
          </a:p>
          <a:p>
            <a:pPr algn="ctr"/>
            <a:r>
              <a:rPr lang="en-US" sz="1000" noProof="0" dirty="0">
                <a:solidFill>
                  <a:srgbClr val="454142"/>
                </a:solidFill>
              </a:rPr>
              <a:t>$.path expressions</a:t>
            </a: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000" name="BG Rect 1">
            <a:extLst>
              <a:ext uri="{C183D7F6-B498-43B3-948B-1728B52AA6E4}">
                <adec:decorative xmlns:adec="http://schemas.microsoft.com/office/drawing/2017/decorative" val="1"/>
              </a:ext>
            </a:extLst>
          </p:cNvPr>
          <p:cNvSpPr/>
          <p:nvPr/>
        </p:nvSpPr>
        <p:spPr>
          <a:xfrm>
            <a:off x="493776" y="3429000"/>
            <a:ext cx="3575304" cy="2212848"/>
          </a:xfrm>
          <a:prstGeom prst="rect">
            <a:avLst/>
          </a:prstGeom>
          <a:solidFill>
            <a:srgbClr val="F4F3F5"/>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67001" name="BG Rect 2">
            <a:extLst>
              <a:ext uri="{C183D7F6-B498-43B3-948B-1728B52AA6E4}">
                <adec:decorative xmlns:adec="http://schemas.microsoft.com/office/drawing/2017/decorative" val="1"/>
              </a:ext>
            </a:extLst>
          </p:cNvPr>
          <p:cNvSpPr/>
          <p:nvPr/>
        </p:nvSpPr>
        <p:spPr>
          <a:xfrm>
            <a:off x="4261104" y="3429000"/>
            <a:ext cx="3575304" cy="2212848"/>
          </a:xfrm>
          <a:prstGeom prst="rect">
            <a:avLst/>
          </a:prstGeom>
          <a:solidFill>
            <a:srgbClr val="F4F3F5"/>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67002" name="BG Rect 3">
            <a:extLst>
              <a:ext uri="{C183D7F6-B498-43B3-948B-1728B52AA6E4}">
                <adec:decorative xmlns:adec="http://schemas.microsoft.com/office/drawing/2017/decorative" val="1"/>
              </a:ext>
            </a:extLst>
          </p:cNvPr>
          <p:cNvSpPr/>
          <p:nvPr/>
        </p:nvSpPr>
        <p:spPr>
          <a:xfrm>
            <a:off x="8037575" y="3429000"/>
            <a:ext cx="3575304" cy="2212848"/>
          </a:xfrm>
          <a:prstGeom prst="rect">
            <a:avLst/>
          </a:prstGeom>
          <a:solidFill>
            <a:srgbClr val="F4F3F5"/>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 name="Title 1"/>
          <p:cNvSpPr>
            <a:spLocks noGrp="1"/>
          </p:cNvSpPr>
          <p:nvPr>
            <p:ph type="title"/>
          </p:nvPr>
        </p:nvSpPr>
        <p:spPr/>
        <p:txBody>
          <a:bodyPr/>
          <a:lstStyle/>
          <a:p>
            <a:r>
              <a:rPr lang="en-US" noProof="0" dirty="0"/>
              <a:t>Regular expressions &amp; fuzzy matching</a:t>
            </a:r>
          </a:p>
        </p:txBody>
      </p:sp>
      <p:sp>
        <p:nvSpPr>
          <p:cNvPr id="3" name="Text Placeholder 2"/>
          <p:cNvSpPr>
            <a:spLocks noGrp="1"/>
          </p:cNvSpPr>
          <p:nvPr>
            <p:ph type="body" sz="quarter" idx="16"/>
          </p:nvPr>
        </p:nvSpPr>
        <p:spPr>
          <a:xfrm>
            <a:off x="583040" y="2843784"/>
            <a:ext cx="3479071" cy="246221"/>
          </a:xfrm>
        </p:spPr>
        <p:txBody>
          <a:bodyPr/>
          <a:lstStyle/>
          <a:p>
            <a:pPr algn="ctr"/>
            <a:r>
              <a:rPr lang="en-US" noProof="0" dirty="0"/>
              <a:t>Regex functions</a:t>
            </a:r>
          </a:p>
        </p:txBody>
      </p:sp>
      <p:sp>
        <p:nvSpPr>
          <p:cNvPr id="4" name="Text Placeholder 3"/>
          <p:cNvSpPr>
            <a:spLocks noGrp="1"/>
          </p:cNvSpPr>
          <p:nvPr>
            <p:ph type="body" sz="quarter" idx="15"/>
          </p:nvPr>
        </p:nvSpPr>
        <p:spPr>
          <a:xfrm>
            <a:off x="585216" y="3529584"/>
            <a:ext cx="3474720" cy="1465016"/>
          </a:xfrm>
        </p:spPr>
        <p:txBody>
          <a:bodyPr/>
          <a:lstStyle/>
          <a:p>
            <a:r>
              <a:rPr lang="en-US" sz="1400" i="1" noProof="0" dirty="0"/>
              <a:t>REGEXP_LIKE</a:t>
            </a:r>
            <a:r>
              <a:rPr lang="en-US" sz="1400" noProof="0" dirty="0"/>
              <a:t>: filter rows by pattern</a:t>
            </a:r>
          </a:p>
          <a:p>
            <a:r>
              <a:rPr lang="en-US" sz="1400" i="1" noProof="0" dirty="0"/>
              <a:t>REGEXP_REPLACE</a:t>
            </a:r>
            <a:r>
              <a:rPr lang="en-US" sz="1400" noProof="0" dirty="0"/>
              <a:t>: clean/standardize text</a:t>
            </a:r>
          </a:p>
          <a:p>
            <a:r>
              <a:rPr lang="en-US" sz="1400" i="1" noProof="0" dirty="0"/>
              <a:t>REGEXP_SUBSTR</a:t>
            </a:r>
            <a:r>
              <a:rPr lang="en-US" sz="1400" noProof="0" dirty="0"/>
              <a:t>: extract matched substrings</a:t>
            </a:r>
          </a:p>
          <a:p>
            <a:r>
              <a:rPr lang="en-US" sz="1400" i="1" noProof="0" dirty="0"/>
              <a:t>REGEXP_COUNT + REGEXP_INSTR</a:t>
            </a:r>
          </a:p>
          <a:p>
            <a:r>
              <a:rPr lang="en-US" sz="1400" i="1" noProof="0" dirty="0"/>
              <a:t>REGEXP_SPLIT_TO_TABLE</a:t>
            </a:r>
            <a:r>
              <a:rPr lang="en-US" sz="1400" noProof="0" dirty="0"/>
              <a:t>: split to rows</a:t>
            </a:r>
          </a:p>
        </p:txBody>
      </p:sp>
      <p:sp>
        <p:nvSpPr>
          <p:cNvPr id="5" name="Text Placeholder 4"/>
          <p:cNvSpPr>
            <a:spLocks noGrp="1"/>
          </p:cNvSpPr>
          <p:nvPr>
            <p:ph type="body" sz="quarter" idx="22"/>
          </p:nvPr>
        </p:nvSpPr>
        <p:spPr>
          <a:xfrm>
            <a:off x="4359512" y="2843784"/>
            <a:ext cx="3479071" cy="246221"/>
          </a:xfrm>
        </p:spPr>
        <p:txBody>
          <a:bodyPr/>
          <a:lstStyle/>
          <a:p>
            <a:pPr algn="ctr"/>
            <a:r>
              <a:rPr lang="en-US" noProof="0" dirty="0"/>
              <a:t>Fuzzy matching</a:t>
            </a:r>
          </a:p>
        </p:txBody>
      </p:sp>
      <p:sp>
        <p:nvSpPr>
          <p:cNvPr id="6" name="Text Placeholder 5"/>
          <p:cNvSpPr>
            <a:spLocks noGrp="1"/>
          </p:cNvSpPr>
          <p:nvPr>
            <p:ph type="body" sz="quarter" idx="23"/>
          </p:nvPr>
        </p:nvSpPr>
        <p:spPr>
          <a:xfrm>
            <a:off x="4361688" y="3529584"/>
            <a:ext cx="3474720" cy="1465016"/>
          </a:xfrm>
        </p:spPr>
        <p:txBody>
          <a:bodyPr/>
          <a:lstStyle/>
          <a:p>
            <a:r>
              <a:rPr lang="en-US" sz="1400" i="1" noProof="0" dirty="0"/>
              <a:t>EDIT_DISTANCE</a:t>
            </a:r>
            <a:r>
              <a:rPr lang="en-US" sz="1400" noProof="0" dirty="0"/>
              <a:t>: </a:t>
            </a:r>
            <a:r>
              <a:rPr lang="en-US" sz="1400" noProof="0" dirty="0" err="1"/>
              <a:t>Levenshtein</a:t>
            </a:r>
            <a:r>
              <a:rPr lang="en-US" sz="1400" noProof="0" dirty="0"/>
              <a:t> distance</a:t>
            </a:r>
          </a:p>
          <a:p>
            <a:r>
              <a:rPr lang="en-US" sz="1400" i="1" noProof="0" dirty="0"/>
              <a:t>EDIT_DISTANCE_SIMILARITY</a:t>
            </a:r>
            <a:r>
              <a:rPr lang="en-US" sz="1400" noProof="0" dirty="0"/>
              <a:t>: 0-100 score</a:t>
            </a:r>
          </a:p>
          <a:p>
            <a:r>
              <a:rPr lang="en-US" sz="1400" i="1" noProof="0" dirty="0"/>
              <a:t>JARO_WINKLER_DISTANCE</a:t>
            </a:r>
            <a:r>
              <a:rPr lang="en-US" sz="1400" noProof="0" dirty="0"/>
              <a:t>: name matching</a:t>
            </a:r>
          </a:p>
          <a:p>
            <a:r>
              <a:rPr lang="en-US" sz="1400" noProof="0" dirty="0"/>
              <a:t>Prefix-weighted: better for short names</a:t>
            </a:r>
          </a:p>
          <a:p>
            <a:r>
              <a:rPr lang="en-US" sz="1400" noProof="0" dirty="0"/>
              <a:t>Pre-filter with </a:t>
            </a:r>
            <a:r>
              <a:rPr lang="en-US" sz="1400" i="1" noProof="0" dirty="0"/>
              <a:t>LIKE</a:t>
            </a:r>
            <a:r>
              <a:rPr lang="en-US" sz="1400" noProof="0" dirty="0"/>
              <a:t> before fuzzy</a:t>
            </a:r>
          </a:p>
        </p:txBody>
      </p:sp>
      <p:sp>
        <p:nvSpPr>
          <p:cNvPr id="7" name="Text Placeholder 6"/>
          <p:cNvSpPr>
            <a:spLocks noGrp="1"/>
          </p:cNvSpPr>
          <p:nvPr>
            <p:ph type="body" sz="quarter" idx="24"/>
          </p:nvPr>
        </p:nvSpPr>
        <p:spPr>
          <a:xfrm>
            <a:off x="8126840" y="2843784"/>
            <a:ext cx="3479071" cy="246221"/>
          </a:xfrm>
        </p:spPr>
        <p:txBody>
          <a:bodyPr/>
          <a:lstStyle/>
          <a:p>
            <a:pPr algn="ctr"/>
            <a:r>
              <a:rPr lang="en-US" noProof="0" dirty="0"/>
              <a:t>Use cases</a:t>
            </a:r>
          </a:p>
        </p:txBody>
      </p:sp>
      <p:sp>
        <p:nvSpPr>
          <p:cNvPr id="8" name="Text Placeholder 7"/>
          <p:cNvSpPr>
            <a:spLocks noGrp="1"/>
          </p:cNvSpPr>
          <p:nvPr>
            <p:ph type="body" sz="quarter" idx="25"/>
          </p:nvPr>
        </p:nvSpPr>
        <p:spPr>
          <a:xfrm>
            <a:off x="8129016" y="3529584"/>
            <a:ext cx="3474720" cy="1249573"/>
          </a:xfrm>
        </p:spPr>
        <p:txBody>
          <a:bodyPr/>
          <a:lstStyle/>
          <a:p>
            <a:r>
              <a:rPr lang="en-US" sz="1400" noProof="0" dirty="0"/>
              <a:t>Email/phone validation with regex</a:t>
            </a:r>
          </a:p>
          <a:p>
            <a:r>
              <a:rPr lang="en-US" sz="1400" noProof="0" dirty="0"/>
              <a:t>Duplicate detection with fuzzy scores</a:t>
            </a:r>
          </a:p>
          <a:p>
            <a:r>
              <a:rPr lang="en-US" sz="1400" noProof="0" dirty="0"/>
              <a:t>Data cleansing: standardize formats</a:t>
            </a:r>
          </a:p>
          <a:p>
            <a:r>
              <a:rPr lang="en-US" sz="1400" noProof="0" dirty="0"/>
              <a:t>Typo-tolerant search (Jon ≈ John)</a:t>
            </a:r>
          </a:p>
          <a:p>
            <a:r>
              <a:rPr lang="en-US" sz="1400" noProof="0" dirty="0"/>
              <a:t>Performance: pre-filter, then match</a:t>
            </a:r>
          </a:p>
        </p:txBody>
      </p:sp>
      <p:grpSp>
        <p:nvGrpSpPr>
          <p:cNvPr id="13" name="Group 12">
            <a:extLst>
              <a:ext uri="{FF2B5EF4-FFF2-40B4-BE49-F238E27FC236}">
                <a16:creationId xmlns:a16="http://schemas.microsoft.com/office/drawing/2014/main" id="{2B958E17-82C8-CCEE-9200-3A24B9AB1ED0}"/>
              </a:ext>
              <a:ext uri="{C183D7F6-B498-43B3-948B-1728B52AA6E4}">
                <adec:decorative xmlns:adec="http://schemas.microsoft.com/office/drawing/2017/decorative" val="1"/>
              </a:ext>
            </a:extLst>
          </p:cNvPr>
          <p:cNvGrpSpPr/>
          <p:nvPr/>
        </p:nvGrpSpPr>
        <p:grpSpPr>
          <a:xfrm>
            <a:off x="1938528" y="1773936"/>
            <a:ext cx="769327" cy="769327"/>
            <a:chOff x="581787" y="1338617"/>
            <a:chExt cx="769327" cy="769327"/>
          </a:xfrm>
        </p:grpSpPr>
        <p:sp>
          <p:nvSpPr>
            <p:cNvPr id="11" name="Oval 10" descr="icon of a finger pushing a button">
              <a:extLst>
                <a:ext uri="{FF2B5EF4-FFF2-40B4-BE49-F238E27FC236}">
                  <a16:creationId xmlns:a16="http://schemas.microsoft.com/office/drawing/2014/main" id="{B38B4DB1-0542-94C1-823A-4D78141BF096}"/>
                </a:ext>
              </a:extLst>
            </p:cNvPr>
            <p:cNvSpPr/>
            <p:nvPr/>
          </p:nvSpPr>
          <p:spPr bwMode="auto">
            <a:xfrm>
              <a:off x="581787" y="1338617"/>
              <a:ext cx="769327" cy="769327"/>
            </a:xfrm>
            <a:prstGeom prst="ellipse">
              <a:avLst/>
            </a:prstGeom>
            <a:solidFill>
              <a:srgbClr val="FF5C39"/>
            </a:solidFill>
            <a:ln w="9525" cap="flat" cmpd="sng" algn="ctr">
              <a:noFill/>
              <a:prstDash val="soli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1348" name="magnify" title="Icon of a magnifying glass">
              <a:extLst>
                <a:ext uri="{FF2B5EF4-FFF2-40B4-BE49-F238E27FC236}">
                  <a16:creationId xmlns:a16="http://schemas.microsoft.com/office/drawing/2014/main" id="{6CBA11C1-9EDF-4B24-BCE3-1809BF29C918}"/>
                </a:ext>
              </a:extLst>
            </p:cNvPr>
            <p:cNvSpPr>
              <a:spLocks noChangeAspect="1" noEditPoints="1"/>
            </p:cNvSpPr>
            <p:nvPr/>
          </p:nvSpPr>
          <p:spPr bwMode="auto">
            <a:xfrm flipH="1">
              <a:off x="783570" y="1543895"/>
              <a:ext cx="365760" cy="358770"/>
            </a:xfrm>
            <a:custGeom>
              <a:avLst/>
              <a:gdLst>
                <a:gd name="T0" fmla="*/ 112 w 343"/>
                <a:gd name="T1" fmla="*/ 223 h 338"/>
                <a:gd name="T2" fmla="*/ 0 w 343"/>
                <a:gd name="T3" fmla="*/ 111 h 338"/>
                <a:gd name="T4" fmla="*/ 112 w 343"/>
                <a:gd name="T5" fmla="*/ 0 h 338"/>
                <a:gd name="T6" fmla="*/ 223 w 343"/>
                <a:gd name="T7" fmla="*/ 111 h 338"/>
                <a:gd name="T8" fmla="*/ 112 w 343"/>
                <a:gd name="T9" fmla="*/ 223 h 338"/>
                <a:gd name="T10" fmla="*/ 343 w 343"/>
                <a:gd name="T11" fmla="*/ 338 h 338"/>
                <a:gd name="T12" fmla="*/ 191 w 343"/>
                <a:gd name="T13" fmla="*/ 189 h 338"/>
              </a:gdLst>
              <a:ahLst/>
              <a:cxnLst>
                <a:cxn ang="0">
                  <a:pos x="T0" y="T1"/>
                </a:cxn>
                <a:cxn ang="0">
                  <a:pos x="T2" y="T3"/>
                </a:cxn>
                <a:cxn ang="0">
                  <a:pos x="T4" y="T5"/>
                </a:cxn>
                <a:cxn ang="0">
                  <a:pos x="T6" y="T7"/>
                </a:cxn>
                <a:cxn ang="0">
                  <a:pos x="T8" y="T9"/>
                </a:cxn>
                <a:cxn ang="0">
                  <a:pos x="T10" y="T11"/>
                </a:cxn>
                <a:cxn ang="0">
                  <a:pos x="T12" y="T13"/>
                </a:cxn>
              </a:cxnLst>
              <a:rect l="0" t="0" r="r" b="b"/>
              <a:pathLst>
                <a:path w="343" h="338">
                  <a:moveTo>
                    <a:pt x="112" y="223"/>
                  </a:moveTo>
                  <a:cubicBezTo>
                    <a:pt x="50" y="223"/>
                    <a:pt x="0" y="173"/>
                    <a:pt x="0" y="111"/>
                  </a:cubicBezTo>
                  <a:cubicBezTo>
                    <a:pt x="0" y="50"/>
                    <a:pt x="50" y="0"/>
                    <a:pt x="112" y="0"/>
                  </a:cubicBezTo>
                  <a:cubicBezTo>
                    <a:pt x="173" y="0"/>
                    <a:pt x="223" y="50"/>
                    <a:pt x="223" y="111"/>
                  </a:cubicBezTo>
                  <a:cubicBezTo>
                    <a:pt x="223" y="173"/>
                    <a:pt x="173" y="223"/>
                    <a:pt x="112" y="223"/>
                  </a:cubicBezTo>
                  <a:close/>
                  <a:moveTo>
                    <a:pt x="343" y="338"/>
                  </a:moveTo>
                  <a:cubicBezTo>
                    <a:pt x="191" y="189"/>
                    <a:pt x="191" y="189"/>
                    <a:pt x="191" y="189"/>
                  </a:cubicBezTo>
                </a:path>
              </a:pathLst>
            </a:custGeom>
            <a:noFill/>
            <a:ln w="25400" cap="sq">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noProof="0" dirty="0"/>
            </a:p>
          </p:txBody>
        </p:sp>
      </p:grpSp>
      <p:grpSp>
        <p:nvGrpSpPr>
          <p:cNvPr id="14" name="Group 13">
            <a:extLst>
              <a:ext uri="{FF2B5EF4-FFF2-40B4-BE49-F238E27FC236}">
                <a16:creationId xmlns:a16="http://schemas.microsoft.com/office/drawing/2014/main" id="{4C4E1362-DE02-EB2A-E91D-E70510339CAC}"/>
              </a:ext>
              <a:ext uri="{C183D7F6-B498-43B3-948B-1728B52AA6E4}">
                <adec:decorative xmlns:adec="http://schemas.microsoft.com/office/drawing/2017/decorative" val="1"/>
              </a:ext>
            </a:extLst>
          </p:cNvPr>
          <p:cNvGrpSpPr/>
          <p:nvPr/>
        </p:nvGrpSpPr>
        <p:grpSpPr>
          <a:xfrm>
            <a:off x="5715000" y="1773936"/>
            <a:ext cx="769327" cy="769327"/>
            <a:chOff x="4357547" y="1338617"/>
            <a:chExt cx="769327" cy="769327"/>
          </a:xfrm>
        </p:grpSpPr>
        <p:sp>
          <p:nvSpPr>
            <p:cNvPr id="10" name="Oval 9" descr="icon of a finger pushing a button">
              <a:extLst>
                <a:ext uri="{FF2B5EF4-FFF2-40B4-BE49-F238E27FC236}">
                  <a16:creationId xmlns:a16="http://schemas.microsoft.com/office/drawing/2014/main" id="{4E1F7A38-5ECE-9926-F6CC-A07E5B12885C}"/>
                </a:ext>
              </a:extLst>
            </p:cNvPr>
            <p:cNvSpPr/>
            <p:nvPr/>
          </p:nvSpPr>
          <p:spPr bwMode="auto">
            <a:xfrm>
              <a:off x="4357547" y="1338617"/>
              <a:ext cx="769327" cy="769327"/>
            </a:xfrm>
            <a:prstGeom prst="ellipse">
              <a:avLst/>
            </a:prstGeom>
            <a:solidFill>
              <a:srgbClr val="C73ECC"/>
            </a:solidFill>
            <a:ln w="9525" cap="flat" cmpd="sng" algn="ctr">
              <a:noFill/>
              <a:prstDash val="soli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6999" name="target_2" title="Icon of a target with an arrow hitting the bullseye">
              <a:extLst>
                <a:ext uri="{FF2B5EF4-FFF2-40B4-BE49-F238E27FC236}">
                  <a16:creationId xmlns:a16="http://schemas.microsoft.com/office/drawing/2014/main" id="{5D23173E-E42A-41E6-BBFE-636FFF1473A0}"/>
                </a:ext>
              </a:extLst>
            </p:cNvPr>
            <p:cNvSpPr>
              <a:spLocks noChangeAspect="1" noEditPoints="1"/>
            </p:cNvSpPr>
            <p:nvPr/>
          </p:nvSpPr>
          <p:spPr bwMode="auto">
            <a:xfrm>
              <a:off x="4559330" y="1541130"/>
              <a:ext cx="365760" cy="364301"/>
            </a:xfrm>
            <a:custGeom>
              <a:avLst/>
              <a:gdLst>
                <a:gd name="T0" fmla="*/ 314 w 346"/>
                <a:gd name="T1" fmla="*/ 73 h 346"/>
                <a:gd name="T2" fmla="*/ 346 w 346"/>
                <a:gd name="T3" fmla="*/ 173 h 346"/>
                <a:gd name="T4" fmla="*/ 173 w 346"/>
                <a:gd name="T5" fmla="*/ 346 h 346"/>
                <a:gd name="T6" fmla="*/ 0 w 346"/>
                <a:gd name="T7" fmla="*/ 173 h 346"/>
                <a:gd name="T8" fmla="*/ 173 w 346"/>
                <a:gd name="T9" fmla="*/ 0 h 346"/>
                <a:gd name="T10" fmla="*/ 269 w 346"/>
                <a:gd name="T11" fmla="*/ 30 h 346"/>
                <a:gd name="T12" fmla="*/ 173 w 346"/>
                <a:gd name="T13" fmla="*/ 274 h 346"/>
                <a:gd name="T14" fmla="*/ 274 w 346"/>
                <a:gd name="T15" fmla="*/ 173 h 346"/>
                <a:gd name="T16" fmla="*/ 173 w 346"/>
                <a:gd name="T17" fmla="*/ 72 h 346"/>
                <a:gd name="T18" fmla="*/ 72 w 346"/>
                <a:gd name="T19" fmla="*/ 173 h 346"/>
                <a:gd name="T20" fmla="*/ 173 w 346"/>
                <a:gd name="T21" fmla="*/ 274 h 346"/>
                <a:gd name="T22" fmla="*/ 173 w 346"/>
                <a:gd name="T23" fmla="*/ 203 h 346"/>
                <a:gd name="T24" fmla="*/ 203 w 346"/>
                <a:gd name="T25" fmla="*/ 173 h 346"/>
                <a:gd name="T26" fmla="*/ 173 w 346"/>
                <a:gd name="T27" fmla="*/ 143 h 346"/>
                <a:gd name="T28" fmla="*/ 143 w 346"/>
                <a:gd name="T29" fmla="*/ 173 h 346"/>
                <a:gd name="T30" fmla="*/ 173 w 346"/>
                <a:gd name="T31" fmla="*/ 203 h 346"/>
                <a:gd name="T32" fmla="*/ 173 w 346"/>
                <a:gd name="T33" fmla="*/ 173 h 346"/>
                <a:gd name="T34" fmla="*/ 241 w 346"/>
                <a:gd name="T35" fmla="*/ 99 h 346"/>
                <a:gd name="T36" fmla="*/ 334 w 346"/>
                <a:gd name="T37" fmla="*/ 54 h 346"/>
                <a:gd name="T38" fmla="*/ 291 w 346"/>
                <a:gd name="T39" fmla="*/ 54 h 346"/>
                <a:gd name="T40" fmla="*/ 291 w 346"/>
                <a:gd name="T41" fmla="*/ 10 h 346"/>
                <a:gd name="T42" fmla="*/ 241 w 346"/>
                <a:gd name="T43" fmla="*/ 56 h 346"/>
                <a:gd name="T44" fmla="*/ 241 w 346"/>
                <a:gd name="T45" fmla="*/ 99 h 346"/>
                <a:gd name="T46" fmla="*/ 285 w 346"/>
                <a:gd name="T47" fmla="*/ 99 h 346"/>
                <a:gd name="T48" fmla="*/ 334 w 346"/>
                <a:gd name="T49" fmla="*/ 54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46" h="346">
                  <a:moveTo>
                    <a:pt x="314" y="73"/>
                  </a:moveTo>
                  <a:cubicBezTo>
                    <a:pt x="334" y="101"/>
                    <a:pt x="346" y="136"/>
                    <a:pt x="346" y="173"/>
                  </a:cubicBezTo>
                  <a:cubicBezTo>
                    <a:pt x="346" y="268"/>
                    <a:pt x="268" y="346"/>
                    <a:pt x="173" y="346"/>
                  </a:cubicBezTo>
                  <a:cubicBezTo>
                    <a:pt x="78" y="346"/>
                    <a:pt x="0" y="268"/>
                    <a:pt x="0" y="173"/>
                  </a:cubicBezTo>
                  <a:cubicBezTo>
                    <a:pt x="0" y="78"/>
                    <a:pt x="78" y="0"/>
                    <a:pt x="173" y="0"/>
                  </a:cubicBezTo>
                  <a:cubicBezTo>
                    <a:pt x="209" y="0"/>
                    <a:pt x="242" y="11"/>
                    <a:pt x="269" y="30"/>
                  </a:cubicBezTo>
                  <a:moveTo>
                    <a:pt x="173" y="274"/>
                  </a:moveTo>
                  <a:cubicBezTo>
                    <a:pt x="229" y="274"/>
                    <a:pt x="274" y="229"/>
                    <a:pt x="274" y="173"/>
                  </a:cubicBezTo>
                  <a:cubicBezTo>
                    <a:pt x="274" y="117"/>
                    <a:pt x="229" y="72"/>
                    <a:pt x="173" y="72"/>
                  </a:cubicBezTo>
                  <a:cubicBezTo>
                    <a:pt x="117" y="72"/>
                    <a:pt x="72" y="117"/>
                    <a:pt x="72" y="173"/>
                  </a:cubicBezTo>
                  <a:cubicBezTo>
                    <a:pt x="72" y="229"/>
                    <a:pt x="117" y="274"/>
                    <a:pt x="173" y="274"/>
                  </a:cubicBezTo>
                  <a:close/>
                  <a:moveTo>
                    <a:pt x="173" y="203"/>
                  </a:moveTo>
                  <a:cubicBezTo>
                    <a:pt x="190" y="203"/>
                    <a:pt x="203" y="190"/>
                    <a:pt x="203" y="173"/>
                  </a:cubicBezTo>
                  <a:cubicBezTo>
                    <a:pt x="203" y="156"/>
                    <a:pt x="190" y="143"/>
                    <a:pt x="173" y="143"/>
                  </a:cubicBezTo>
                  <a:cubicBezTo>
                    <a:pt x="156" y="143"/>
                    <a:pt x="143" y="156"/>
                    <a:pt x="143" y="173"/>
                  </a:cubicBezTo>
                  <a:cubicBezTo>
                    <a:pt x="143" y="190"/>
                    <a:pt x="156" y="203"/>
                    <a:pt x="173" y="203"/>
                  </a:cubicBezTo>
                  <a:close/>
                  <a:moveTo>
                    <a:pt x="173" y="173"/>
                  </a:moveTo>
                  <a:cubicBezTo>
                    <a:pt x="241" y="99"/>
                    <a:pt x="241" y="99"/>
                    <a:pt x="241" y="99"/>
                  </a:cubicBezTo>
                  <a:moveTo>
                    <a:pt x="334" y="54"/>
                  </a:moveTo>
                  <a:cubicBezTo>
                    <a:pt x="291" y="54"/>
                    <a:pt x="291" y="54"/>
                    <a:pt x="291" y="54"/>
                  </a:cubicBezTo>
                  <a:cubicBezTo>
                    <a:pt x="291" y="10"/>
                    <a:pt x="291" y="10"/>
                    <a:pt x="291" y="10"/>
                  </a:cubicBezTo>
                  <a:cubicBezTo>
                    <a:pt x="241" y="56"/>
                    <a:pt x="241" y="56"/>
                    <a:pt x="241" y="56"/>
                  </a:cubicBezTo>
                  <a:cubicBezTo>
                    <a:pt x="241" y="99"/>
                    <a:pt x="241" y="99"/>
                    <a:pt x="241" y="99"/>
                  </a:cubicBezTo>
                  <a:cubicBezTo>
                    <a:pt x="285" y="99"/>
                    <a:pt x="285" y="99"/>
                    <a:pt x="285" y="99"/>
                  </a:cubicBezTo>
                  <a:lnTo>
                    <a:pt x="334" y="54"/>
                  </a:lnTo>
                  <a:close/>
                </a:path>
              </a:pathLst>
            </a:custGeom>
            <a:noFill/>
            <a:ln w="25400" cap="flat">
              <a:solidFill>
                <a:srgbClr val="FFFFFF"/>
              </a:solidFill>
              <a:prstDash val="soli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noProof="0" dirty="0">
                <a:gradFill>
                  <a:gsLst>
                    <a:gs pos="0">
                      <a:srgbClr val="505050"/>
                    </a:gs>
                    <a:gs pos="100000">
                      <a:srgbClr val="505050"/>
                    </a:gs>
                  </a:gsLst>
                </a:gradFill>
              </a:endParaRPr>
            </a:p>
          </p:txBody>
        </p:sp>
      </p:grpSp>
      <p:grpSp>
        <p:nvGrpSpPr>
          <p:cNvPr id="15" name="Group 14">
            <a:extLst>
              <a:ext uri="{FF2B5EF4-FFF2-40B4-BE49-F238E27FC236}">
                <a16:creationId xmlns:a16="http://schemas.microsoft.com/office/drawing/2014/main" id="{9659AB3F-CB75-4E67-0810-64B56ED4F9D6}"/>
              </a:ext>
              <a:ext uri="{C183D7F6-B498-43B3-948B-1728B52AA6E4}">
                <adec:decorative xmlns:adec="http://schemas.microsoft.com/office/drawing/2017/decorative" val="1"/>
              </a:ext>
            </a:extLst>
          </p:cNvPr>
          <p:cNvGrpSpPr/>
          <p:nvPr/>
        </p:nvGrpSpPr>
        <p:grpSpPr>
          <a:xfrm>
            <a:off x="9482328" y="1773936"/>
            <a:ext cx="769327" cy="769327"/>
            <a:chOff x="8114290" y="1338617"/>
            <a:chExt cx="769327" cy="769327"/>
          </a:xfrm>
        </p:grpSpPr>
        <p:sp>
          <p:nvSpPr>
            <p:cNvPr id="12" name="Oval 11" descr="icon of a finger pushing a button">
              <a:extLst>
                <a:ext uri="{FF2B5EF4-FFF2-40B4-BE49-F238E27FC236}">
                  <a16:creationId xmlns:a16="http://schemas.microsoft.com/office/drawing/2014/main" id="{1748EDB1-5034-D172-C151-51F091159640}"/>
                </a:ext>
              </a:extLst>
            </p:cNvPr>
            <p:cNvSpPr/>
            <p:nvPr/>
          </p:nvSpPr>
          <p:spPr bwMode="auto">
            <a:xfrm>
              <a:off x="8114290" y="1338617"/>
              <a:ext cx="769327" cy="769327"/>
            </a:xfrm>
            <a:prstGeom prst="ellipse">
              <a:avLst/>
            </a:prstGeom>
            <a:solidFill>
              <a:srgbClr val="0078D4"/>
            </a:solidFill>
            <a:ln w="9525" cap="flat" cmpd="sng" algn="ctr">
              <a:noFill/>
              <a:prstDash val="soli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defTabSz="932472"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4265" name="light" title="Icon of a lightbulb">
              <a:extLst>
                <a:ext uri="{FF2B5EF4-FFF2-40B4-BE49-F238E27FC236}">
                  <a16:creationId xmlns:a16="http://schemas.microsoft.com/office/drawing/2014/main" id="{6FC0F3E7-BE57-4ECC-AB4E-E8FAAA0701E6}"/>
                </a:ext>
              </a:extLst>
            </p:cNvPr>
            <p:cNvSpPr>
              <a:spLocks noChangeAspect="1" noEditPoints="1"/>
            </p:cNvSpPr>
            <p:nvPr/>
          </p:nvSpPr>
          <p:spPr bwMode="auto">
            <a:xfrm>
              <a:off x="8375774" y="1540400"/>
              <a:ext cx="246359" cy="365760"/>
            </a:xfrm>
            <a:custGeom>
              <a:avLst/>
              <a:gdLst>
                <a:gd name="T0" fmla="*/ 156 w 224"/>
                <a:gd name="T1" fmla="*/ 312 h 334"/>
                <a:gd name="T2" fmla="*/ 134 w 224"/>
                <a:gd name="T3" fmla="*/ 334 h 334"/>
                <a:gd name="T4" fmla="*/ 89 w 224"/>
                <a:gd name="T5" fmla="*/ 334 h 334"/>
                <a:gd name="T6" fmla="*/ 67 w 224"/>
                <a:gd name="T7" fmla="*/ 312 h 334"/>
                <a:gd name="T8" fmla="*/ 67 w 224"/>
                <a:gd name="T9" fmla="*/ 261 h 334"/>
                <a:gd name="T10" fmla="*/ 37 w 224"/>
                <a:gd name="T11" fmla="*/ 195 h 334"/>
                <a:gd name="T12" fmla="*/ 27 w 224"/>
                <a:gd name="T13" fmla="*/ 185 h 334"/>
                <a:gd name="T14" fmla="*/ 0 w 224"/>
                <a:gd name="T15" fmla="*/ 112 h 334"/>
                <a:gd name="T16" fmla="*/ 112 w 224"/>
                <a:gd name="T17" fmla="*/ 0 h 334"/>
                <a:gd name="T18" fmla="*/ 224 w 224"/>
                <a:gd name="T19" fmla="*/ 112 h 334"/>
                <a:gd name="T20" fmla="*/ 197 w 224"/>
                <a:gd name="T21" fmla="*/ 185 h 334"/>
                <a:gd name="T22" fmla="*/ 200 w 224"/>
                <a:gd name="T23" fmla="*/ 181 h 334"/>
                <a:gd name="T24" fmla="*/ 197 w 224"/>
                <a:gd name="T25" fmla="*/ 185 h 334"/>
                <a:gd name="T26" fmla="*/ 156 w 224"/>
                <a:gd name="T27" fmla="*/ 265 h 334"/>
                <a:gd name="T28" fmla="*/ 156 w 224"/>
                <a:gd name="T29" fmla="*/ 312 h 334"/>
                <a:gd name="T30" fmla="*/ 156 w 224"/>
                <a:gd name="T31" fmla="*/ 312 h 334"/>
                <a:gd name="T32" fmla="*/ 67 w 224"/>
                <a:gd name="T33" fmla="*/ 269 h 334"/>
                <a:gd name="T34" fmla="*/ 156 w 224"/>
                <a:gd name="T35" fmla="*/ 269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4" h="334">
                  <a:moveTo>
                    <a:pt x="156" y="312"/>
                  </a:moveTo>
                  <a:cubicBezTo>
                    <a:pt x="156" y="324"/>
                    <a:pt x="146" y="334"/>
                    <a:pt x="134" y="334"/>
                  </a:cubicBezTo>
                  <a:cubicBezTo>
                    <a:pt x="89" y="334"/>
                    <a:pt x="89" y="334"/>
                    <a:pt x="89" y="334"/>
                  </a:cubicBezTo>
                  <a:cubicBezTo>
                    <a:pt x="76" y="334"/>
                    <a:pt x="67" y="324"/>
                    <a:pt x="67" y="312"/>
                  </a:cubicBezTo>
                  <a:cubicBezTo>
                    <a:pt x="67" y="312"/>
                    <a:pt x="67" y="300"/>
                    <a:pt x="67" y="261"/>
                  </a:cubicBezTo>
                  <a:cubicBezTo>
                    <a:pt x="67" y="221"/>
                    <a:pt x="37" y="195"/>
                    <a:pt x="37" y="195"/>
                  </a:cubicBezTo>
                  <a:cubicBezTo>
                    <a:pt x="27" y="185"/>
                    <a:pt x="27" y="185"/>
                    <a:pt x="27" y="185"/>
                  </a:cubicBezTo>
                  <a:cubicBezTo>
                    <a:pt x="10" y="166"/>
                    <a:pt x="0" y="140"/>
                    <a:pt x="0" y="112"/>
                  </a:cubicBezTo>
                  <a:cubicBezTo>
                    <a:pt x="0" y="50"/>
                    <a:pt x="50" y="0"/>
                    <a:pt x="112" y="0"/>
                  </a:cubicBezTo>
                  <a:cubicBezTo>
                    <a:pt x="174" y="0"/>
                    <a:pt x="224" y="50"/>
                    <a:pt x="224" y="112"/>
                  </a:cubicBezTo>
                  <a:cubicBezTo>
                    <a:pt x="224" y="140"/>
                    <a:pt x="214" y="166"/>
                    <a:pt x="197" y="185"/>
                  </a:cubicBezTo>
                  <a:moveTo>
                    <a:pt x="200" y="181"/>
                  </a:moveTo>
                  <a:cubicBezTo>
                    <a:pt x="197" y="185"/>
                    <a:pt x="197" y="185"/>
                    <a:pt x="197" y="185"/>
                  </a:cubicBezTo>
                  <a:cubicBezTo>
                    <a:pt x="197" y="185"/>
                    <a:pt x="156" y="217"/>
                    <a:pt x="156" y="265"/>
                  </a:cubicBezTo>
                  <a:cubicBezTo>
                    <a:pt x="156" y="312"/>
                    <a:pt x="156" y="312"/>
                    <a:pt x="156" y="312"/>
                  </a:cubicBezTo>
                  <a:cubicBezTo>
                    <a:pt x="156" y="312"/>
                    <a:pt x="156" y="312"/>
                    <a:pt x="156" y="312"/>
                  </a:cubicBezTo>
                  <a:moveTo>
                    <a:pt x="67" y="269"/>
                  </a:moveTo>
                  <a:cubicBezTo>
                    <a:pt x="156" y="269"/>
                    <a:pt x="156" y="269"/>
                    <a:pt x="156" y="269"/>
                  </a:cubicBezTo>
                </a:path>
              </a:pathLst>
            </a:custGeom>
            <a:noFill/>
            <a:ln w="25400" cap="sq">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noProof="0" dirty="0">
                <a:gradFill>
                  <a:gsLst>
                    <a:gs pos="0">
                      <a:srgbClr val="505050"/>
                    </a:gs>
                    <a:gs pos="100000">
                      <a:srgbClr val="505050"/>
                    </a:gs>
                  </a:gsLst>
                </a:gradFill>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Graph queries &amp; correlated subqueries</a:t>
            </a:r>
          </a:p>
        </p:txBody>
      </p:sp>
      <p:sp>
        <p:nvSpPr>
          <p:cNvPr id="4" name="Text Placeholder 3"/>
          <p:cNvSpPr>
            <a:spLocks noGrp="1"/>
          </p:cNvSpPr>
          <p:nvPr>
            <p:ph type="body" sz="quarter" idx="16"/>
          </p:nvPr>
        </p:nvSpPr>
        <p:spPr>
          <a:xfrm>
            <a:off x="584200" y="1594155"/>
            <a:ext cx="4454525" cy="492443"/>
          </a:xfrm>
        </p:spPr>
        <p:txBody>
          <a:bodyPr/>
          <a:lstStyle/>
          <a:p>
            <a:r>
              <a:rPr lang="en-US" noProof="0" dirty="0"/>
              <a:t>MATCH traversal · EXISTS · </a:t>
            </a:r>
          </a:p>
          <a:p>
            <a:r>
              <a:rPr lang="en-US" noProof="0" dirty="0"/>
              <a:t>Per-row calculations</a:t>
            </a:r>
          </a:p>
        </p:txBody>
      </p:sp>
      <p:sp>
        <p:nvSpPr>
          <p:cNvPr id="5" name="LeftPanel"/>
          <p:cNvSpPr/>
          <p:nvPr/>
        </p:nvSpPr>
        <p:spPr>
          <a:xfrm>
            <a:off x="584200" y="2222120"/>
            <a:ext cx="3200400" cy="2132137"/>
          </a:xfrm>
          <a:prstGeom prst="rect">
            <a:avLst/>
          </a:prstGeom>
          <a:noFill/>
          <a:ln>
            <a:noFill/>
          </a:ln>
        </p:spPr>
        <p:txBody>
          <a:bodyPr wrap="square"/>
          <a:lstStyle/>
          <a:p>
            <a:pPr>
              <a:spcBef>
                <a:spcPts val="200"/>
              </a:spcBef>
            </a:pPr>
            <a:r>
              <a:rPr lang="en-US" sz="1400" b="1" noProof="0" dirty="0">
                <a:solidFill>
                  <a:srgbClr val="454142"/>
                </a:solidFill>
                <a:latin typeface="Segoe UI"/>
              </a:rPr>
              <a:t>Node tables:</a:t>
            </a:r>
          </a:p>
          <a:p>
            <a:pPr>
              <a:spcBef>
                <a:spcPts val="0"/>
              </a:spcBef>
            </a:pPr>
            <a:r>
              <a:rPr lang="en-US" sz="1200" b="0" noProof="0" dirty="0">
                <a:solidFill>
                  <a:srgbClr val="0078D4"/>
                </a:solidFill>
                <a:latin typeface="Segoe UI"/>
              </a:rPr>
              <a:t>CREATE TABLE Person AS NODE</a:t>
            </a:r>
          </a:p>
          <a:p>
            <a:pPr>
              <a:spcBef>
                <a:spcPts val="0"/>
              </a:spcBef>
            </a:pPr>
            <a:r>
              <a:rPr lang="en-US" sz="900" b="0" noProof="0" dirty="0">
                <a:solidFill>
                  <a:srgbClr val="666666"/>
                </a:solidFill>
                <a:latin typeface="Segoe UI"/>
              </a:rPr>
              <a:t>  </a:t>
            </a:r>
            <a:r>
              <a:rPr lang="en-US" sz="1000" b="0" noProof="0" dirty="0">
                <a:solidFill>
                  <a:srgbClr val="666666"/>
                </a:solidFill>
                <a:latin typeface="Segoe UI"/>
              </a:rPr>
              <a:t>→ Each person gets a $</a:t>
            </a:r>
            <a:r>
              <a:rPr lang="en-US" sz="1000" b="0" noProof="0" dirty="0" err="1">
                <a:solidFill>
                  <a:srgbClr val="666666"/>
                </a:solidFill>
                <a:latin typeface="Segoe UI"/>
              </a:rPr>
              <a:t>node_id</a:t>
            </a:r>
            <a:endParaRPr lang="en-US" sz="1000" b="0" noProof="0" dirty="0">
              <a:solidFill>
                <a:srgbClr val="666666"/>
              </a:solidFill>
              <a:latin typeface="Segoe UI"/>
            </a:endParaRPr>
          </a:p>
          <a:p>
            <a:pPr>
              <a:spcBef>
                <a:spcPts val="0"/>
              </a:spcBef>
            </a:pPr>
            <a:r>
              <a:rPr lang="en-US" sz="600" b="0" noProof="0" dirty="0">
                <a:solidFill>
                  <a:srgbClr val="454142"/>
                </a:solidFill>
                <a:latin typeface="Segoe UI"/>
              </a:rPr>
              <a:t> </a:t>
            </a:r>
          </a:p>
          <a:p>
            <a:pPr>
              <a:spcBef>
                <a:spcPts val="200"/>
              </a:spcBef>
            </a:pPr>
            <a:r>
              <a:rPr lang="en-US" sz="1400" b="1" noProof="0" dirty="0">
                <a:solidFill>
                  <a:srgbClr val="454142"/>
                </a:solidFill>
                <a:latin typeface="Segoe UI"/>
              </a:rPr>
              <a:t>Edge tables:</a:t>
            </a:r>
          </a:p>
          <a:p>
            <a:pPr>
              <a:spcBef>
                <a:spcPts val="0"/>
              </a:spcBef>
            </a:pPr>
            <a:r>
              <a:rPr lang="en-US" sz="1200" b="0" noProof="0" dirty="0">
                <a:solidFill>
                  <a:srgbClr val="0078D4"/>
                </a:solidFill>
                <a:latin typeface="Segoe UI"/>
              </a:rPr>
              <a:t>CREATE TABLE Follows AS EDGE</a:t>
            </a:r>
          </a:p>
          <a:p>
            <a:pPr>
              <a:spcBef>
                <a:spcPts val="0"/>
              </a:spcBef>
            </a:pPr>
            <a:r>
              <a:rPr lang="en-US" sz="1000" b="0" noProof="0" dirty="0">
                <a:solidFill>
                  <a:srgbClr val="666666"/>
                </a:solidFill>
                <a:latin typeface="Segoe UI"/>
              </a:rPr>
              <a:t>  → Links $</a:t>
            </a:r>
            <a:r>
              <a:rPr lang="en-US" sz="1000" b="0" noProof="0" dirty="0" err="1">
                <a:solidFill>
                  <a:srgbClr val="666666"/>
                </a:solidFill>
                <a:latin typeface="Segoe UI"/>
              </a:rPr>
              <a:t>from_id</a:t>
            </a:r>
            <a:r>
              <a:rPr lang="en-US" sz="1000" b="0" noProof="0" dirty="0">
                <a:solidFill>
                  <a:srgbClr val="666666"/>
                </a:solidFill>
                <a:latin typeface="Segoe UI"/>
              </a:rPr>
              <a:t> → $</a:t>
            </a:r>
            <a:r>
              <a:rPr lang="en-US" sz="1000" b="0" noProof="0" dirty="0" err="1">
                <a:solidFill>
                  <a:srgbClr val="666666"/>
                </a:solidFill>
                <a:latin typeface="Segoe UI"/>
              </a:rPr>
              <a:t>to_id</a:t>
            </a:r>
            <a:endParaRPr lang="en-US" sz="1000" b="0" noProof="0" dirty="0">
              <a:solidFill>
                <a:srgbClr val="666666"/>
              </a:solidFill>
              <a:latin typeface="Segoe UI"/>
            </a:endParaRPr>
          </a:p>
          <a:p>
            <a:pPr>
              <a:spcBef>
                <a:spcPts val="0"/>
              </a:spcBef>
            </a:pPr>
            <a:r>
              <a:rPr lang="en-US" sz="600" b="0" noProof="0" dirty="0">
                <a:solidFill>
                  <a:srgbClr val="454142"/>
                </a:solidFill>
                <a:latin typeface="Segoe UI"/>
              </a:rPr>
              <a:t> </a:t>
            </a:r>
          </a:p>
          <a:p>
            <a:pPr>
              <a:spcBef>
                <a:spcPts val="200"/>
              </a:spcBef>
            </a:pPr>
            <a:r>
              <a:rPr lang="en-US" sz="1400" b="1" noProof="0" dirty="0">
                <a:solidFill>
                  <a:srgbClr val="454142"/>
                </a:solidFill>
                <a:latin typeface="Segoe UI"/>
              </a:rPr>
              <a:t>Use cases:</a:t>
            </a:r>
          </a:p>
          <a:p>
            <a:pPr>
              <a:spcBef>
                <a:spcPts val="0"/>
              </a:spcBef>
            </a:pPr>
            <a:r>
              <a:rPr lang="en-US" sz="1000" b="0" noProof="0" dirty="0">
                <a:solidFill>
                  <a:srgbClr val="454142"/>
                </a:solidFill>
                <a:latin typeface="Segoe UI"/>
              </a:rPr>
              <a:t>• Social networks: who follows whom</a:t>
            </a:r>
          </a:p>
          <a:p>
            <a:pPr>
              <a:spcBef>
                <a:spcPts val="0"/>
              </a:spcBef>
            </a:pPr>
            <a:r>
              <a:rPr lang="en-US" sz="1000" b="0" noProof="0" dirty="0">
                <a:solidFill>
                  <a:srgbClr val="454142"/>
                </a:solidFill>
                <a:latin typeface="Segoe UI"/>
              </a:rPr>
              <a:t>• Fraud: multi-hop transaction chains</a:t>
            </a:r>
          </a:p>
          <a:p>
            <a:pPr>
              <a:spcBef>
                <a:spcPts val="0"/>
              </a:spcBef>
            </a:pPr>
            <a:r>
              <a:rPr lang="en-US" sz="1000" b="0" noProof="0" dirty="0">
                <a:solidFill>
                  <a:srgbClr val="454142"/>
                </a:solidFill>
                <a:latin typeface="Segoe UI"/>
              </a:rPr>
              <a:t>• Recommendation: friends-of-friends</a:t>
            </a:r>
          </a:p>
        </p:txBody>
      </p:sp>
      <p:sp>
        <p:nvSpPr>
          <p:cNvPr id="3" name="LegTitle"/>
          <p:cNvSpPr/>
          <p:nvPr/>
        </p:nvSpPr>
        <p:spPr>
          <a:xfrm>
            <a:off x="584200" y="4838890"/>
            <a:ext cx="914400" cy="201168"/>
          </a:xfrm>
          <a:prstGeom prst="rect">
            <a:avLst/>
          </a:prstGeom>
          <a:noFill/>
          <a:ln>
            <a:noFill/>
          </a:ln>
        </p:spPr>
        <p:txBody>
          <a:bodyPr wrap="square" lIns="0" tIns="0" rIns="0" bIns="0"/>
          <a:lstStyle/>
          <a:p>
            <a:pPr algn="l"/>
            <a:r>
              <a:rPr lang="en-US" sz="1000" b="1" noProof="0" dirty="0">
                <a:solidFill>
                  <a:srgbClr val="454142"/>
                </a:solidFill>
                <a:latin typeface="Segoe UI"/>
              </a:rPr>
              <a:t>Legend:</a:t>
            </a:r>
          </a:p>
        </p:txBody>
      </p:sp>
      <p:sp>
        <p:nvSpPr>
          <p:cNvPr id="7" name="LegDot0">
            <a:extLst>
              <a:ext uri="{C183D7F6-B498-43B3-948B-1728B52AA6E4}">
                <adec:decorative xmlns:adec="http://schemas.microsoft.com/office/drawing/2017/decorative" val="1"/>
              </a:ext>
            </a:extLst>
          </p:cNvPr>
          <p:cNvSpPr/>
          <p:nvPr/>
        </p:nvSpPr>
        <p:spPr>
          <a:xfrm>
            <a:off x="657352" y="5122354"/>
            <a:ext cx="128016" cy="128016"/>
          </a:xfrm>
          <a:prstGeom prst="ellipse">
            <a:avLst/>
          </a:prstGeom>
          <a:solidFill>
            <a:srgbClr val="702573"/>
          </a:solidFill>
          <a:ln>
            <a:noFill/>
          </a:ln>
        </p:spPr>
        <p:txBody>
          <a:bodyPr/>
          <a:lstStyle/>
          <a:p>
            <a:endParaRPr lang="en-US" noProof="0" dirty="0"/>
          </a:p>
        </p:txBody>
      </p:sp>
      <p:sp>
        <p:nvSpPr>
          <p:cNvPr id="8" name="LegLbl0"/>
          <p:cNvSpPr/>
          <p:nvPr/>
        </p:nvSpPr>
        <p:spPr>
          <a:xfrm>
            <a:off x="922528" y="5122354"/>
            <a:ext cx="1371600" cy="182880"/>
          </a:xfrm>
          <a:prstGeom prst="rect">
            <a:avLst/>
          </a:prstGeom>
          <a:noFill/>
          <a:ln>
            <a:noFill/>
          </a:ln>
        </p:spPr>
        <p:txBody>
          <a:bodyPr wrap="square" lIns="0" tIns="0" rIns="0" bIns="0"/>
          <a:lstStyle/>
          <a:p>
            <a:pPr algn="l"/>
            <a:r>
              <a:rPr lang="en-US" sz="900" b="0" noProof="0" dirty="0">
                <a:solidFill>
                  <a:srgbClr val="454142"/>
                </a:solidFill>
                <a:latin typeface="Segoe UI"/>
              </a:rPr>
              <a:t>Person (node)</a:t>
            </a:r>
          </a:p>
        </p:txBody>
      </p:sp>
      <p:sp>
        <p:nvSpPr>
          <p:cNvPr id="9" name="LegDot1">
            <a:extLst>
              <a:ext uri="{C183D7F6-B498-43B3-948B-1728B52AA6E4}">
                <adec:decorative xmlns:adec="http://schemas.microsoft.com/office/drawing/2017/decorative" val="1"/>
              </a:ext>
            </a:extLst>
          </p:cNvPr>
          <p:cNvSpPr/>
          <p:nvPr/>
        </p:nvSpPr>
        <p:spPr>
          <a:xfrm>
            <a:off x="657352" y="5323522"/>
            <a:ext cx="128016" cy="128016"/>
          </a:xfrm>
          <a:prstGeom prst="ellipse">
            <a:avLst/>
          </a:prstGeom>
          <a:solidFill>
            <a:srgbClr val="0078D4"/>
          </a:solidFill>
          <a:ln>
            <a:noFill/>
          </a:ln>
        </p:spPr>
        <p:txBody>
          <a:bodyPr/>
          <a:lstStyle/>
          <a:p>
            <a:endParaRPr lang="en-US" noProof="0" dirty="0"/>
          </a:p>
        </p:txBody>
      </p:sp>
      <p:sp>
        <p:nvSpPr>
          <p:cNvPr id="10" name="LegLbl1"/>
          <p:cNvSpPr/>
          <p:nvPr/>
        </p:nvSpPr>
        <p:spPr>
          <a:xfrm>
            <a:off x="922528" y="5323522"/>
            <a:ext cx="1371600" cy="182880"/>
          </a:xfrm>
          <a:prstGeom prst="rect">
            <a:avLst/>
          </a:prstGeom>
          <a:noFill/>
          <a:ln>
            <a:noFill/>
          </a:ln>
        </p:spPr>
        <p:txBody>
          <a:bodyPr wrap="square" lIns="0" tIns="0" rIns="0" bIns="0"/>
          <a:lstStyle/>
          <a:p>
            <a:pPr algn="l"/>
            <a:r>
              <a:rPr lang="en-US" sz="900" b="0" noProof="0" dirty="0">
                <a:solidFill>
                  <a:srgbClr val="454142"/>
                </a:solidFill>
                <a:latin typeface="Segoe UI"/>
              </a:rPr>
              <a:t>FOLLOWS (edge)</a:t>
            </a:r>
          </a:p>
        </p:txBody>
      </p:sp>
      <p:sp>
        <p:nvSpPr>
          <p:cNvPr id="11" name="LegDot2">
            <a:extLst>
              <a:ext uri="{C183D7F6-B498-43B3-948B-1728B52AA6E4}">
                <adec:decorative xmlns:adec="http://schemas.microsoft.com/office/drawing/2017/decorative" val="1"/>
              </a:ext>
            </a:extLst>
          </p:cNvPr>
          <p:cNvSpPr/>
          <p:nvPr/>
        </p:nvSpPr>
        <p:spPr>
          <a:xfrm>
            <a:off x="657352" y="5524690"/>
            <a:ext cx="128016" cy="128016"/>
          </a:xfrm>
          <a:prstGeom prst="ellipse">
            <a:avLst/>
          </a:prstGeom>
          <a:solidFill>
            <a:srgbClr val="888888"/>
          </a:solidFill>
          <a:ln>
            <a:noFill/>
          </a:ln>
        </p:spPr>
        <p:txBody>
          <a:bodyPr/>
          <a:lstStyle/>
          <a:p>
            <a:endParaRPr lang="en-US" noProof="0" dirty="0"/>
          </a:p>
        </p:txBody>
      </p:sp>
      <p:sp>
        <p:nvSpPr>
          <p:cNvPr id="12" name="LegLbl2"/>
          <p:cNvSpPr/>
          <p:nvPr/>
        </p:nvSpPr>
        <p:spPr>
          <a:xfrm>
            <a:off x="922528" y="5524690"/>
            <a:ext cx="1371600" cy="182880"/>
          </a:xfrm>
          <a:prstGeom prst="rect">
            <a:avLst/>
          </a:prstGeom>
          <a:noFill/>
          <a:ln>
            <a:noFill/>
          </a:ln>
        </p:spPr>
        <p:txBody>
          <a:bodyPr wrap="square" lIns="0" tIns="0" rIns="0" bIns="0"/>
          <a:lstStyle/>
          <a:p>
            <a:pPr algn="l"/>
            <a:r>
              <a:rPr lang="en-US" sz="900" b="0" noProof="0" dirty="0">
                <a:solidFill>
                  <a:srgbClr val="454142"/>
                </a:solidFill>
                <a:latin typeface="Segoe UI"/>
              </a:rPr>
              <a:t>Content (node)</a:t>
            </a:r>
          </a:p>
        </p:txBody>
      </p:sp>
      <p:sp>
        <p:nvSpPr>
          <p:cNvPr id="13" name="LegDot3">
            <a:extLst>
              <a:ext uri="{C183D7F6-B498-43B3-948B-1728B52AA6E4}">
                <adec:decorative xmlns:adec="http://schemas.microsoft.com/office/drawing/2017/decorative" val="1"/>
              </a:ext>
            </a:extLst>
          </p:cNvPr>
          <p:cNvSpPr/>
          <p:nvPr/>
        </p:nvSpPr>
        <p:spPr>
          <a:xfrm>
            <a:off x="657352" y="5725858"/>
            <a:ext cx="128016" cy="128016"/>
          </a:xfrm>
          <a:prstGeom prst="ellipse">
            <a:avLst/>
          </a:prstGeom>
          <a:solidFill>
            <a:srgbClr val="FF5C39"/>
          </a:solidFill>
          <a:ln>
            <a:noFill/>
          </a:ln>
        </p:spPr>
        <p:txBody>
          <a:bodyPr/>
          <a:lstStyle/>
          <a:p>
            <a:endParaRPr lang="en-US" noProof="0" dirty="0"/>
          </a:p>
        </p:txBody>
      </p:sp>
      <p:sp>
        <p:nvSpPr>
          <p:cNvPr id="14" name="LegLbl3"/>
          <p:cNvSpPr/>
          <p:nvPr/>
        </p:nvSpPr>
        <p:spPr>
          <a:xfrm>
            <a:off x="922528" y="5725858"/>
            <a:ext cx="1371600" cy="182880"/>
          </a:xfrm>
          <a:prstGeom prst="rect">
            <a:avLst/>
          </a:prstGeom>
          <a:noFill/>
          <a:ln>
            <a:noFill/>
          </a:ln>
        </p:spPr>
        <p:txBody>
          <a:bodyPr wrap="square" lIns="0" tIns="0" rIns="0" bIns="0"/>
          <a:lstStyle/>
          <a:p>
            <a:pPr algn="l"/>
            <a:r>
              <a:rPr lang="en-US" sz="900" b="0" noProof="0" dirty="0">
                <a:solidFill>
                  <a:srgbClr val="454142"/>
                </a:solidFill>
                <a:latin typeface="Segoe UI"/>
              </a:rPr>
              <a:t>LIKED (edge)</a:t>
            </a:r>
          </a:p>
        </p:txBody>
      </p:sp>
      <p:sp>
        <p:nvSpPr>
          <p:cNvPr id="21" name="LegDot3">
            <a:extLst>
              <a:ext uri="{FF2B5EF4-FFF2-40B4-BE49-F238E27FC236}">
                <a16:creationId xmlns:a16="http://schemas.microsoft.com/office/drawing/2014/main" id="{FB7D58C0-8CF1-8223-15A7-90C6DBB02928}"/>
              </a:ext>
              <a:ext uri="{C183D7F6-B498-43B3-948B-1728B52AA6E4}">
                <adec:decorative xmlns:adec="http://schemas.microsoft.com/office/drawing/2017/decorative" val="1"/>
              </a:ext>
            </a:extLst>
          </p:cNvPr>
          <p:cNvSpPr/>
          <p:nvPr/>
        </p:nvSpPr>
        <p:spPr>
          <a:xfrm>
            <a:off x="657352" y="5927026"/>
            <a:ext cx="128016" cy="128016"/>
          </a:xfrm>
          <a:prstGeom prst="ellipse">
            <a:avLst/>
          </a:prstGeom>
          <a:solidFill>
            <a:srgbClr val="F22A41"/>
          </a:solidFill>
          <a:ln>
            <a:noFill/>
          </a:ln>
        </p:spPr>
        <p:txBody>
          <a:bodyPr/>
          <a:lstStyle/>
          <a:p>
            <a:endParaRPr lang="en-US" noProof="0" dirty="0"/>
          </a:p>
        </p:txBody>
      </p:sp>
      <p:sp>
        <p:nvSpPr>
          <p:cNvPr id="22" name="LegLbl1">
            <a:extLst>
              <a:ext uri="{FF2B5EF4-FFF2-40B4-BE49-F238E27FC236}">
                <a16:creationId xmlns:a16="http://schemas.microsoft.com/office/drawing/2014/main" id="{FFD757EB-B4ED-FD8F-83E8-C05AB3CFD1E0}"/>
              </a:ext>
            </a:extLst>
          </p:cNvPr>
          <p:cNvSpPr/>
          <p:nvPr/>
        </p:nvSpPr>
        <p:spPr>
          <a:xfrm>
            <a:off x="922528" y="5926644"/>
            <a:ext cx="1371600" cy="182880"/>
          </a:xfrm>
          <a:prstGeom prst="rect">
            <a:avLst/>
          </a:prstGeom>
          <a:noFill/>
          <a:ln>
            <a:noFill/>
          </a:ln>
        </p:spPr>
        <p:txBody>
          <a:bodyPr wrap="square" lIns="0" tIns="0" rIns="0" bIns="0"/>
          <a:lstStyle/>
          <a:p>
            <a:pPr algn="l"/>
            <a:r>
              <a:rPr lang="en-US" sz="900" b="0" noProof="0" dirty="0">
                <a:solidFill>
                  <a:srgbClr val="454142"/>
                </a:solidFill>
                <a:latin typeface="Segoe UI"/>
              </a:rPr>
              <a:t>Posts (edge)</a:t>
            </a:r>
          </a:p>
        </p:txBody>
      </p:sp>
      <p:pic>
        <p:nvPicPr>
          <p:cNvPr id="20" name="Picture 19" descr="Graph representing a Social media nodes and edges.">
            <a:extLst>
              <a:ext uri="{FF2B5EF4-FFF2-40B4-BE49-F238E27FC236}">
                <a16:creationId xmlns:a16="http://schemas.microsoft.com/office/drawing/2014/main" id="{7CB0B512-1981-A582-5DAD-CE7CE22232F9}"/>
              </a:ext>
            </a:extLst>
          </p:cNvPr>
          <p:cNvPicPr>
            <a:picLocks noChangeAspect="1"/>
          </p:cNvPicPr>
          <p:nvPr/>
        </p:nvPicPr>
        <p:blipFill>
          <a:blip r:embed="rId3"/>
          <a:stretch>
            <a:fillRect/>
          </a:stretch>
        </p:blipFill>
        <p:spPr>
          <a:xfrm>
            <a:off x="3563016" y="1028516"/>
            <a:ext cx="7775543" cy="4505241"/>
          </a:xfrm>
          <a:prstGeom prst="rect">
            <a:avLst/>
          </a:prstGeom>
        </p:spPr>
      </p:pic>
      <p:sp>
        <p:nvSpPr>
          <p:cNvPr id="15" name="QueryBg">
            <a:extLst>
              <a:ext uri="{C183D7F6-B498-43B3-948B-1728B52AA6E4}">
                <adec:decorative xmlns:adec="http://schemas.microsoft.com/office/drawing/2017/decorative" val="1"/>
              </a:ext>
            </a:extLst>
          </p:cNvPr>
          <p:cNvSpPr/>
          <p:nvPr/>
        </p:nvSpPr>
        <p:spPr>
          <a:xfrm>
            <a:off x="3840480" y="5573616"/>
            <a:ext cx="7498079" cy="1051560"/>
          </a:xfrm>
          <a:prstGeom prst="roundRect">
            <a:avLst>
              <a:gd name="adj" fmla="val 5000"/>
            </a:avLst>
          </a:prstGeom>
          <a:solidFill>
            <a:srgbClr val="702573"/>
          </a:solidFill>
          <a:ln>
            <a:noFill/>
          </a:ln>
          <a:effectLst/>
        </p:spPr>
        <p:txBody>
          <a:bodyPr/>
          <a:lstStyle/>
          <a:p>
            <a:endParaRPr lang="en-US" noProof="0" dirty="0"/>
          </a:p>
        </p:txBody>
      </p:sp>
      <p:sp>
        <p:nvSpPr>
          <p:cNvPr id="16" name="QueryText"/>
          <p:cNvSpPr/>
          <p:nvPr/>
        </p:nvSpPr>
        <p:spPr>
          <a:xfrm>
            <a:off x="3977640" y="5628480"/>
            <a:ext cx="7223759" cy="941832"/>
          </a:xfrm>
          <a:prstGeom prst="rect">
            <a:avLst/>
          </a:prstGeom>
          <a:noFill/>
          <a:ln>
            <a:noFill/>
          </a:ln>
        </p:spPr>
        <p:txBody>
          <a:bodyPr wrap="square" lIns="0" tIns="0" rIns="0" bIns="0"/>
          <a:lstStyle/>
          <a:p>
            <a:pPr>
              <a:spcBef>
                <a:spcPts val="0"/>
              </a:spcBef>
            </a:pPr>
            <a:r>
              <a:rPr lang="en-US" sz="1000" b="0" i="1" noProof="0" dirty="0">
                <a:solidFill>
                  <a:srgbClr val="8CC265"/>
                </a:solidFill>
                <a:latin typeface="Consolas"/>
              </a:rPr>
              <a:t>-- Posts liked by friends-of-friends of Alex</a:t>
            </a:r>
          </a:p>
          <a:p>
            <a:pPr>
              <a:spcBef>
                <a:spcPts val="0"/>
              </a:spcBef>
            </a:pPr>
            <a:r>
              <a:rPr lang="en-US" sz="1000" b="0" noProof="0" dirty="0">
                <a:solidFill>
                  <a:srgbClr val="FFFFFF"/>
                </a:solidFill>
                <a:latin typeface="Consolas"/>
              </a:rPr>
              <a:t>SELECT DISTINCT </a:t>
            </a:r>
            <a:r>
              <a:rPr lang="en-US" sz="1000" b="0" noProof="0" dirty="0" err="1">
                <a:solidFill>
                  <a:srgbClr val="FFFFFF"/>
                </a:solidFill>
                <a:latin typeface="Consolas"/>
              </a:rPr>
              <a:t>p.Title</a:t>
            </a:r>
            <a:r>
              <a:rPr lang="en-US" sz="1000" b="0" noProof="0" dirty="0">
                <a:solidFill>
                  <a:srgbClr val="FFFFFF"/>
                </a:solidFill>
                <a:latin typeface="Consolas"/>
              </a:rPr>
              <a:t> FROM Person AS </a:t>
            </a:r>
            <a:r>
              <a:rPr lang="en-US" sz="1000" b="0" noProof="0" dirty="0" err="1">
                <a:solidFill>
                  <a:srgbClr val="FFFFFF"/>
                </a:solidFill>
                <a:latin typeface="Consolas"/>
              </a:rPr>
              <a:t>alex</a:t>
            </a:r>
            <a:r>
              <a:rPr lang="en-US" sz="1000" b="0" noProof="0" dirty="0">
                <a:solidFill>
                  <a:srgbClr val="FFFFFF"/>
                </a:solidFill>
                <a:latin typeface="Consolas"/>
              </a:rPr>
              <a:t>,</a:t>
            </a:r>
          </a:p>
          <a:p>
            <a:pPr>
              <a:spcBef>
                <a:spcPts val="0"/>
              </a:spcBef>
            </a:pPr>
            <a:r>
              <a:rPr lang="en-US" sz="1000" b="0" noProof="0" dirty="0">
                <a:solidFill>
                  <a:srgbClr val="FFFFFF"/>
                </a:solidFill>
                <a:latin typeface="Consolas"/>
              </a:rPr>
              <a:t>  Follows, Person AS friend, Follows AS f2,</a:t>
            </a:r>
          </a:p>
          <a:p>
            <a:pPr>
              <a:spcBef>
                <a:spcPts val="0"/>
              </a:spcBef>
            </a:pPr>
            <a:r>
              <a:rPr lang="en-US" sz="1000" b="0" noProof="0" dirty="0">
                <a:solidFill>
                  <a:srgbClr val="FFFFFF"/>
                </a:solidFill>
                <a:latin typeface="Consolas"/>
              </a:rPr>
              <a:t>  Person AS </a:t>
            </a:r>
            <a:r>
              <a:rPr lang="en-US" sz="1000" b="0" noProof="0" dirty="0" err="1">
                <a:solidFill>
                  <a:srgbClr val="FFFFFF"/>
                </a:solidFill>
                <a:latin typeface="Consolas"/>
              </a:rPr>
              <a:t>fof</a:t>
            </a:r>
            <a:r>
              <a:rPr lang="en-US" sz="1000" b="0" noProof="0" dirty="0">
                <a:solidFill>
                  <a:srgbClr val="FFFFFF"/>
                </a:solidFill>
                <a:latin typeface="Consolas"/>
              </a:rPr>
              <a:t>, Liked, Post AS p</a:t>
            </a:r>
          </a:p>
          <a:p>
            <a:pPr>
              <a:spcBef>
                <a:spcPts val="0"/>
              </a:spcBef>
            </a:pPr>
            <a:r>
              <a:rPr lang="en-US" sz="1000" b="1" noProof="0" dirty="0">
                <a:solidFill>
                  <a:srgbClr val="FFD700"/>
                </a:solidFill>
                <a:latin typeface="Consolas"/>
              </a:rPr>
              <a:t>MATCH(</a:t>
            </a:r>
            <a:r>
              <a:rPr lang="en-US" sz="1000" b="1" noProof="0" dirty="0" err="1">
                <a:solidFill>
                  <a:srgbClr val="FFD700"/>
                </a:solidFill>
                <a:latin typeface="Consolas"/>
              </a:rPr>
              <a:t>alex</a:t>
            </a:r>
            <a:r>
              <a:rPr lang="en-US" sz="1000" b="1" noProof="0" dirty="0">
                <a:solidFill>
                  <a:srgbClr val="FFD700"/>
                </a:solidFill>
                <a:latin typeface="Consolas"/>
              </a:rPr>
              <a:t>-(Follows)-&gt;friend-(f2)-&gt;</a:t>
            </a:r>
            <a:r>
              <a:rPr lang="en-US" sz="1000" b="1" noProof="0" dirty="0" err="1">
                <a:solidFill>
                  <a:srgbClr val="FFD700"/>
                </a:solidFill>
                <a:latin typeface="Consolas"/>
              </a:rPr>
              <a:t>fof</a:t>
            </a:r>
            <a:r>
              <a:rPr lang="en-US" sz="1000" b="1" noProof="0" dirty="0">
                <a:solidFill>
                  <a:srgbClr val="FFD700"/>
                </a:solidFill>
                <a:latin typeface="Consolas"/>
              </a:rPr>
              <a:t>-(Liked)-&gt;p)</a:t>
            </a:r>
          </a:p>
          <a:p>
            <a:pPr>
              <a:spcBef>
                <a:spcPts val="0"/>
              </a:spcBef>
            </a:pPr>
            <a:r>
              <a:rPr lang="en-US" sz="1000" b="0" noProof="0" dirty="0">
                <a:solidFill>
                  <a:srgbClr val="FFFFFF"/>
                </a:solidFill>
                <a:latin typeface="Consolas"/>
              </a:rPr>
              <a:t>WHERE </a:t>
            </a:r>
            <a:r>
              <a:rPr lang="en-US" sz="1000" b="0" noProof="0" dirty="0" err="1">
                <a:solidFill>
                  <a:srgbClr val="FFFFFF"/>
                </a:solidFill>
                <a:latin typeface="Consolas"/>
              </a:rPr>
              <a:t>alex.Name</a:t>
            </a:r>
            <a:r>
              <a:rPr lang="en-US" sz="1000" b="0" noProof="0" dirty="0">
                <a:solidFill>
                  <a:srgbClr val="FFFFFF"/>
                </a:solidFill>
                <a:latin typeface="Consolas"/>
              </a:rPr>
              <a:t> = 'Alex';</a:t>
            </a: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Error handling</a:t>
            </a:r>
          </a:p>
        </p:txBody>
      </p:sp>
      <p:sp>
        <p:nvSpPr>
          <p:cNvPr id="3" name="Text Placeholder 2"/>
          <p:cNvSpPr>
            <a:spLocks noGrp="1"/>
          </p:cNvSpPr>
          <p:nvPr>
            <p:ph type="body" sz="quarter" idx="16"/>
          </p:nvPr>
        </p:nvSpPr>
        <p:spPr/>
        <p:txBody>
          <a:bodyPr/>
          <a:lstStyle/>
          <a:p>
            <a:r>
              <a:rPr lang="en-US" noProof="0" dirty="0"/>
              <a:t>TRY...CATCH · THROW · transaction safety</a:t>
            </a:r>
          </a:p>
        </p:txBody>
      </p:sp>
      <p:sp>
        <p:nvSpPr>
          <p:cNvPr id="4" name="Text Placeholder 3"/>
          <p:cNvSpPr>
            <a:spLocks noGrp="1"/>
          </p:cNvSpPr>
          <p:nvPr>
            <p:ph type="body" sz="quarter" idx="15"/>
          </p:nvPr>
        </p:nvSpPr>
        <p:spPr>
          <a:xfrm>
            <a:off x="670559" y="2014633"/>
            <a:ext cx="5236255" cy="3970318"/>
          </a:xfrm>
        </p:spPr>
        <p:txBody>
          <a:bodyPr/>
          <a:lstStyle/>
          <a:p>
            <a:r>
              <a:rPr lang="en-US" b="1" noProof="0" dirty="0"/>
              <a:t>TRY...CATCH: </a:t>
            </a:r>
          </a:p>
          <a:p>
            <a:pPr lvl="1"/>
            <a:r>
              <a:rPr lang="en-US" noProof="0" dirty="0"/>
              <a:t>Structured error handling;</a:t>
            </a:r>
            <a:r>
              <a:rPr lang="en-US" i="1" noProof="0" dirty="0"/>
              <a:t> on error,</a:t>
            </a:r>
            <a:r>
              <a:rPr lang="en-US" noProof="0" dirty="0"/>
              <a:t> execution jumps to </a:t>
            </a:r>
            <a:r>
              <a:rPr lang="en-US" i="1" noProof="0" dirty="0"/>
              <a:t>CATCH</a:t>
            </a:r>
          </a:p>
          <a:p>
            <a:pPr lvl="1"/>
            <a:endParaRPr lang="en-US" noProof="0" dirty="0"/>
          </a:p>
          <a:p>
            <a:r>
              <a:rPr lang="en-US" b="1" noProof="0" dirty="0"/>
              <a:t>Transactions: </a:t>
            </a:r>
          </a:p>
          <a:p>
            <a:pPr lvl="1"/>
            <a:r>
              <a:rPr lang="en-US" i="1" noProof="0" dirty="0"/>
              <a:t>IF @@TRANCOUNT &gt; 0 ROLLBACK</a:t>
            </a:r>
            <a:r>
              <a:rPr lang="en-US" noProof="0" dirty="0"/>
              <a:t>; always check first</a:t>
            </a:r>
          </a:p>
          <a:p>
            <a:pPr lvl="1"/>
            <a:endParaRPr lang="en-US" noProof="0" dirty="0"/>
          </a:p>
          <a:p>
            <a:r>
              <a:rPr lang="en-US" b="1" noProof="0" dirty="0"/>
              <a:t>ERROR functions: </a:t>
            </a:r>
          </a:p>
          <a:p>
            <a:pPr lvl="1"/>
            <a:r>
              <a:rPr lang="en-US" i="1" noProof="0" dirty="0"/>
              <a:t>ERROR_NUMBER</a:t>
            </a:r>
            <a:r>
              <a:rPr lang="en-US" noProof="0" dirty="0"/>
              <a:t>, </a:t>
            </a:r>
            <a:r>
              <a:rPr lang="en-US" i="1" noProof="0" dirty="0"/>
              <a:t>MESSAGE</a:t>
            </a:r>
            <a:r>
              <a:rPr lang="en-US" noProof="0" dirty="0"/>
              <a:t>, </a:t>
            </a:r>
            <a:r>
              <a:rPr lang="en-US" i="1" noProof="0" dirty="0"/>
              <a:t>SEVERITY, STATE</a:t>
            </a:r>
            <a:r>
              <a:rPr lang="en-US" noProof="0" dirty="0"/>
              <a:t>, </a:t>
            </a:r>
            <a:r>
              <a:rPr lang="en-US" i="1" noProof="0" dirty="0"/>
              <a:t>LINE</a:t>
            </a:r>
            <a:r>
              <a:rPr lang="en-US" noProof="0" dirty="0"/>
              <a:t>, </a:t>
            </a:r>
            <a:r>
              <a:rPr lang="en-US" i="1" noProof="0" dirty="0"/>
              <a:t>PROCEDURE</a:t>
            </a:r>
          </a:p>
          <a:p>
            <a:pPr lvl="1"/>
            <a:endParaRPr lang="en-US" noProof="0" dirty="0"/>
          </a:p>
          <a:p>
            <a:r>
              <a:rPr lang="en-US" b="1" noProof="0" dirty="0"/>
              <a:t>THROW: </a:t>
            </a:r>
          </a:p>
          <a:p>
            <a:pPr lvl="1"/>
            <a:r>
              <a:rPr lang="en-US" noProof="0" dirty="0"/>
              <a:t>Re-raise current error or raise custom errors (50000+)</a:t>
            </a:r>
          </a:p>
          <a:p>
            <a:pPr lvl="1"/>
            <a:endParaRPr lang="en-US" noProof="0" dirty="0"/>
          </a:p>
          <a:p>
            <a:r>
              <a:rPr lang="en-US" b="1" noProof="0" dirty="0"/>
              <a:t>XACT_ABORT: </a:t>
            </a:r>
          </a:p>
          <a:p>
            <a:pPr lvl="1"/>
            <a:r>
              <a:rPr lang="en-US" noProof="0" dirty="0"/>
              <a:t>Auto-rollback on any error; combine with </a:t>
            </a:r>
            <a:r>
              <a:rPr lang="en-US" i="1" noProof="0" dirty="0"/>
              <a:t>TRY...CATCH</a:t>
            </a:r>
          </a:p>
        </p:txBody>
      </p:sp>
      <p:pic>
        <p:nvPicPr>
          <p:cNvPr id="6" name="Picture 5" descr="An example of a Try/Catch script, color coded to show the different sections of a Try/Catch.">
            <a:extLst>
              <a:ext uri="{FF2B5EF4-FFF2-40B4-BE49-F238E27FC236}">
                <a16:creationId xmlns:a16="http://schemas.microsoft.com/office/drawing/2014/main" id="{CE9BF5EC-F94D-07B3-6730-2025E32B9DD6}"/>
              </a:ext>
            </a:extLst>
          </p:cNvPr>
          <p:cNvPicPr>
            <a:picLocks noChangeAspect="1"/>
          </p:cNvPicPr>
          <p:nvPr/>
        </p:nvPicPr>
        <p:blipFill>
          <a:blip r:embed="rId3"/>
          <a:stretch>
            <a:fillRect/>
          </a:stretch>
        </p:blipFill>
        <p:spPr>
          <a:xfrm>
            <a:off x="7308145" y="987972"/>
            <a:ext cx="3816360" cy="5311038"/>
          </a:xfrm>
          <a:prstGeom prst="rect">
            <a:avLst/>
          </a:prstGeom>
        </p:spPr>
      </p:pic>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noProof="0" dirty="0"/>
              <a:t>Exercise: Write advanced SQL code</a:t>
            </a:r>
          </a:p>
        </p:txBody>
      </p:sp>
      <p:sp>
        <p:nvSpPr>
          <p:cNvPr id="4" name="Text Placeholder 3"/>
          <p:cNvSpPr>
            <a:spLocks noGrp="1"/>
          </p:cNvSpPr>
          <p:nvPr>
            <p:ph type="body" sz="quarter" idx="16"/>
          </p:nvPr>
        </p:nvSpPr>
        <p:spPr/>
        <p:txBody>
          <a:bodyPr/>
          <a:lstStyle/>
          <a:p>
            <a:r>
              <a:rPr lang="en-US" noProof="0" dirty="0"/>
              <a:t>Hands-on lab</a:t>
            </a:r>
          </a:p>
        </p:txBody>
      </p:sp>
      <p:sp>
        <p:nvSpPr>
          <p:cNvPr id="5" name="Text Placeholder 4"/>
          <p:cNvSpPr>
            <a:spLocks noGrp="1"/>
          </p:cNvSpPr>
          <p:nvPr>
            <p:ph type="body" sz="quarter" idx="15"/>
          </p:nvPr>
        </p:nvSpPr>
        <p:spPr>
          <a:xfrm>
            <a:off x="586389" y="2085764"/>
            <a:ext cx="5652201" cy="1231106"/>
          </a:xfrm>
        </p:spPr>
        <p:txBody>
          <a:bodyPr/>
          <a:lstStyle/>
          <a:p>
            <a:pPr marL="0" indent="0">
              <a:buNone/>
            </a:pPr>
            <a:r>
              <a:rPr lang="en-US" noProof="0" dirty="0"/>
              <a:t>Practice JSON functions and advanced T-SQL with </a:t>
            </a:r>
            <a:r>
              <a:rPr lang="en-US" noProof="0" dirty="0" err="1"/>
              <a:t>AdventureWorksLT</a:t>
            </a:r>
            <a:r>
              <a:rPr lang="en-US" noProof="0" dirty="0"/>
              <a:t>. Build JSON output with FOR JSON PATH, create nested structures with JSON_OBJECT, rank products using CTEs with window functions, and parse JSON arrays into rows with OPENJSON.</a:t>
            </a:r>
          </a:p>
        </p:txBody>
      </p:sp>
      <p:sp>
        <p:nvSpPr>
          <p:cNvPr id="6" name="Oval 5"/>
          <p:cNvSpPr/>
          <p:nvPr/>
        </p:nvSpPr>
        <p:spPr>
          <a:xfrm>
            <a:off x="7770495" y="2572576"/>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1</a:t>
            </a:r>
          </a:p>
        </p:txBody>
      </p:sp>
      <p:sp>
        <p:nvSpPr>
          <p:cNvPr id="7" name="TextBox 6"/>
          <p:cNvSpPr txBox="1"/>
          <p:nvPr/>
        </p:nvSpPr>
        <p:spPr>
          <a:xfrm>
            <a:off x="8127111" y="2554288"/>
            <a:ext cx="3973449" cy="420624"/>
          </a:xfrm>
          <a:prstGeom prst="rect">
            <a:avLst/>
          </a:prstGeom>
          <a:noFill/>
        </p:spPr>
        <p:txBody>
          <a:bodyPr wrap="square" lIns="45720" tIns="0" rIns="45720" bIns="0">
            <a:spAutoFit/>
          </a:bodyPr>
          <a:lstStyle/>
          <a:p>
            <a:pPr algn="l"/>
            <a:r>
              <a:rPr lang="en-US" sz="1000" b="0" noProof="0" dirty="0">
                <a:solidFill>
                  <a:srgbClr val="091F2C"/>
                </a:solidFill>
              </a:rPr>
              <a:t>Build JSON output with FOR JSON PATH</a:t>
            </a:r>
          </a:p>
        </p:txBody>
      </p:sp>
      <p:sp>
        <p:nvSpPr>
          <p:cNvPr id="8" name="Oval 7"/>
          <p:cNvSpPr/>
          <p:nvPr/>
        </p:nvSpPr>
        <p:spPr>
          <a:xfrm>
            <a:off x="7770495" y="3066352"/>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2</a:t>
            </a:r>
          </a:p>
        </p:txBody>
      </p:sp>
      <p:sp>
        <p:nvSpPr>
          <p:cNvPr id="9" name="TextBox 8"/>
          <p:cNvSpPr txBox="1"/>
          <p:nvPr/>
        </p:nvSpPr>
        <p:spPr>
          <a:xfrm>
            <a:off x="8127111" y="3048064"/>
            <a:ext cx="3973449" cy="420624"/>
          </a:xfrm>
          <a:prstGeom prst="rect">
            <a:avLst/>
          </a:prstGeom>
          <a:noFill/>
        </p:spPr>
        <p:txBody>
          <a:bodyPr wrap="square" lIns="45720" tIns="0" rIns="45720" bIns="0">
            <a:spAutoFit/>
          </a:bodyPr>
          <a:lstStyle/>
          <a:p>
            <a:pPr algn="l"/>
            <a:r>
              <a:rPr lang="en-US" sz="1000" b="0" noProof="0" dirty="0">
                <a:solidFill>
                  <a:srgbClr val="091F2C"/>
                </a:solidFill>
              </a:rPr>
              <a:t>Create nested JSON with JSON_OBJECT</a:t>
            </a:r>
          </a:p>
        </p:txBody>
      </p:sp>
      <p:sp>
        <p:nvSpPr>
          <p:cNvPr id="10" name="Oval 9"/>
          <p:cNvSpPr/>
          <p:nvPr/>
        </p:nvSpPr>
        <p:spPr>
          <a:xfrm>
            <a:off x="7770495" y="3560128"/>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3</a:t>
            </a:r>
          </a:p>
        </p:txBody>
      </p:sp>
      <p:sp>
        <p:nvSpPr>
          <p:cNvPr id="11" name="TextBox 10"/>
          <p:cNvSpPr txBox="1"/>
          <p:nvPr/>
        </p:nvSpPr>
        <p:spPr>
          <a:xfrm>
            <a:off x="8127111" y="3541840"/>
            <a:ext cx="3973449" cy="420624"/>
          </a:xfrm>
          <a:prstGeom prst="rect">
            <a:avLst/>
          </a:prstGeom>
          <a:noFill/>
        </p:spPr>
        <p:txBody>
          <a:bodyPr wrap="square" lIns="45720" tIns="0" rIns="45720" bIns="0">
            <a:spAutoFit/>
          </a:bodyPr>
          <a:lstStyle/>
          <a:p>
            <a:pPr algn="l"/>
            <a:r>
              <a:rPr lang="en-US" sz="1000" b="0" noProof="0" dirty="0">
                <a:solidFill>
                  <a:srgbClr val="091F2C"/>
                </a:solidFill>
              </a:rPr>
              <a:t>Rank products with CTE and ROW_NUMBER</a:t>
            </a:r>
          </a:p>
        </p:txBody>
      </p:sp>
      <p:sp>
        <p:nvSpPr>
          <p:cNvPr id="12" name="Oval 11"/>
          <p:cNvSpPr/>
          <p:nvPr/>
        </p:nvSpPr>
        <p:spPr>
          <a:xfrm>
            <a:off x="7770495" y="4053904"/>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4</a:t>
            </a:r>
          </a:p>
        </p:txBody>
      </p:sp>
      <p:sp>
        <p:nvSpPr>
          <p:cNvPr id="13" name="TextBox 12"/>
          <p:cNvSpPr txBox="1"/>
          <p:nvPr/>
        </p:nvSpPr>
        <p:spPr>
          <a:xfrm>
            <a:off x="8127111" y="4035616"/>
            <a:ext cx="3973449" cy="420624"/>
          </a:xfrm>
          <a:prstGeom prst="rect">
            <a:avLst/>
          </a:prstGeom>
          <a:noFill/>
        </p:spPr>
        <p:txBody>
          <a:bodyPr wrap="square" lIns="45720" tIns="0" rIns="45720" bIns="0">
            <a:spAutoFit/>
          </a:bodyPr>
          <a:lstStyle/>
          <a:p>
            <a:pPr algn="l"/>
            <a:r>
              <a:rPr lang="en-US" sz="1000" b="0" noProof="0" dirty="0">
                <a:solidFill>
                  <a:srgbClr val="091F2C"/>
                </a:solidFill>
              </a:rPr>
              <a:t>Output results as JSON with ROOT</a:t>
            </a:r>
          </a:p>
        </p:txBody>
      </p:sp>
      <p:sp>
        <p:nvSpPr>
          <p:cNvPr id="14" name="Oval 13"/>
          <p:cNvSpPr/>
          <p:nvPr/>
        </p:nvSpPr>
        <p:spPr>
          <a:xfrm>
            <a:off x="7770495" y="4547680"/>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5</a:t>
            </a:r>
          </a:p>
        </p:txBody>
      </p:sp>
      <p:sp>
        <p:nvSpPr>
          <p:cNvPr id="15" name="TextBox 14"/>
          <p:cNvSpPr txBox="1"/>
          <p:nvPr/>
        </p:nvSpPr>
        <p:spPr>
          <a:xfrm>
            <a:off x="8127111" y="4529392"/>
            <a:ext cx="3973449" cy="420624"/>
          </a:xfrm>
          <a:prstGeom prst="rect">
            <a:avLst/>
          </a:prstGeom>
          <a:noFill/>
        </p:spPr>
        <p:txBody>
          <a:bodyPr wrap="square" lIns="45720" tIns="0" rIns="45720" bIns="0">
            <a:spAutoFit/>
          </a:bodyPr>
          <a:lstStyle/>
          <a:p>
            <a:pPr algn="l"/>
            <a:r>
              <a:rPr lang="en-US" sz="1000" b="0" noProof="0" dirty="0">
                <a:solidFill>
                  <a:srgbClr val="091F2C"/>
                </a:solidFill>
              </a:rPr>
              <a:t>Parse JSON arrays with OPENJSON</a:t>
            </a: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88262" y="585216"/>
            <a:ext cx="8193024" cy="307777"/>
          </a:xfrm>
        </p:spPr>
        <p:txBody>
          <a:bodyPr/>
          <a:lstStyle/>
          <a:p>
            <a:r>
              <a:rPr lang="en-US" noProof="0" dirty="0"/>
              <a:t>Knowledge check</a:t>
            </a:r>
            <a:r>
              <a:rPr lang="en-US" dirty="0"/>
              <a:t> - Write advanced SQL code</a:t>
            </a:r>
            <a:endParaRPr lang="en-US" noProof="0" dirty="0"/>
          </a:p>
        </p:txBody>
      </p:sp>
      <p:sp>
        <p:nvSpPr>
          <p:cNvPr id="3" name="Text Placeholder 2"/>
          <p:cNvSpPr>
            <a:spLocks noGrp="1"/>
          </p:cNvSpPr>
          <p:nvPr>
            <p:ph type="body" sz="quarter" idx="17"/>
          </p:nvPr>
        </p:nvSpPr>
        <p:spPr/>
        <p:txBody>
          <a:bodyPr/>
          <a:lstStyle/>
          <a:p>
            <a:r>
              <a:rPr lang="en-US" noProof="0" dirty="0"/>
              <a:t>You need to write a query that calculates a running total of sales ordered by date, while still showing individual order details. Which T-SQL approach should you use?</a:t>
            </a:r>
          </a:p>
        </p:txBody>
      </p:sp>
      <p:sp>
        <p:nvSpPr>
          <p:cNvPr id="4" name="Text Placeholder 3"/>
          <p:cNvSpPr>
            <a:spLocks noGrp="1"/>
          </p:cNvSpPr>
          <p:nvPr>
            <p:ph type="body" sz="quarter" idx="15"/>
          </p:nvPr>
        </p:nvSpPr>
        <p:spPr>
          <a:xfrm>
            <a:off x="1237265" y="2041749"/>
            <a:ext cx="8775098" cy="732508"/>
          </a:xfrm>
        </p:spPr>
        <p:txBody>
          <a:bodyPr/>
          <a:lstStyle/>
          <a:p>
            <a:r>
              <a:rPr lang="en-US" noProof="0" dirty="0"/>
              <a:t>a) A correlated subquery that sums all orders with a date less than or equal to the current row's date</a:t>
            </a:r>
          </a:p>
          <a:p>
            <a:r>
              <a:rPr lang="en-US" noProof="0" dirty="0"/>
              <a:t>b) A recursive CTE that accumulates totals by iterating through each date</a:t>
            </a:r>
          </a:p>
          <a:p>
            <a:r>
              <a:rPr lang="en-US" noProof="0" dirty="0"/>
              <a:t>c) An aggregate function with `OVER (ORDER BY)` clause to create a window function</a:t>
            </a:r>
          </a:p>
        </p:txBody>
      </p:sp>
      <p:sp>
        <p:nvSpPr>
          <p:cNvPr id="54" name="Graphic 26">
            <a:extLst>
              <a:ext uri="{FF2B5EF4-FFF2-40B4-BE49-F238E27FC236}">
                <a16:creationId xmlns:a16="http://schemas.microsoft.com/office/drawing/2014/main" id="{9DA246D8-0ED3-802F-0781-404D86721549}"/>
              </a:ext>
              <a:ext uri="{C183D7F6-B498-43B3-948B-1728B52AA6E4}">
                <adec:decorative xmlns:adec="http://schemas.microsoft.com/office/drawing/2017/decorative" val="1"/>
              </a:ext>
            </a:extLst>
          </p:cNvPr>
          <p:cNvSpPr/>
          <p:nvPr/>
        </p:nvSpPr>
        <p:spPr>
          <a:xfrm>
            <a:off x="1278720" y="2569745"/>
            <a:ext cx="163976" cy="115172"/>
          </a:xfrm>
          <a:custGeom>
            <a:avLst/>
            <a:gdLst>
              <a:gd name="connsiteX0" fmla="*/ 249301 w 273255"/>
              <a:gd name="connsiteY0" fmla="*/ 0 h 191929"/>
              <a:gd name="connsiteX1" fmla="*/ 97887 w 273255"/>
              <a:gd name="connsiteY1" fmla="*/ 143134 h 191929"/>
              <a:gd name="connsiteX2" fmla="*/ 25137 w 273255"/>
              <a:gd name="connsiteY2" fmla="*/ 68610 h 191929"/>
              <a:gd name="connsiteX3" fmla="*/ 0 w 273255"/>
              <a:gd name="connsiteY3" fmla="*/ 92564 h 191929"/>
              <a:gd name="connsiteX4" fmla="*/ 96704 w 273255"/>
              <a:gd name="connsiteY4" fmla="*/ 191930 h 191929"/>
              <a:gd name="connsiteX5" fmla="*/ 122137 w 273255"/>
              <a:gd name="connsiteY5" fmla="*/ 168271 h 191929"/>
              <a:gd name="connsiteX6" fmla="*/ 273256 w 273255"/>
              <a:gd name="connsiteY6" fmla="*/ 24841 h 1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255" h="191929">
                <a:moveTo>
                  <a:pt x="249301" y="0"/>
                </a:moveTo>
                <a:lnTo>
                  <a:pt x="97887" y="143134"/>
                </a:lnTo>
                <a:lnTo>
                  <a:pt x="25137" y="68610"/>
                </a:lnTo>
                <a:lnTo>
                  <a:pt x="0" y="92564"/>
                </a:lnTo>
                <a:lnTo>
                  <a:pt x="96704" y="191930"/>
                </a:lnTo>
                <a:lnTo>
                  <a:pt x="122137" y="168271"/>
                </a:lnTo>
                <a:lnTo>
                  <a:pt x="273256" y="24841"/>
                </a:lnTo>
                <a:close/>
              </a:path>
            </a:pathLst>
          </a:custGeom>
          <a:noFill/>
          <a:ln w="31750" cap="flat">
            <a:solidFill>
              <a:schemeClr val="accent2"/>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endParaRPr>
          </a:p>
        </p:txBody>
      </p:sp>
      <p:sp>
        <p:nvSpPr>
          <p:cNvPr id="7" name="Text Placeholder 6"/>
          <p:cNvSpPr>
            <a:spLocks noGrp="1"/>
          </p:cNvSpPr>
          <p:nvPr>
            <p:ph type="body" sz="quarter" idx="22"/>
          </p:nvPr>
        </p:nvSpPr>
        <p:spPr/>
        <p:txBody>
          <a:bodyPr/>
          <a:lstStyle/>
          <a:p>
            <a:r>
              <a:rPr lang="en-US" noProof="0" dirty="0"/>
              <a:t>You're building a JSON response from relational data and need to include an array of related order items for each customer. Which combination of functions creates nested JSON with arrays from grouped rows?</a:t>
            </a:r>
          </a:p>
        </p:txBody>
      </p:sp>
      <p:sp>
        <p:nvSpPr>
          <p:cNvPr id="8" name="Text Placeholder 7"/>
          <p:cNvSpPr>
            <a:spLocks noGrp="1"/>
          </p:cNvSpPr>
          <p:nvPr>
            <p:ph type="body" sz="quarter" idx="23"/>
          </p:nvPr>
        </p:nvSpPr>
        <p:spPr>
          <a:xfrm>
            <a:off x="1237265" y="3487113"/>
            <a:ext cx="8775098" cy="732508"/>
          </a:xfrm>
        </p:spPr>
        <p:txBody>
          <a:bodyPr/>
          <a:lstStyle/>
          <a:p>
            <a:r>
              <a:rPr lang="en-US" noProof="0" dirty="0"/>
              <a:t>a) `FOR JSON PATH` with nested subqueries</a:t>
            </a:r>
          </a:p>
          <a:p>
            <a:r>
              <a:rPr lang="en-US" noProof="0" dirty="0"/>
              <a:t>b) `JSON_OBJECT` combined with `JSON_ARRAYAGG` to aggregate rows into arrays</a:t>
            </a:r>
          </a:p>
          <a:p>
            <a:r>
              <a:rPr lang="en-US" noProof="0" dirty="0"/>
              <a:t>c) `OPENJSON` with a `WITH` clause to define the output schema</a:t>
            </a:r>
          </a:p>
        </p:txBody>
      </p:sp>
      <p:sp>
        <p:nvSpPr>
          <p:cNvPr id="55" name="Graphic 26">
            <a:extLst>
              <a:ext uri="{FF2B5EF4-FFF2-40B4-BE49-F238E27FC236}">
                <a16:creationId xmlns:a16="http://schemas.microsoft.com/office/drawing/2014/main" id="{97BC0CD6-09A4-EA1F-1640-79CB3A89D1F3}"/>
              </a:ext>
              <a:ext uri="{C183D7F6-B498-43B3-948B-1728B52AA6E4}">
                <adec:decorative xmlns:adec="http://schemas.microsoft.com/office/drawing/2017/decorative" val="1"/>
              </a:ext>
            </a:extLst>
          </p:cNvPr>
          <p:cNvSpPr/>
          <p:nvPr/>
        </p:nvSpPr>
        <p:spPr>
          <a:xfrm>
            <a:off x="1278720" y="3772481"/>
            <a:ext cx="163976" cy="115172"/>
          </a:xfrm>
          <a:custGeom>
            <a:avLst/>
            <a:gdLst>
              <a:gd name="connsiteX0" fmla="*/ 249301 w 273255"/>
              <a:gd name="connsiteY0" fmla="*/ 0 h 191929"/>
              <a:gd name="connsiteX1" fmla="*/ 97887 w 273255"/>
              <a:gd name="connsiteY1" fmla="*/ 143134 h 191929"/>
              <a:gd name="connsiteX2" fmla="*/ 25137 w 273255"/>
              <a:gd name="connsiteY2" fmla="*/ 68610 h 191929"/>
              <a:gd name="connsiteX3" fmla="*/ 0 w 273255"/>
              <a:gd name="connsiteY3" fmla="*/ 92564 h 191929"/>
              <a:gd name="connsiteX4" fmla="*/ 96704 w 273255"/>
              <a:gd name="connsiteY4" fmla="*/ 191930 h 191929"/>
              <a:gd name="connsiteX5" fmla="*/ 122137 w 273255"/>
              <a:gd name="connsiteY5" fmla="*/ 168271 h 191929"/>
              <a:gd name="connsiteX6" fmla="*/ 273256 w 273255"/>
              <a:gd name="connsiteY6" fmla="*/ 24841 h 1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255" h="191929">
                <a:moveTo>
                  <a:pt x="249301" y="0"/>
                </a:moveTo>
                <a:lnTo>
                  <a:pt x="97887" y="143134"/>
                </a:lnTo>
                <a:lnTo>
                  <a:pt x="25137" y="68610"/>
                </a:lnTo>
                <a:lnTo>
                  <a:pt x="0" y="92564"/>
                </a:lnTo>
                <a:lnTo>
                  <a:pt x="96704" y="191930"/>
                </a:lnTo>
                <a:lnTo>
                  <a:pt x="122137" y="168271"/>
                </a:lnTo>
                <a:lnTo>
                  <a:pt x="273256" y="24841"/>
                </a:lnTo>
                <a:close/>
              </a:path>
            </a:pathLst>
          </a:custGeom>
          <a:noFill/>
          <a:ln w="31750" cap="flat">
            <a:solidFill>
              <a:schemeClr val="accent2"/>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endParaRPr>
          </a:p>
        </p:txBody>
      </p:sp>
      <p:sp>
        <p:nvSpPr>
          <p:cNvPr id="5" name="Text Placeholder 4"/>
          <p:cNvSpPr>
            <a:spLocks noGrp="1"/>
          </p:cNvSpPr>
          <p:nvPr>
            <p:ph type="body" sz="quarter" idx="20"/>
          </p:nvPr>
        </p:nvSpPr>
        <p:spPr/>
        <p:txBody>
          <a:bodyPr/>
          <a:lstStyle/>
          <a:p>
            <a:r>
              <a:rPr lang="en-US" noProof="0" dirty="0"/>
              <a:t>You need to find customer records where names might be misspelled, such as finding 'John Smith' when the database contains 'Jon Smyth'. Which approach provides the best results for name matching?</a:t>
            </a:r>
          </a:p>
        </p:txBody>
      </p:sp>
      <p:sp>
        <p:nvSpPr>
          <p:cNvPr id="6" name="Text Placeholder 5"/>
          <p:cNvSpPr>
            <a:spLocks noGrp="1"/>
          </p:cNvSpPr>
          <p:nvPr>
            <p:ph type="body" sz="quarter" idx="21"/>
          </p:nvPr>
        </p:nvSpPr>
        <p:spPr>
          <a:xfrm>
            <a:off x="1237265" y="4936855"/>
            <a:ext cx="8775098" cy="732508"/>
          </a:xfrm>
        </p:spPr>
        <p:txBody>
          <a:bodyPr/>
          <a:lstStyle/>
          <a:p>
            <a:r>
              <a:rPr lang="en-US" noProof="0" dirty="0"/>
              <a:t>a) Use `LIKE` with wildcards such as `WHERE Name LIKE '%</a:t>
            </a:r>
            <a:r>
              <a:rPr lang="en-US" noProof="0" dirty="0" err="1"/>
              <a:t>ohn</a:t>
            </a:r>
            <a:r>
              <a:rPr lang="en-US" noProof="0" dirty="0"/>
              <a:t>%'`</a:t>
            </a:r>
          </a:p>
          <a:p>
            <a:r>
              <a:rPr lang="en-US" noProof="0" dirty="0"/>
              <a:t>b) Use `SOUNDEX` to compare phonetic representations</a:t>
            </a:r>
          </a:p>
          <a:p>
            <a:r>
              <a:rPr lang="en-US" noProof="0" dirty="0"/>
              <a:t>c) Use `JARO_WINKLER_DISTANCE` which is optimized for name comparison and considers prefix matching</a:t>
            </a:r>
          </a:p>
        </p:txBody>
      </p:sp>
      <p:sp>
        <p:nvSpPr>
          <p:cNvPr id="56" name="Graphic 26">
            <a:extLst>
              <a:ext uri="{FF2B5EF4-FFF2-40B4-BE49-F238E27FC236}">
                <a16:creationId xmlns:a16="http://schemas.microsoft.com/office/drawing/2014/main" id="{D2BDFF80-7236-17A9-E457-8E8AC074C0D4}"/>
              </a:ext>
              <a:ext uri="{C183D7F6-B498-43B3-948B-1728B52AA6E4}">
                <adec:decorative xmlns:adec="http://schemas.microsoft.com/office/drawing/2017/decorative" val="1"/>
              </a:ext>
            </a:extLst>
          </p:cNvPr>
          <p:cNvSpPr/>
          <p:nvPr/>
        </p:nvSpPr>
        <p:spPr>
          <a:xfrm>
            <a:off x="1278720" y="5461939"/>
            <a:ext cx="163976" cy="115172"/>
          </a:xfrm>
          <a:custGeom>
            <a:avLst/>
            <a:gdLst>
              <a:gd name="connsiteX0" fmla="*/ 249301 w 273255"/>
              <a:gd name="connsiteY0" fmla="*/ 0 h 191929"/>
              <a:gd name="connsiteX1" fmla="*/ 97887 w 273255"/>
              <a:gd name="connsiteY1" fmla="*/ 143134 h 191929"/>
              <a:gd name="connsiteX2" fmla="*/ 25137 w 273255"/>
              <a:gd name="connsiteY2" fmla="*/ 68610 h 191929"/>
              <a:gd name="connsiteX3" fmla="*/ 0 w 273255"/>
              <a:gd name="connsiteY3" fmla="*/ 92564 h 191929"/>
              <a:gd name="connsiteX4" fmla="*/ 96704 w 273255"/>
              <a:gd name="connsiteY4" fmla="*/ 191930 h 191929"/>
              <a:gd name="connsiteX5" fmla="*/ 122137 w 273255"/>
              <a:gd name="connsiteY5" fmla="*/ 168271 h 191929"/>
              <a:gd name="connsiteX6" fmla="*/ 273256 w 273255"/>
              <a:gd name="connsiteY6" fmla="*/ 24841 h 1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255" h="191929">
                <a:moveTo>
                  <a:pt x="249301" y="0"/>
                </a:moveTo>
                <a:lnTo>
                  <a:pt x="97887" y="143134"/>
                </a:lnTo>
                <a:lnTo>
                  <a:pt x="25137" y="68610"/>
                </a:lnTo>
                <a:lnTo>
                  <a:pt x="0" y="92564"/>
                </a:lnTo>
                <a:lnTo>
                  <a:pt x="96704" y="191930"/>
                </a:lnTo>
                <a:lnTo>
                  <a:pt x="122137" y="168271"/>
                </a:lnTo>
                <a:lnTo>
                  <a:pt x="273256" y="24841"/>
                </a:lnTo>
                <a:close/>
              </a:path>
            </a:pathLst>
          </a:custGeom>
          <a:noFill/>
          <a:ln w="31750" cap="flat">
            <a:solidFill>
              <a:schemeClr val="accent2"/>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5"/>
                                        </p:tgtEl>
                                        <p:attrNameLst>
                                          <p:attrName>style.visibility</p:attrName>
                                        </p:attrNameLst>
                                      </p:cBhvr>
                                      <p:to>
                                        <p:strVal val="visible"/>
                                      </p:to>
                                    </p:set>
                                    <p:animEffect transition="in" filter="fade">
                                      <p:cBhvr>
                                        <p:cTn id="12" dur="500"/>
                                        <p:tgtEl>
                                          <p:spTgt spid="5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6"/>
                                        </p:tgtEl>
                                        <p:attrNameLst>
                                          <p:attrName>style.visibility</p:attrName>
                                        </p:attrNameLst>
                                      </p:cBhvr>
                                      <p:to>
                                        <p:strVal val="visible"/>
                                      </p:to>
                                    </p:set>
                                    <p:animEffect transition="in" filter="fade">
                                      <p:cBhvr>
                                        <p:cTn id="17"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animBg="1"/>
      <p:bldP spid="55" grpId="0" animBg="1"/>
      <p:bldP spid="56"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Summary</a:t>
            </a:r>
            <a:r>
              <a:rPr lang="en-US" dirty="0"/>
              <a:t> - Write advanced SQL code</a:t>
            </a:r>
            <a:endParaRPr lang="en-US" noProof="0" dirty="0"/>
          </a:p>
        </p:txBody>
      </p:sp>
      <p:sp>
        <p:nvSpPr>
          <p:cNvPr id="5" name="Text Placeholder 4"/>
          <p:cNvSpPr>
            <a:spLocks noGrp="1"/>
          </p:cNvSpPr>
          <p:nvPr>
            <p:ph type="body" sz="quarter" idx="34"/>
          </p:nvPr>
        </p:nvSpPr>
        <p:spPr/>
        <p:txBody>
          <a:bodyPr/>
          <a:lstStyle/>
          <a:p>
            <a:r>
              <a:rPr lang="en-US" noProof="0" dirty="0"/>
              <a:t>Write advanced SQL code</a:t>
            </a:r>
          </a:p>
        </p:txBody>
      </p:sp>
      <p:grpSp>
        <p:nvGrpSpPr>
          <p:cNvPr id="9" name="Group 8">
            <a:extLst>
              <a:ext uri="{FF2B5EF4-FFF2-40B4-BE49-F238E27FC236}">
                <a16:creationId xmlns:a16="http://schemas.microsoft.com/office/drawing/2014/main" id="{F5C91CFC-3FBE-E970-883F-4232E7BFF5B8}"/>
              </a:ext>
              <a:ext uri="{C183D7F6-B498-43B3-948B-1728B52AA6E4}">
                <adec:decorative xmlns:adec="http://schemas.microsoft.com/office/drawing/2017/decorative" val="1"/>
              </a:ext>
            </a:extLst>
          </p:cNvPr>
          <p:cNvGrpSpPr/>
          <p:nvPr/>
        </p:nvGrpSpPr>
        <p:grpSpPr>
          <a:xfrm>
            <a:off x="2563579" y="1585913"/>
            <a:ext cx="1110600" cy="1110600"/>
            <a:chOff x="5540700" y="2116300"/>
            <a:chExt cx="1110600" cy="1110600"/>
          </a:xfrm>
        </p:grpSpPr>
        <p:sp>
          <p:nvSpPr>
            <p:cNvPr id="10" name="Oval 9">
              <a:extLst>
                <a:ext uri="{FF2B5EF4-FFF2-40B4-BE49-F238E27FC236}">
                  <a16:creationId xmlns:a16="http://schemas.microsoft.com/office/drawing/2014/main" id="{9E151EA8-7431-4852-E135-75C8C7B2226F}"/>
                </a:ext>
              </a:extLst>
            </p:cNvPr>
            <p:cNvSpPr/>
            <p:nvPr/>
          </p:nvSpPr>
          <p:spPr>
            <a:xfrm>
              <a:off x="5540700" y="2116300"/>
              <a:ext cx="1110600" cy="111060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Segoe UI"/>
                <a:ea typeface="+mn-ea"/>
                <a:cs typeface="+mn-cs"/>
              </a:endParaRPr>
            </a:p>
          </p:txBody>
        </p:sp>
        <p:pic>
          <p:nvPicPr>
            <p:cNvPr id="11" name="Picture 10">
              <a:extLst>
                <a:ext uri="{FF2B5EF4-FFF2-40B4-BE49-F238E27FC236}">
                  <a16:creationId xmlns:a16="http://schemas.microsoft.com/office/drawing/2014/main" id="{2ED8C6FB-9935-B9D1-3CA6-CDFBA7B1B5CD}"/>
                </a:ext>
              </a:extLst>
            </p:cNvPr>
            <p:cNvPicPr/>
            <p:nvPr/>
          </p:nvPicPr>
          <p:blipFill>
            <a:blip r:embed="rId3"/>
            <a:srcRect/>
            <a:stretch/>
          </p:blipFill>
          <p:spPr>
            <a:xfrm>
              <a:off x="5749602" y="2325202"/>
              <a:ext cx="692796" cy="692796"/>
            </a:xfrm>
            <a:prstGeom prst="rect">
              <a:avLst/>
            </a:prstGeom>
            <a:noFill/>
          </p:spPr>
        </p:pic>
      </p:grpSp>
      <p:sp>
        <p:nvSpPr>
          <p:cNvPr id="3" name="Text Placeholder 2"/>
          <p:cNvSpPr>
            <a:spLocks noGrp="1"/>
          </p:cNvSpPr>
          <p:nvPr>
            <p:ph type="body" sz="quarter" idx="17"/>
          </p:nvPr>
        </p:nvSpPr>
        <p:spPr/>
        <p:txBody>
          <a:bodyPr/>
          <a:lstStyle/>
          <a:p>
            <a:r>
              <a:rPr lang="en-US" noProof="0" dirty="0"/>
              <a:t>What you learned</a:t>
            </a:r>
          </a:p>
        </p:txBody>
      </p:sp>
      <p:sp>
        <p:nvSpPr>
          <p:cNvPr id="4" name="Text Placeholder 3"/>
          <p:cNvSpPr>
            <a:spLocks noGrp="1"/>
          </p:cNvSpPr>
          <p:nvPr>
            <p:ph type="body" sz="quarter" idx="35"/>
          </p:nvPr>
        </p:nvSpPr>
        <p:spPr>
          <a:xfrm>
            <a:off x="4358229" y="2578100"/>
            <a:ext cx="6652671" cy="2856167"/>
          </a:xfrm>
        </p:spPr>
        <p:txBody>
          <a:bodyPr/>
          <a:lstStyle/>
          <a:p>
            <a:r>
              <a:rPr lang="en-US" b="1" noProof="0" dirty="0"/>
              <a:t>CTEs: </a:t>
            </a:r>
            <a:r>
              <a:rPr lang="en-US" noProof="0" dirty="0"/>
              <a:t>WITH clause for readable queries; recursive for hierarchies</a:t>
            </a:r>
          </a:p>
          <a:p>
            <a:endParaRPr lang="en-US" noProof="0" dirty="0"/>
          </a:p>
          <a:p>
            <a:r>
              <a:rPr lang="en-US" b="1" noProof="0" dirty="0"/>
              <a:t>Window functions: </a:t>
            </a:r>
            <a:r>
              <a:rPr lang="en-US" noProof="0" dirty="0"/>
              <a:t>OVER clause for ranking, running totals, analytics</a:t>
            </a:r>
          </a:p>
          <a:p>
            <a:endParaRPr lang="en-US" noProof="0" dirty="0"/>
          </a:p>
          <a:p>
            <a:r>
              <a:rPr lang="en-US" b="1" noProof="0" dirty="0"/>
              <a:t>JSON: </a:t>
            </a:r>
            <a:r>
              <a:rPr lang="en-US" noProof="0" dirty="0"/>
              <a:t>JSON_VALUE, OPENJSON, JSON_OBJECT, JSON_ARRAYAGG</a:t>
            </a:r>
          </a:p>
          <a:p>
            <a:endParaRPr lang="en-US" noProof="0" dirty="0"/>
          </a:p>
          <a:p>
            <a:r>
              <a:rPr lang="en-US" b="1" noProof="0" dirty="0"/>
              <a:t>Text processing: </a:t>
            </a:r>
            <a:r>
              <a:rPr lang="en-US" noProof="0" dirty="0"/>
              <a:t>regex (REGEXP_LIKE) + fuzzy (JARO_WINKLER_DISTANCE)</a:t>
            </a:r>
          </a:p>
          <a:p>
            <a:endParaRPr lang="en-US" noProof="0" dirty="0"/>
          </a:p>
          <a:p>
            <a:r>
              <a:rPr lang="en-US" b="1" noProof="0" dirty="0"/>
              <a:t>Graph + patterns: </a:t>
            </a:r>
            <a:r>
              <a:rPr lang="en-US" noProof="0" dirty="0"/>
              <a:t>MATCH traversal, correlated subqueries, TRY...CATCH</a:t>
            </a: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ED0E88-8EF2-5256-B061-2E04DF10D433}"/>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F7B60150-4EEA-4DB7-F6F9-717A44378881}"/>
              </a:ext>
            </a:extLst>
          </p:cNvPr>
          <p:cNvSpPr>
            <a:spLocks noGrp="1"/>
          </p:cNvSpPr>
          <p:nvPr>
            <p:ph type="title"/>
          </p:nvPr>
        </p:nvSpPr>
        <p:spPr>
          <a:xfrm>
            <a:off x="569911" y="2153504"/>
            <a:ext cx="6345239" cy="1846659"/>
          </a:xfrm>
        </p:spPr>
        <p:txBody>
          <a:bodyPr/>
          <a:lstStyle/>
          <a:p>
            <a:r>
              <a:rPr lang="en-US" noProof="0" dirty="0"/>
              <a:t>Design and implement SQL solutions</a:t>
            </a:r>
            <a:br>
              <a:rPr lang="en-US" noProof="0" dirty="0"/>
            </a:br>
            <a:r>
              <a:rPr lang="en-US" noProof="0" dirty="0"/>
              <a:t>using AI-assisted tools</a:t>
            </a:r>
          </a:p>
        </p:txBody>
      </p:sp>
      <p:sp>
        <p:nvSpPr>
          <p:cNvPr id="11" name="Footer Placeholder 10">
            <a:extLst>
              <a:ext uri="{FF2B5EF4-FFF2-40B4-BE49-F238E27FC236}">
                <a16:creationId xmlns:a16="http://schemas.microsoft.com/office/drawing/2014/main" id="{2A53BD27-E8D1-3A70-244F-C1F202318443}"/>
              </a:ext>
            </a:extLst>
          </p:cNvPr>
          <p:cNvSpPr>
            <a:spLocks noGrp="1"/>
          </p:cNvSpPr>
          <p:nvPr>
            <p:ph type="ftr" sz="quarter" idx="3"/>
          </p:nvPr>
        </p:nvSpPr>
        <p:spPr/>
        <p:txBody>
          <a:bodyPr/>
          <a:lstStyle/>
          <a:p>
            <a:pPr defTabSz="914367">
              <a:defRPr/>
            </a:pPr>
            <a:r>
              <a:rPr lang="en-US" noProof="0" dirty="0">
                <a:solidFill>
                  <a:srgbClr val="000000"/>
                </a:solidFill>
              </a:rPr>
              <a:t>© Copyright Microsoft Corporation. All rights reserved.</a:t>
            </a:r>
          </a:p>
        </p:txBody>
      </p:sp>
      <p:sp>
        <p:nvSpPr>
          <p:cNvPr id="2" name="Rectangle 1">
            <a:extLst>
              <a:ext uri="{FF2B5EF4-FFF2-40B4-BE49-F238E27FC236}">
                <a16:creationId xmlns:a16="http://schemas.microsoft.com/office/drawing/2014/main" id="{2F5B4F61-075A-100E-D1B7-312DAF165FD1}"/>
              </a:ext>
              <a:ext uri="{C183D7F6-B498-43B3-948B-1728B52AA6E4}">
                <adec:decorative xmlns:adec="http://schemas.microsoft.com/office/drawing/2017/decorative" val="1"/>
              </a:ext>
            </a:extLst>
          </p:cNvPr>
          <p:cNvSpPr/>
          <p:nvPr/>
        </p:nvSpPr>
        <p:spPr bwMode="auto">
          <a:xfrm>
            <a:off x="2888243" y="1229710"/>
            <a:ext cx="914400" cy="914400"/>
          </a:xfrm>
          <a:prstGeom prst="rect">
            <a:avLst/>
          </a:prstGeom>
          <a:solidFill>
            <a:srgbClr val="E8E6DF"/>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noProof="0" dirty="0">
              <a:gradFill>
                <a:gsLst>
                  <a:gs pos="0">
                    <a:srgbClr val="FFFFFF"/>
                  </a:gs>
                  <a:gs pos="100000">
                    <a:srgbClr val="FFFFFF"/>
                  </a:gs>
                </a:gsLst>
                <a:lin ang="5400000" scaled="0"/>
              </a:gradFill>
              <a:ea typeface="Segoe UI" pitchFamily="34" charset="0"/>
              <a:cs typeface="Segoe UI" pitchFamily="34" charset="0"/>
            </a:endParaRPr>
          </a:p>
        </p:txBody>
      </p:sp>
    </p:spTree>
    <p:extLst>
      <p:ext uri="{BB962C8B-B14F-4D97-AF65-F5344CB8AC3E}">
        <p14:creationId xmlns:p14="http://schemas.microsoft.com/office/powerpoint/2010/main" val="30818259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AI-assisted development tools</a:t>
            </a:r>
          </a:p>
        </p:txBody>
      </p:sp>
      <p:sp>
        <p:nvSpPr>
          <p:cNvPr id="3" name="Text Placeholder 2"/>
          <p:cNvSpPr>
            <a:spLocks noGrp="1"/>
          </p:cNvSpPr>
          <p:nvPr>
            <p:ph type="body" sz="quarter" idx="16"/>
          </p:nvPr>
        </p:nvSpPr>
        <p:spPr/>
        <p:txBody>
          <a:bodyPr/>
          <a:lstStyle/>
          <a:p>
            <a:r>
              <a:rPr lang="en-US" noProof="0" dirty="0"/>
              <a:t>GitHub Copilot &amp; Fabric Copilot</a:t>
            </a:r>
          </a:p>
        </p:txBody>
      </p:sp>
      <p:sp>
        <p:nvSpPr>
          <p:cNvPr id="4" name="Text Placeholder 3"/>
          <p:cNvSpPr>
            <a:spLocks noGrp="1"/>
          </p:cNvSpPr>
          <p:nvPr>
            <p:ph type="body" sz="quarter" idx="15"/>
          </p:nvPr>
        </p:nvSpPr>
        <p:spPr>
          <a:xfrm>
            <a:off x="586388" y="2287148"/>
            <a:ext cx="5204812" cy="2283702"/>
          </a:xfrm>
        </p:spPr>
        <p:txBody>
          <a:bodyPr/>
          <a:lstStyle/>
          <a:p>
            <a:r>
              <a:rPr lang="en-US" sz="1400" b="1" noProof="0" dirty="0"/>
              <a:t>Code completion: </a:t>
            </a:r>
            <a:r>
              <a:rPr lang="en-US" sz="1400" noProof="0" dirty="0"/>
              <a:t>Suggests T-SQL as you type</a:t>
            </a:r>
          </a:p>
          <a:p>
            <a:endParaRPr lang="en-US" sz="1400" noProof="0" dirty="0"/>
          </a:p>
          <a:p>
            <a:r>
              <a:rPr lang="en-US" sz="1400" b="1" noProof="0" dirty="0"/>
              <a:t>Natural language to SQL: </a:t>
            </a:r>
            <a:r>
              <a:rPr lang="en-US" sz="1400" noProof="0" dirty="0"/>
              <a:t>Describe queries in plain English</a:t>
            </a:r>
          </a:p>
          <a:p>
            <a:endParaRPr lang="en-US" sz="1400" noProof="0" dirty="0"/>
          </a:p>
          <a:p>
            <a:r>
              <a:rPr lang="en-US" sz="1400" b="1" noProof="0" dirty="0"/>
              <a:t>Code explanation: </a:t>
            </a:r>
            <a:r>
              <a:rPr lang="en-US" sz="1400" noProof="0" dirty="0"/>
              <a:t>Understand unfamiliar stored procedures</a:t>
            </a:r>
          </a:p>
          <a:p>
            <a:endParaRPr lang="en-US" sz="1400" noProof="0" dirty="0"/>
          </a:p>
          <a:p>
            <a:r>
              <a:rPr lang="en-US" sz="1400" b="1" noProof="0" dirty="0"/>
              <a:t>Query optimization: </a:t>
            </a:r>
            <a:r>
              <a:rPr lang="en-US" sz="1400" noProof="0" dirty="0"/>
              <a:t>Performance suggestions for your schema</a:t>
            </a:r>
          </a:p>
          <a:p>
            <a:endParaRPr lang="en-US" sz="1400" noProof="0" dirty="0"/>
          </a:p>
          <a:p>
            <a:r>
              <a:rPr lang="en-US" sz="1400" b="1" noProof="0" dirty="0"/>
              <a:t>MCP integration: </a:t>
            </a:r>
            <a:r>
              <a:rPr lang="en-US" sz="1400" noProof="0" dirty="0"/>
              <a:t>Live database context for accurate results</a:t>
            </a:r>
          </a:p>
        </p:txBody>
      </p:sp>
      <p:sp>
        <p:nvSpPr>
          <p:cNvPr id="5" name="Rounded Rectangle 4">
            <a:extLst>
              <a:ext uri="{C183D7F6-B498-43B3-948B-1728B52AA6E4}">
                <adec:decorative xmlns:adec="http://schemas.microsoft.com/office/drawing/2017/decorative" val="1"/>
              </a:ext>
            </a:extLst>
          </p:cNvPr>
          <p:cNvSpPr/>
          <p:nvPr/>
        </p:nvSpPr>
        <p:spPr>
          <a:xfrm>
            <a:off x="6200000" y="1750000"/>
            <a:ext cx="2700000" cy="3800000"/>
          </a:xfrm>
          <a:prstGeom prst="roundRect">
            <a:avLst/>
          </a:prstGeom>
          <a:solidFill>
            <a:srgbClr val="FFFFFF"/>
          </a:solidFill>
          <a:ln w="12700">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6" name="Rounded Rectangle 5">
            <a:extLst>
              <a:ext uri="{C183D7F6-B498-43B3-948B-1728B52AA6E4}">
                <adec:decorative xmlns:adec="http://schemas.microsoft.com/office/drawing/2017/decorative" val="1"/>
              </a:ext>
            </a:extLst>
          </p:cNvPr>
          <p:cNvSpPr/>
          <p:nvPr/>
        </p:nvSpPr>
        <p:spPr>
          <a:xfrm>
            <a:off x="6200000" y="1750000"/>
            <a:ext cx="2700000" cy="400000"/>
          </a:xfrm>
          <a:prstGeom prst="roundRect">
            <a:avLst/>
          </a:prstGeom>
          <a:solidFill>
            <a:srgbClr val="1A237E"/>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7" name="TextBox 6"/>
          <p:cNvSpPr txBox="1"/>
          <p:nvPr/>
        </p:nvSpPr>
        <p:spPr>
          <a:xfrm>
            <a:off x="6280000" y="1790000"/>
            <a:ext cx="2540000" cy="180000"/>
          </a:xfrm>
          <a:prstGeom prst="rect">
            <a:avLst/>
          </a:prstGeom>
          <a:noFill/>
        </p:spPr>
        <p:txBody>
          <a:bodyPr wrap="square">
            <a:spAutoFit/>
          </a:bodyPr>
          <a:lstStyle/>
          <a:p>
            <a:pPr algn="ctr"/>
            <a:r>
              <a:rPr lang="en-US" sz="1200" b="1" noProof="0" dirty="0">
                <a:solidFill>
                  <a:srgbClr val="FFFFFF"/>
                </a:solidFill>
              </a:rPr>
              <a:t>GitHub Copilot</a:t>
            </a:r>
          </a:p>
        </p:txBody>
      </p:sp>
      <p:sp>
        <p:nvSpPr>
          <p:cNvPr id="8" name="TextBox 7"/>
          <p:cNvSpPr txBox="1"/>
          <p:nvPr/>
        </p:nvSpPr>
        <p:spPr>
          <a:xfrm>
            <a:off x="6280000" y="1970000"/>
            <a:ext cx="2540000" cy="160000"/>
          </a:xfrm>
          <a:prstGeom prst="rect">
            <a:avLst/>
          </a:prstGeom>
          <a:noFill/>
        </p:spPr>
        <p:txBody>
          <a:bodyPr wrap="square">
            <a:spAutoFit/>
          </a:bodyPr>
          <a:lstStyle/>
          <a:p>
            <a:pPr algn="ctr"/>
            <a:r>
              <a:rPr lang="en-US" sz="800" b="0" noProof="0" dirty="0">
                <a:solidFill>
                  <a:srgbClr val="BBBBDD"/>
                </a:solidFill>
              </a:rPr>
              <a:t>VS Code  |  SSMS  |  Visual Studio</a:t>
            </a:r>
          </a:p>
        </p:txBody>
      </p:sp>
      <p:pic>
        <p:nvPicPr>
          <p:cNvPr id="9" name="Picture 8" descr="GitHub icon"/>
          <p:cNvPicPr>
            <a:picLocks noChangeAspect="1"/>
          </p:cNvPicPr>
          <p:nvPr/>
        </p:nvPicPr>
        <p:blipFill>
          <a:blip r:embed="rId3"/>
          <a:stretch>
            <a:fillRect/>
          </a:stretch>
        </p:blipFill>
        <p:spPr>
          <a:xfrm>
            <a:off x="7250000" y="2409757"/>
            <a:ext cx="600000" cy="600000"/>
          </a:xfrm>
          <a:prstGeom prst="rect">
            <a:avLst/>
          </a:prstGeom>
        </p:spPr>
      </p:pic>
      <p:sp>
        <p:nvSpPr>
          <p:cNvPr id="10" name="Oval 9">
            <a:extLst>
              <a:ext uri="{C183D7F6-B498-43B3-948B-1728B52AA6E4}">
                <adec:decorative xmlns:adec="http://schemas.microsoft.com/office/drawing/2017/decorative" val="1"/>
              </a:ext>
            </a:extLst>
          </p:cNvPr>
          <p:cNvSpPr/>
          <p:nvPr/>
        </p:nvSpPr>
        <p:spPr>
          <a:xfrm>
            <a:off x="6320000" y="3201647"/>
            <a:ext cx="80000" cy="8000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1" name="TextBox 10"/>
          <p:cNvSpPr txBox="1"/>
          <p:nvPr/>
        </p:nvSpPr>
        <p:spPr>
          <a:xfrm>
            <a:off x="6440000" y="3176647"/>
            <a:ext cx="2340000" cy="200000"/>
          </a:xfrm>
          <a:prstGeom prst="rect">
            <a:avLst/>
          </a:prstGeom>
          <a:noFill/>
        </p:spPr>
        <p:txBody>
          <a:bodyPr wrap="square">
            <a:spAutoFit/>
          </a:bodyPr>
          <a:lstStyle/>
          <a:p>
            <a:r>
              <a:rPr lang="en-US" sz="900" noProof="0" dirty="0">
                <a:solidFill>
                  <a:srgbClr val="1E1E1E"/>
                </a:solidFill>
              </a:rPr>
              <a:t>Code completion as you type</a:t>
            </a:r>
          </a:p>
        </p:txBody>
      </p:sp>
      <p:sp>
        <p:nvSpPr>
          <p:cNvPr id="12" name="Oval 11">
            <a:extLst>
              <a:ext uri="{C183D7F6-B498-43B3-948B-1728B52AA6E4}">
                <adec:decorative xmlns:adec="http://schemas.microsoft.com/office/drawing/2017/decorative" val="1"/>
              </a:ext>
            </a:extLst>
          </p:cNvPr>
          <p:cNvSpPr/>
          <p:nvPr/>
        </p:nvSpPr>
        <p:spPr>
          <a:xfrm>
            <a:off x="6320000" y="3411647"/>
            <a:ext cx="80000" cy="8000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3" name="TextBox 12"/>
          <p:cNvSpPr txBox="1"/>
          <p:nvPr/>
        </p:nvSpPr>
        <p:spPr>
          <a:xfrm>
            <a:off x="6440000" y="3386647"/>
            <a:ext cx="2340000" cy="200000"/>
          </a:xfrm>
          <a:prstGeom prst="rect">
            <a:avLst/>
          </a:prstGeom>
          <a:noFill/>
        </p:spPr>
        <p:txBody>
          <a:bodyPr wrap="square">
            <a:spAutoFit/>
          </a:bodyPr>
          <a:lstStyle/>
          <a:p>
            <a:r>
              <a:rPr lang="en-US" sz="900" noProof="0" dirty="0">
                <a:solidFill>
                  <a:srgbClr val="1E1E1E"/>
                </a:solidFill>
              </a:rPr>
              <a:t>Natural language to SQL</a:t>
            </a:r>
          </a:p>
        </p:txBody>
      </p:sp>
      <p:sp>
        <p:nvSpPr>
          <p:cNvPr id="14" name="Oval 13">
            <a:extLst>
              <a:ext uri="{C183D7F6-B498-43B3-948B-1728B52AA6E4}">
                <adec:decorative xmlns:adec="http://schemas.microsoft.com/office/drawing/2017/decorative" val="1"/>
              </a:ext>
            </a:extLst>
          </p:cNvPr>
          <p:cNvSpPr/>
          <p:nvPr/>
        </p:nvSpPr>
        <p:spPr>
          <a:xfrm>
            <a:off x="6320000" y="3621647"/>
            <a:ext cx="80000" cy="8000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5" name="TextBox 14"/>
          <p:cNvSpPr txBox="1"/>
          <p:nvPr/>
        </p:nvSpPr>
        <p:spPr>
          <a:xfrm>
            <a:off x="6440000" y="3596647"/>
            <a:ext cx="2340000" cy="200000"/>
          </a:xfrm>
          <a:prstGeom prst="rect">
            <a:avLst/>
          </a:prstGeom>
          <a:noFill/>
        </p:spPr>
        <p:txBody>
          <a:bodyPr wrap="square">
            <a:spAutoFit/>
          </a:bodyPr>
          <a:lstStyle/>
          <a:p>
            <a:r>
              <a:rPr lang="en-US" sz="900" noProof="0" dirty="0">
                <a:solidFill>
                  <a:srgbClr val="1E1E1E"/>
                </a:solidFill>
              </a:rPr>
              <a:t>Code explanation</a:t>
            </a:r>
          </a:p>
        </p:txBody>
      </p:sp>
      <p:sp>
        <p:nvSpPr>
          <p:cNvPr id="16" name="Oval 15">
            <a:extLst>
              <a:ext uri="{C183D7F6-B498-43B3-948B-1728B52AA6E4}">
                <adec:decorative xmlns:adec="http://schemas.microsoft.com/office/drawing/2017/decorative" val="1"/>
              </a:ext>
            </a:extLst>
          </p:cNvPr>
          <p:cNvSpPr/>
          <p:nvPr/>
        </p:nvSpPr>
        <p:spPr>
          <a:xfrm>
            <a:off x="6320000" y="3831647"/>
            <a:ext cx="80000" cy="8000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7" name="TextBox 16"/>
          <p:cNvSpPr txBox="1"/>
          <p:nvPr/>
        </p:nvSpPr>
        <p:spPr>
          <a:xfrm>
            <a:off x="6440000" y="3806647"/>
            <a:ext cx="2340000" cy="200000"/>
          </a:xfrm>
          <a:prstGeom prst="rect">
            <a:avLst/>
          </a:prstGeom>
          <a:noFill/>
        </p:spPr>
        <p:txBody>
          <a:bodyPr wrap="square">
            <a:spAutoFit/>
          </a:bodyPr>
          <a:lstStyle/>
          <a:p>
            <a:r>
              <a:rPr lang="en-US" sz="900" noProof="0" dirty="0">
                <a:solidFill>
                  <a:srgbClr val="1E1E1E"/>
                </a:solidFill>
              </a:rPr>
              <a:t>Query optimization</a:t>
            </a:r>
          </a:p>
        </p:txBody>
      </p:sp>
      <p:sp>
        <p:nvSpPr>
          <p:cNvPr id="18" name="Oval 17">
            <a:extLst>
              <a:ext uri="{C183D7F6-B498-43B3-948B-1728B52AA6E4}">
                <adec:decorative xmlns:adec="http://schemas.microsoft.com/office/drawing/2017/decorative" val="1"/>
              </a:ext>
            </a:extLst>
          </p:cNvPr>
          <p:cNvSpPr/>
          <p:nvPr/>
        </p:nvSpPr>
        <p:spPr>
          <a:xfrm>
            <a:off x="6320000" y="4041647"/>
            <a:ext cx="80000" cy="8000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9" name="TextBox 18"/>
          <p:cNvSpPr txBox="1"/>
          <p:nvPr/>
        </p:nvSpPr>
        <p:spPr>
          <a:xfrm>
            <a:off x="6440000" y="4016647"/>
            <a:ext cx="2340000" cy="200000"/>
          </a:xfrm>
          <a:prstGeom prst="rect">
            <a:avLst/>
          </a:prstGeom>
          <a:noFill/>
        </p:spPr>
        <p:txBody>
          <a:bodyPr wrap="square">
            <a:spAutoFit/>
          </a:bodyPr>
          <a:lstStyle/>
          <a:p>
            <a:r>
              <a:rPr lang="en-US" sz="900" noProof="0" dirty="0">
                <a:solidFill>
                  <a:srgbClr val="1E1E1E"/>
                </a:solidFill>
              </a:rPr>
              <a:t>Error diagnosis</a:t>
            </a:r>
          </a:p>
        </p:txBody>
      </p:sp>
      <p:sp>
        <p:nvSpPr>
          <p:cNvPr id="20" name="Oval 19">
            <a:extLst>
              <a:ext uri="{C183D7F6-B498-43B3-948B-1728B52AA6E4}">
                <adec:decorative xmlns:adec="http://schemas.microsoft.com/office/drawing/2017/decorative" val="1"/>
              </a:ext>
            </a:extLst>
          </p:cNvPr>
          <p:cNvSpPr/>
          <p:nvPr/>
        </p:nvSpPr>
        <p:spPr>
          <a:xfrm>
            <a:off x="6320000" y="4251647"/>
            <a:ext cx="80000" cy="8000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1" name="TextBox 20"/>
          <p:cNvSpPr txBox="1"/>
          <p:nvPr/>
        </p:nvSpPr>
        <p:spPr>
          <a:xfrm>
            <a:off x="6440000" y="4226647"/>
            <a:ext cx="2340000" cy="200000"/>
          </a:xfrm>
          <a:prstGeom prst="rect">
            <a:avLst/>
          </a:prstGeom>
          <a:noFill/>
        </p:spPr>
        <p:txBody>
          <a:bodyPr wrap="square">
            <a:spAutoFit/>
          </a:bodyPr>
          <a:lstStyle/>
          <a:p>
            <a:r>
              <a:rPr lang="en-US" sz="900" noProof="0" dirty="0">
                <a:solidFill>
                  <a:srgbClr val="1E1E1E"/>
                </a:solidFill>
              </a:rPr>
              <a:t>MCP tool integration</a:t>
            </a:r>
          </a:p>
        </p:txBody>
      </p:sp>
      <p:sp>
        <p:nvSpPr>
          <p:cNvPr id="22" name="Rounded Rectangle 21">
            <a:extLst>
              <a:ext uri="{C183D7F6-B498-43B3-948B-1728B52AA6E4}">
                <adec:decorative xmlns:adec="http://schemas.microsoft.com/office/drawing/2017/decorative" val="1"/>
              </a:ext>
            </a:extLst>
          </p:cNvPr>
          <p:cNvSpPr/>
          <p:nvPr/>
        </p:nvSpPr>
        <p:spPr>
          <a:xfrm>
            <a:off x="6280000" y="4724275"/>
            <a:ext cx="2540000" cy="260000"/>
          </a:xfrm>
          <a:prstGeom prst="roundRect">
            <a:avLst/>
          </a:prstGeom>
          <a:solidFill>
            <a:srgbClr val="E8F0FE"/>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3" name="TextBox 22"/>
          <p:cNvSpPr txBox="1"/>
          <p:nvPr/>
        </p:nvSpPr>
        <p:spPr>
          <a:xfrm>
            <a:off x="6340000" y="4754275"/>
            <a:ext cx="2420000" cy="220000"/>
          </a:xfrm>
          <a:prstGeom prst="rect">
            <a:avLst/>
          </a:prstGeom>
          <a:noFill/>
        </p:spPr>
        <p:txBody>
          <a:bodyPr wrap="square">
            <a:spAutoFit/>
          </a:bodyPr>
          <a:lstStyle/>
          <a:p>
            <a:pPr algn="ctr"/>
            <a:r>
              <a:rPr lang="en-US" sz="800" b="1" noProof="0" dirty="0">
                <a:solidFill>
                  <a:srgbClr val="1A237E"/>
                </a:solidFill>
              </a:rPr>
              <a:t>Works with your actual schema via MCP</a:t>
            </a:r>
          </a:p>
        </p:txBody>
      </p:sp>
      <p:sp>
        <p:nvSpPr>
          <p:cNvPr id="24" name="Rounded Rectangle 23">
            <a:extLst>
              <a:ext uri="{C183D7F6-B498-43B3-948B-1728B52AA6E4}">
                <adec:decorative xmlns:adec="http://schemas.microsoft.com/office/drawing/2017/decorative" val="1"/>
              </a:ext>
            </a:extLst>
          </p:cNvPr>
          <p:cNvSpPr/>
          <p:nvPr/>
        </p:nvSpPr>
        <p:spPr>
          <a:xfrm>
            <a:off x="9100000" y="1750000"/>
            <a:ext cx="2700000" cy="3800000"/>
          </a:xfrm>
          <a:prstGeom prst="roundRect">
            <a:avLst/>
          </a:prstGeom>
          <a:solidFill>
            <a:srgbClr val="FFFFFF"/>
          </a:solidFill>
          <a:ln w="12700">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5" name="Rounded Rectangle 24">
            <a:extLst>
              <a:ext uri="{C183D7F6-B498-43B3-948B-1728B52AA6E4}">
                <adec:decorative xmlns:adec="http://schemas.microsoft.com/office/drawing/2017/decorative" val="1"/>
              </a:ext>
            </a:extLst>
          </p:cNvPr>
          <p:cNvSpPr/>
          <p:nvPr/>
        </p:nvSpPr>
        <p:spPr>
          <a:xfrm>
            <a:off x="9100000" y="1750000"/>
            <a:ext cx="2700000" cy="400000"/>
          </a:xfrm>
          <a:prstGeom prst="roundRect">
            <a:avLst/>
          </a:prstGeom>
          <a:solidFill>
            <a:srgbClr val="0E442E"/>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6" name="TextBox 25"/>
          <p:cNvSpPr txBox="1"/>
          <p:nvPr/>
        </p:nvSpPr>
        <p:spPr>
          <a:xfrm>
            <a:off x="9180000" y="1790000"/>
            <a:ext cx="2540000" cy="180000"/>
          </a:xfrm>
          <a:prstGeom prst="rect">
            <a:avLst/>
          </a:prstGeom>
          <a:noFill/>
        </p:spPr>
        <p:txBody>
          <a:bodyPr wrap="square">
            <a:spAutoFit/>
          </a:bodyPr>
          <a:lstStyle/>
          <a:p>
            <a:pPr algn="ctr"/>
            <a:r>
              <a:rPr lang="en-US" sz="1200" b="1" noProof="0" dirty="0">
                <a:solidFill>
                  <a:srgbClr val="FFFFFF"/>
                </a:solidFill>
              </a:rPr>
              <a:t>Fabric Copilot</a:t>
            </a:r>
          </a:p>
        </p:txBody>
      </p:sp>
      <p:sp>
        <p:nvSpPr>
          <p:cNvPr id="27" name="TextBox 26"/>
          <p:cNvSpPr txBox="1"/>
          <p:nvPr/>
        </p:nvSpPr>
        <p:spPr>
          <a:xfrm>
            <a:off x="9180000" y="1970000"/>
            <a:ext cx="2540000" cy="160000"/>
          </a:xfrm>
          <a:prstGeom prst="rect">
            <a:avLst/>
          </a:prstGeom>
          <a:noFill/>
        </p:spPr>
        <p:txBody>
          <a:bodyPr wrap="square">
            <a:spAutoFit/>
          </a:bodyPr>
          <a:lstStyle/>
          <a:p>
            <a:pPr algn="ctr"/>
            <a:r>
              <a:rPr lang="en-US" sz="800" b="0" noProof="0" dirty="0">
                <a:solidFill>
                  <a:srgbClr val="BBDDBB"/>
                </a:solidFill>
              </a:rPr>
              <a:t>Microsoft Fabric portal</a:t>
            </a:r>
          </a:p>
        </p:txBody>
      </p:sp>
      <p:pic>
        <p:nvPicPr>
          <p:cNvPr id="28" name="Picture 27" descr="Fabric Icon"/>
          <p:cNvPicPr>
            <a:picLocks noChangeAspect="1"/>
          </p:cNvPicPr>
          <p:nvPr/>
        </p:nvPicPr>
        <p:blipFill>
          <a:blip r:embed="rId4"/>
          <a:stretch>
            <a:fillRect/>
          </a:stretch>
        </p:blipFill>
        <p:spPr>
          <a:xfrm>
            <a:off x="10150000" y="2409757"/>
            <a:ext cx="600000" cy="600000"/>
          </a:xfrm>
          <a:prstGeom prst="rect">
            <a:avLst/>
          </a:prstGeom>
        </p:spPr>
      </p:pic>
      <p:sp>
        <p:nvSpPr>
          <p:cNvPr id="29" name="Oval 28">
            <a:extLst>
              <a:ext uri="{C183D7F6-B498-43B3-948B-1728B52AA6E4}">
                <adec:decorative xmlns:adec="http://schemas.microsoft.com/office/drawing/2017/decorative" val="1"/>
              </a:ext>
            </a:extLst>
          </p:cNvPr>
          <p:cNvSpPr/>
          <p:nvPr/>
        </p:nvSpPr>
        <p:spPr>
          <a:xfrm>
            <a:off x="9220000" y="3201647"/>
            <a:ext cx="80000" cy="80000"/>
          </a:xfrm>
          <a:prstGeom prst="ellipse">
            <a:avLst/>
          </a:prstGeom>
          <a:solidFill>
            <a:srgbClr val="107C1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0" name="TextBox 29"/>
          <p:cNvSpPr txBox="1"/>
          <p:nvPr/>
        </p:nvSpPr>
        <p:spPr>
          <a:xfrm>
            <a:off x="9340000" y="3176647"/>
            <a:ext cx="2340000" cy="200000"/>
          </a:xfrm>
          <a:prstGeom prst="rect">
            <a:avLst/>
          </a:prstGeom>
          <a:noFill/>
        </p:spPr>
        <p:txBody>
          <a:bodyPr wrap="square">
            <a:spAutoFit/>
          </a:bodyPr>
          <a:lstStyle/>
          <a:p>
            <a:r>
              <a:rPr lang="en-US" sz="900" noProof="0" dirty="0">
                <a:solidFill>
                  <a:srgbClr val="1E1E1E"/>
                </a:solidFill>
              </a:rPr>
              <a:t>Data exploration</a:t>
            </a:r>
          </a:p>
        </p:txBody>
      </p:sp>
      <p:sp>
        <p:nvSpPr>
          <p:cNvPr id="31" name="Oval 30">
            <a:extLst>
              <a:ext uri="{C183D7F6-B498-43B3-948B-1728B52AA6E4}">
                <adec:decorative xmlns:adec="http://schemas.microsoft.com/office/drawing/2017/decorative" val="1"/>
              </a:ext>
            </a:extLst>
          </p:cNvPr>
          <p:cNvSpPr/>
          <p:nvPr/>
        </p:nvSpPr>
        <p:spPr>
          <a:xfrm>
            <a:off x="9220000" y="3411647"/>
            <a:ext cx="80000" cy="80000"/>
          </a:xfrm>
          <a:prstGeom prst="ellipse">
            <a:avLst/>
          </a:prstGeom>
          <a:solidFill>
            <a:srgbClr val="107C1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2" name="TextBox 31"/>
          <p:cNvSpPr txBox="1"/>
          <p:nvPr/>
        </p:nvSpPr>
        <p:spPr>
          <a:xfrm>
            <a:off x="9340000" y="3386647"/>
            <a:ext cx="2340000" cy="200000"/>
          </a:xfrm>
          <a:prstGeom prst="rect">
            <a:avLst/>
          </a:prstGeom>
          <a:noFill/>
        </p:spPr>
        <p:txBody>
          <a:bodyPr wrap="square">
            <a:spAutoFit/>
          </a:bodyPr>
          <a:lstStyle/>
          <a:p>
            <a:r>
              <a:rPr lang="en-US" sz="900" noProof="0" dirty="0">
                <a:solidFill>
                  <a:srgbClr val="1E1E1E"/>
                </a:solidFill>
              </a:rPr>
              <a:t>Query generation</a:t>
            </a:r>
          </a:p>
        </p:txBody>
      </p:sp>
      <p:sp>
        <p:nvSpPr>
          <p:cNvPr id="33" name="Oval 32">
            <a:extLst>
              <a:ext uri="{C183D7F6-B498-43B3-948B-1728B52AA6E4}">
                <adec:decorative xmlns:adec="http://schemas.microsoft.com/office/drawing/2017/decorative" val="1"/>
              </a:ext>
            </a:extLst>
          </p:cNvPr>
          <p:cNvSpPr/>
          <p:nvPr/>
        </p:nvSpPr>
        <p:spPr>
          <a:xfrm>
            <a:off x="9220000" y="3621647"/>
            <a:ext cx="80000" cy="80000"/>
          </a:xfrm>
          <a:prstGeom prst="ellipse">
            <a:avLst/>
          </a:prstGeom>
          <a:solidFill>
            <a:srgbClr val="107C1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4" name="TextBox 33"/>
          <p:cNvSpPr txBox="1"/>
          <p:nvPr/>
        </p:nvSpPr>
        <p:spPr>
          <a:xfrm>
            <a:off x="9340000" y="3596647"/>
            <a:ext cx="2340000" cy="200000"/>
          </a:xfrm>
          <a:prstGeom prst="rect">
            <a:avLst/>
          </a:prstGeom>
          <a:noFill/>
        </p:spPr>
        <p:txBody>
          <a:bodyPr wrap="square">
            <a:spAutoFit/>
          </a:bodyPr>
          <a:lstStyle/>
          <a:p>
            <a:r>
              <a:rPr lang="en-US" sz="900" noProof="0" dirty="0">
                <a:solidFill>
                  <a:srgbClr val="1E1E1E"/>
                </a:solidFill>
              </a:rPr>
              <a:t>Lakehouse structures</a:t>
            </a:r>
          </a:p>
        </p:txBody>
      </p:sp>
      <p:sp>
        <p:nvSpPr>
          <p:cNvPr id="35" name="Oval 34">
            <a:extLst>
              <a:ext uri="{C183D7F6-B498-43B3-948B-1728B52AA6E4}">
                <adec:decorative xmlns:adec="http://schemas.microsoft.com/office/drawing/2017/decorative" val="1"/>
              </a:ext>
            </a:extLst>
          </p:cNvPr>
          <p:cNvSpPr/>
          <p:nvPr/>
        </p:nvSpPr>
        <p:spPr>
          <a:xfrm>
            <a:off x="9220000" y="3831647"/>
            <a:ext cx="80000" cy="80000"/>
          </a:xfrm>
          <a:prstGeom prst="ellipse">
            <a:avLst/>
          </a:prstGeom>
          <a:solidFill>
            <a:srgbClr val="107C1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6" name="TextBox 35"/>
          <p:cNvSpPr txBox="1"/>
          <p:nvPr/>
        </p:nvSpPr>
        <p:spPr>
          <a:xfrm>
            <a:off x="9340000" y="3806647"/>
            <a:ext cx="2340000" cy="200000"/>
          </a:xfrm>
          <a:prstGeom prst="rect">
            <a:avLst/>
          </a:prstGeom>
          <a:noFill/>
        </p:spPr>
        <p:txBody>
          <a:bodyPr wrap="square">
            <a:spAutoFit/>
          </a:bodyPr>
          <a:lstStyle/>
          <a:p>
            <a:r>
              <a:rPr lang="en-US" sz="900" noProof="0" dirty="0">
                <a:solidFill>
                  <a:srgbClr val="1E1E1E"/>
                </a:solidFill>
              </a:rPr>
              <a:t>Warehouse analytics</a:t>
            </a:r>
          </a:p>
        </p:txBody>
      </p:sp>
      <p:sp>
        <p:nvSpPr>
          <p:cNvPr id="37" name="Oval 36">
            <a:extLst>
              <a:ext uri="{C183D7F6-B498-43B3-948B-1728B52AA6E4}">
                <adec:decorative xmlns:adec="http://schemas.microsoft.com/office/drawing/2017/decorative" val="1"/>
              </a:ext>
            </a:extLst>
          </p:cNvPr>
          <p:cNvSpPr/>
          <p:nvPr/>
        </p:nvSpPr>
        <p:spPr>
          <a:xfrm>
            <a:off x="9220000" y="4041647"/>
            <a:ext cx="80000" cy="80000"/>
          </a:xfrm>
          <a:prstGeom prst="ellipse">
            <a:avLst/>
          </a:prstGeom>
          <a:solidFill>
            <a:srgbClr val="107C1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8" name="TextBox 37"/>
          <p:cNvSpPr txBox="1"/>
          <p:nvPr/>
        </p:nvSpPr>
        <p:spPr>
          <a:xfrm>
            <a:off x="9340000" y="4016647"/>
            <a:ext cx="2340000" cy="200000"/>
          </a:xfrm>
          <a:prstGeom prst="rect">
            <a:avLst/>
          </a:prstGeom>
          <a:noFill/>
        </p:spPr>
        <p:txBody>
          <a:bodyPr wrap="square">
            <a:spAutoFit/>
          </a:bodyPr>
          <a:lstStyle/>
          <a:p>
            <a:r>
              <a:rPr lang="en-US" sz="900" noProof="0" dirty="0">
                <a:solidFill>
                  <a:srgbClr val="1E1E1E"/>
                </a:solidFill>
              </a:rPr>
              <a:t>Semantic models</a:t>
            </a:r>
          </a:p>
        </p:txBody>
      </p:sp>
      <p:sp>
        <p:nvSpPr>
          <p:cNvPr id="39" name="Oval 38">
            <a:extLst>
              <a:ext uri="{C183D7F6-B498-43B3-948B-1728B52AA6E4}">
                <adec:decorative xmlns:adec="http://schemas.microsoft.com/office/drawing/2017/decorative" val="1"/>
              </a:ext>
            </a:extLst>
          </p:cNvPr>
          <p:cNvSpPr/>
          <p:nvPr/>
        </p:nvSpPr>
        <p:spPr>
          <a:xfrm>
            <a:off x="9220000" y="4251647"/>
            <a:ext cx="80000" cy="80000"/>
          </a:xfrm>
          <a:prstGeom prst="ellipse">
            <a:avLst/>
          </a:prstGeom>
          <a:solidFill>
            <a:srgbClr val="107C1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40" name="TextBox 39"/>
          <p:cNvSpPr txBox="1"/>
          <p:nvPr/>
        </p:nvSpPr>
        <p:spPr>
          <a:xfrm>
            <a:off x="9340000" y="4226647"/>
            <a:ext cx="2340000" cy="200000"/>
          </a:xfrm>
          <a:prstGeom prst="rect">
            <a:avLst/>
          </a:prstGeom>
          <a:noFill/>
        </p:spPr>
        <p:txBody>
          <a:bodyPr wrap="square">
            <a:spAutoFit/>
          </a:bodyPr>
          <a:lstStyle/>
          <a:p>
            <a:r>
              <a:rPr lang="en-US" sz="900" noProof="0" dirty="0">
                <a:solidFill>
                  <a:srgbClr val="1E1E1E"/>
                </a:solidFill>
              </a:rPr>
              <a:t>Notebook integration</a:t>
            </a:r>
          </a:p>
        </p:txBody>
      </p:sp>
      <p:sp>
        <p:nvSpPr>
          <p:cNvPr id="41" name="Rounded Rectangle 40">
            <a:extLst>
              <a:ext uri="{C183D7F6-B498-43B3-948B-1728B52AA6E4}">
                <adec:decorative xmlns:adec="http://schemas.microsoft.com/office/drawing/2017/decorative" val="1"/>
              </a:ext>
            </a:extLst>
          </p:cNvPr>
          <p:cNvSpPr/>
          <p:nvPr/>
        </p:nvSpPr>
        <p:spPr>
          <a:xfrm>
            <a:off x="9180000" y="4724275"/>
            <a:ext cx="2540000" cy="260000"/>
          </a:xfrm>
          <a:prstGeom prst="roundRect">
            <a:avLst/>
          </a:prstGeom>
          <a:solidFill>
            <a:srgbClr val="E8F5E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42" name="TextBox 41"/>
          <p:cNvSpPr txBox="1"/>
          <p:nvPr/>
        </p:nvSpPr>
        <p:spPr>
          <a:xfrm>
            <a:off x="9240000" y="4754275"/>
            <a:ext cx="2420000" cy="220000"/>
          </a:xfrm>
          <a:prstGeom prst="rect">
            <a:avLst/>
          </a:prstGeom>
          <a:noFill/>
        </p:spPr>
        <p:txBody>
          <a:bodyPr wrap="square">
            <a:spAutoFit/>
          </a:bodyPr>
          <a:lstStyle/>
          <a:p>
            <a:pPr algn="ctr"/>
            <a:r>
              <a:rPr lang="en-US" sz="800" b="1" noProof="0" dirty="0">
                <a:solidFill>
                  <a:srgbClr val="0E442E"/>
                </a:solidFill>
              </a:rPr>
              <a:t>Requires F2+ or P1+ capacity</a:t>
            </a:r>
          </a:p>
        </p:txBody>
      </p:sp>
      <p:sp>
        <p:nvSpPr>
          <p:cNvPr id="43" name="Rounded Rectangle 42">
            <a:extLst>
              <a:ext uri="{C183D7F6-B498-43B3-948B-1728B52AA6E4}">
                <adec:decorative xmlns:adec="http://schemas.microsoft.com/office/drawing/2017/decorative" val="1"/>
              </a:ext>
            </a:extLst>
          </p:cNvPr>
          <p:cNvSpPr/>
          <p:nvPr/>
        </p:nvSpPr>
        <p:spPr>
          <a:xfrm>
            <a:off x="6200000" y="5700000"/>
            <a:ext cx="5600000" cy="300000"/>
          </a:xfrm>
          <a:prstGeom prst="roundRect">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44" name="TextBox 43"/>
          <p:cNvSpPr txBox="1"/>
          <p:nvPr/>
        </p:nvSpPr>
        <p:spPr>
          <a:xfrm>
            <a:off x="6300000" y="5740000"/>
            <a:ext cx="5400000" cy="220000"/>
          </a:xfrm>
          <a:prstGeom prst="rect">
            <a:avLst/>
          </a:prstGeom>
          <a:noFill/>
        </p:spPr>
        <p:txBody>
          <a:bodyPr wrap="square">
            <a:spAutoFit/>
          </a:bodyPr>
          <a:lstStyle/>
          <a:p>
            <a:pPr algn="ctr"/>
            <a:r>
              <a:rPr lang="en-US" sz="900" b="1" noProof="0" dirty="0">
                <a:solidFill>
                  <a:srgbClr val="FFFFFF"/>
                </a:solidFill>
              </a:rPr>
              <a:t>Both tools: natural language to SQL  |  context-aware suggestions  |  review &amp; explain code</a:t>
            </a: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noProof="0" dirty="0"/>
              <a:t>Interpret the security impact</a:t>
            </a:r>
          </a:p>
        </p:txBody>
      </p:sp>
      <p:sp>
        <p:nvSpPr>
          <p:cNvPr id="6" name="Rounded Rectangle 5">
            <a:extLst>
              <a:ext uri="{C183D7F6-B498-43B3-948B-1728B52AA6E4}">
                <adec:decorative xmlns:adec="http://schemas.microsoft.com/office/drawing/2017/decorative" val="1"/>
              </a:ext>
            </a:extLst>
          </p:cNvPr>
          <p:cNvSpPr/>
          <p:nvPr/>
        </p:nvSpPr>
        <p:spPr>
          <a:xfrm>
            <a:off x="700000" y="2050000"/>
            <a:ext cx="4000000" cy="750000"/>
          </a:xfrm>
          <a:prstGeom prst="roundRect">
            <a:avLst/>
          </a:prstGeom>
          <a:solidFill>
            <a:srgbClr val="FFFFFF"/>
          </a:solidFill>
          <a:ln w="12700">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7" name="Rectangle 6">
            <a:extLst>
              <a:ext uri="{C183D7F6-B498-43B3-948B-1728B52AA6E4}">
                <adec:decorative xmlns:adec="http://schemas.microsoft.com/office/drawing/2017/decorative" val="1"/>
              </a:ext>
            </a:extLst>
          </p:cNvPr>
          <p:cNvSpPr/>
          <p:nvPr/>
        </p:nvSpPr>
        <p:spPr>
          <a:xfrm>
            <a:off x="700000" y="2050000"/>
            <a:ext cx="60000" cy="750000"/>
          </a:xfrm>
          <a:prstGeom prst="rect">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8" name="Oval 7">
            <a:extLst>
              <a:ext uri="{C183D7F6-B498-43B3-948B-1728B52AA6E4}">
                <adec:decorative xmlns:adec="http://schemas.microsoft.com/office/drawing/2017/decorative" val="1"/>
              </a:ext>
            </a:extLst>
          </p:cNvPr>
          <p:cNvSpPr/>
          <p:nvPr/>
        </p:nvSpPr>
        <p:spPr>
          <a:xfrm>
            <a:off x="840000" y="2190000"/>
            <a:ext cx="380000" cy="38000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0" name="TextBox 9"/>
          <p:cNvSpPr txBox="1"/>
          <p:nvPr/>
        </p:nvSpPr>
        <p:spPr>
          <a:xfrm>
            <a:off x="1320000" y="2150000"/>
            <a:ext cx="3260000" cy="250000"/>
          </a:xfrm>
          <a:prstGeom prst="rect">
            <a:avLst/>
          </a:prstGeom>
          <a:noFill/>
        </p:spPr>
        <p:txBody>
          <a:bodyPr wrap="square">
            <a:spAutoFit/>
          </a:bodyPr>
          <a:lstStyle/>
          <a:p>
            <a:pPr algn="l"/>
            <a:r>
              <a:rPr lang="en-US" sz="1300" b="1" noProof="0" dirty="0">
                <a:solidFill>
                  <a:srgbClr val="1A237E"/>
                </a:solidFill>
              </a:rPr>
              <a:t>Data processing</a:t>
            </a:r>
          </a:p>
        </p:txBody>
      </p:sp>
      <p:sp>
        <p:nvSpPr>
          <p:cNvPr id="11" name="TextBox 10"/>
          <p:cNvSpPr txBox="1"/>
          <p:nvPr/>
        </p:nvSpPr>
        <p:spPr>
          <a:xfrm>
            <a:off x="1320000" y="2430000"/>
            <a:ext cx="3260000" cy="300000"/>
          </a:xfrm>
          <a:prstGeom prst="rect">
            <a:avLst/>
          </a:prstGeom>
          <a:noFill/>
        </p:spPr>
        <p:txBody>
          <a:bodyPr wrap="square">
            <a:spAutoFit/>
          </a:bodyPr>
          <a:lstStyle/>
          <a:p>
            <a:pPr algn="l"/>
            <a:r>
              <a:rPr lang="en-US" sz="900" b="0" noProof="0" dirty="0">
                <a:solidFill>
                  <a:srgbClr val="666666"/>
                </a:solidFill>
              </a:rPr>
              <a:t>Encrypted in transit - not used for model training</a:t>
            </a:r>
          </a:p>
        </p:txBody>
      </p:sp>
      <p:sp>
        <p:nvSpPr>
          <p:cNvPr id="12" name="Rounded Rectangle 11">
            <a:extLst>
              <a:ext uri="{C183D7F6-B498-43B3-948B-1728B52AA6E4}">
                <adec:decorative xmlns:adec="http://schemas.microsoft.com/office/drawing/2017/decorative" val="1"/>
              </a:ext>
            </a:extLst>
          </p:cNvPr>
          <p:cNvSpPr/>
          <p:nvPr/>
        </p:nvSpPr>
        <p:spPr>
          <a:xfrm>
            <a:off x="700000" y="2900000"/>
            <a:ext cx="4000000" cy="750000"/>
          </a:xfrm>
          <a:prstGeom prst="roundRect">
            <a:avLst/>
          </a:prstGeom>
          <a:solidFill>
            <a:srgbClr val="FFFFFF"/>
          </a:solidFill>
          <a:ln w="12700">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3" name="Rectangle 12">
            <a:extLst>
              <a:ext uri="{C183D7F6-B498-43B3-948B-1728B52AA6E4}">
                <adec:decorative xmlns:adec="http://schemas.microsoft.com/office/drawing/2017/decorative" val="1"/>
              </a:ext>
            </a:extLst>
          </p:cNvPr>
          <p:cNvSpPr/>
          <p:nvPr/>
        </p:nvSpPr>
        <p:spPr>
          <a:xfrm>
            <a:off x="700000" y="2900000"/>
            <a:ext cx="60000" cy="750000"/>
          </a:xfrm>
          <a:prstGeom prst="rect">
            <a:avLst/>
          </a:prstGeom>
          <a:solidFill>
            <a:srgbClr val="684EA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4" name="Oval 13">
            <a:extLst>
              <a:ext uri="{C183D7F6-B498-43B3-948B-1728B52AA6E4}">
                <adec:decorative xmlns:adec="http://schemas.microsoft.com/office/drawing/2017/decorative" val="1"/>
              </a:ext>
            </a:extLst>
          </p:cNvPr>
          <p:cNvSpPr/>
          <p:nvPr/>
        </p:nvSpPr>
        <p:spPr>
          <a:xfrm>
            <a:off x="840000" y="3040000"/>
            <a:ext cx="380000" cy="380000"/>
          </a:xfrm>
          <a:prstGeom prst="ellipse">
            <a:avLst/>
          </a:prstGeom>
          <a:solidFill>
            <a:srgbClr val="684EA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6" name="TextBox 15"/>
          <p:cNvSpPr txBox="1"/>
          <p:nvPr/>
        </p:nvSpPr>
        <p:spPr>
          <a:xfrm>
            <a:off x="1320000" y="3000000"/>
            <a:ext cx="3260000" cy="250000"/>
          </a:xfrm>
          <a:prstGeom prst="rect">
            <a:avLst/>
          </a:prstGeom>
          <a:noFill/>
        </p:spPr>
        <p:txBody>
          <a:bodyPr wrap="square">
            <a:spAutoFit/>
          </a:bodyPr>
          <a:lstStyle/>
          <a:p>
            <a:pPr algn="l"/>
            <a:r>
              <a:rPr lang="en-US" sz="1300" b="1" noProof="0" dirty="0">
                <a:solidFill>
                  <a:srgbClr val="1A237E"/>
                </a:solidFill>
              </a:rPr>
              <a:t>Organization policies</a:t>
            </a:r>
          </a:p>
        </p:txBody>
      </p:sp>
      <p:sp>
        <p:nvSpPr>
          <p:cNvPr id="17" name="TextBox 16"/>
          <p:cNvSpPr txBox="1"/>
          <p:nvPr/>
        </p:nvSpPr>
        <p:spPr>
          <a:xfrm>
            <a:off x="1320000" y="3280000"/>
            <a:ext cx="3260000" cy="300000"/>
          </a:xfrm>
          <a:prstGeom prst="rect">
            <a:avLst/>
          </a:prstGeom>
          <a:noFill/>
        </p:spPr>
        <p:txBody>
          <a:bodyPr wrap="square">
            <a:spAutoFit/>
          </a:bodyPr>
          <a:lstStyle/>
          <a:p>
            <a:pPr algn="l"/>
            <a:r>
              <a:rPr lang="en-US" sz="900" b="0" noProof="0" dirty="0">
                <a:solidFill>
                  <a:srgbClr val="666666"/>
                </a:solidFill>
              </a:rPr>
              <a:t>Enforce data classification and compliance rules</a:t>
            </a:r>
          </a:p>
        </p:txBody>
      </p:sp>
      <p:sp>
        <p:nvSpPr>
          <p:cNvPr id="18" name="Rounded Rectangle 17">
            <a:extLst>
              <a:ext uri="{C183D7F6-B498-43B3-948B-1728B52AA6E4}">
                <adec:decorative xmlns:adec="http://schemas.microsoft.com/office/drawing/2017/decorative" val="1"/>
              </a:ext>
            </a:extLst>
          </p:cNvPr>
          <p:cNvSpPr/>
          <p:nvPr/>
        </p:nvSpPr>
        <p:spPr>
          <a:xfrm>
            <a:off x="700000" y="3750000"/>
            <a:ext cx="4000000" cy="750000"/>
          </a:xfrm>
          <a:prstGeom prst="roundRect">
            <a:avLst/>
          </a:prstGeom>
          <a:solidFill>
            <a:srgbClr val="FFFFFF"/>
          </a:solidFill>
          <a:ln w="12700">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9" name="Rectangle 18">
            <a:extLst>
              <a:ext uri="{C183D7F6-B498-43B3-948B-1728B52AA6E4}">
                <adec:decorative xmlns:adec="http://schemas.microsoft.com/office/drawing/2017/decorative" val="1"/>
              </a:ext>
            </a:extLst>
          </p:cNvPr>
          <p:cNvSpPr/>
          <p:nvPr/>
        </p:nvSpPr>
        <p:spPr>
          <a:xfrm>
            <a:off x="700000" y="3750000"/>
            <a:ext cx="60000" cy="750000"/>
          </a:xfrm>
          <a:prstGeom prst="rect">
            <a:avLst/>
          </a:prstGeom>
          <a:solidFill>
            <a:srgbClr val="C43E0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0" name="Oval 19">
            <a:extLst>
              <a:ext uri="{C183D7F6-B498-43B3-948B-1728B52AA6E4}">
                <adec:decorative xmlns:adec="http://schemas.microsoft.com/office/drawing/2017/decorative" val="1"/>
              </a:ext>
            </a:extLst>
          </p:cNvPr>
          <p:cNvSpPr/>
          <p:nvPr/>
        </p:nvSpPr>
        <p:spPr>
          <a:xfrm>
            <a:off x="840000" y="3890000"/>
            <a:ext cx="380000" cy="380000"/>
          </a:xfrm>
          <a:prstGeom prst="ellipse">
            <a:avLst/>
          </a:prstGeom>
          <a:solidFill>
            <a:srgbClr val="C43E0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2" name="TextBox 21"/>
          <p:cNvSpPr txBox="1"/>
          <p:nvPr/>
        </p:nvSpPr>
        <p:spPr>
          <a:xfrm>
            <a:off x="1320000" y="3850000"/>
            <a:ext cx="3260000" cy="250000"/>
          </a:xfrm>
          <a:prstGeom prst="rect">
            <a:avLst/>
          </a:prstGeom>
          <a:noFill/>
        </p:spPr>
        <p:txBody>
          <a:bodyPr wrap="square">
            <a:spAutoFit/>
          </a:bodyPr>
          <a:lstStyle/>
          <a:p>
            <a:pPr algn="l"/>
            <a:r>
              <a:rPr lang="en-US" sz="1300" b="1" noProof="0" dirty="0">
                <a:solidFill>
                  <a:srgbClr val="1A237E"/>
                </a:solidFill>
              </a:rPr>
              <a:t>Credential safety</a:t>
            </a:r>
          </a:p>
        </p:txBody>
      </p:sp>
      <p:sp>
        <p:nvSpPr>
          <p:cNvPr id="23" name="TextBox 22"/>
          <p:cNvSpPr txBox="1"/>
          <p:nvPr/>
        </p:nvSpPr>
        <p:spPr>
          <a:xfrm>
            <a:off x="1320000" y="4130000"/>
            <a:ext cx="3260000" cy="300000"/>
          </a:xfrm>
          <a:prstGeom prst="rect">
            <a:avLst/>
          </a:prstGeom>
          <a:noFill/>
        </p:spPr>
        <p:txBody>
          <a:bodyPr wrap="square">
            <a:spAutoFit/>
          </a:bodyPr>
          <a:lstStyle/>
          <a:p>
            <a:pPr algn="l"/>
            <a:r>
              <a:rPr lang="en-US" sz="900" b="0" noProof="0" dirty="0">
                <a:solidFill>
                  <a:srgbClr val="666666"/>
                </a:solidFill>
              </a:rPr>
              <a:t>Use env variables - never paste secrets into prompts</a:t>
            </a:r>
          </a:p>
        </p:txBody>
      </p:sp>
      <p:sp>
        <p:nvSpPr>
          <p:cNvPr id="24" name="Rounded Rectangle 23">
            <a:extLst>
              <a:ext uri="{C183D7F6-B498-43B3-948B-1728B52AA6E4}">
                <adec:decorative xmlns:adec="http://schemas.microsoft.com/office/drawing/2017/decorative" val="1"/>
              </a:ext>
            </a:extLst>
          </p:cNvPr>
          <p:cNvSpPr/>
          <p:nvPr/>
        </p:nvSpPr>
        <p:spPr>
          <a:xfrm>
            <a:off x="700000" y="4600000"/>
            <a:ext cx="4000000" cy="750000"/>
          </a:xfrm>
          <a:prstGeom prst="roundRect">
            <a:avLst/>
          </a:prstGeom>
          <a:solidFill>
            <a:srgbClr val="FFFFFF"/>
          </a:solidFill>
          <a:ln w="12700">
            <a:solidFill>
              <a:srgbClr val="E0E0E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5" name="Rectangle 24">
            <a:extLst>
              <a:ext uri="{C183D7F6-B498-43B3-948B-1728B52AA6E4}">
                <adec:decorative xmlns:adec="http://schemas.microsoft.com/office/drawing/2017/decorative" val="1"/>
              </a:ext>
            </a:extLst>
          </p:cNvPr>
          <p:cNvSpPr/>
          <p:nvPr/>
        </p:nvSpPr>
        <p:spPr>
          <a:xfrm>
            <a:off x="700000" y="4600000"/>
            <a:ext cx="60000" cy="750000"/>
          </a:xfrm>
          <a:prstGeom prst="rect">
            <a:avLst/>
          </a:prstGeom>
          <a:solidFill>
            <a:srgbClr val="107C1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6" name="Oval 25">
            <a:extLst>
              <a:ext uri="{C183D7F6-B498-43B3-948B-1728B52AA6E4}">
                <adec:decorative xmlns:adec="http://schemas.microsoft.com/office/drawing/2017/decorative" val="1"/>
              </a:ext>
            </a:extLst>
          </p:cNvPr>
          <p:cNvSpPr/>
          <p:nvPr/>
        </p:nvSpPr>
        <p:spPr>
          <a:xfrm>
            <a:off x="840000" y="4740000"/>
            <a:ext cx="380000" cy="380000"/>
          </a:xfrm>
          <a:prstGeom prst="ellipse">
            <a:avLst/>
          </a:prstGeom>
          <a:solidFill>
            <a:srgbClr val="107C1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8" name="TextBox 27"/>
          <p:cNvSpPr txBox="1"/>
          <p:nvPr/>
        </p:nvSpPr>
        <p:spPr>
          <a:xfrm>
            <a:off x="1320000" y="4700000"/>
            <a:ext cx="3260000" cy="250000"/>
          </a:xfrm>
          <a:prstGeom prst="rect">
            <a:avLst/>
          </a:prstGeom>
          <a:noFill/>
        </p:spPr>
        <p:txBody>
          <a:bodyPr wrap="square">
            <a:spAutoFit/>
          </a:bodyPr>
          <a:lstStyle/>
          <a:p>
            <a:pPr algn="l"/>
            <a:r>
              <a:rPr lang="en-US" sz="1300" b="1" noProof="0" dirty="0">
                <a:solidFill>
                  <a:srgbClr val="1A237E"/>
                </a:solidFill>
              </a:rPr>
              <a:t>Code review</a:t>
            </a:r>
          </a:p>
        </p:txBody>
      </p:sp>
      <p:sp>
        <p:nvSpPr>
          <p:cNvPr id="29" name="TextBox 28"/>
          <p:cNvSpPr txBox="1"/>
          <p:nvPr/>
        </p:nvSpPr>
        <p:spPr>
          <a:xfrm>
            <a:off x="1320000" y="4980000"/>
            <a:ext cx="3260000" cy="300000"/>
          </a:xfrm>
          <a:prstGeom prst="rect">
            <a:avLst/>
          </a:prstGeom>
          <a:noFill/>
        </p:spPr>
        <p:txBody>
          <a:bodyPr wrap="square">
            <a:spAutoFit/>
          </a:bodyPr>
          <a:lstStyle/>
          <a:p>
            <a:pPr algn="l"/>
            <a:r>
              <a:rPr lang="en-US" sz="900" b="0" noProof="0" dirty="0">
                <a:solidFill>
                  <a:srgbClr val="666666"/>
                </a:solidFill>
              </a:rPr>
              <a:t>Validate GRANT statements and check dynamic SQL</a:t>
            </a:r>
          </a:p>
        </p:txBody>
      </p:sp>
      <p:sp>
        <p:nvSpPr>
          <p:cNvPr id="30" name="Rounded Rectangle 29">
            <a:extLst>
              <a:ext uri="{C183D7F6-B498-43B3-948B-1728B52AA6E4}">
                <adec:decorative xmlns:adec="http://schemas.microsoft.com/office/drawing/2017/decorative" val="1"/>
              </a:ext>
            </a:extLst>
          </p:cNvPr>
          <p:cNvSpPr/>
          <p:nvPr/>
        </p:nvSpPr>
        <p:spPr>
          <a:xfrm>
            <a:off x="700000" y="5500000"/>
            <a:ext cx="4000000" cy="300000"/>
          </a:xfrm>
          <a:prstGeom prst="roundRect">
            <a:avLst/>
          </a:prstGeom>
          <a:solidFill>
            <a:srgbClr val="E8EAF6"/>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1" name="TextBox 30"/>
          <p:cNvSpPr txBox="1"/>
          <p:nvPr/>
        </p:nvSpPr>
        <p:spPr>
          <a:xfrm>
            <a:off x="800000" y="5540000"/>
            <a:ext cx="3800000" cy="220000"/>
          </a:xfrm>
          <a:prstGeom prst="rect">
            <a:avLst/>
          </a:prstGeom>
          <a:noFill/>
        </p:spPr>
        <p:txBody>
          <a:bodyPr wrap="square">
            <a:spAutoFit/>
          </a:bodyPr>
          <a:lstStyle/>
          <a:p>
            <a:pPr algn="ctr"/>
            <a:r>
              <a:rPr lang="en-US" sz="900" b="1" noProof="0" dirty="0">
                <a:solidFill>
                  <a:srgbClr val="1A237E"/>
                </a:solidFill>
              </a:rPr>
              <a:t>AI-generated code must always be reviewed before production use</a:t>
            </a:r>
          </a:p>
        </p:txBody>
      </p:sp>
      <p:sp>
        <p:nvSpPr>
          <p:cNvPr id="2" name="Text Placeholder 1"/>
          <p:cNvSpPr>
            <a:spLocks noGrp="1"/>
          </p:cNvSpPr>
          <p:nvPr>
            <p:ph type="body" sz="quarter" idx="15"/>
          </p:nvPr>
        </p:nvSpPr>
        <p:spPr>
          <a:xfrm>
            <a:off x="6024562" y="2151404"/>
            <a:ext cx="5217510" cy="3197192"/>
          </a:xfrm>
        </p:spPr>
        <p:txBody>
          <a:bodyPr/>
          <a:lstStyle/>
          <a:p>
            <a:r>
              <a:rPr lang="en-US" noProof="0" dirty="0"/>
              <a:t>Prompts and code context sent to cloud AI models</a:t>
            </a:r>
          </a:p>
          <a:p>
            <a:endParaRPr lang="en-US" noProof="0" dirty="0"/>
          </a:p>
          <a:p>
            <a:r>
              <a:rPr lang="en-US" noProof="0" dirty="0"/>
              <a:t>Data is NOT used to train underlying models</a:t>
            </a:r>
          </a:p>
          <a:p>
            <a:endParaRPr lang="en-US" noProof="0" dirty="0"/>
          </a:p>
          <a:p>
            <a:r>
              <a:rPr lang="en-US" noProof="0" dirty="0"/>
              <a:t>Content filtering blocks harmful code patterns</a:t>
            </a:r>
          </a:p>
          <a:p>
            <a:endParaRPr lang="en-US" noProof="0" dirty="0"/>
          </a:p>
          <a:p>
            <a:r>
              <a:rPr lang="en-US" noProof="0" dirty="0"/>
              <a:t>Review data classification and compliance policies</a:t>
            </a:r>
          </a:p>
          <a:p>
            <a:endParaRPr lang="en-US" noProof="0" dirty="0"/>
          </a:p>
          <a:p>
            <a:r>
              <a:rPr lang="en-US" noProof="0" dirty="0"/>
              <a:t>Never paste credentials into prompts</a:t>
            </a:r>
          </a:p>
          <a:p>
            <a:endParaRPr lang="en-US" noProof="0" dirty="0"/>
          </a:p>
          <a:p>
            <a:r>
              <a:rPr lang="en-US" noProof="0" dirty="0"/>
              <a:t>Use environment variables for connection strings</a:t>
            </a:r>
          </a:p>
          <a:p>
            <a:endParaRPr lang="en-US" noProof="0" dirty="0"/>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Enable GitHub Copilot and Fabric Copilot</a:t>
            </a:r>
          </a:p>
        </p:txBody>
      </p:sp>
      <p:pic>
        <p:nvPicPr>
          <p:cNvPr id="50" name="Picture 49" descr="SSMS Icon"/>
          <p:cNvPicPr>
            <a:picLocks noChangeAspect="1"/>
          </p:cNvPicPr>
          <p:nvPr/>
        </p:nvPicPr>
        <p:blipFill>
          <a:blip r:embed="rId3"/>
          <a:stretch>
            <a:fillRect/>
          </a:stretch>
        </p:blipFill>
        <p:spPr>
          <a:xfrm>
            <a:off x="1939071" y="1666020"/>
            <a:ext cx="769327" cy="769327"/>
          </a:xfrm>
          <a:prstGeom prst="rect">
            <a:avLst/>
          </a:prstGeom>
        </p:spPr>
      </p:pic>
      <p:sp>
        <p:nvSpPr>
          <p:cNvPr id="47" name="BG Card 1">
            <a:extLst>
              <a:ext uri="{C183D7F6-B498-43B3-948B-1728B52AA6E4}">
                <adec:decorative xmlns:adec="http://schemas.microsoft.com/office/drawing/2017/decorative" val="1"/>
              </a:ext>
            </a:extLst>
          </p:cNvPr>
          <p:cNvSpPr/>
          <p:nvPr/>
        </p:nvSpPr>
        <p:spPr>
          <a:xfrm>
            <a:off x="492760" y="2816589"/>
            <a:ext cx="3662681" cy="2627069"/>
          </a:xfrm>
          <a:prstGeom prst="roundRect">
            <a:avLst>
              <a:gd name="adj" fmla="val 8000"/>
            </a:avLst>
          </a:prstGeom>
          <a:solidFill>
            <a:schemeClr val="bg1">
              <a:lumMod val="95000"/>
            </a:schemeClr>
          </a:solidFill>
          <a:ln w="12700">
            <a:solidFill>
              <a:srgbClr val="0078D4"/>
            </a:solidFill>
          </a:ln>
          <a:effectLst/>
        </p:spPr>
        <p:txBody>
          <a:bodyPr/>
          <a:lstStyle/>
          <a:p>
            <a:endParaRPr lang="en-US" noProof="0" dirty="0"/>
          </a:p>
        </p:txBody>
      </p:sp>
      <p:sp>
        <p:nvSpPr>
          <p:cNvPr id="3" name="Text Placeholder 2"/>
          <p:cNvSpPr>
            <a:spLocks noGrp="1"/>
          </p:cNvSpPr>
          <p:nvPr>
            <p:ph type="body" sz="quarter" idx="16"/>
          </p:nvPr>
        </p:nvSpPr>
        <p:spPr>
          <a:xfrm>
            <a:off x="584200" y="2908030"/>
            <a:ext cx="3479071" cy="492443"/>
          </a:xfrm>
        </p:spPr>
        <p:txBody>
          <a:bodyPr/>
          <a:lstStyle/>
          <a:p>
            <a:pPr algn="ctr"/>
            <a:endParaRPr lang="en-US" noProof="0" dirty="0"/>
          </a:p>
          <a:p>
            <a:pPr algn="ctr"/>
            <a:r>
              <a:rPr lang="en-US" noProof="0" dirty="0"/>
              <a:t>SSMS 22+</a:t>
            </a:r>
          </a:p>
        </p:txBody>
      </p:sp>
      <p:sp>
        <p:nvSpPr>
          <p:cNvPr id="4" name="Text Placeholder 3"/>
          <p:cNvSpPr>
            <a:spLocks noGrp="1"/>
          </p:cNvSpPr>
          <p:nvPr>
            <p:ph type="body" sz="quarter" idx="15"/>
          </p:nvPr>
        </p:nvSpPr>
        <p:spPr>
          <a:xfrm>
            <a:off x="586390" y="3599875"/>
            <a:ext cx="3477611" cy="1026435"/>
          </a:xfrm>
        </p:spPr>
        <p:txBody>
          <a:bodyPr/>
          <a:lstStyle/>
          <a:p>
            <a:r>
              <a:rPr lang="en-US" sz="1450" noProof="0" dirty="0"/>
              <a:t>Launch Visual Studio Installer</a:t>
            </a:r>
          </a:p>
          <a:p>
            <a:r>
              <a:rPr lang="en-US" sz="1450" noProof="0" dirty="0"/>
              <a:t>Modify SSMS → AI Assistance workload</a:t>
            </a:r>
          </a:p>
          <a:p>
            <a:r>
              <a:rPr lang="en-US" sz="1450" noProof="0" dirty="0"/>
              <a:t>Sign in with GitHub account</a:t>
            </a:r>
          </a:p>
          <a:p>
            <a:r>
              <a:rPr lang="en-US" sz="1450" noProof="0" dirty="0"/>
              <a:t>Copilot badge appears in toolbar</a:t>
            </a:r>
          </a:p>
        </p:txBody>
      </p:sp>
      <p:pic>
        <p:nvPicPr>
          <p:cNvPr id="51" name="Picture 50" descr="VS Code icon"/>
          <p:cNvPicPr>
            <a:picLocks noChangeAspect="1"/>
          </p:cNvPicPr>
          <p:nvPr/>
        </p:nvPicPr>
        <p:blipFill>
          <a:blip r:embed="rId4"/>
          <a:stretch>
            <a:fillRect/>
          </a:stretch>
        </p:blipFill>
        <p:spPr>
          <a:xfrm>
            <a:off x="5711336" y="1666020"/>
            <a:ext cx="769327" cy="769327"/>
          </a:xfrm>
          <a:prstGeom prst="rect">
            <a:avLst/>
          </a:prstGeom>
        </p:spPr>
      </p:pic>
      <p:sp>
        <p:nvSpPr>
          <p:cNvPr id="48" name="BG Card 2">
            <a:extLst>
              <a:ext uri="{C183D7F6-B498-43B3-948B-1728B52AA6E4}">
                <adec:decorative xmlns:adec="http://schemas.microsoft.com/office/drawing/2017/decorative" val="1"/>
              </a:ext>
            </a:extLst>
          </p:cNvPr>
          <p:cNvSpPr/>
          <p:nvPr/>
        </p:nvSpPr>
        <p:spPr>
          <a:xfrm>
            <a:off x="4266107" y="2816589"/>
            <a:ext cx="3662681" cy="2627069"/>
          </a:xfrm>
          <a:prstGeom prst="roundRect">
            <a:avLst>
              <a:gd name="adj" fmla="val 8000"/>
            </a:avLst>
          </a:prstGeom>
          <a:solidFill>
            <a:schemeClr val="bg1">
              <a:lumMod val="95000"/>
            </a:schemeClr>
          </a:solidFill>
          <a:ln w="12700">
            <a:solidFill>
              <a:srgbClr val="0078D4"/>
            </a:solidFill>
          </a:ln>
          <a:effectLst/>
        </p:spPr>
        <p:txBody>
          <a:bodyPr/>
          <a:lstStyle/>
          <a:p>
            <a:endParaRPr lang="en-US" noProof="0" dirty="0"/>
          </a:p>
        </p:txBody>
      </p:sp>
      <p:sp>
        <p:nvSpPr>
          <p:cNvPr id="5" name="Text Placeholder 4"/>
          <p:cNvSpPr>
            <a:spLocks noGrp="1"/>
          </p:cNvSpPr>
          <p:nvPr>
            <p:ph type="body" sz="quarter" idx="22"/>
          </p:nvPr>
        </p:nvSpPr>
        <p:spPr>
          <a:xfrm>
            <a:off x="4357547" y="2908030"/>
            <a:ext cx="3479071" cy="492443"/>
          </a:xfrm>
        </p:spPr>
        <p:txBody>
          <a:bodyPr/>
          <a:lstStyle/>
          <a:p>
            <a:pPr algn="ctr"/>
            <a:endParaRPr lang="en-US" noProof="0" dirty="0"/>
          </a:p>
          <a:p>
            <a:pPr algn="ctr"/>
            <a:r>
              <a:rPr lang="en-US" noProof="0" dirty="0"/>
              <a:t>Visual Studio Code</a:t>
            </a:r>
          </a:p>
        </p:txBody>
      </p:sp>
      <p:sp>
        <p:nvSpPr>
          <p:cNvPr id="6" name="Text Placeholder 5"/>
          <p:cNvSpPr>
            <a:spLocks noGrp="1"/>
          </p:cNvSpPr>
          <p:nvPr>
            <p:ph type="body" sz="quarter" idx="23"/>
          </p:nvPr>
        </p:nvSpPr>
        <p:spPr>
          <a:xfrm>
            <a:off x="4359737" y="3599875"/>
            <a:ext cx="3477611" cy="1026435"/>
          </a:xfrm>
        </p:spPr>
        <p:txBody>
          <a:bodyPr/>
          <a:lstStyle/>
          <a:p>
            <a:r>
              <a:rPr lang="en-US" sz="1450" noProof="0" dirty="0"/>
              <a:t>Install GitHub Copilot extension</a:t>
            </a:r>
          </a:p>
          <a:p>
            <a:r>
              <a:rPr lang="en-US" sz="1450" noProof="0" dirty="0"/>
              <a:t>Install GitHub Copilot Chat extension</a:t>
            </a:r>
          </a:p>
          <a:p>
            <a:r>
              <a:rPr lang="en-US" sz="1450" noProof="0" dirty="0"/>
              <a:t>Install MSSQL extension for SQL context</a:t>
            </a:r>
          </a:p>
          <a:p>
            <a:r>
              <a:rPr lang="en-US" sz="1450" noProof="0" dirty="0"/>
              <a:t>Right-click DB → Chat with this database</a:t>
            </a:r>
          </a:p>
        </p:txBody>
      </p:sp>
      <p:pic>
        <p:nvPicPr>
          <p:cNvPr id="52" name="Picture 51" descr="Fabric icon"/>
          <p:cNvPicPr>
            <a:picLocks noChangeAspect="1"/>
          </p:cNvPicPr>
          <p:nvPr/>
        </p:nvPicPr>
        <p:blipFill>
          <a:blip r:embed="rId5"/>
          <a:stretch>
            <a:fillRect/>
          </a:stretch>
        </p:blipFill>
        <p:spPr>
          <a:xfrm>
            <a:off x="9485765" y="1666020"/>
            <a:ext cx="769327" cy="769327"/>
          </a:xfrm>
          <a:prstGeom prst="rect">
            <a:avLst/>
          </a:prstGeom>
        </p:spPr>
      </p:pic>
      <p:sp>
        <p:nvSpPr>
          <p:cNvPr id="49" name="BG Card 3">
            <a:extLst>
              <a:ext uri="{C183D7F6-B498-43B3-948B-1728B52AA6E4}">
                <adec:decorative xmlns:adec="http://schemas.microsoft.com/office/drawing/2017/decorative" val="1"/>
              </a:ext>
            </a:extLst>
          </p:cNvPr>
          <p:cNvSpPr/>
          <p:nvPr/>
        </p:nvSpPr>
        <p:spPr>
          <a:xfrm>
            <a:off x="8039454" y="2816589"/>
            <a:ext cx="3662681" cy="2627069"/>
          </a:xfrm>
          <a:prstGeom prst="roundRect">
            <a:avLst>
              <a:gd name="adj" fmla="val 8000"/>
            </a:avLst>
          </a:prstGeom>
          <a:solidFill>
            <a:schemeClr val="bg1">
              <a:lumMod val="95000"/>
            </a:schemeClr>
          </a:solidFill>
          <a:ln w="12700">
            <a:solidFill>
              <a:srgbClr val="0078D4"/>
            </a:solidFill>
          </a:ln>
          <a:effectLst/>
        </p:spPr>
        <p:txBody>
          <a:bodyPr/>
          <a:lstStyle/>
          <a:p>
            <a:endParaRPr lang="en-US" noProof="0" dirty="0"/>
          </a:p>
        </p:txBody>
      </p:sp>
      <p:sp>
        <p:nvSpPr>
          <p:cNvPr id="7" name="Text Placeholder 6"/>
          <p:cNvSpPr>
            <a:spLocks noGrp="1"/>
          </p:cNvSpPr>
          <p:nvPr>
            <p:ph type="body" sz="quarter" idx="24"/>
          </p:nvPr>
        </p:nvSpPr>
        <p:spPr>
          <a:xfrm>
            <a:off x="8130894" y="2908030"/>
            <a:ext cx="3479071" cy="492443"/>
          </a:xfrm>
        </p:spPr>
        <p:txBody>
          <a:bodyPr/>
          <a:lstStyle/>
          <a:p>
            <a:pPr algn="ctr"/>
            <a:endParaRPr lang="en-US" noProof="0" dirty="0"/>
          </a:p>
          <a:p>
            <a:pPr algn="ctr"/>
            <a:r>
              <a:rPr lang="en-US" noProof="0" dirty="0"/>
              <a:t>Microsoft Fabric</a:t>
            </a:r>
          </a:p>
        </p:txBody>
      </p:sp>
      <p:sp>
        <p:nvSpPr>
          <p:cNvPr id="8" name="Text Placeholder 7"/>
          <p:cNvSpPr>
            <a:spLocks noGrp="1"/>
          </p:cNvSpPr>
          <p:nvPr>
            <p:ph type="body" sz="quarter" idx="25"/>
          </p:nvPr>
        </p:nvSpPr>
        <p:spPr>
          <a:xfrm>
            <a:off x="8133084" y="3599875"/>
            <a:ext cx="3477611" cy="1026435"/>
          </a:xfrm>
        </p:spPr>
        <p:txBody>
          <a:bodyPr/>
          <a:lstStyle/>
          <a:p>
            <a:r>
              <a:rPr lang="en-US" sz="1450" noProof="0" dirty="0"/>
              <a:t>Requires F2+ or P1+ capacity</a:t>
            </a:r>
          </a:p>
          <a:p>
            <a:r>
              <a:rPr lang="en-US" sz="1450" noProof="0" dirty="0"/>
              <a:t>Admin enables Copilot at tenant level</a:t>
            </a:r>
          </a:p>
          <a:p>
            <a:r>
              <a:rPr lang="en-US" sz="1450" noProof="0" dirty="0"/>
              <a:t>Available in SQL query editor</a:t>
            </a:r>
          </a:p>
          <a:p>
            <a:r>
              <a:rPr lang="en-US" sz="1450" noProof="0" dirty="0"/>
              <a:t>Works across warehouse and Lakehouse</a:t>
            </a: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Configure model and MCP tool options</a:t>
            </a:r>
          </a:p>
        </p:txBody>
      </p:sp>
      <p:sp>
        <p:nvSpPr>
          <p:cNvPr id="5" name="Text Placeholder 4"/>
          <p:cNvSpPr>
            <a:spLocks noGrp="1"/>
          </p:cNvSpPr>
          <p:nvPr>
            <p:ph type="body" sz="quarter" idx="15"/>
          </p:nvPr>
        </p:nvSpPr>
        <p:spPr>
          <a:xfrm>
            <a:off x="679591" y="2618761"/>
            <a:ext cx="5261294" cy="2609945"/>
          </a:xfrm>
        </p:spPr>
        <p:txBody>
          <a:bodyPr/>
          <a:lstStyle/>
          <a:p>
            <a:r>
              <a:rPr lang="en-US" noProof="0" dirty="0"/>
              <a:t>MCP = open standard for AI → data source connections</a:t>
            </a:r>
          </a:p>
          <a:p>
            <a:endParaRPr lang="en-US" noProof="0" dirty="0"/>
          </a:p>
          <a:p>
            <a:r>
              <a:rPr lang="en-US" noProof="0" dirty="0"/>
              <a:t>AI queries your actual schema and metadata in real time</a:t>
            </a:r>
          </a:p>
          <a:p>
            <a:endParaRPr lang="en-US" noProof="0" dirty="0"/>
          </a:p>
          <a:p>
            <a:r>
              <a:rPr lang="en-US" noProof="0" dirty="0"/>
              <a:t>Select AI models per session (GPT, Claude, Gemini)</a:t>
            </a:r>
          </a:p>
          <a:p>
            <a:endParaRPr lang="en-US" noProof="0" dirty="0"/>
          </a:p>
          <a:p>
            <a:r>
              <a:rPr lang="en-US" noProof="0" dirty="0"/>
              <a:t>Agent mode in VS Code enables MCP tools</a:t>
            </a:r>
          </a:p>
          <a:p>
            <a:endParaRPr lang="en-US" noProof="0" dirty="0"/>
          </a:p>
          <a:p>
            <a:r>
              <a:rPr lang="en-US" noProof="0" dirty="0"/>
              <a:t>Configure servers in .</a:t>
            </a:r>
            <a:r>
              <a:rPr lang="en-US" noProof="0" dirty="0" err="1"/>
              <a:t>vscode</a:t>
            </a:r>
            <a:r>
              <a:rPr lang="en-US" noProof="0" dirty="0"/>
              <a:t>/</a:t>
            </a:r>
            <a:r>
              <a:rPr lang="en-US" noProof="0" dirty="0" err="1"/>
              <a:t>mcp.json</a:t>
            </a:r>
            <a:endParaRPr lang="en-US" noProof="0" dirty="0"/>
          </a:p>
        </p:txBody>
      </p:sp>
      <p:sp>
        <p:nvSpPr>
          <p:cNvPr id="7" name="TextBox 6"/>
          <p:cNvSpPr txBox="1"/>
          <p:nvPr/>
        </p:nvSpPr>
        <p:spPr>
          <a:xfrm>
            <a:off x="588262" y="1934287"/>
            <a:ext cx="3174143" cy="246221"/>
          </a:xfrm>
          <a:prstGeom prst="rect">
            <a:avLst/>
          </a:prstGeom>
          <a:noFill/>
        </p:spPr>
        <p:txBody>
          <a:bodyPr wrap="square">
            <a:spAutoFit/>
          </a:bodyPr>
          <a:lstStyle/>
          <a:p>
            <a:r>
              <a:rPr lang="en-US" sz="1400" b="1" noProof="0" dirty="0">
                <a:solidFill>
                  <a:srgbClr val="1A237E"/>
                </a:solidFill>
              </a:rPr>
              <a:t>Model Context Protocol (MCP)</a:t>
            </a:r>
          </a:p>
        </p:txBody>
      </p:sp>
      <p:pic>
        <p:nvPicPr>
          <p:cNvPr id="8" name="Picture 7" descr="MCP architecture"/>
          <p:cNvPicPr>
            <a:picLocks noChangeAspect="1"/>
          </p:cNvPicPr>
          <p:nvPr/>
        </p:nvPicPr>
        <p:blipFill>
          <a:blip r:embed="rId3"/>
          <a:stretch>
            <a:fillRect/>
          </a:stretch>
        </p:blipFill>
        <p:spPr>
          <a:xfrm>
            <a:off x="6300000" y="870000"/>
            <a:ext cx="4200000" cy="5400000"/>
          </a:xfrm>
          <a:prstGeom prst="rect">
            <a:avLst/>
          </a:prstGeom>
        </p:spPr>
      </p:pic>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Copilot instruction files</a:t>
            </a:r>
          </a:p>
        </p:txBody>
      </p:sp>
      <p:sp>
        <p:nvSpPr>
          <p:cNvPr id="6" name="TextBox 5"/>
          <p:cNvSpPr txBox="1"/>
          <p:nvPr/>
        </p:nvSpPr>
        <p:spPr>
          <a:xfrm>
            <a:off x="600000" y="1092993"/>
            <a:ext cx="3900000" cy="220000"/>
          </a:xfrm>
          <a:prstGeom prst="rect">
            <a:avLst/>
          </a:prstGeom>
          <a:noFill/>
        </p:spPr>
        <p:txBody>
          <a:bodyPr wrap="square">
            <a:spAutoFit/>
          </a:bodyPr>
          <a:lstStyle/>
          <a:p>
            <a:pPr algn="l"/>
            <a:r>
              <a:rPr lang="en-US" sz="1000" b="1" noProof="0" dirty="0">
                <a:solidFill>
                  <a:srgbClr val="1A237E"/>
                </a:solidFill>
              </a:rPr>
              <a:t>REPOSITORY STRUCTURE</a:t>
            </a:r>
          </a:p>
        </p:txBody>
      </p:sp>
      <p:sp>
        <p:nvSpPr>
          <p:cNvPr id="5" name="Rectangle 4">
            <a:extLst>
              <a:ext uri="{C183D7F6-B498-43B3-948B-1728B52AA6E4}">
                <adec:decorative xmlns:adec="http://schemas.microsoft.com/office/drawing/2017/decorative" val="1"/>
              </a:ext>
            </a:extLst>
          </p:cNvPr>
          <p:cNvSpPr/>
          <p:nvPr/>
        </p:nvSpPr>
        <p:spPr>
          <a:xfrm>
            <a:off x="700000" y="1350087"/>
            <a:ext cx="3900000" cy="50000"/>
          </a:xfrm>
          <a:prstGeom prst="rect">
            <a:avLst/>
          </a:prstGeom>
          <a:solidFill>
            <a:srgbClr val="1A237E"/>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7" name="Rounded Rectangle 6">
            <a:extLst>
              <a:ext uri="{C183D7F6-B498-43B3-948B-1728B52AA6E4}">
                <adec:decorative xmlns:adec="http://schemas.microsoft.com/office/drawing/2017/decorative" val="1"/>
              </a:ext>
            </a:extLst>
          </p:cNvPr>
          <p:cNvSpPr/>
          <p:nvPr/>
        </p:nvSpPr>
        <p:spPr>
          <a:xfrm>
            <a:off x="700000" y="1450000"/>
            <a:ext cx="3900000" cy="540000"/>
          </a:xfrm>
          <a:prstGeom prst="roundRect">
            <a:avLst>
              <a:gd name="adj" fmla="val 5000"/>
            </a:avLst>
          </a:prstGeom>
          <a:solidFill>
            <a:srgbClr val="FFFFFF"/>
          </a:solidFill>
          <a:ln w="12700">
            <a:solidFill>
              <a:srgbClr val="DDDDD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8" name="Rectangle 7">
            <a:extLst>
              <a:ext uri="{C183D7F6-B498-43B3-948B-1728B52AA6E4}">
                <adec:decorative xmlns:adec="http://schemas.microsoft.com/office/drawing/2017/decorative" val="1"/>
              </a:ext>
            </a:extLst>
          </p:cNvPr>
          <p:cNvSpPr/>
          <p:nvPr/>
        </p:nvSpPr>
        <p:spPr>
          <a:xfrm>
            <a:off x="700000" y="1450000"/>
            <a:ext cx="55000" cy="540000"/>
          </a:xfrm>
          <a:prstGeom prst="rect">
            <a:avLst/>
          </a:prstGeom>
          <a:solidFill>
            <a:srgbClr val="1A237E"/>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9" name="Rectangle 8">
            <a:extLst>
              <a:ext uri="{C183D7F6-B498-43B3-948B-1728B52AA6E4}">
                <adec:decorative xmlns:adec="http://schemas.microsoft.com/office/drawing/2017/decorative" val="1"/>
              </a:ext>
            </a:extLst>
          </p:cNvPr>
          <p:cNvSpPr/>
          <p:nvPr/>
        </p:nvSpPr>
        <p:spPr>
          <a:xfrm>
            <a:off x="800000" y="1550000"/>
            <a:ext cx="340000" cy="340000"/>
          </a:xfrm>
          <a:prstGeom prst="rect">
            <a:avLst/>
          </a:prstGeom>
          <a:solidFill>
            <a:srgbClr val="E8EAF6"/>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0" name="TextBox 9"/>
          <p:cNvSpPr txBox="1"/>
          <p:nvPr/>
        </p:nvSpPr>
        <p:spPr>
          <a:xfrm>
            <a:off x="800000" y="1600000"/>
            <a:ext cx="340000" cy="200055"/>
          </a:xfrm>
          <a:prstGeom prst="rect">
            <a:avLst/>
          </a:prstGeom>
          <a:noFill/>
        </p:spPr>
        <p:txBody>
          <a:bodyPr wrap="square">
            <a:spAutoFit/>
          </a:bodyPr>
          <a:lstStyle/>
          <a:p>
            <a:pPr algn="ctr"/>
            <a:r>
              <a:rPr lang="en-US" sz="700" b="1" noProof="0" dirty="0">
                <a:solidFill>
                  <a:srgbClr val="1A237E"/>
                </a:solidFill>
              </a:rPr>
              <a:t>DIR</a:t>
            </a:r>
          </a:p>
        </p:txBody>
      </p:sp>
      <p:sp>
        <p:nvSpPr>
          <p:cNvPr id="11" name="TextBox 10"/>
          <p:cNvSpPr txBox="1"/>
          <p:nvPr/>
        </p:nvSpPr>
        <p:spPr>
          <a:xfrm>
            <a:off x="1200000" y="1530000"/>
            <a:ext cx="3350000" cy="240000"/>
          </a:xfrm>
          <a:prstGeom prst="rect">
            <a:avLst/>
          </a:prstGeom>
          <a:noFill/>
        </p:spPr>
        <p:txBody>
          <a:bodyPr wrap="square">
            <a:spAutoFit/>
          </a:bodyPr>
          <a:lstStyle/>
          <a:p>
            <a:pPr algn="l"/>
            <a:r>
              <a:rPr lang="en-US" sz="1200" b="1" noProof="0" dirty="0">
                <a:solidFill>
                  <a:srgbClr val="1A237E"/>
                </a:solidFill>
              </a:rPr>
              <a:t>.</a:t>
            </a:r>
            <a:r>
              <a:rPr lang="en-US" sz="1200" b="1" noProof="0" dirty="0" err="1">
                <a:solidFill>
                  <a:srgbClr val="1A237E"/>
                </a:solidFill>
              </a:rPr>
              <a:t>github</a:t>
            </a:r>
            <a:r>
              <a:rPr lang="en-US" sz="1200" b="1" noProof="0" dirty="0">
                <a:solidFill>
                  <a:srgbClr val="1A237E"/>
                </a:solidFill>
              </a:rPr>
              <a:t>/</a:t>
            </a:r>
          </a:p>
        </p:txBody>
      </p:sp>
      <p:sp>
        <p:nvSpPr>
          <p:cNvPr id="12" name="TextBox 11"/>
          <p:cNvSpPr txBox="1"/>
          <p:nvPr/>
        </p:nvSpPr>
        <p:spPr>
          <a:xfrm>
            <a:off x="1200000" y="1760000"/>
            <a:ext cx="3350000" cy="180000"/>
          </a:xfrm>
          <a:prstGeom prst="rect">
            <a:avLst/>
          </a:prstGeom>
          <a:noFill/>
        </p:spPr>
        <p:txBody>
          <a:bodyPr wrap="square">
            <a:spAutoFit/>
          </a:bodyPr>
          <a:lstStyle/>
          <a:p>
            <a:pPr algn="l"/>
            <a:r>
              <a:rPr lang="en-US" sz="900" b="0" noProof="0" dirty="0">
                <a:solidFill>
                  <a:srgbClr val="666666"/>
                </a:solidFill>
              </a:rPr>
              <a:t>Repository configuration folder</a:t>
            </a:r>
          </a:p>
        </p:txBody>
      </p:sp>
      <p:sp>
        <p:nvSpPr>
          <p:cNvPr id="13" name="Rounded Rectangle 12">
            <a:extLst>
              <a:ext uri="{C183D7F6-B498-43B3-948B-1728B52AA6E4}">
                <adec:decorative xmlns:adec="http://schemas.microsoft.com/office/drawing/2017/decorative" val="1"/>
              </a:ext>
            </a:extLst>
          </p:cNvPr>
          <p:cNvSpPr/>
          <p:nvPr/>
        </p:nvSpPr>
        <p:spPr>
          <a:xfrm>
            <a:off x="950000" y="2070000"/>
            <a:ext cx="3650000" cy="540000"/>
          </a:xfrm>
          <a:prstGeom prst="roundRect">
            <a:avLst>
              <a:gd name="adj" fmla="val 5000"/>
            </a:avLst>
          </a:prstGeom>
          <a:solidFill>
            <a:srgbClr val="FFFFFF"/>
          </a:solidFill>
          <a:ln w="12700">
            <a:solidFill>
              <a:srgbClr val="DDDDD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4" name="Rectangle 13">
            <a:extLst>
              <a:ext uri="{C183D7F6-B498-43B3-948B-1728B52AA6E4}">
                <adec:decorative xmlns:adec="http://schemas.microsoft.com/office/drawing/2017/decorative" val="1"/>
              </a:ext>
            </a:extLst>
          </p:cNvPr>
          <p:cNvSpPr/>
          <p:nvPr/>
        </p:nvSpPr>
        <p:spPr>
          <a:xfrm>
            <a:off x="950000" y="2070000"/>
            <a:ext cx="55000" cy="540000"/>
          </a:xfrm>
          <a:prstGeom prst="rect">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5" name="Rectangle 14">
            <a:extLst>
              <a:ext uri="{C183D7F6-B498-43B3-948B-1728B52AA6E4}">
                <adec:decorative xmlns:adec="http://schemas.microsoft.com/office/drawing/2017/decorative" val="1"/>
              </a:ext>
            </a:extLst>
          </p:cNvPr>
          <p:cNvSpPr/>
          <p:nvPr/>
        </p:nvSpPr>
        <p:spPr>
          <a:xfrm>
            <a:off x="1050000" y="2170000"/>
            <a:ext cx="340000" cy="340000"/>
          </a:xfrm>
          <a:prstGeom prst="rect">
            <a:avLst/>
          </a:prstGeom>
          <a:solidFill>
            <a:srgbClr val="F5F5F5"/>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16" name="TextBox 15"/>
          <p:cNvSpPr txBox="1"/>
          <p:nvPr/>
        </p:nvSpPr>
        <p:spPr>
          <a:xfrm>
            <a:off x="1050000" y="2220000"/>
            <a:ext cx="340000" cy="200055"/>
          </a:xfrm>
          <a:prstGeom prst="rect">
            <a:avLst/>
          </a:prstGeom>
          <a:noFill/>
        </p:spPr>
        <p:txBody>
          <a:bodyPr wrap="square">
            <a:spAutoFit/>
          </a:bodyPr>
          <a:lstStyle/>
          <a:p>
            <a:pPr algn="ctr"/>
            <a:r>
              <a:rPr lang="en-US" sz="700" b="1" noProof="0" dirty="0">
                <a:solidFill>
                  <a:srgbClr val="0070C0"/>
                </a:solidFill>
              </a:rPr>
              <a:t>MD</a:t>
            </a:r>
          </a:p>
        </p:txBody>
      </p:sp>
      <p:sp>
        <p:nvSpPr>
          <p:cNvPr id="17" name="TextBox 16"/>
          <p:cNvSpPr txBox="1"/>
          <p:nvPr/>
        </p:nvSpPr>
        <p:spPr>
          <a:xfrm>
            <a:off x="1450000" y="2150000"/>
            <a:ext cx="3100000" cy="240000"/>
          </a:xfrm>
          <a:prstGeom prst="rect">
            <a:avLst/>
          </a:prstGeom>
          <a:noFill/>
        </p:spPr>
        <p:txBody>
          <a:bodyPr wrap="square">
            <a:spAutoFit/>
          </a:bodyPr>
          <a:lstStyle/>
          <a:p>
            <a:pPr algn="l"/>
            <a:r>
              <a:rPr lang="en-US" sz="1200" b="0" noProof="0" dirty="0">
                <a:solidFill>
                  <a:srgbClr val="1E1E1E"/>
                </a:solidFill>
              </a:rPr>
              <a:t>copilot-instructions.md</a:t>
            </a:r>
          </a:p>
        </p:txBody>
      </p:sp>
      <p:sp>
        <p:nvSpPr>
          <p:cNvPr id="18" name="TextBox 17"/>
          <p:cNvSpPr txBox="1"/>
          <p:nvPr/>
        </p:nvSpPr>
        <p:spPr>
          <a:xfrm>
            <a:off x="1450000" y="2380000"/>
            <a:ext cx="3100000" cy="180000"/>
          </a:xfrm>
          <a:prstGeom prst="rect">
            <a:avLst/>
          </a:prstGeom>
          <a:noFill/>
        </p:spPr>
        <p:txBody>
          <a:bodyPr wrap="square">
            <a:spAutoFit/>
          </a:bodyPr>
          <a:lstStyle/>
          <a:p>
            <a:pPr algn="l"/>
            <a:r>
              <a:rPr lang="en-US" sz="900" b="0" noProof="0" dirty="0">
                <a:solidFill>
                  <a:srgbClr val="666666"/>
                </a:solidFill>
              </a:rPr>
              <a:t>Team-wide T-SQL coding standards</a:t>
            </a:r>
          </a:p>
        </p:txBody>
      </p:sp>
      <p:sp>
        <p:nvSpPr>
          <p:cNvPr id="19" name="Rectangle 18">
            <a:extLst>
              <a:ext uri="{C183D7F6-B498-43B3-948B-1728B52AA6E4}">
                <adec:decorative xmlns:adec="http://schemas.microsoft.com/office/drawing/2017/decorative" val="1"/>
              </a:ext>
            </a:extLst>
          </p:cNvPr>
          <p:cNvSpPr/>
          <p:nvPr/>
        </p:nvSpPr>
        <p:spPr>
          <a:xfrm>
            <a:off x="825000" y="2320000"/>
            <a:ext cx="125000" cy="18000"/>
          </a:xfrm>
          <a:prstGeom prst="rect">
            <a:avLst/>
          </a:prstGeom>
          <a:solidFill>
            <a:srgbClr val="BBBBBB"/>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0" name="Rounded Rectangle 19">
            <a:extLst>
              <a:ext uri="{C183D7F6-B498-43B3-948B-1728B52AA6E4}">
                <adec:decorative xmlns:adec="http://schemas.microsoft.com/office/drawing/2017/decorative" val="1"/>
              </a:ext>
            </a:extLst>
          </p:cNvPr>
          <p:cNvSpPr/>
          <p:nvPr/>
        </p:nvSpPr>
        <p:spPr>
          <a:xfrm>
            <a:off x="950000" y="2690000"/>
            <a:ext cx="3650000" cy="540000"/>
          </a:xfrm>
          <a:prstGeom prst="roundRect">
            <a:avLst>
              <a:gd name="adj" fmla="val 5000"/>
            </a:avLst>
          </a:prstGeom>
          <a:solidFill>
            <a:srgbClr val="FFFFFF"/>
          </a:solidFill>
          <a:ln w="12700">
            <a:solidFill>
              <a:srgbClr val="DDDDD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1" name="Rectangle 20">
            <a:extLst>
              <a:ext uri="{C183D7F6-B498-43B3-948B-1728B52AA6E4}">
                <adec:decorative xmlns:adec="http://schemas.microsoft.com/office/drawing/2017/decorative" val="1"/>
              </a:ext>
            </a:extLst>
          </p:cNvPr>
          <p:cNvSpPr/>
          <p:nvPr/>
        </p:nvSpPr>
        <p:spPr>
          <a:xfrm>
            <a:off x="950000" y="2690000"/>
            <a:ext cx="55000" cy="540000"/>
          </a:xfrm>
          <a:prstGeom prst="rect">
            <a:avLst/>
          </a:prstGeom>
          <a:solidFill>
            <a:srgbClr val="1A237E"/>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2" name="Rectangle 21">
            <a:extLst>
              <a:ext uri="{C183D7F6-B498-43B3-948B-1728B52AA6E4}">
                <adec:decorative xmlns:adec="http://schemas.microsoft.com/office/drawing/2017/decorative" val="1"/>
              </a:ext>
            </a:extLst>
          </p:cNvPr>
          <p:cNvSpPr/>
          <p:nvPr/>
        </p:nvSpPr>
        <p:spPr>
          <a:xfrm>
            <a:off x="1050000" y="2790000"/>
            <a:ext cx="340000" cy="340000"/>
          </a:xfrm>
          <a:prstGeom prst="rect">
            <a:avLst/>
          </a:prstGeom>
          <a:solidFill>
            <a:srgbClr val="E8EAF6"/>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3" name="TextBox 22"/>
          <p:cNvSpPr txBox="1"/>
          <p:nvPr/>
        </p:nvSpPr>
        <p:spPr>
          <a:xfrm>
            <a:off x="1050000" y="2840000"/>
            <a:ext cx="340000" cy="200055"/>
          </a:xfrm>
          <a:prstGeom prst="rect">
            <a:avLst/>
          </a:prstGeom>
          <a:noFill/>
        </p:spPr>
        <p:txBody>
          <a:bodyPr wrap="square">
            <a:spAutoFit/>
          </a:bodyPr>
          <a:lstStyle/>
          <a:p>
            <a:pPr algn="ctr"/>
            <a:r>
              <a:rPr lang="en-US" sz="700" b="1" noProof="0" dirty="0">
                <a:solidFill>
                  <a:srgbClr val="1A237E"/>
                </a:solidFill>
              </a:rPr>
              <a:t>DIR</a:t>
            </a:r>
          </a:p>
        </p:txBody>
      </p:sp>
      <p:sp>
        <p:nvSpPr>
          <p:cNvPr id="24" name="TextBox 23"/>
          <p:cNvSpPr txBox="1"/>
          <p:nvPr/>
        </p:nvSpPr>
        <p:spPr>
          <a:xfrm>
            <a:off x="1450000" y="2770000"/>
            <a:ext cx="3100000" cy="240000"/>
          </a:xfrm>
          <a:prstGeom prst="rect">
            <a:avLst/>
          </a:prstGeom>
          <a:noFill/>
        </p:spPr>
        <p:txBody>
          <a:bodyPr wrap="square">
            <a:spAutoFit/>
          </a:bodyPr>
          <a:lstStyle/>
          <a:p>
            <a:pPr algn="l"/>
            <a:r>
              <a:rPr lang="en-US" sz="1200" b="1" noProof="0" dirty="0">
                <a:solidFill>
                  <a:srgbClr val="1A237E"/>
                </a:solidFill>
              </a:rPr>
              <a:t>prompts/</a:t>
            </a:r>
          </a:p>
        </p:txBody>
      </p:sp>
      <p:sp>
        <p:nvSpPr>
          <p:cNvPr id="25" name="TextBox 24"/>
          <p:cNvSpPr txBox="1"/>
          <p:nvPr/>
        </p:nvSpPr>
        <p:spPr>
          <a:xfrm>
            <a:off x="1450000" y="3000000"/>
            <a:ext cx="3100000" cy="180000"/>
          </a:xfrm>
          <a:prstGeom prst="rect">
            <a:avLst/>
          </a:prstGeom>
          <a:noFill/>
        </p:spPr>
        <p:txBody>
          <a:bodyPr wrap="square">
            <a:spAutoFit/>
          </a:bodyPr>
          <a:lstStyle/>
          <a:p>
            <a:pPr algn="l"/>
            <a:r>
              <a:rPr lang="en-US" sz="900" b="0" noProof="0" dirty="0">
                <a:solidFill>
                  <a:srgbClr val="666666"/>
                </a:solidFill>
              </a:rPr>
              <a:t>Reusable prompt template library</a:t>
            </a:r>
          </a:p>
        </p:txBody>
      </p:sp>
      <p:sp>
        <p:nvSpPr>
          <p:cNvPr id="26" name="Rectangle 25">
            <a:extLst>
              <a:ext uri="{C183D7F6-B498-43B3-948B-1728B52AA6E4}">
                <adec:decorative xmlns:adec="http://schemas.microsoft.com/office/drawing/2017/decorative" val="1"/>
              </a:ext>
            </a:extLst>
          </p:cNvPr>
          <p:cNvSpPr/>
          <p:nvPr/>
        </p:nvSpPr>
        <p:spPr>
          <a:xfrm>
            <a:off x="825000" y="2940000"/>
            <a:ext cx="125000" cy="18000"/>
          </a:xfrm>
          <a:prstGeom prst="rect">
            <a:avLst/>
          </a:prstGeom>
          <a:solidFill>
            <a:srgbClr val="BBBBBB"/>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7" name="Rounded Rectangle 26">
            <a:extLst>
              <a:ext uri="{C183D7F6-B498-43B3-948B-1728B52AA6E4}">
                <adec:decorative xmlns:adec="http://schemas.microsoft.com/office/drawing/2017/decorative" val="1"/>
              </a:ext>
            </a:extLst>
          </p:cNvPr>
          <p:cNvSpPr/>
          <p:nvPr/>
        </p:nvSpPr>
        <p:spPr>
          <a:xfrm>
            <a:off x="1200000" y="3310000"/>
            <a:ext cx="3400000" cy="540000"/>
          </a:xfrm>
          <a:prstGeom prst="roundRect">
            <a:avLst>
              <a:gd name="adj" fmla="val 5000"/>
            </a:avLst>
          </a:prstGeom>
          <a:solidFill>
            <a:srgbClr val="FFFFFF"/>
          </a:solidFill>
          <a:ln w="12700">
            <a:solidFill>
              <a:srgbClr val="DDDDD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8" name="Rectangle 27">
            <a:extLst>
              <a:ext uri="{C183D7F6-B498-43B3-948B-1728B52AA6E4}">
                <adec:decorative xmlns:adec="http://schemas.microsoft.com/office/drawing/2017/decorative" val="1"/>
              </a:ext>
            </a:extLst>
          </p:cNvPr>
          <p:cNvSpPr/>
          <p:nvPr/>
        </p:nvSpPr>
        <p:spPr>
          <a:xfrm>
            <a:off x="1200000" y="3310000"/>
            <a:ext cx="55000" cy="540000"/>
          </a:xfrm>
          <a:prstGeom prst="rect">
            <a:avLst/>
          </a:prstGeom>
          <a:solidFill>
            <a:srgbClr val="225B6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29" name="Rectangle 28">
            <a:extLst>
              <a:ext uri="{C183D7F6-B498-43B3-948B-1728B52AA6E4}">
                <adec:decorative xmlns:adec="http://schemas.microsoft.com/office/drawing/2017/decorative" val="1"/>
              </a:ext>
            </a:extLst>
          </p:cNvPr>
          <p:cNvSpPr/>
          <p:nvPr/>
        </p:nvSpPr>
        <p:spPr>
          <a:xfrm>
            <a:off x="1300000" y="3410000"/>
            <a:ext cx="340000" cy="340000"/>
          </a:xfrm>
          <a:prstGeom prst="rect">
            <a:avLst/>
          </a:prstGeom>
          <a:solidFill>
            <a:srgbClr val="F5F5F5"/>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0" name="TextBox 29"/>
          <p:cNvSpPr txBox="1"/>
          <p:nvPr/>
        </p:nvSpPr>
        <p:spPr>
          <a:xfrm>
            <a:off x="1300000" y="3460000"/>
            <a:ext cx="340000" cy="200055"/>
          </a:xfrm>
          <a:prstGeom prst="rect">
            <a:avLst/>
          </a:prstGeom>
          <a:noFill/>
        </p:spPr>
        <p:txBody>
          <a:bodyPr wrap="square">
            <a:spAutoFit/>
          </a:bodyPr>
          <a:lstStyle/>
          <a:p>
            <a:pPr algn="ctr"/>
            <a:r>
              <a:rPr lang="en-US" sz="700" b="1" noProof="0" dirty="0">
                <a:solidFill>
                  <a:srgbClr val="225B62"/>
                </a:solidFill>
              </a:rPr>
              <a:t>MD</a:t>
            </a:r>
          </a:p>
        </p:txBody>
      </p:sp>
      <p:sp>
        <p:nvSpPr>
          <p:cNvPr id="31" name="TextBox 30"/>
          <p:cNvSpPr txBox="1"/>
          <p:nvPr/>
        </p:nvSpPr>
        <p:spPr>
          <a:xfrm>
            <a:off x="1700000" y="3390000"/>
            <a:ext cx="2850000" cy="240000"/>
          </a:xfrm>
          <a:prstGeom prst="rect">
            <a:avLst/>
          </a:prstGeom>
          <a:noFill/>
        </p:spPr>
        <p:txBody>
          <a:bodyPr wrap="square">
            <a:spAutoFit/>
          </a:bodyPr>
          <a:lstStyle/>
          <a:p>
            <a:pPr algn="l"/>
            <a:r>
              <a:rPr lang="en-US" sz="1200" b="0" noProof="0" dirty="0">
                <a:solidFill>
                  <a:srgbClr val="1E1E1E"/>
                </a:solidFill>
              </a:rPr>
              <a:t>create-procedure.prompt.md</a:t>
            </a:r>
          </a:p>
        </p:txBody>
      </p:sp>
      <p:sp>
        <p:nvSpPr>
          <p:cNvPr id="32" name="TextBox 31"/>
          <p:cNvSpPr txBox="1"/>
          <p:nvPr/>
        </p:nvSpPr>
        <p:spPr>
          <a:xfrm>
            <a:off x="1700000" y="3620000"/>
            <a:ext cx="2850000" cy="180000"/>
          </a:xfrm>
          <a:prstGeom prst="rect">
            <a:avLst/>
          </a:prstGeom>
          <a:noFill/>
        </p:spPr>
        <p:txBody>
          <a:bodyPr wrap="square">
            <a:spAutoFit/>
          </a:bodyPr>
          <a:lstStyle/>
          <a:p>
            <a:pPr algn="l"/>
            <a:r>
              <a:rPr lang="en-US" sz="900" b="0" noProof="0" dirty="0">
                <a:solidFill>
                  <a:srgbClr val="666666"/>
                </a:solidFill>
              </a:rPr>
              <a:t>Stored procedure scaffold</a:t>
            </a:r>
          </a:p>
        </p:txBody>
      </p:sp>
      <p:sp>
        <p:nvSpPr>
          <p:cNvPr id="33" name="Rectangle 32">
            <a:extLst>
              <a:ext uri="{C183D7F6-B498-43B3-948B-1728B52AA6E4}">
                <adec:decorative xmlns:adec="http://schemas.microsoft.com/office/drawing/2017/decorative" val="1"/>
              </a:ext>
            </a:extLst>
          </p:cNvPr>
          <p:cNvSpPr/>
          <p:nvPr/>
        </p:nvSpPr>
        <p:spPr>
          <a:xfrm>
            <a:off x="1075000" y="3560000"/>
            <a:ext cx="125000" cy="18000"/>
          </a:xfrm>
          <a:prstGeom prst="rect">
            <a:avLst/>
          </a:prstGeom>
          <a:solidFill>
            <a:srgbClr val="BBBBBB"/>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4" name="Rounded Rectangle 33">
            <a:extLst>
              <a:ext uri="{C183D7F6-B498-43B3-948B-1728B52AA6E4}">
                <adec:decorative xmlns:adec="http://schemas.microsoft.com/office/drawing/2017/decorative" val="1"/>
              </a:ext>
            </a:extLst>
          </p:cNvPr>
          <p:cNvSpPr/>
          <p:nvPr/>
        </p:nvSpPr>
        <p:spPr>
          <a:xfrm>
            <a:off x="1200000" y="3930000"/>
            <a:ext cx="3400000" cy="540000"/>
          </a:xfrm>
          <a:prstGeom prst="roundRect">
            <a:avLst>
              <a:gd name="adj" fmla="val 5000"/>
            </a:avLst>
          </a:prstGeom>
          <a:solidFill>
            <a:srgbClr val="FFFFFF"/>
          </a:solidFill>
          <a:ln w="12700">
            <a:solidFill>
              <a:srgbClr val="DDDDD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5" name="Rectangle 34">
            <a:extLst>
              <a:ext uri="{C183D7F6-B498-43B3-948B-1728B52AA6E4}">
                <adec:decorative xmlns:adec="http://schemas.microsoft.com/office/drawing/2017/decorative" val="1"/>
              </a:ext>
            </a:extLst>
          </p:cNvPr>
          <p:cNvSpPr/>
          <p:nvPr/>
        </p:nvSpPr>
        <p:spPr>
          <a:xfrm>
            <a:off x="1200000" y="3930000"/>
            <a:ext cx="55000" cy="540000"/>
          </a:xfrm>
          <a:prstGeom prst="rect">
            <a:avLst/>
          </a:prstGeom>
          <a:solidFill>
            <a:srgbClr val="107C1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6" name="Rectangle 35">
            <a:extLst>
              <a:ext uri="{C183D7F6-B498-43B3-948B-1728B52AA6E4}">
                <adec:decorative xmlns:adec="http://schemas.microsoft.com/office/drawing/2017/decorative" val="1"/>
              </a:ext>
            </a:extLst>
          </p:cNvPr>
          <p:cNvSpPr/>
          <p:nvPr/>
        </p:nvSpPr>
        <p:spPr>
          <a:xfrm>
            <a:off x="1300000" y="4030000"/>
            <a:ext cx="340000" cy="340000"/>
          </a:xfrm>
          <a:prstGeom prst="rect">
            <a:avLst/>
          </a:prstGeom>
          <a:solidFill>
            <a:srgbClr val="F5F5F5"/>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37" name="TextBox 36"/>
          <p:cNvSpPr txBox="1"/>
          <p:nvPr/>
        </p:nvSpPr>
        <p:spPr>
          <a:xfrm>
            <a:off x="1300000" y="4080000"/>
            <a:ext cx="340000" cy="200055"/>
          </a:xfrm>
          <a:prstGeom prst="rect">
            <a:avLst/>
          </a:prstGeom>
          <a:noFill/>
        </p:spPr>
        <p:txBody>
          <a:bodyPr wrap="square">
            <a:spAutoFit/>
          </a:bodyPr>
          <a:lstStyle/>
          <a:p>
            <a:pPr algn="ctr"/>
            <a:r>
              <a:rPr lang="en-US" sz="700" b="1" noProof="0" dirty="0">
                <a:solidFill>
                  <a:srgbClr val="107C10"/>
                </a:solidFill>
              </a:rPr>
              <a:t>MD</a:t>
            </a:r>
          </a:p>
        </p:txBody>
      </p:sp>
      <p:sp>
        <p:nvSpPr>
          <p:cNvPr id="38" name="TextBox 37"/>
          <p:cNvSpPr txBox="1"/>
          <p:nvPr/>
        </p:nvSpPr>
        <p:spPr>
          <a:xfrm>
            <a:off x="1700000" y="4010000"/>
            <a:ext cx="2850000" cy="240000"/>
          </a:xfrm>
          <a:prstGeom prst="rect">
            <a:avLst/>
          </a:prstGeom>
          <a:noFill/>
        </p:spPr>
        <p:txBody>
          <a:bodyPr wrap="square">
            <a:spAutoFit/>
          </a:bodyPr>
          <a:lstStyle/>
          <a:p>
            <a:pPr algn="l"/>
            <a:r>
              <a:rPr lang="en-US" sz="1200" b="0" noProof="0" dirty="0">
                <a:solidFill>
                  <a:srgbClr val="1E1E1E"/>
                </a:solidFill>
              </a:rPr>
              <a:t>review-query.prompt.md</a:t>
            </a:r>
          </a:p>
        </p:txBody>
      </p:sp>
      <p:sp>
        <p:nvSpPr>
          <p:cNvPr id="39" name="TextBox 38"/>
          <p:cNvSpPr txBox="1"/>
          <p:nvPr/>
        </p:nvSpPr>
        <p:spPr>
          <a:xfrm>
            <a:off x="1700000" y="4240000"/>
            <a:ext cx="2850000" cy="180000"/>
          </a:xfrm>
          <a:prstGeom prst="rect">
            <a:avLst/>
          </a:prstGeom>
          <a:noFill/>
        </p:spPr>
        <p:txBody>
          <a:bodyPr wrap="square">
            <a:spAutoFit/>
          </a:bodyPr>
          <a:lstStyle/>
          <a:p>
            <a:pPr algn="l"/>
            <a:r>
              <a:rPr lang="en-US" sz="900" b="0" noProof="0" dirty="0">
                <a:solidFill>
                  <a:srgbClr val="666666"/>
                </a:solidFill>
              </a:rPr>
              <a:t>Performance review checklist</a:t>
            </a:r>
          </a:p>
        </p:txBody>
      </p:sp>
      <p:sp>
        <p:nvSpPr>
          <p:cNvPr id="40" name="Rectangle 39">
            <a:extLst>
              <a:ext uri="{C183D7F6-B498-43B3-948B-1728B52AA6E4}">
                <adec:decorative xmlns:adec="http://schemas.microsoft.com/office/drawing/2017/decorative" val="1"/>
              </a:ext>
            </a:extLst>
          </p:cNvPr>
          <p:cNvSpPr/>
          <p:nvPr/>
        </p:nvSpPr>
        <p:spPr>
          <a:xfrm>
            <a:off x="1075000" y="4180000"/>
            <a:ext cx="125000" cy="18000"/>
          </a:xfrm>
          <a:prstGeom prst="rect">
            <a:avLst/>
          </a:prstGeom>
          <a:solidFill>
            <a:srgbClr val="BBBBBB"/>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41" name="Rectangle 40">
            <a:extLst>
              <a:ext uri="{C183D7F6-B498-43B3-948B-1728B52AA6E4}">
                <adec:decorative xmlns:adec="http://schemas.microsoft.com/office/drawing/2017/decorative" val="1"/>
              </a:ext>
            </a:extLst>
          </p:cNvPr>
          <p:cNvSpPr/>
          <p:nvPr/>
        </p:nvSpPr>
        <p:spPr>
          <a:xfrm>
            <a:off x="700000" y="4720000"/>
            <a:ext cx="3900000" cy="260000"/>
          </a:xfrm>
          <a:prstGeom prst="rect">
            <a:avLst/>
          </a:prstGeom>
          <a:solidFill>
            <a:srgbClr val="1A237E"/>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42" name="TextBox 41"/>
          <p:cNvSpPr txBox="1"/>
          <p:nvPr/>
        </p:nvSpPr>
        <p:spPr>
          <a:xfrm>
            <a:off x="780000" y="4760000"/>
            <a:ext cx="3740000" cy="200000"/>
          </a:xfrm>
          <a:prstGeom prst="rect">
            <a:avLst/>
          </a:prstGeom>
          <a:noFill/>
        </p:spPr>
        <p:txBody>
          <a:bodyPr wrap="square">
            <a:spAutoFit/>
          </a:bodyPr>
          <a:lstStyle/>
          <a:p>
            <a:pPr algn="l"/>
            <a:r>
              <a:rPr lang="en-US" sz="900" b="1" noProof="0" dirty="0">
                <a:solidFill>
                  <a:srgbClr val="FFFFFF"/>
                </a:solidFill>
              </a:rPr>
              <a:t>EXAMPLE   copilot-instructions.md</a:t>
            </a:r>
          </a:p>
        </p:txBody>
      </p:sp>
      <p:sp>
        <p:nvSpPr>
          <p:cNvPr id="43" name="Rectangle 42">
            <a:extLst>
              <a:ext uri="{C183D7F6-B498-43B3-948B-1728B52AA6E4}">
                <adec:decorative xmlns:adec="http://schemas.microsoft.com/office/drawing/2017/decorative" val="1"/>
              </a:ext>
            </a:extLst>
          </p:cNvPr>
          <p:cNvSpPr/>
          <p:nvPr/>
        </p:nvSpPr>
        <p:spPr>
          <a:xfrm>
            <a:off x="700000" y="4980000"/>
            <a:ext cx="3900000" cy="1500000"/>
          </a:xfrm>
          <a:prstGeom prst="rect">
            <a:avLst/>
          </a:prstGeom>
          <a:solidFill>
            <a:srgbClr val="1E1E1E"/>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noProof="0" dirty="0"/>
          </a:p>
        </p:txBody>
      </p:sp>
      <p:sp>
        <p:nvSpPr>
          <p:cNvPr id="44" name="TextBox 43"/>
          <p:cNvSpPr txBox="1"/>
          <p:nvPr/>
        </p:nvSpPr>
        <p:spPr>
          <a:xfrm>
            <a:off x="800000" y="5020000"/>
            <a:ext cx="3700000" cy="940000"/>
          </a:xfrm>
          <a:prstGeom prst="rect">
            <a:avLst/>
          </a:prstGeom>
          <a:noFill/>
        </p:spPr>
        <p:txBody>
          <a:bodyPr wrap="square">
            <a:spAutoFit/>
          </a:bodyPr>
          <a:lstStyle/>
          <a:p>
            <a:pPr>
              <a:spcBef>
                <a:spcPts val="0"/>
              </a:spcBef>
              <a:spcAft>
                <a:spcPts val="100"/>
              </a:spcAft>
            </a:pPr>
            <a:r>
              <a:rPr lang="en-US" sz="900" b="1" noProof="0" dirty="0">
                <a:solidFill>
                  <a:srgbClr val="569CD6"/>
                </a:solidFill>
                <a:latin typeface="Consolas"/>
              </a:rPr>
              <a:t>## T-SQL Naming Conventions</a:t>
            </a:r>
          </a:p>
          <a:p>
            <a:pPr>
              <a:spcBef>
                <a:spcPts val="0"/>
              </a:spcBef>
              <a:spcAft>
                <a:spcPts val="100"/>
              </a:spcAft>
            </a:pPr>
            <a:r>
              <a:rPr lang="en-US" sz="800" b="0" noProof="0" dirty="0">
                <a:solidFill>
                  <a:srgbClr val="CCCCCC"/>
                </a:solidFill>
                <a:latin typeface="Consolas"/>
              </a:rPr>
              <a:t>- Schema-qualify all objects (</a:t>
            </a:r>
            <a:r>
              <a:rPr lang="en-US" sz="800" b="0" noProof="0" dirty="0" err="1">
                <a:solidFill>
                  <a:srgbClr val="CCCCCC"/>
                </a:solidFill>
                <a:latin typeface="Consolas"/>
              </a:rPr>
              <a:t>Sales.Orders</a:t>
            </a:r>
            <a:r>
              <a:rPr lang="en-US" sz="800" b="0" noProof="0" dirty="0">
                <a:solidFill>
                  <a:srgbClr val="CCCCCC"/>
                </a:solidFill>
                <a:latin typeface="Consolas"/>
              </a:rPr>
              <a:t>)</a:t>
            </a:r>
          </a:p>
          <a:p>
            <a:pPr>
              <a:spcBef>
                <a:spcPts val="0"/>
              </a:spcBef>
              <a:spcAft>
                <a:spcPts val="100"/>
              </a:spcAft>
            </a:pPr>
            <a:r>
              <a:rPr lang="en-US" sz="800" b="0" noProof="0" dirty="0">
                <a:solidFill>
                  <a:srgbClr val="CCCCCC"/>
                </a:solidFill>
                <a:latin typeface="Consolas"/>
              </a:rPr>
              <a:t>- </a:t>
            </a:r>
            <a:r>
              <a:rPr lang="en-US" sz="800" b="0" noProof="0" dirty="0" err="1">
                <a:solidFill>
                  <a:srgbClr val="CCCCCC"/>
                </a:solidFill>
                <a:latin typeface="Consolas"/>
              </a:rPr>
              <a:t>PascalCase</a:t>
            </a:r>
            <a:r>
              <a:rPr lang="en-US" sz="800" b="0" noProof="0" dirty="0">
                <a:solidFill>
                  <a:srgbClr val="CCCCCC"/>
                </a:solidFill>
                <a:latin typeface="Consolas"/>
              </a:rPr>
              <a:t> for tables and views</a:t>
            </a:r>
          </a:p>
          <a:p>
            <a:pPr>
              <a:spcBef>
                <a:spcPts val="0"/>
              </a:spcBef>
              <a:spcAft>
                <a:spcPts val="100"/>
              </a:spcAft>
            </a:pPr>
            <a:r>
              <a:rPr lang="en-US" sz="800" b="0" noProof="0" dirty="0">
                <a:solidFill>
                  <a:srgbClr val="CCCCCC"/>
                </a:solidFill>
                <a:latin typeface="Consolas"/>
              </a:rPr>
              <a:t>- Prefix: </a:t>
            </a:r>
            <a:r>
              <a:rPr lang="en-US" sz="800" b="0" noProof="0" dirty="0" err="1">
                <a:solidFill>
                  <a:srgbClr val="CCCCCC"/>
                </a:solidFill>
                <a:latin typeface="Consolas"/>
              </a:rPr>
              <a:t>usp</a:t>
            </a:r>
            <a:r>
              <a:rPr lang="en-US" sz="800" b="0" noProof="0" dirty="0">
                <a:solidFill>
                  <a:srgbClr val="CCCCCC"/>
                </a:solidFill>
                <a:latin typeface="Consolas"/>
              </a:rPr>
              <a:t>_ for procs, </a:t>
            </a:r>
            <a:r>
              <a:rPr lang="en-US" sz="800" b="0" noProof="0" dirty="0" err="1">
                <a:solidFill>
                  <a:srgbClr val="CCCCCC"/>
                </a:solidFill>
                <a:latin typeface="Consolas"/>
              </a:rPr>
              <a:t>vw</a:t>
            </a:r>
            <a:r>
              <a:rPr lang="en-US" sz="800" b="0" noProof="0" dirty="0">
                <a:solidFill>
                  <a:srgbClr val="CCCCCC"/>
                </a:solidFill>
                <a:latin typeface="Consolas"/>
              </a:rPr>
              <a:t>_ for views</a:t>
            </a:r>
          </a:p>
          <a:p>
            <a:pPr>
              <a:spcBef>
                <a:spcPts val="0"/>
              </a:spcBef>
              <a:spcAft>
                <a:spcPts val="100"/>
              </a:spcAft>
            </a:pPr>
            <a:endParaRPr lang="en-US" sz="800" b="0" noProof="0" dirty="0">
              <a:solidFill>
                <a:srgbClr val="CCCCCC"/>
              </a:solidFill>
              <a:latin typeface="Consolas"/>
            </a:endParaRPr>
          </a:p>
          <a:p>
            <a:pPr>
              <a:spcBef>
                <a:spcPts val="0"/>
              </a:spcBef>
              <a:spcAft>
                <a:spcPts val="100"/>
              </a:spcAft>
            </a:pPr>
            <a:r>
              <a:rPr lang="en-US" sz="900" b="1" noProof="0" dirty="0">
                <a:solidFill>
                  <a:srgbClr val="569CD6"/>
                </a:solidFill>
                <a:latin typeface="Consolas"/>
              </a:rPr>
              <a:t>## Security Rules</a:t>
            </a:r>
          </a:p>
          <a:p>
            <a:pPr>
              <a:spcBef>
                <a:spcPts val="0"/>
              </a:spcBef>
              <a:spcAft>
                <a:spcPts val="100"/>
              </a:spcAft>
            </a:pPr>
            <a:r>
              <a:rPr lang="en-US" sz="800" b="0" noProof="0" dirty="0">
                <a:solidFill>
                  <a:srgbClr val="FF5C39"/>
                </a:solidFill>
                <a:latin typeface="Consolas"/>
              </a:rPr>
              <a:t>- Wrap DML in explicit transactions</a:t>
            </a:r>
          </a:p>
          <a:p>
            <a:pPr>
              <a:spcBef>
                <a:spcPts val="0"/>
              </a:spcBef>
              <a:spcAft>
                <a:spcPts val="100"/>
              </a:spcAft>
            </a:pPr>
            <a:r>
              <a:rPr lang="en-US" sz="800" b="0" noProof="0" dirty="0">
                <a:solidFill>
                  <a:srgbClr val="FF5C39"/>
                </a:solidFill>
                <a:latin typeface="Consolas"/>
              </a:rPr>
              <a:t>- Never GRANT permissions to public</a:t>
            </a:r>
          </a:p>
          <a:p>
            <a:pPr>
              <a:spcBef>
                <a:spcPts val="0"/>
              </a:spcBef>
              <a:spcAft>
                <a:spcPts val="100"/>
              </a:spcAft>
            </a:pPr>
            <a:r>
              <a:rPr lang="en-US" sz="800" b="0" noProof="0" dirty="0">
                <a:solidFill>
                  <a:srgbClr val="FF5C39"/>
                </a:solidFill>
                <a:latin typeface="Consolas"/>
              </a:rPr>
              <a:t>- Use parameterized queries only</a:t>
            </a:r>
          </a:p>
        </p:txBody>
      </p:sp>
      <p:sp>
        <p:nvSpPr>
          <p:cNvPr id="3" name="Text Placeholder 2"/>
          <p:cNvSpPr>
            <a:spLocks noGrp="1"/>
          </p:cNvSpPr>
          <p:nvPr>
            <p:ph type="body" sz="quarter" idx="16"/>
          </p:nvPr>
        </p:nvSpPr>
        <p:spPr>
          <a:xfrm>
            <a:off x="5045000" y="1350805"/>
            <a:ext cx="4714663" cy="246221"/>
          </a:xfrm>
        </p:spPr>
        <p:txBody>
          <a:bodyPr/>
          <a:lstStyle/>
          <a:p>
            <a:r>
              <a:rPr lang="en-US" noProof="0" dirty="0"/>
              <a:t>Consistent AI behavior across your team</a:t>
            </a:r>
          </a:p>
        </p:txBody>
      </p:sp>
      <p:sp>
        <p:nvSpPr>
          <p:cNvPr id="4" name="Text Placeholder 3"/>
          <p:cNvSpPr>
            <a:spLocks noGrp="1"/>
          </p:cNvSpPr>
          <p:nvPr>
            <p:ph type="body" sz="quarter" idx="15"/>
          </p:nvPr>
        </p:nvSpPr>
        <p:spPr>
          <a:xfrm>
            <a:off x="5045000" y="2085027"/>
            <a:ext cx="5800124" cy="2609945"/>
          </a:xfrm>
        </p:spPr>
        <p:txBody>
          <a:bodyPr/>
          <a:lstStyle/>
          <a:p>
            <a:r>
              <a:rPr lang="en-US" b="1" noProof="0" dirty="0"/>
              <a:t>copilot-instructions.md: </a:t>
            </a:r>
            <a:r>
              <a:rPr lang="en-US" noProof="0" dirty="0"/>
              <a:t>Repo-wide standards in .</a:t>
            </a:r>
            <a:r>
              <a:rPr lang="en-US" noProof="0" dirty="0" err="1"/>
              <a:t>github</a:t>
            </a:r>
            <a:r>
              <a:rPr lang="en-US" noProof="0" dirty="0"/>
              <a:t>/</a:t>
            </a:r>
          </a:p>
          <a:p>
            <a:endParaRPr lang="en-US" noProof="0" dirty="0"/>
          </a:p>
          <a:p>
            <a:r>
              <a:rPr lang="en-US" b="1" noProof="0" dirty="0"/>
              <a:t>prompt.md files: </a:t>
            </a:r>
            <a:r>
              <a:rPr lang="en-US" noProof="0" dirty="0"/>
              <a:t>Reusable task templates in .</a:t>
            </a:r>
            <a:r>
              <a:rPr lang="en-US" noProof="0" dirty="0" err="1"/>
              <a:t>github</a:t>
            </a:r>
            <a:r>
              <a:rPr lang="en-US" noProof="0" dirty="0"/>
              <a:t>/prompts/</a:t>
            </a:r>
          </a:p>
          <a:p>
            <a:endParaRPr lang="en-US" noProof="0" dirty="0"/>
          </a:p>
          <a:p>
            <a:r>
              <a:rPr lang="en-US" b="1" noProof="0" dirty="0"/>
              <a:t>Naming conventions: </a:t>
            </a:r>
            <a:r>
              <a:rPr lang="en-US" noProof="0" dirty="0" err="1"/>
              <a:t>PascalCase</a:t>
            </a:r>
            <a:r>
              <a:rPr lang="en-US" noProof="0" dirty="0"/>
              <a:t> tables, </a:t>
            </a:r>
            <a:r>
              <a:rPr lang="en-US" noProof="0" dirty="0" err="1"/>
              <a:t>usp</a:t>
            </a:r>
            <a:r>
              <a:rPr lang="en-US" noProof="0" dirty="0"/>
              <a:t>_ procs, </a:t>
            </a:r>
            <a:r>
              <a:rPr lang="en-US" noProof="0" dirty="0" err="1"/>
              <a:t>vw</a:t>
            </a:r>
            <a:r>
              <a:rPr lang="en-US" noProof="0" dirty="0"/>
              <a:t>_ views</a:t>
            </a:r>
          </a:p>
          <a:p>
            <a:endParaRPr lang="en-US" noProof="0" dirty="0"/>
          </a:p>
          <a:p>
            <a:r>
              <a:rPr lang="en-US" b="1" noProof="0" dirty="0"/>
              <a:t>T-SQL style: </a:t>
            </a:r>
            <a:r>
              <a:rPr lang="en-US" noProof="0" dirty="0"/>
              <a:t>Explicit columns, schema prefix, TRY...CATCH</a:t>
            </a:r>
          </a:p>
          <a:p>
            <a:endParaRPr lang="en-US" noProof="0" dirty="0"/>
          </a:p>
          <a:p>
            <a:r>
              <a:rPr lang="en-US" b="1" noProof="0" dirty="0"/>
              <a:t>Security rules: </a:t>
            </a:r>
            <a:r>
              <a:rPr lang="en-US" noProof="0" dirty="0"/>
              <a:t>No GRANT to public, parameterized queries</a:t>
            </a: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Connect MCP server endpoints</a:t>
            </a:r>
          </a:p>
        </p:txBody>
      </p:sp>
      <p:sp>
        <p:nvSpPr>
          <p:cNvPr id="4" name="Text Placeholder 3"/>
          <p:cNvSpPr>
            <a:spLocks noGrp="1"/>
          </p:cNvSpPr>
          <p:nvPr>
            <p:ph type="body" sz="quarter" idx="16"/>
          </p:nvPr>
        </p:nvSpPr>
        <p:spPr/>
        <p:txBody>
          <a:bodyPr/>
          <a:lstStyle/>
          <a:p>
            <a:r>
              <a:rPr lang="en-US" noProof="0" dirty="0"/>
              <a:t>SQL Server, Azure SQL, and Fabric</a:t>
            </a:r>
          </a:p>
        </p:txBody>
      </p:sp>
      <p:sp>
        <p:nvSpPr>
          <p:cNvPr id="5" name="Text Placeholder 4"/>
          <p:cNvSpPr>
            <a:spLocks noGrp="1"/>
          </p:cNvSpPr>
          <p:nvPr>
            <p:ph type="body" sz="quarter" idx="15"/>
          </p:nvPr>
        </p:nvSpPr>
        <p:spPr>
          <a:xfrm>
            <a:off x="586389" y="2085764"/>
            <a:ext cx="3792730" cy="3496342"/>
          </a:xfrm>
        </p:spPr>
        <p:txBody>
          <a:bodyPr/>
          <a:lstStyle/>
          <a:p>
            <a:r>
              <a:rPr lang="en-US" b="1" noProof="0" dirty="0"/>
              <a:t>SQL MCP Server</a:t>
            </a:r>
            <a:r>
              <a:rPr lang="en-US" noProof="0" dirty="0"/>
              <a:t>: </a:t>
            </a:r>
          </a:p>
          <a:p>
            <a:pPr lvl="1"/>
            <a:r>
              <a:rPr lang="en-US" noProof="0" dirty="0"/>
              <a:t>Built on Data API builder</a:t>
            </a:r>
          </a:p>
          <a:p>
            <a:pPr lvl="1"/>
            <a:endParaRPr lang="en-US" noProof="0" dirty="0"/>
          </a:p>
          <a:p>
            <a:r>
              <a:rPr lang="en-US" b="1" noProof="0" dirty="0"/>
              <a:t>Azure MCP Server</a:t>
            </a:r>
            <a:r>
              <a:rPr lang="en-US" noProof="0" dirty="0"/>
              <a:t>: </a:t>
            </a:r>
          </a:p>
          <a:p>
            <a:pPr lvl="1"/>
            <a:r>
              <a:rPr lang="en-US" noProof="0" dirty="0"/>
              <a:t>Broader Azure integration</a:t>
            </a:r>
          </a:p>
          <a:p>
            <a:pPr lvl="1"/>
            <a:endParaRPr lang="en-US" noProof="0" dirty="0"/>
          </a:p>
          <a:p>
            <a:r>
              <a:rPr lang="en-US" b="1" noProof="0" dirty="0"/>
              <a:t>Fabric data agent</a:t>
            </a:r>
            <a:r>
              <a:rPr lang="en-US" noProof="0" dirty="0"/>
              <a:t>: </a:t>
            </a:r>
          </a:p>
          <a:p>
            <a:pPr lvl="1"/>
            <a:r>
              <a:rPr lang="en-US" noProof="0" dirty="0"/>
              <a:t>Publish as MCP server</a:t>
            </a:r>
          </a:p>
          <a:p>
            <a:pPr lvl="1"/>
            <a:endParaRPr lang="en-US" noProof="0" dirty="0"/>
          </a:p>
          <a:p>
            <a:r>
              <a:rPr lang="en-US" b="1" noProof="0" dirty="0"/>
              <a:t>Authenticate</a:t>
            </a:r>
            <a:r>
              <a:rPr lang="en-US" noProof="0" dirty="0"/>
              <a:t>: </a:t>
            </a:r>
          </a:p>
          <a:p>
            <a:pPr lvl="1"/>
            <a:r>
              <a:rPr lang="en-US" noProof="0" dirty="0"/>
              <a:t>Interactive, service principal, or API key</a:t>
            </a:r>
          </a:p>
          <a:p>
            <a:pPr lvl="1"/>
            <a:endParaRPr lang="en-US" noProof="0" dirty="0"/>
          </a:p>
          <a:p>
            <a:r>
              <a:rPr lang="en-US" noProof="0" dirty="0"/>
              <a:t>MCP config lives in .</a:t>
            </a:r>
            <a:r>
              <a:rPr lang="en-US" noProof="0" dirty="0" err="1"/>
              <a:t>vscode</a:t>
            </a:r>
            <a:r>
              <a:rPr lang="en-US" noProof="0" dirty="0"/>
              <a:t>/</a:t>
            </a:r>
            <a:r>
              <a:rPr lang="en-US" noProof="0" dirty="0" err="1"/>
              <a:t>mcp.json</a:t>
            </a:r>
            <a:endParaRPr lang="en-US" noProof="0" dirty="0"/>
          </a:p>
        </p:txBody>
      </p:sp>
      <p:pic>
        <p:nvPicPr>
          <p:cNvPr id="6" name="MCP Diagram Image" descr="MCP Server endpoint architecture diagram."/>
          <p:cNvPicPr>
            <a:picLocks noChangeAspect="1"/>
          </p:cNvPicPr>
          <p:nvPr/>
        </p:nvPicPr>
        <p:blipFill>
          <a:blip r:embed="rId3"/>
          <a:stretch>
            <a:fillRect/>
          </a:stretch>
        </p:blipFill>
        <p:spPr>
          <a:xfrm>
            <a:off x="4373414" y="1371600"/>
            <a:ext cx="7330904" cy="4210506"/>
          </a:xfrm>
          <a:prstGeom prst="rect">
            <a:avLst/>
          </a:prstGeom>
        </p:spPr>
      </p:pic>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noProof="0" dirty="0"/>
              <a:t>Exercise: AI-assisted SQL development</a:t>
            </a:r>
          </a:p>
        </p:txBody>
      </p:sp>
      <p:sp>
        <p:nvSpPr>
          <p:cNvPr id="4" name="Text Placeholder 3"/>
          <p:cNvSpPr>
            <a:spLocks noGrp="1"/>
          </p:cNvSpPr>
          <p:nvPr>
            <p:ph type="body" sz="quarter" idx="16"/>
          </p:nvPr>
        </p:nvSpPr>
        <p:spPr/>
        <p:txBody>
          <a:bodyPr/>
          <a:lstStyle/>
          <a:p>
            <a:r>
              <a:rPr lang="en-US" noProof="0" dirty="0"/>
              <a:t>Hands-on lab</a:t>
            </a:r>
          </a:p>
        </p:txBody>
      </p:sp>
      <p:sp>
        <p:nvSpPr>
          <p:cNvPr id="5" name="Text Placeholder 4"/>
          <p:cNvSpPr>
            <a:spLocks noGrp="1"/>
          </p:cNvSpPr>
          <p:nvPr>
            <p:ph type="body" sz="quarter" idx="15"/>
          </p:nvPr>
        </p:nvSpPr>
        <p:spPr>
          <a:xfrm>
            <a:off x="586389" y="2085764"/>
            <a:ext cx="5652201" cy="1231106"/>
          </a:xfrm>
        </p:spPr>
        <p:txBody>
          <a:bodyPr/>
          <a:lstStyle/>
          <a:p>
            <a:pPr marL="0" indent="0">
              <a:buNone/>
            </a:pPr>
            <a:r>
              <a:rPr lang="en-US" noProof="0" dirty="0"/>
              <a:t>Use GitHub Copilot in VS Code to accelerate T-SQL development against Azure SQL Database. Create custom instruction files for coding standards, generate stored procedures and views via Copilot Chat, and use Copilot to explain code and suggest optimizations.</a:t>
            </a:r>
          </a:p>
        </p:txBody>
      </p:sp>
      <p:sp>
        <p:nvSpPr>
          <p:cNvPr id="6" name="Oval 5"/>
          <p:cNvSpPr/>
          <p:nvPr/>
        </p:nvSpPr>
        <p:spPr>
          <a:xfrm>
            <a:off x="7770495" y="2439988"/>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1</a:t>
            </a:r>
          </a:p>
        </p:txBody>
      </p:sp>
      <p:sp>
        <p:nvSpPr>
          <p:cNvPr id="7" name="TextBox 6"/>
          <p:cNvSpPr txBox="1"/>
          <p:nvPr/>
        </p:nvSpPr>
        <p:spPr>
          <a:xfrm>
            <a:off x="8127111" y="2421700"/>
            <a:ext cx="3973449" cy="384048"/>
          </a:xfrm>
          <a:prstGeom prst="rect">
            <a:avLst/>
          </a:prstGeom>
          <a:noFill/>
        </p:spPr>
        <p:txBody>
          <a:bodyPr wrap="square" lIns="45720" tIns="0" rIns="45720" bIns="0">
            <a:spAutoFit/>
          </a:bodyPr>
          <a:lstStyle/>
          <a:p>
            <a:pPr algn="l"/>
            <a:r>
              <a:rPr lang="en-US" sz="1000" b="0" noProof="0" dirty="0">
                <a:solidFill>
                  <a:srgbClr val="091F2C"/>
                </a:solidFill>
              </a:rPr>
              <a:t>Provision Azure SQL Database</a:t>
            </a:r>
          </a:p>
        </p:txBody>
      </p:sp>
      <p:sp>
        <p:nvSpPr>
          <p:cNvPr id="8" name="Oval 7"/>
          <p:cNvSpPr/>
          <p:nvPr/>
        </p:nvSpPr>
        <p:spPr>
          <a:xfrm>
            <a:off x="7770495" y="2888044"/>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2</a:t>
            </a:r>
          </a:p>
        </p:txBody>
      </p:sp>
      <p:sp>
        <p:nvSpPr>
          <p:cNvPr id="9" name="TextBox 8"/>
          <p:cNvSpPr txBox="1"/>
          <p:nvPr/>
        </p:nvSpPr>
        <p:spPr>
          <a:xfrm>
            <a:off x="8127111" y="2869756"/>
            <a:ext cx="3973449" cy="384048"/>
          </a:xfrm>
          <a:prstGeom prst="rect">
            <a:avLst/>
          </a:prstGeom>
          <a:noFill/>
        </p:spPr>
        <p:txBody>
          <a:bodyPr wrap="square" lIns="45720" tIns="0" rIns="45720" bIns="0">
            <a:spAutoFit/>
          </a:bodyPr>
          <a:lstStyle/>
          <a:p>
            <a:pPr algn="l"/>
            <a:r>
              <a:rPr lang="en-US" sz="1000" b="0" noProof="0" dirty="0">
                <a:solidFill>
                  <a:srgbClr val="091F2C"/>
                </a:solidFill>
              </a:rPr>
              <a:t>Set up VS Code with Copilot extensions</a:t>
            </a:r>
          </a:p>
        </p:txBody>
      </p:sp>
      <p:sp>
        <p:nvSpPr>
          <p:cNvPr id="10" name="Oval 9"/>
          <p:cNvSpPr/>
          <p:nvPr/>
        </p:nvSpPr>
        <p:spPr>
          <a:xfrm>
            <a:off x="7770495" y="3336100"/>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3</a:t>
            </a:r>
          </a:p>
        </p:txBody>
      </p:sp>
      <p:sp>
        <p:nvSpPr>
          <p:cNvPr id="11" name="TextBox 10"/>
          <p:cNvSpPr txBox="1"/>
          <p:nvPr/>
        </p:nvSpPr>
        <p:spPr>
          <a:xfrm>
            <a:off x="8127111" y="3317812"/>
            <a:ext cx="3973449" cy="384048"/>
          </a:xfrm>
          <a:prstGeom prst="rect">
            <a:avLst/>
          </a:prstGeom>
          <a:noFill/>
        </p:spPr>
        <p:txBody>
          <a:bodyPr wrap="square" lIns="45720" tIns="0" rIns="45720" bIns="0">
            <a:spAutoFit/>
          </a:bodyPr>
          <a:lstStyle/>
          <a:p>
            <a:pPr algn="l"/>
            <a:r>
              <a:rPr lang="en-US" sz="1000" b="0" noProof="0" dirty="0">
                <a:solidFill>
                  <a:srgbClr val="091F2C"/>
                </a:solidFill>
              </a:rPr>
              <a:t>Create a custom instruction file</a:t>
            </a:r>
          </a:p>
        </p:txBody>
      </p:sp>
      <p:sp>
        <p:nvSpPr>
          <p:cNvPr id="12" name="Oval 11"/>
          <p:cNvSpPr/>
          <p:nvPr/>
        </p:nvSpPr>
        <p:spPr>
          <a:xfrm>
            <a:off x="7770495" y="3784156"/>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4</a:t>
            </a:r>
          </a:p>
        </p:txBody>
      </p:sp>
      <p:sp>
        <p:nvSpPr>
          <p:cNvPr id="13" name="TextBox 12"/>
          <p:cNvSpPr txBox="1"/>
          <p:nvPr/>
        </p:nvSpPr>
        <p:spPr>
          <a:xfrm>
            <a:off x="8127111" y="3765868"/>
            <a:ext cx="3973449" cy="384048"/>
          </a:xfrm>
          <a:prstGeom prst="rect">
            <a:avLst/>
          </a:prstGeom>
          <a:noFill/>
        </p:spPr>
        <p:txBody>
          <a:bodyPr wrap="square" lIns="45720" tIns="0" rIns="45720" bIns="0">
            <a:spAutoFit/>
          </a:bodyPr>
          <a:lstStyle/>
          <a:p>
            <a:pPr algn="l"/>
            <a:r>
              <a:rPr lang="en-US" sz="1000" b="0" noProof="0" dirty="0">
                <a:solidFill>
                  <a:srgbClr val="091F2C"/>
                </a:solidFill>
              </a:rPr>
              <a:t>Generate a stored procedure with Copilot</a:t>
            </a:r>
          </a:p>
        </p:txBody>
      </p:sp>
      <p:sp>
        <p:nvSpPr>
          <p:cNvPr id="14" name="Oval 13"/>
          <p:cNvSpPr/>
          <p:nvPr/>
        </p:nvSpPr>
        <p:spPr>
          <a:xfrm>
            <a:off x="7770495" y="4232212"/>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5</a:t>
            </a:r>
          </a:p>
        </p:txBody>
      </p:sp>
      <p:sp>
        <p:nvSpPr>
          <p:cNvPr id="15" name="TextBox 14"/>
          <p:cNvSpPr txBox="1"/>
          <p:nvPr/>
        </p:nvSpPr>
        <p:spPr>
          <a:xfrm>
            <a:off x="8127111" y="4213924"/>
            <a:ext cx="3973449" cy="384048"/>
          </a:xfrm>
          <a:prstGeom prst="rect">
            <a:avLst/>
          </a:prstGeom>
          <a:noFill/>
        </p:spPr>
        <p:txBody>
          <a:bodyPr wrap="square" lIns="45720" tIns="0" rIns="45720" bIns="0">
            <a:spAutoFit/>
          </a:bodyPr>
          <a:lstStyle/>
          <a:p>
            <a:pPr algn="l"/>
            <a:r>
              <a:rPr lang="en-US" sz="1000" b="0" noProof="0" dirty="0">
                <a:solidFill>
                  <a:srgbClr val="091F2C"/>
                </a:solidFill>
              </a:rPr>
              <a:t>Generate a view with Copilot</a:t>
            </a:r>
          </a:p>
        </p:txBody>
      </p:sp>
      <p:sp>
        <p:nvSpPr>
          <p:cNvPr id="16" name="Oval 15"/>
          <p:cNvSpPr/>
          <p:nvPr/>
        </p:nvSpPr>
        <p:spPr>
          <a:xfrm>
            <a:off x="7770495" y="4680268"/>
            <a:ext cx="274320" cy="274320"/>
          </a:xfrm>
          <a:prstGeom prst="ellipse">
            <a:avLst/>
          </a:prstGeom>
          <a:solidFill>
            <a:srgbClr val="0078D4"/>
          </a:solidFill>
          <a:ln>
            <a:noFill/>
          </a:ln>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lang="en-US" sz="1300" b="1" noProof="0" dirty="0">
                <a:solidFill>
                  <a:srgbClr val="FFFFFF"/>
                </a:solidFill>
              </a:rPr>
              <a:t>6</a:t>
            </a:r>
          </a:p>
        </p:txBody>
      </p:sp>
      <p:sp>
        <p:nvSpPr>
          <p:cNvPr id="17" name="TextBox 16"/>
          <p:cNvSpPr txBox="1"/>
          <p:nvPr/>
        </p:nvSpPr>
        <p:spPr>
          <a:xfrm>
            <a:off x="8127111" y="4661980"/>
            <a:ext cx="3973449" cy="384048"/>
          </a:xfrm>
          <a:prstGeom prst="rect">
            <a:avLst/>
          </a:prstGeom>
          <a:noFill/>
        </p:spPr>
        <p:txBody>
          <a:bodyPr wrap="square" lIns="45720" tIns="0" rIns="45720" bIns="0">
            <a:spAutoFit/>
          </a:bodyPr>
          <a:lstStyle/>
          <a:p>
            <a:pPr algn="l"/>
            <a:r>
              <a:rPr lang="en-US" sz="1000" b="0" noProof="0" dirty="0">
                <a:solidFill>
                  <a:srgbClr val="091F2C"/>
                </a:solidFill>
              </a:rPr>
              <a:t>Explain code and optimize queries</a:t>
            </a: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88262" y="585216"/>
            <a:ext cx="7273203" cy="615553"/>
          </a:xfrm>
        </p:spPr>
        <p:txBody>
          <a:bodyPr/>
          <a:lstStyle/>
          <a:p>
            <a:r>
              <a:rPr lang="en-US" noProof="0" dirty="0"/>
              <a:t>Knowledge check</a:t>
            </a:r>
            <a:r>
              <a:rPr lang="en-US" dirty="0"/>
              <a:t> - Design and implement SQL solutions using AI-assisted tools</a:t>
            </a:r>
            <a:endParaRPr lang="en-US" noProof="0" dirty="0"/>
          </a:p>
        </p:txBody>
      </p:sp>
      <p:sp>
        <p:nvSpPr>
          <p:cNvPr id="3" name="Text Placeholder 2"/>
          <p:cNvSpPr>
            <a:spLocks noGrp="1"/>
          </p:cNvSpPr>
          <p:nvPr>
            <p:ph type="body" sz="quarter" idx="17"/>
          </p:nvPr>
        </p:nvSpPr>
        <p:spPr/>
        <p:txBody>
          <a:bodyPr/>
          <a:lstStyle/>
          <a:p>
            <a:r>
              <a:rPr lang="en-US" noProof="0" dirty="0"/>
              <a:t>A database developer wants to use AI assistance while writing T-SQL in SQL Server Management Studio. Which tool should they install?</a:t>
            </a:r>
          </a:p>
        </p:txBody>
      </p:sp>
      <p:sp>
        <p:nvSpPr>
          <p:cNvPr id="4" name="Text Placeholder 3"/>
          <p:cNvSpPr>
            <a:spLocks noGrp="1"/>
          </p:cNvSpPr>
          <p:nvPr>
            <p:ph type="body" sz="quarter" idx="15"/>
          </p:nvPr>
        </p:nvSpPr>
        <p:spPr>
          <a:xfrm>
            <a:off x="1237265" y="2086996"/>
            <a:ext cx="8775098" cy="732508"/>
          </a:xfrm>
        </p:spPr>
        <p:txBody>
          <a:bodyPr/>
          <a:lstStyle/>
          <a:p>
            <a:r>
              <a:rPr lang="en-US" noProof="0" dirty="0"/>
              <a:t>a) Fabric Copilot extension</a:t>
            </a:r>
          </a:p>
          <a:p>
            <a:r>
              <a:rPr lang="en-US" noProof="0" dirty="0"/>
              <a:t>b) GitHub Copilot through the AI Assistance workload</a:t>
            </a:r>
          </a:p>
          <a:p>
            <a:r>
              <a:rPr lang="en-US" noProof="0" dirty="0"/>
              <a:t>c) Azure OpenAI extension</a:t>
            </a:r>
          </a:p>
        </p:txBody>
      </p:sp>
      <p:sp>
        <p:nvSpPr>
          <p:cNvPr id="54" name="Graphic 26">
            <a:extLst>
              <a:ext uri="{FF2B5EF4-FFF2-40B4-BE49-F238E27FC236}">
                <a16:creationId xmlns:a16="http://schemas.microsoft.com/office/drawing/2014/main" id="{9DA246D8-0ED3-802F-0781-404D86721549}"/>
              </a:ext>
              <a:ext uri="{C183D7F6-B498-43B3-948B-1728B52AA6E4}">
                <adec:decorative xmlns:adec="http://schemas.microsoft.com/office/drawing/2017/decorative" val="1"/>
              </a:ext>
            </a:extLst>
          </p:cNvPr>
          <p:cNvSpPr/>
          <p:nvPr/>
        </p:nvSpPr>
        <p:spPr>
          <a:xfrm>
            <a:off x="1278720" y="2369725"/>
            <a:ext cx="163976" cy="115172"/>
          </a:xfrm>
          <a:custGeom>
            <a:avLst/>
            <a:gdLst>
              <a:gd name="connsiteX0" fmla="*/ 249301 w 273255"/>
              <a:gd name="connsiteY0" fmla="*/ 0 h 191929"/>
              <a:gd name="connsiteX1" fmla="*/ 97887 w 273255"/>
              <a:gd name="connsiteY1" fmla="*/ 143134 h 191929"/>
              <a:gd name="connsiteX2" fmla="*/ 25137 w 273255"/>
              <a:gd name="connsiteY2" fmla="*/ 68610 h 191929"/>
              <a:gd name="connsiteX3" fmla="*/ 0 w 273255"/>
              <a:gd name="connsiteY3" fmla="*/ 92564 h 191929"/>
              <a:gd name="connsiteX4" fmla="*/ 96704 w 273255"/>
              <a:gd name="connsiteY4" fmla="*/ 191930 h 191929"/>
              <a:gd name="connsiteX5" fmla="*/ 122137 w 273255"/>
              <a:gd name="connsiteY5" fmla="*/ 168271 h 191929"/>
              <a:gd name="connsiteX6" fmla="*/ 273256 w 273255"/>
              <a:gd name="connsiteY6" fmla="*/ 24841 h 1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255" h="191929">
                <a:moveTo>
                  <a:pt x="249301" y="0"/>
                </a:moveTo>
                <a:lnTo>
                  <a:pt x="97887" y="143134"/>
                </a:lnTo>
                <a:lnTo>
                  <a:pt x="25137" y="68610"/>
                </a:lnTo>
                <a:lnTo>
                  <a:pt x="0" y="92564"/>
                </a:lnTo>
                <a:lnTo>
                  <a:pt x="96704" y="191930"/>
                </a:lnTo>
                <a:lnTo>
                  <a:pt x="122137" y="168271"/>
                </a:lnTo>
                <a:lnTo>
                  <a:pt x="273256" y="24841"/>
                </a:lnTo>
                <a:close/>
              </a:path>
            </a:pathLst>
          </a:custGeom>
          <a:noFill/>
          <a:ln w="31750" cap="flat">
            <a:solidFill>
              <a:schemeClr val="accent2"/>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endParaRPr>
          </a:p>
        </p:txBody>
      </p:sp>
      <p:sp>
        <p:nvSpPr>
          <p:cNvPr id="7" name="Text Placeholder 6"/>
          <p:cNvSpPr>
            <a:spLocks noGrp="1"/>
          </p:cNvSpPr>
          <p:nvPr>
            <p:ph type="body" sz="quarter" idx="22"/>
          </p:nvPr>
        </p:nvSpPr>
        <p:spPr>
          <a:xfrm>
            <a:off x="1235075" y="3085555"/>
            <a:ext cx="8778782" cy="301898"/>
          </a:xfrm>
        </p:spPr>
        <p:txBody>
          <a:bodyPr/>
          <a:lstStyle/>
          <a:p>
            <a:r>
              <a:rPr lang="en-US" noProof="0" dirty="0"/>
              <a:t>What security practice should you follow when using AI-assisted tools with database credentials?</a:t>
            </a:r>
          </a:p>
        </p:txBody>
      </p:sp>
      <p:sp>
        <p:nvSpPr>
          <p:cNvPr id="8" name="Text Placeholder 7"/>
          <p:cNvSpPr>
            <a:spLocks noGrp="1"/>
          </p:cNvSpPr>
          <p:nvPr>
            <p:ph type="body" sz="quarter" idx="23"/>
          </p:nvPr>
        </p:nvSpPr>
        <p:spPr>
          <a:xfrm>
            <a:off x="1237265" y="3449013"/>
            <a:ext cx="8775098" cy="732508"/>
          </a:xfrm>
        </p:spPr>
        <p:txBody>
          <a:bodyPr/>
          <a:lstStyle/>
          <a:p>
            <a:r>
              <a:rPr lang="en-US" noProof="0" dirty="0"/>
              <a:t>a) Store credentials in instruction files so Copilot can access them</a:t>
            </a:r>
          </a:p>
          <a:p>
            <a:r>
              <a:rPr lang="en-US" noProof="0" dirty="0"/>
              <a:t>b) Include connection strings in prompts for accurate suggestions</a:t>
            </a:r>
          </a:p>
          <a:p>
            <a:r>
              <a:rPr lang="en-US" noProof="0" dirty="0"/>
              <a:t>c) Use environment variables and never paste credentials into prompts</a:t>
            </a:r>
          </a:p>
        </p:txBody>
      </p:sp>
      <p:sp>
        <p:nvSpPr>
          <p:cNvPr id="55" name="Graphic 26">
            <a:extLst>
              <a:ext uri="{FF2B5EF4-FFF2-40B4-BE49-F238E27FC236}">
                <a16:creationId xmlns:a16="http://schemas.microsoft.com/office/drawing/2014/main" id="{97BC0CD6-09A4-EA1F-1640-79CB3A89D1F3}"/>
              </a:ext>
              <a:ext uri="{C183D7F6-B498-43B3-948B-1728B52AA6E4}">
                <adec:decorative xmlns:adec="http://schemas.microsoft.com/office/drawing/2017/decorative" val="1"/>
              </a:ext>
            </a:extLst>
          </p:cNvPr>
          <p:cNvSpPr/>
          <p:nvPr/>
        </p:nvSpPr>
        <p:spPr>
          <a:xfrm>
            <a:off x="1278720" y="3991563"/>
            <a:ext cx="163976" cy="115172"/>
          </a:xfrm>
          <a:custGeom>
            <a:avLst/>
            <a:gdLst>
              <a:gd name="connsiteX0" fmla="*/ 249301 w 273255"/>
              <a:gd name="connsiteY0" fmla="*/ 0 h 191929"/>
              <a:gd name="connsiteX1" fmla="*/ 97887 w 273255"/>
              <a:gd name="connsiteY1" fmla="*/ 143134 h 191929"/>
              <a:gd name="connsiteX2" fmla="*/ 25137 w 273255"/>
              <a:gd name="connsiteY2" fmla="*/ 68610 h 191929"/>
              <a:gd name="connsiteX3" fmla="*/ 0 w 273255"/>
              <a:gd name="connsiteY3" fmla="*/ 92564 h 191929"/>
              <a:gd name="connsiteX4" fmla="*/ 96704 w 273255"/>
              <a:gd name="connsiteY4" fmla="*/ 191930 h 191929"/>
              <a:gd name="connsiteX5" fmla="*/ 122137 w 273255"/>
              <a:gd name="connsiteY5" fmla="*/ 168271 h 191929"/>
              <a:gd name="connsiteX6" fmla="*/ 273256 w 273255"/>
              <a:gd name="connsiteY6" fmla="*/ 24841 h 1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255" h="191929">
                <a:moveTo>
                  <a:pt x="249301" y="0"/>
                </a:moveTo>
                <a:lnTo>
                  <a:pt x="97887" y="143134"/>
                </a:lnTo>
                <a:lnTo>
                  <a:pt x="25137" y="68610"/>
                </a:lnTo>
                <a:lnTo>
                  <a:pt x="0" y="92564"/>
                </a:lnTo>
                <a:lnTo>
                  <a:pt x="96704" y="191930"/>
                </a:lnTo>
                <a:lnTo>
                  <a:pt x="122137" y="168271"/>
                </a:lnTo>
                <a:lnTo>
                  <a:pt x="273256" y="24841"/>
                </a:lnTo>
                <a:close/>
              </a:path>
            </a:pathLst>
          </a:custGeom>
          <a:noFill/>
          <a:ln w="31750" cap="flat">
            <a:solidFill>
              <a:schemeClr val="accent2"/>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endParaRPr>
          </a:p>
        </p:txBody>
      </p:sp>
      <p:sp>
        <p:nvSpPr>
          <p:cNvPr id="5" name="Text Placeholder 4"/>
          <p:cNvSpPr>
            <a:spLocks noGrp="1"/>
          </p:cNvSpPr>
          <p:nvPr>
            <p:ph type="body" sz="quarter" idx="20"/>
          </p:nvPr>
        </p:nvSpPr>
        <p:spPr>
          <a:xfrm>
            <a:off x="1235075" y="4521008"/>
            <a:ext cx="8778782" cy="301898"/>
          </a:xfrm>
        </p:spPr>
        <p:txBody>
          <a:bodyPr/>
          <a:lstStyle/>
          <a:p>
            <a:r>
              <a:rPr lang="en-US" noProof="0" dirty="0"/>
              <a:t>What does Model Context Protocol (MCP) enable AI assistants to do?</a:t>
            </a:r>
          </a:p>
        </p:txBody>
      </p:sp>
      <p:sp>
        <p:nvSpPr>
          <p:cNvPr id="6" name="Text Placeholder 5"/>
          <p:cNvSpPr>
            <a:spLocks noGrp="1"/>
          </p:cNvSpPr>
          <p:nvPr>
            <p:ph type="body" sz="quarter" idx="21"/>
          </p:nvPr>
        </p:nvSpPr>
        <p:spPr>
          <a:xfrm>
            <a:off x="1237265" y="4898755"/>
            <a:ext cx="8775098" cy="732508"/>
          </a:xfrm>
        </p:spPr>
        <p:txBody>
          <a:bodyPr/>
          <a:lstStyle/>
          <a:p>
            <a:r>
              <a:rPr lang="en-US" noProof="0" dirty="0"/>
              <a:t>a) Generate code faster by using more powerful models</a:t>
            </a:r>
          </a:p>
          <a:p>
            <a:r>
              <a:rPr lang="en-US" noProof="0" dirty="0"/>
              <a:t>b) Connect directly to data sources for real-time schema and metadata access</a:t>
            </a:r>
          </a:p>
          <a:p>
            <a:r>
              <a:rPr lang="en-US" noProof="0" dirty="0"/>
              <a:t>c) Encrypt communications between the IDE and AI service</a:t>
            </a:r>
          </a:p>
        </p:txBody>
      </p:sp>
      <p:sp>
        <p:nvSpPr>
          <p:cNvPr id="56" name="Graphic 26">
            <a:extLst>
              <a:ext uri="{FF2B5EF4-FFF2-40B4-BE49-F238E27FC236}">
                <a16:creationId xmlns:a16="http://schemas.microsoft.com/office/drawing/2014/main" id="{D2BDFF80-7236-17A9-E457-8E8AC074C0D4}"/>
              </a:ext>
              <a:ext uri="{C183D7F6-B498-43B3-948B-1728B52AA6E4}">
                <adec:decorative xmlns:adec="http://schemas.microsoft.com/office/drawing/2017/decorative" val="1"/>
              </a:ext>
            </a:extLst>
          </p:cNvPr>
          <p:cNvSpPr/>
          <p:nvPr/>
        </p:nvSpPr>
        <p:spPr>
          <a:xfrm>
            <a:off x="1278720" y="5188090"/>
            <a:ext cx="163976" cy="115172"/>
          </a:xfrm>
          <a:custGeom>
            <a:avLst/>
            <a:gdLst>
              <a:gd name="connsiteX0" fmla="*/ 249301 w 273255"/>
              <a:gd name="connsiteY0" fmla="*/ 0 h 191929"/>
              <a:gd name="connsiteX1" fmla="*/ 97887 w 273255"/>
              <a:gd name="connsiteY1" fmla="*/ 143134 h 191929"/>
              <a:gd name="connsiteX2" fmla="*/ 25137 w 273255"/>
              <a:gd name="connsiteY2" fmla="*/ 68610 h 191929"/>
              <a:gd name="connsiteX3" fmla="*/ 0 w 273255"/>
              <a:gd name="connsiteY3" fmla="*/ 92564 h 191929"/>
              <a:gd name="connsiteX4" fmla="*/ 96704 w 273255"/>
              <a:gd name="connsiteY4" fmla="*/ 191930 h 191929"/>
              <a:gd name="connsiteX5" fmla="*/ 122137 w 273255"/>
              <a:gd name="connsiteY5" fmla="*/ 168271 h 191929"/>
              <a:gd name="connsiteX6" fmla="*/ 273256 w 273255"/>
              <a:gd name="connsiteY6" fmla="*/ 24841 h 1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255" h="191929">
                <a:moveTo>
                  <a:pt x="249301" y="0"/>
                </a:moveTo>
                <a:lnTo>
                  <a:pt x="97887" y="143134"/>
                </a:lnTo>
                <a:lnTo>
                  <a:pt x="25137" y="68610"/>
                </a:lnTo>
                <a:lnTo>
                  <a:pt x="0" y="92564"/>
                </a:lnTo>
                <a:lnTo>
                  <a:pt x="96704" y="191930"/>
                </a:lnTo>
                <a:lnTo>
                  <a:pt x="122137" y="168271"/>
                </a:lnTo>
                <a:lnTo>
                  <a:pt x="273256" y="24841"/>
                </a:lnTo>
                <a:close/>
              </a:path>
            </a:pathLst>
          </a:custGeom>
          <a:noFill/>
          <a:ln w="31750" cap="flat">
            <a:solidFill>
              <a:schemeClr val="accent2"/>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5"/>
                                        </p:tgtEl>
                                        <p:attrNameLst>
                                          <p:attrName>style.visibility</p:attrName>
                                        </p:attrNameLst>
                                      </p:cBhvr>
                                      <p:to>
                                        <p:strVal val="visible"/>
                                      </p:to>
                                    </p:set>
                                    <p:animEffect transition="in" filter="fade">
                                      <p:cBhvr>
                                        <p:cTn id="12" dur="500"/>
                                        <p:tgtEl>
                                          <p:spTgt spid="5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6"/>
                                        </p:tgtEl>
                                        <p:attrNameLst>
                                          <p:attrName>style.visibility</p:attrName>
                                        </p:attrNameLst>
                                      </p:cBhvr>
                                      <p:to>
                                        <p:strVal val="visible"/>
                                      </p:to>
                                    </p:set>
                                    <p:animEffect transition="in" filter="fade">
                                      <p:cBhvr>
                                        <p:cTn id="17"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animBg="1"/>
      <p:bldP spid="55" grpId="0" animBg="1"/>
      <p:bldP spid="56"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88262" y="585216"/>
            <a:ext cx="8793244" cy="615553"/>
          </a:xfrm>
        </p:spPr>
        <p:txBody>
          <a:bodyPr/>
          <a:lstStyle/>
          <a:p>
            <a:r>
              <a:rPr lang="en-US" noProof="0" dirty="0"/>
              <a:t>Summary</a:t>
            </a:r>
            <a:r>
              <a:rPr lang="en-US" dirty="0"/>
              <a:t> - Design and implement SQL solutions using AI-assisted tools</a:t>
            </a:r>
            <a:endParaRPr lang="en-US" noProof="0" dirty="0"/>
          </a:p>
        </p:txBody>
      </p:sp>
      <p:sp>
        <p:nvSpPr>
          <p:cNvPr id="5" name="Text Placeholder 4"/>
          <p:cNvSpPr>
            <a:spLocks noGrp="1"/>
          </p:cNvSpPr>
          <p:nvPr>
            <p:ph type="body" sz="quarter" idx="34"/>
          </p:nvPr>
        </p:nvSpPr>
        <p:spPr/>
        <p:txBody>
          <a:bodyPr/>
          <a:lstStyle/>
          <a:p>
            <a:r>
              <a:rPr lang="en-US" noProof="0" dirty="0"/>
              <a:t>AI-assisted SQL tools</a:t>
            </a:r>
          </a:p>
        </p:txBody>
      </p:sp>
      <p:grpSp>
        <p:nvGrpSpPr>
          <p:cNvPr id="9" name="Group 8">
            <a:extLst>
              <a:ext uri="{FF2B5EF4-FFF2-40B4-BE49-F238E27FC236}">
                <a16:creationId xmlns:a16="http://schemas.microsoft.com/office/drawing/2014/main" id="{E5A50BA7-CEC9-522D-58AD-6743592D931A}"/>
              </a:ext>
              <a:ext uri="{C183D7F6-B498-43B3-948B-1728B52AA6E4}">
                <adec:decorative xmlns:adec="http://schemas.microsoft.com/office/drawing/2017/decorative" val="1"/>
              </a:ext>
            </a:extLst>
          </p:cNvPr>
          <p:cNvGrpSpPr/>
          <p:nvPr/>
        </p:nvGrpSpPr>
        <p:grpSpPr>
          <a:xfrm>
            <a:off x="2563579" y="1585913"/>
            <a:ext cx="1110600" cy="1110600"/>
            <a:chOff x="5540700" y="2116300"/>
            <a:chExt cx="1110600" cy="1110600"/>
          </a:xfrm>
        </p:grpSpPr>
        <p:sp>
          <p:nvSpPr>
            <p:cNvPr id="10" name="Oval 9">
              <a:extLst>
                <a:ext uri="{FF2B5EF4-FFF2-40B4-BE49-F238E27FC236}">
                  <a16:creationId xmlns:a16="http://schemas.microsoft.com/office/drawing/2014/main" id="{A295DD4A-CCE1-3024-0943-25B87B84358D}"/>
                </a:ext>
              </a:extLst>
            </p:cNvPr>
            <p:cNvSpPr/>
            <p:nvPr/>
          </p:nvSpPr>
          <p:spPr>
            <a:xfrm>
              <a:off x="5540700" y="2116300"/>
              <a:ext cx="1110600" cy="1110600"/>
            </a:xfrm>
            <a:prstGeom prst="ellipse">
              <a:avLst/>
            </a:prstGeom>
            <a:solidFill>
              <a:srgbClr val="FFA3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Segoe UI"/>
                <a:ea typeface="+mn-ea"/>
                <a:cs typeface="+mn-cs"/>
              </a:endParaRPr>
            </a:p>
          </p:txBody>
        </p:sp>
        <p:pic>
          <p:nvPicPr>
            <p:cNvPr id="11" name="Picture 10">
              <a:extLst>
                <a:ext uri="{FF2B5EF4-FFF2-40B4-BE49-F238E27FC236}">
                  <a16:creationId xmlns:a16="http://schemas.microsoft.com/office/drawing/2014/main" id="{21F60A61-ABBA-1CCD-EE45-DBB2F4F5BEAE}"/>
                </a:ext>
              </a:extLst>
            </p:cNvPr>
            <p:cNvPicPr/>
            <p:nvPr/>
          </p:nvPicPr>
          <p:blipFill>
            <a:blip r:embed="rId3"/>
            <a:srcRect/>
            <a:stretch/>
          </p:blipFill>
          <p:spPr>
            <a:xfrm>
              <a:off x="5749602" y="2325202"/>
              <a:ext cx="692796" cy="692796"/>
            </a:xfrm>
            <a:prstGeom prst="rect">
              <a:avLst/>
            </a:prstGeom>
            <a:noFill/>
          </p:spPr>
        </p:pic>
      </p:grpSp>
      <p:sp>
        <p:nvSpPr>
          <p:cNvPr id="3" name="Text Placeholder 2"/>
          <p:cNvSpPr>
            <a:spLocks noGrp="1"/>
          </p:cNvSpPr>
          <p:nvPr>
            <p:ph type="body" sz="quarter" idx="17"/>
          </p:nvPr>
        </p:nvSpPr>
        <p:spPr/>
        <p:txBody>
          <a:bodyPr/>
          <a:lstStyle/>
          <a:p>
            <a:r>
              <a:rPr lang="en-US" noProof="0" dirty="0"/>
              <a:t>What you learned</a:t>
            </a:r>
          </a:p>
        </p:txBody>
      </p:sp>
      <p:sp>
        <p:nvSpPr>
          <p:cNvPr id="4" name="Text Placeholder 3"/>
          <p:cNvSpPr>
            <a:spLocks noGrp="1"/>
          </p:cNvSpPr>
          <p:nvPr>
            <p:ph type="body" sz="quarter" idx="35"/>
          </p:nvPr>
        </p:nvSpPr>
        <p:spPr>
          <a:xfrm>
            <a:off x="4358229" y="2578100"/>
            <a:ext cx="6171659" cy="2800767"/>
          </a:xfrm>
        </p:spPr>
        <p:txBody>
          <a:bodyPr/>
          <a:lstStyle/>
          <a:p>
            <a:r>
              <a:rPr lang="en-US" sz="1400" b="1" noProof="0" dirty="0"/>
              <a:t>AI development tools: </a:t>
            </a:r>
            <a:r>
              <a:rPr lang="en-US" sz="1400" noProof="0" dirty="0"/>
              <a:t>GitHub Copilot and Fabric Copilot for SQL platforms</a:t>
            </a:r>
          </a:p>
          <a:p>
            <a:endParaRPr lang="en-US" sz="1400" noProof="0" dirty="0"/>
          </a:p>
          <a:p>
            <a:r>
              <a:rPr lang="en-US" sz="1400" b="1" noProof="0" dirty="0"/>
              <a:t>Security impact: </a:t>
            </a:r>
            <a:r>
              <a:rPr lang="en-US" sz="1400" noProof="0" dirty="0"/>
              <a:t>Data processing, credential protection, code review</a:t>
            </a:r>
          </a:p>
          <a:p>
            <a:endParaRPr lang="en-US" sz="1400" noProof="0" dirty="0"/>
          </a:p>
          <a:p>
            <a:r>
              <a:rPr lang="en-US" sz="1400" b="1" noProof="0" dirty="0"/>
              <a:t>Enable Copilot: </a:t>
            </a:r>
            <a:r>
              <a:rPr lang="en-US" sz="1400" noProof="0" dirty="0"/>
              <a:t>SSMS 22+, VS Code, and Microsoft Fabric setup</a:t>
            </a:r>
          </a:p>
          <a:p>
            <a:endParaRPr lang="en-US" sz="1400" noProof="0" dirty="0"/>
          </a:p>
          <a:p>
            <a:r>
              <a:rPr lang="en-US" sz="1400" b="1" noProof="0" dirty="0"/>
              <a:t>MCP configuration: </a:t>
            </a:r>
            <a:r>
              <a:rPr lang="en-US" sz="1400" noProof="0" dirty="0"/>
              <a:t>Model selection and real-time database context</a:t>
            </a:r>
          </a:p>
          <a:p>
            <a:endParaRPr lang="en-US" sz="1400" noProof="0" dirty="0"/>
          </a:p>
          <a:p>
            <a:r>
              <a:rPr lang="en-US" sz="1400" b="1" noProof="0" dirty="0"/>
              <a:t>Instruction files: </a:t>
            </a:r>
            <a:r>
              <a:rPr lang="en-US" sz="1400" noProof="0" dirty="0"/>
              <a:t>copilot-instructions.md for team-wide standards</a:t>
            </a:r>
          </a:p>
          <a:p>
            <a:endParaRPr lang="en-US" sz="1400" noProof="0" dirty="0"/>
          </a:p>
          <a:p>
            <a:r>
              <a:rPr lang="en-US" sz="1400" b="1" noProof="0" dirty="0"/>
              <a:t>MCP endpoints: </a:t>
            </a:r>
            <a:r>
              <a:rPr lang="en-US" sz="1400" noProof="0" dirty="0"/>
              <a:t>SQL Server, Azure SQL, and Fabric Lakehouse connections</a:t>
            </a:r>
          </a:p>
        </p:txBody>
      </p:sp>
    </p:spTree>
  </p:cSld>
  <p:clrMapOvr>
    <a:masterClrMapping/>
  </p:clrMapOvr>
</p:sld>
</file>

<file path=ppt/theme/theme1.xml><?xml version="1.0" encoding="utf-8"?>
<a:theme xmlns:a="http://schemas.openxmlformats.org/drawingml/2006/main" name="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2.xml><?xml version="1.0" encoding="utf-8"?>
<a:theme xmlns:a="http://schemas.openxmlformats.org/drawingml/2006/main" name="1_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3.xml><?xml version="1.0" encoding="utf-8"?>
<a:theme xmlns:a="http://schemas.openxmlformats.org/drawingml/2006/main" name="Microsoft Learn_Off-White Template">
  <a:themeElements>
    <a:clrScheme name="Microsoft Learn Lt">
      <a:dk1>
        <a:srgbClr val="000000"/>
      </a:dk1>
      <a:lt1>
        <a:srgbClr val="FFFFFF"/>
      </a:lt1>
      <a:dk2>
        <a:srgbClr val="091F2C"/>
      </a:dk2>
      <a:lt2>
        <a:srgbClr val="E8E6DF"/>
      </a:lt2>
      <a:accent1>
        <a:srgbClr val="FF5C39"/>
      </a:accent1>
      <a:accent2>
        <a:srgbClr val="C73ECC"/>
      </a:accent2>
      <a:accent3>
        <a:srgbClr val="0078D4"/>
      </a:accent3>
      <a:accent4>
        <a:srgbClr val="F4364C"/>
      </a:accent4>
      <a:accent5>
        <a:srgbClr val="FFA38B"/>
      </a:accent5>
      <a:accent6>
        <a:srgbClr val="CD9BCF"/>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Neutral gray">
      <a:srgbClr val="E8E6DF"/>
    </a:custClr>
    <a:custClr name="White">
      <a:srgbClr val="FFFFFF"/>
    </a:custClr>
    <a:custClr name="Blueblack">
      <a:srgbClr val="091F2C"/>
    </a:custClr>
    <a:custClr name="Off white">
      <a:srgbClr val="F4F3F5"/>
    </a:custClr>
    <a:custClr name="Light orange">
      <a:srgbClr val="FFA38B"/>
    </a:custClr>
    <a:custClr name="Light magenta">
      <a:srgbClr val="CD9BCF"/>
    </a:custClr>
    <a:custClr name="Light blue">
      <a:srgbClr val="8DC8E8"/>
    </a:custClr>
    <a:custClr name="Light red">
      <a:srgbClr val="FFB3BB"/>
    </a:custClr>
    <a:custClr name="White">
      <a:srgbClr val="FFFFFF"/>
    </a:custClr>
    <a:custClr name="White">
      <a:srgbClr val="FFFFFF"/>
    </a:custClr>
    <a:custClr name="Neutral gray">
      <a:srgbClr val="E8E6DF"/>
    </a:custClr>
    <a:custClr name="White">
      <a:srgbClr val="FFFFFF"/>
    </a:custClr>
    <a:custClr name="Blueblack">
      <a:srgbClr val="091F2C"/>
    </a:custClr>
    <a:custClr name="Off white">
      <a:srgbClr val="F4F3F5"/>
    </a:custClr>
    <a:custClr name="Dark orange">
      <a:srgbClr val="73391D"/>
    </a:custClr>
    <a:custClr name="Dark magenta">
      <a:srgbClr val="702573"/>
    </a:custClr>
    <a:custClr name="Dark blue">
      <a:srgbClr val="2A446F"/>
    </a:custClr>
    <a:custClr name="Dark red">
      <a:srgbClr val="73262F"/>
    </a:custClr>
    <a:custClr name="White">
      <a:srgbClr val="FFFFFF"/>
    </a:custClr>
    <a:custClr name="White">
      <a:srgbClr val="FFFFFF"/>
    </a:custClr>
  </a:custClrLst>
  <a:extLst>
    <a:ext uri="{05A4C25C-085E-4340-85A3-A5531E510DB2}">
      <thm15:themeFamily xmlns:thm15="http://schemas.microsoft.com/office/thememl/2012/main" name="Microsoft_Learn_PPT_Template_May2022" id="{29A08142-AB99-4411-AAE7-CEDF668BDF69}" vid="{B77F916D-7E22-4EF9-8BA9-EC91DF20C5E1}"/>
    </a:ext>
  </a:extLst>
</a:theme>
</file>

<file path=ppt/theme/theme4.xml><?xml version="1.0" encoding="utf-8"?>
<a:theme xmlns:a="http://schemas.openxmlformats.org/drawingml/2006/main" name="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5.xml><?xml version="1.0" encoding="utf-8"?>
<a:theme xmlns:a="http://schemas.openxmlformats.org/drawingml/2006/main" name="1_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6.xml><?xml version="1.0" encoding="utf-8"?>
<a:theme xmlns:a="http://schemas.openxmlformats.org/drawingml/2006/main" name="Microsoft Learn_Off-White Template">
  <a:themeElements>
    <a:clrScheme name="Microsoft Learn Lt">
      <a:dk1>
        <a:srgbClr val="000000"/>
      </a:dk1>
      <a:lt1>
        <a:srgbClr val="FFFFFF"/>
      </a:lt1>
      <a:dk2>
        <a:srgbClr val="091F2C"/>
      </a:dk2>
      <a:lt2>
        <a:srgbClr val="E8E6DF"/>
      </a:lt2>
      <a:accent1>
        <a:srgbClr val="FF5C39"/>
      </a:accent1>
      <a:accent2>
        <a:srgbClr val="C73ECC"/>
      </a:accent2>
      <a:accent3>
        <a:srgbClr val="0078D4"/>
      </a:accent3>
      <a:accent4>
        <a:srgbClr val="F4364C"/>
      </a:accent4>
      <a:accent5>
        <a:srgbClr val="FFA38B"/>
      </a:accent5>
      <a:accent6>
        <a:srgbClr val="CD9BCF"/>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Neutral gray">
      <a:srgbClr val="E8E6DF"/>
    </a:custClr>
    <a:custClr name="White">
      <a:srgbClr val="FFFFFF"/>
    </a:custClr>
    <a:custClr name="Blueblack">
      <a:srgbClr val="091F2C"/>
    </a:custClr>
    <a:custClr name="Off white">
      <a:srgbClr val="F4F3F5"/>
    </a:custClr>
    <a:custClr name="Light orange">
      <a:srgbClr val="FFA38B"/>
    </a:custClr>
    <a:custClr name="Light magenta">
      <a:srgbClr val="CD9BCF"/>
    </a:custClr>
    <a:custClr name="Light blue">
      <a:srgbClr val="8DC8E8"/>
    </a:custClr>
    <a:custClr name="Light red">
      <a:srgbClr val="FFB3BB"/>
    </a:custClr>
    <a:custClr name="White">
      <a:srgbClr val="FFFFFF"/>
    </a:custClr>
    <a:custClr name="White">
      <a:srgbClr val="FFFFFF"/>
    </a:custClr>
    <a:custClr name="Neutral gray">
      <a:srgbClr val="E8E6DF"/>
    </a:custClr>
    <a:custClr name="White">
      <a:srgbClr val="FFFFFF"/>
    </a:custClr>
    <a:custClr name="Blueblack">
      <a:srgbClr val="091F2C"/>
    </a:custClr>
    <a:custClr name="Off white">
      <a:srgbClr val="F4F3F5"/>
    </a:custClr>
    <a:custClr name="Dark orange">
      <a:srgbClr val="73391D"/>
    </a:custClr>
    <a:custClr name="Dark magenta">
      <a:srgbClr val="702573"/>
    </a:custClr>
    <a:custClr name="Dark blue">
      <a:srgbClr val="2A446F"/>
    </a:custClr>
    <a:custClr name="Dark red">
      <a:srgbClr val="73262F"/>
    </a:custClr>
    <a:custClr name="White">
      <a:srgbClr val="FFFFFF"/>
    </a:custClr>
    <a:custClr name="White">
      <a:srgbClr val="FFFFFF"/>
    </a:custClr>
  </a:custClrLst>
  <a:extLst>
    <a:ext uri="{05A4C25C-085E-4340-85A3-A5531E510DB2}">
      <thm15:themeFamily xmlns:thm15="http://schemas.microsoft.com/office/thememl/2012/main" name="Microsoft_Learn_PPT_Template_May2022" id="{29A08142-AB99-4411-AAE7-CEDF668BDF69}" vid="{B77F916D-7E22-4EF9-8BA9-EC91DF20C5E1}"/>
    </a:ext>
  </a:extLst>
</a:theme>
</file>

<file path=ppt/theme/theme7.xml><?xml version="1.0" encoding="utf-8"?>
<a:theme xmlns:a="http://schemas.openxmlformats.org/drawingml/2006/main" name="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8.xml><?xml version="1.0" encoding="utf-8"?>
<a:theme xmlns:a="http://schemas.openxmlformats.org/drawingml/2006/main" name="1_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9.xml><?xml version="1.0" encoding="utf-8"?>
<a:theme xmlns:a="http://schemas.openxmlformats.org/drawingml/2006/main" name="Microsoft Learn_Off-White Template">
  <a:themeElements>
    <a:clrScheme name="Microsoft Learn Lt">
      <a:dk1>
        <a:srgbClr val="000000"/>
      </a:dk1>
      <a:lt1>
        <a:srgbClr val="FFFFFF"/>
      </a:lt1>
      <a:dk2>
        <a:srgbClr val="091F2C"/>
      </a:dk2>
      <a:lt2>
        <a:srgbClr val="E8E6DF"/>
      </a:lt2>
      <a:accent1>
        <a:srgbClr val="FF5C39"/>
      </a:accent1>
      <a:accent2>
        <a:srgbClr val="C73ECC"/>
      </a:accent2>
      <a:accent3>
        <a:srgbClr val="0078D4"/>
      </a:accent3>
      <a:accent4>
        <a:srgbClr val="F4364C"/>
      </a:accent4>
      <a:accent5>
        <a:srgbClr val="FFA38B"/>
      </a:accent5>
      <a:accent6>
        <a:srgbClr val="CD9BCF"/>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Neutral gray">
      <a:srgbClr val="E8E6DF"/>
    </a:custClr>
    <a:custClr name="White">
      <a:srgbClr val="FFFFFF"/>
    </a:custClr>
    <a:custClr name="Blueblack">
      <a:srgbClr val="091F2C"/>
    </a:custClr>
    <a:custClr name="Off white">
      <a:srgbClr val="F4F3F5"/>
    </a:custClr>
    <a:custClr name="Light orange">
      <a:srgbClr val="FFA38B"/>
    </a:custClr>
    <a:custClr name="Light magenta">
      <a:srgbClr val="CD9BCF"/>
    </a:custClr>
    <a:custClr name="Light blue">
      <a:srgbClr val="8DC8E8"/>
    </a:custClr>
    <a:custClr name="Light red">
      <a:srgbClr val="FFB3BB"/>
    </a:custClr>
    <a:custClr name="White">
      <a:srgbClr val="FFFFFF"/>
    </a:custClr>
    <a:custClr name="White">
      <a:srgbClr val="FFFFFF"/>
    </a:custClr>
    <a:custClr name="Neutral gray">
      <a:srgbClr val="E8E6DF"/>
    </a:custClr>
    <a:custClr name="White">
      <a:srgbClr val="FFFFFF"/>
    </a:custClr>
    <a:custClr name="Blueblack">
      <a:srgbClr val="091F2C"/>
    </a:custClr>
    <a:custClr name="Off white">
      <a:srgbClr val="F4F3F5"/>
    </a:custClr>
    <a:custClr name="Dark orange">
      <a:srgbClr val="73391D"/>
    </a:custClr>
    <a:custClr name="Dark magenta">
      <a:srgbClr val="702573"/>
    </a:custClr>
    <a:custClr name="Dark blue">
      <a:srgbClr val="2A446F"/>
    </a:custClr>
    <a:custClr name="Dark red">
      <a:srgbClr val="73262F"/>
    </a:custClr>
    <a:custClr name="White">
      <a:srgbClr val="FFFFFF"/>
    </a:custClr>
    <a:custClr name="White">
      <a:srgbClr val="FFFFFF"/>
    </a:custClr>
  </a:custClrLst>
  <a:extLst>
    <a:ext uri="{05A4C25C-085E-4340-85A3-A5531E510DB2}">
      <thm15:themeFamily xmlns:thm15="http://schemas.microsoft.com/office/thememl/2012/main" name="Microsoft_Learn_PPT_Template_May2022" id="{29A08142-AB99-4411-AAE7-CEDF668BDF69}" vid="{B77F916D-7E22-4EF9-8BA9-EC91DF20C5E1}"/>
    </a:ext>
  </a:extLst>
</a:theme>
</file>

<file path=ppt/theme/theme10.xml><?xml version="1.0" encoding="utf-8"?>
<a:theme xmlns:a="http://schemas.openxmlformats.org/drawingml/2006/main" name="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11.xml><?xml version="1.0" encoding="utf-8"?>
<a:theme xmlns:a="http://schemas.openxmlformats.org/drawingml/2006/main" name="1_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12.xml><?xml version="1.0" encoding="utf-8"?>
<a:theme xmlns:a="http://schemas.openxmlformats.org/drawingml/2006/main" name="Microsoft Learn_Off-White Template">
  <a:themeElements>
    <a:clrScheme name="Microsoft Learn Lt">
      <a:dk1>
        <a:srgbClr val="000000"/>
      </a:dk1>
      <a:lt1>
        <a:srgbClr val="FFFFFF"/>
      </a:lt1>
      <a:dk2>
        <a:srgbClr val="091F2C"/>
      </a:dk2>
      <a:lt2>
        <a:srgbClr val="E8E6DF"/>
      </a:lt2>
      <a:accent1>
        <a:srgbClr val="FF5C39"/>
      </a:accent1>
      <a:accent2>
        <a:srgbClr val="C73ECC"/>
      </a:accent2>
      <a:accent3>
        <a:srgbClr val="0078D4"/>
      </a:accent3>
      <a:accent4>
        <a:srgbClr val="F4364C"/>
      </a:accent4>
      <a:accent5>
        <a:srgbClr val="FFA38B"/>
      </a:accent5>
      <a:accent6>
        <a:srgbClr val="CD9BCF"/>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Neutral gray">
      <a:srgbClr val="E8E6DF"/>
    </a:custClr>
    <a:custClr name="White">
      <a:srgbClr val="FFFFFF"/>
    </a:custClr>
    <a:custClr name="Blueblack">
      <a:srgbClr val="091F2C"/>
    </a:custClr>
    <a:custClr name="Off white">
      <a:srgbClr val="F4F3F5"/>
    </a:custClr>
    <a:custClr name="Light orange">
      <a:srgbClr val="FFA38B"/>
    </a:custClr>
    <a:custClr name="Light magenta">
      <a:srgbClr val="CD9BCF"/>
    </a:custClr>
    <a:custClr name="Light blue">
      <a:srgbClr val="8DC8E8"/>
    </a:custClr>
    <a:custClr name="Light red">
      <a:srgbClr val="FFB3BB"/>
    </a:custClr>
    <a:custClr name="White">
      <a:srgbClr val="FFFFFF"/>
    </a:custClr>
    <a:custClr name="White">
      <a:srgbClr val="FFFFFF"/>
    </a:custClr>
    <a:custClr name="Neutral gray">
      <a:srgbClr val="E8E6DF"/>
    </a:custClr>
    <a:custClr name="White">
      <a:srgbClr val="FFFFFF"/>
    </a:custClr>
    <a:custClr name="Blueblack">
      <a:srgbClr val="091F2C"/>
    </a:custClr>
    <a:custClr name="Off white">
      <a:srgbClr val="F4F3F5"/>
    </a:custClr>
    <a:custClr name="Dark orange">
      <a:srgbClr val="73391D"/>
    </a:custClr>
    <a:custClr name="Dark magenta">
      <a:srgbClr val="702573"/>
    </a:custClr>
    <a:custClr name="Dark blue">
      <a:srgbClr val="2A446F"/>
    </a:custClr>
    <a:custClr name="Dark red">
      <a:srgbClr val="73262F"/>
    </a:custClr>
    <a:custClr name="White">
      <a:srgbClr val="FFFFFF"/>
    </a:custClr>
    <a:custClr name="White">
      <a:srgbClr val="FFFFFF"/>
    </a:custClr>
  </a:custClrLst>
  <a:extLst>
    <a:ext uri="{05A4C25C-085E-4340-85A3-A5531E510DB2}">
      <thm15:themeFamily xmlns:thm15="http://schemas.microsoft.com/office/thememl/2012/main" name="Microsoft_Learn_PPT_Template_May2022" id="{29A08142-AB99-4411-AAE7-CEDF668BDF69}" vid="{B77F916D-7E22-4EF9-8BA9-EC91DF20C5E1}"/>
    </a:ext>
  </a:extLst>
</a:theme>
</file>

<file path=ppt/theme/theme13.xml><?xml version="1.0" encoding="utf-8"?>
<a:theme xmlns:a="http://schemas.openxmlformats.org/drawingml/2006/main" name="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14.xml><?xml version="1.0" encoding="utf-8"?>
<a:theme xmlns:a="http://schemas.openxmlformats.org/drawingml/2006/main" name="1_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15.xml><?xml version="1.0" encoding="utf-8"?>
<a:theme xmlns:a="http://schemas.openxmlformats.org/drawingml/2006/main" name="Microsoft Learn_Off-White Template">
  <a:themeElements>
    <a:clrScheme name="Microsoft Learn Lt">
      <a:dk1>
        <a:srgbClr val="000000"/>
      </a:dk1>
      <a:lt1>
        <a:srgbClr val="FFFFFF"/>
      </a:lt1>
      <a:dk2>
        <a:srgbClr val="091F2C"/>
      </a:dk2>
      <a:lt2>
        <a:srgbClr val="E8E6DF"/>
      </a:lt2>
      <a:accent1>
        <a:srgbClr val="FF5C39"/>
      </a:accent1>
      <a:accent2>
        <a:srgbClr val="C73ECC"/>
      </a:accent2>
      <a:accent3>
        <a:srgbClr val="0078D4"/>
      </a:accent3>
      <a:accent4>
        <a:srgbClr val="F4364C"/>
      </a:accent4>
      <a:accent5>
        <a:srgbClr val="FFA38B"/>
      </a:accent5>
      <a:accent6>
        <a:srgbClr val="CD9BCF"/>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Neutral gray">
      <a:srgbClr val="E8E6DF"/>
    </a:custClr>
    <a:custClr name="White">
      <a:srgbClr val="FFFFFF"/>
    </a:custClr>
    <a:custClr name="Blueblack">
      <a:srgbClr val="091F2C"/>
    </a:custClr>
    <a:custClr name="Off white">
      <a:srgbClr val="F4F3F5"/>
    </a:custClr>
    <a:custClr name="Light orange">
      <a:srgbClr val="FFA38B"/>
    </a:custClr>
    <a:custClr name="Light magenta">
      <a:srgbClr val="CD9BCF"/>
    </a:custClr>
    <a:custClr name="Light blue">
      <a:srgbClr val="8DC8E8"/>
    </a:custClr>
    <a:custClr name="Light red">
      <a:srgbClr val="FFB3BB"/>
    </a:custClr>
    <a:custClr name="White">
      <a:srgbClr val="FFFFFF"/>
    </a:custClr>
    <a:custClr name="White">
      <a:srgbClr val="FFFFFF"/>
    </a:custClr>
    <a:custClr name="Neutral gray">
      <a:srgbClr val="E8E6DF"/>
    </a:custClr>
    <a:custClr name="White">
      <a:srgbClr val="FFFFFF"/>
    </a:custClr>
    <a:custClr name="Blueblack">
      <a:srgbClr val="091F2C"/>
    </a:custClr>
    <a:custClr name="Off white">
      <a:srgbClr val="F4F3F5"/>
    </a:custClr>
    <a:custClr name="Dark orange">
      <a:srgbClr val="73391D"/>
    </a:custClr>
    <a:custClr name="Dark magenta">
      <a:srgbClr val="702573"/>
    </a:custClr>
    <a:custClr name="Dark blue">
      <a:srgbClr val="2A446F"/>
    </a:custClr>
    <a:custClr name="Dark red">
      <a:srgbClr val="73262F"/>
    </a:custClr>
    <a:custClr name="White">
      <a:srgbClr val="FFFFFF"/>
    </a:custClr>
    <a:custClr name="White">
      <a:srgbClr val="FFFFFF"/>
    </a:custClr>
  </a:custClrLst>
  <a:extLst>
    <a:ext uri="{05A4C25C-085E-4340-85A3-A5531E510DB2}">
      <thm15:themeFamily xmlns:thm15="http://schemas.microsoft.com/office/thememl/2012/main" name="Microsoft_Learn_PPT_Template_May2022" id="{29A08142-AB99-4411-AAE7-CEDF668BDF69}" vid="{B77F916D-7E22-4EF9-8BA9-EC91DF20C5E1}"/>
    </a:ext>
  </a:extLst>
</a:theme>
</file>

<file path=ppt/theme/theme16.xml><?xml version="1.0" encoding="utf-8"?>
<a:theme xmlns:a="http://schemas.openxmlformats.org/drawingml/2006/main" name="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17.xml><?xml version="1.0" encoding="utf-8"?>
<a:theme xmlns:a="http://schemas.openxmlformats.org/drawingml/2006/main" name="1_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18.xml><?xml version="1.0" encoding="utf-8"?>
<a:theme xmlns:a="http://schemas.openxmlformats.org/drawingml/2006/main" name="Microsoft Learn_Off-White Template">
  <a:themeElements>
    <a:clrScheme name="Microsoft Learn Lt">
      <a:dk1>
        <a:srgbClr val="000000"/>
      </a:dk1>
      <a:lt1>
        <a:srgbClr val="FFFFFF"/>
      </a:lt1>
      <a:dk2>
        <a:srgbClr val="091F2C"/>
      </a:dk2>
      <a:lt2>
        <a:srgbClr val="E8E6DF"/>
      </a:lt2>
      <a:accent1>
        <a:srgbClr val="FF5C39"/>
      </a:accent1>
      <a:accent2>
        <a:srgbClr val="C73ECC"/>
      </a:accent2>
      <a:accent3>
        <a:srgbClr val="0078D4"/>
      </a:accent3>
      <a:accent4>
        <a:srgbClr val="F4364C"/>
      </a:accent4>
      <a:accent5>
        <a:srgbClr val="FFA38B"/>
      </a:accent5>
      <a:accent6>
        <a:srgbClr val="CD9BCF"/>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Neutral gray">
      <a:srgbClr val="E8E6DF"/>
    </a:custClr>
    <a:custClr name="White">
      <a:srgbClr val="FFFFFF"/>
    </a:custClr>
    <a:custClr name="Blueblack">
      <a:srgbClr val="091F2C"/>
    </a:custClr>
    <a:custClr name="Off white">
      <a:srgbClr val="F4F3F5"/>
    </a:custClr>
    <a:custClr name="Light orange">
      <a:srgbClr val="FFA38B"/>
    </a:custClr>
    <a:custClr name="Light magenta">
      <a:srgbClr val="CD9BCF"/>
    </a:custClr>
    <a:custClr name="Light blue">
      <a:srgbClr val="8DC8E8"/>
    </a:custClr>
    <a:custClr name="Light red">
      <a:srgbClr val="FFB3BB"/>
    </a:custClr>
    <a:custClr name="White">
      <a:srgbClr val="FFFFFF"/>
    </a:custClr>
    <a:custClr name="White">
      <a:srgbClr val="FFFFFF"/>
    </a:custClr>
    <a:custClr name="Neutral gray">
      <a:srgbClr val="E8E6DF"/>
    </a:custClr>
    <a:custClr name="White">
      <a:srgbClr val="FFFFFF"/>
    </a:custClr>
    <a:custClr name="Blueblack">
      <a:srgbClr val="091F2C"/>
    </a:custClr>
    <a:custClr name="Off white">
      <a:srgbClr val="F4F3F5"/>
    </a:custClr>
    <a:custClr name="Dark orange">
      <a:srgbClr val="73391D"/>
    </a:custClr>
    <a:custClr name="Dark magenta">
      <a:srgbClr val="702573"/>
    </a:custClr>
    <a:custClr name="Dark blue">
      <a:srgbClr val="2A446F"/>
    </a:custClr>
    <a:custClr name="Dark red">
      <a:srgbClr val="73262F"/>
    </a:custClr>
    <a:custClr name="White">
      <a:srgbClr val="FFFFFF"/>
    </a:custClr>
    <a:custClr name="White">
      <a:srgbClr val="FFFFFF"/>
    </a:custClr>
  </a:custClrLst>
  <a:extLst>
    <a:ext uri="{05A4C25C-085E-4340-85A3-A5531E510DB2}">
      <thm15:themeFamily xmlns:thm15="http://schemas.microsoft.com/office/thememl/2012/main" name="Microsoft_Learn_PPT_Template_May2022" id="{29A08142-AB99-4411-AAE7-CEDF668BDF69}" vid="{B77F916D-7E22-4EF9-8BA9-EC91DF20C5E1}"/>
    </a:ext>
  </a:extLst>
</a:theme>
</file>

<file path=ppt/theme/theme19.xml><?xml version="1.0" encoding="utf-8"?>
<a:theme xmlns:a="http://schemas.openxmlformats.org/drawingml/2006/main" name="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20.xml><?xml version="1.0" encoding="utf-8"?>
<a:theme xmlns:a="http://schemas.openxmlformats.org/drawingml/2006/main" name="1_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21.xml><?xml version="1.0" encoding="utf-8"?>
<a:theme xmlns:a="http://schemas.openxmlformats.org/drawingml/2006/main" name="Microsoft Learn_Off-White Template">
  <a:themeElements>
    <a:clrScheme name="Microsoft Learn Lt">
      <a:dk1>
        <a:srgbClr val="000000"/>
      </a:dk1>
      <a:lt1>
        <a:srgbClr val="FFFFFF"/>
      </a:lt1>
      <a:dk2>
        <a:srgbClr val="091F2C"/>
      </a:dk2>
      <a:lt2>
        <a:srgbClr val="E8E6DF"/>
      </a:lt2>
      <a:accent1>
        <a:srgbClr val="FF5C39"/>
      </a:accent1>
      <a:accent2>
        <a:srgbClr val="C73ECC"/>
      </a:accent2>
      <a:accent3>
        <a:srgbClr val="0078D4"/>
      </a:accent3>
      <a:accent4>
        <a:srgbClr val="F4364C"/>
      </a:accent4>
      <a:accent5>
        <a:srgbClr val="FFA38B"/>
      </a:accent5>
      <a:accent6>
        <a:srgbClr val="CD9BCF"/>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Neutral gray">
      <a:srgbClr val="E8E6DF"/>
    </a:custClr>
    <a:custClr name="White">
      <a:srgbClr val="FFFFFF"/>
    </a:custClr>
    <a:custClr name="Blueblack">
      <a:srgbClr val="091F2C"/>
    </a:custClr>
    <a:custClr name="Off white">
      <a:srgbClr val="F4F3F5"/>
    </a:custClr>
    <a:custClr name="Light orange">
      <a:srgbClr val="FFA38B"/>
    </a:custClr>
    <a:custClr name="Light magenta">
      <a:srgbClr val="CD9BCF"/>
    </a:custClr>
    <a:custClr name="Light blue">
      <a:srgbClr val="8DC8E8"/>
    </a:custClr>
    <a:custClr name="Light red">
      <a:srgbClr val="FFB3BB"/>
    </a:custClr>
    <a:custClr name="White">
      <a:srgbClr val="FFFFFF"/>
    </a:custClr>
    <a:custClr name="White">
      <a:srgbClr val="FFFFFF"/>
    </a:custClr>
    <a:custClr name="Neutral gray">
      <a:srgbClr val="E8E6DF"/>
    </a:custClr>
    <a:custClr name="White">
      <a:srgbClr val="FFFFFF"/>
    </a:custClr>
    <a:custClr name="Blueblack">
      <a:srgbClr val="091F2C"/>
    </a:custClr>
    <a:custClr name="Off white">
      <a:srgbClr val="F4F3F5"/>
    </a:custClr>
    <a:custClr name="Dark orange">
      <a:srgbClr val="73391D"/>
    </a:custClr>
    <a:custClr name="Dark magenta">
      <a:srgbClr val="702573"/>
    </a:custClr>
    <a:custClr name="Dark blue">
      <a:srgbClr val="2A446F"/>
    </a:custClr>
    <a:custClr name="Dark red">
      <a:srgbClr val="73262F"/>
    </a:custClr>
    <a:custClr name="White">
      <a:srgbClr val="FFFFFF"/>
    </a:custClr>
    <a:custClr name="White">
      <a:srgbClr val="FFFFFF"/>
    </a:custClr>
  </a:custClrLst>
  <a:extLst>
    <a:ext uri="{05A4C25C-085E-4340-85A3-A5531E510DB2}">
      <thm15:themeFamily xmlns:thm15="http://schemas.microsoft.com/office/thememl/2012/main" name="Microsoft_Learn_PPT_Template_May2022" id="{29A08142-AB99-4411-AAE7-CEDF668BDF69}" vid="{B77F916D-7E22-4EF9-8BA9-EC91DF20C5E1}"/>
    </a:ext>
  </a:extLst>
</a:theme>
</file>

<file path=ppt/theme/theme22.xml><?xml version="1.0" encoding="utf-8"?>
<a:theme xmlns:a="http://schemas.openxmlformats.org/drawingml/2006/main" name="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23.xml><?xml version="1.0" encoding="utf-8"?>
<a:theme xmlns:a="http://schemas.openxmlformats.org/drawingml/2006/main" name="1_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24.xml><?xml version="1.0" encoding="utf-8"?>
<a:theme xmlns:a="http://schemas.openxmlformats.org/drawingml/2006/main" name="Microsoft Learn_Off-White Template">
  <a:themeElements>
    <a:clrScheme name="Microsoft Learn Lt">
      <a:dk1>
        <a:srgbClr val="000000"/>
      </a:dk1>
      <a:lt1>
        <a:srgbClr val="FFFFFF"/>
      </a:lt1>
      <a:dk2>
        <a:srgbClr val="091F2C"/>
      </a:dk2>
      <a:lt2>
        <a:srgbClr val="E8E6DF"/>
      </a:lt2>
      <a:accent1>
        <a:srgbClr val="FF5C39"/>
      </a:accent1>
      <a:accent2>
        <a:srgbClr val="C73ECC"/>
      </a:accent2>
      <a:accent3>
        <a:srgbClr val="0078D4"/>
      </a:accent3>
      <a:accent4>
        <a:srgbClr val="F4364C"/>
      </a:accent4>
      <a:accent5>
        <a:srgbClr val="FFA38B"/>
      </a:accent5>
      <a:accent6>
        <a:srgbClr val="CD9BCF"/>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Neutral gray">
      <a:srgbClr val="E8E6DF"/>
    </a:custClr>
    <a:custClr name="White">
      <a:srgbClr val="FFFFFF"/>
    </a:custClr>
    <a:custClr name="Blueblack">
      <a:srgbClr val="091F2C"/>
    </a:custClr>
    <a:custClr name="Off white">
      <a:srgbClr val="F4F3F5"/>
    </a:custClr>
    <a:custClr name="Light orange">
      <a:srgbClr val="FFA38B"/>
    </a:custClr>
    <a:custClr name="Light magenta">
      <a:srgbClr val="CD9BCF"/>
    </a:custClr>
    <a:custClr name="Light blue">
      <a:srgbClr val="8DC8E8"/>
    </a:custClr>
    <a:custClr name="Light red">
      <a:srgbClr val="FFB3BB"/>
    </a:custClr>
    <a:custClr name="White">
      <a:srgbClr val="FFFFFF"/>
    </a:custClr>
    <a:custClr name="White">
      <a:srgbClr val="FFFFFF"/>
    </a:custClr>
    <a:custClr name="Neutral gray">
      <a:srgbClr val="E8E6DF"/>
    </a:custClr>
    <a:custClr name="White">
      <a:srgbClr val="FFFFFF"/>
    </a:custClr>
    <a:custClr name="Blueblack">
      <a:srgbClr val="091F2C"/>
    </a:custClr>
    <a:custClr name="Off white">
      <a:srgbClr val="F4F3F5"/>
    </a:custClr>
    <a:custClr name="Dark orange">
      <a:srgbClr val="73391D"/>
    </a:custClr>
    <a:custClr name="Dark magenta">
      <a:srgbClr val="702573"/>
    </a:custClr>
    <a:custClr name="Dark blue">
      <a:srgbClr val="2A446F"/>
    </a:custClr>
    <a:custClr name="Dark red">
      <a:srgbClr val="73262F"/>
    </a:custClr>
    <a:custClr name="White">
      <a:srgbClr val="FFFFFF"/>
    </a:custClr>
    <a:custClr name="White">
      <a:srgbClr val="FFFFFF"/>
    </a:custClr>
  </a:custClrLst>
  <a:extLst>
    <a:ext uri="{05A4C25C-085E-4340-85A3-A5531E510DB2}">
      <thm15:themeFamily xmlns:thm15="http://schemas.microsoft.com/office/thememl/2012/main" name="Microsoft_Learn_PPT_Template_May2022" id="{29A08142-AB99-4411-AAE7-CEDF668BDF69}" vid="{B77F916D-7E22-4EF9-8BA9-EC91DF20C5E1}"/>
    </a:ext>
  </a:extLst>
</a:theme>
</file>

<file path=ppt/theme/theme25.xml><?xml version="1.0" encoding="utf-8"?>
<a:theme xmlns:a="http://schemas.openxmlformats.org/drawingml/2006/main" name="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26.xml><?xml version="1.0" encoding="utf-8"?>
<a:theme xmlns:a="http://schemas.openxmlformats.org/drawingml/2006/main" name="1_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27.xml><?xml version="1.0" encoding="utf-8"?>
<a:theme xmlns:a="http://schemas.openxmlformats.org/drawingml/2006/main" name="Microsoft Learn_Off-White Template">
  <a:themeElements>
    <a:clrScheme name="Microsoft Learn Lt">
      <a:dk1>
        <a:srgbClr val="000000"/>
      </a:dk1>
      <a:lt1>
        <a:srgbClr val="FFFFFF"/>
      </a:lt1>
      <a:dk2>
        <a:srgbClr val="091F2C"/>
      </a:dk2>
      <a:lt2>
        <a:srgbClr val="E8E6DF"/>
      </a:lt2>
      <a:accent1>
        <a:srgbClr val="FF5C39"/>
      </a:accent1>
      <a:accent2>
        <a:srgbClr val="C73ECC"/>
      </a:accent2>
      <a:accent3>
        <a:srgbClr val="0078D4"/>
      </a:accent3>
      <a:accent4>
        <a:srgbClr val="F4364C"/>
      </a:accent4>
      <a:accent5>
        <a:srgbClr val="FFA38B"/>
      </a:accent5>
      <a:accent6>
        <a:srgbClr val="CD9BCF"/>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Neutral gray">
      <a:srgbClr val="E8E6DF"/>
    </a:custClr>
    <a:custClr name="White">
      <a:srgbClr val="FFFFFF"/>
    </a:custClr>
    <a:custClr name="Blueblack">
      <a:srgbClr val="091F2C"/>
    </a:custClr>
    <a:custClr name="Off white">
      <a:srgbClr val="F4F3F5"/>
    </a:custClr>
    <a:custClr name="Light orange">
      <a:srgbClr val="FFA38B"/>
    </a:custClr>
    <a:custClr name="Light magenta">
      <a:srgbClr val="CD9BCF"/>
    </a:custClr>
    <a:custClr name="Light blue">
      <a:srgbClr val="8DC8E8"/>
    </a:custClr>
    <a:custClr name="Light red">
      <a:srgbClr val="FFB3BB"/>
    </a:custClr>
    <a:custClr name="White">
      <a:srgbClr val="FFFFFF"/>
    </a:custClr>
    <a:custClr name="White">
      <a:srgbClr val="FFFFFF"/>
    </a:custClr>
    <a:custClr name="Neutral gray">
      <a:srgbClr val="E8E6DF"/>
    </a:custClr>
    <a:custClr name="White">
      <a:srgbClr val="FFFFFF"/>
    </a:custClr>
    <a:custClr name="Blueblack">
      <a:srgbClr val="091F2C"/>
    </a:custClr>
    <a:custClr name="Off white">
      <a:srgbClr val="F4F3F5"/>
    </a:custClr>
    <a:custClr name="Dark orange">
      <a:srgbClr val="73391D"/>
    </a:custClr>
    <a:custClr name="Dark magenta">
      <a:srgbClr val="702573"/>
    </a:custClr>
    <a:custClr name="Dark blue">
      <a:srgbClr val="2A446F"/>
    </a:custClr>
    <a:custClr name="Dark red">
      <a:srgbClr val="73262F"/>
    </a:custClr>
    <a:custClr name="White">
      <a:srgbClr val="FFFFFF"/>
    </a:custClr>
    <a:custClr name="White">
      <a:srgbClr val="FFFFFF"/>
    </a:custClr>
  </a:custClrLst>
  <a:extLst>
    <a:ext uri="{05A4C25C-085E-4340-85A3-A5531E510DB2}">
      <thm15:themeFamily xmlns:thm15="http://schemas.microsoft.com/office/thememl/2012/main" name="Microsoft_Learn_PPT_Template_May2022" id="{29A08142-AB99-4411-AAE7-CEDF668BDF69}" vid="{B77F916D-7E22-4EF9-8BA9-EC91DF20C5E1}"/>
    </a:ext>
  </a:extLst>
</a:theme>
</file>

<file path=ppt/theme/theme28.xml><?xml version="1.0" encoding="utf-8"?>
<a:theme xmlns:a="http://schemas.openxmlformats.org/drawingml/2006/main" name="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29.xml><?xml version="1.0" encoding="utf-8"?>
<a:theme xmlns:a="http://schemas.openxmlformats.org/drawingml/2006/main" name="1_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30.xml><?xml version="1.0" encoding="utf-8"?>
<a:theme xmlns:a="http://schemas.openxmlformats.org/drawingml/2006/main" name="Microsoft Learn_Off-White Template">
  <a:themeElements>
    <a:clrScheme name="Microsoft Learn Lt">
      <a:dk1>
        <a:srgbClr val="000000"/>
      </a:dk1>
      <a:lt1>
        <a:srgbClr val="FFFFFF"/>
      </a:lt1>
      <a:dk2>
        <a:srgbClr val="091F2C"/>
      </a:dk2>
      <a:lt2>
        <a:srgbClr val="E8E6DF"/>
      </a:lt2>
      <a:accent1>
        <a:srgbClr val="FF5C39"/>
      </a:accent1>
      <a:accent2>
        <a:srgbClr val="C73ECC"/>
      </a:accent2>
      <a:accent3>
        <a:srgbClr val="0078D4"/>
      </a:accent3>
      <a:accent4>
        <a:srgbClr val="F4364C"/>
      </a:accent4>
      <a:accent5>
        <a:srgbClr val="FFA38B"/>
      </a:accent5>
      <a:accent6>
        <a:srgbClr val="CD9BCF"/>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Neutral gray">
      <a:srgbClr val="E8E6DF"/>
    </a:custClr>
    <a:custClr name="White">
      <a:srgbClr val="FFFFFF"/>
    </a:custClr>
    <a:custClr name="Blueblack">
      <a:srgbClr val="091F2C"/>
    </a:custClr>
    <a:custClr name="Off white">
      <a:srgbClr val="F4F3F5"/>
    </a:custClr>
    <a:custClr name="Light orange">
      <a:srgbClr val="FFA38B"/>
    </a:custClr>
    <a:custClr name="Light magenta">
      <a:srgbClr val="CD9BCF"/>
    </a:custClr>
    <a:custClr name="Light blue">
      <a:srgbClr val="8DC8E8"/>
    </a:custClr>
    <a:custClr name="Light red">
      <a:srgbClr val="FFB3BB"/>
    </a:custClr>
    <a:custClr name="White">
      <a:srgbClr val="FFFFFF"/>
    </a:custClr>
    <a:custClr name="White">
      <a:srgbClr val="FFFFFF"/>
    </a:custClr>
    <a:custClr name="Neutral gray">
      <a:srgbClr val="E8E6DF"/>
    </a:custClr>
    <a:custClr name="White">
      <a:srgbClr val="FFFFFF"/>
    </a:custClr>
    <a:custClr name="Blueblack">
      <a:srgbClr val="091F2C"/>
    </a:custClr>
    <a:custClr name="Off white">
      <a:srgbClr val="F4F3F5"/>
    </a:custClr>
    <a:custClr name="Dark orange">
      <a:srgbClr val="73391D"/>
    </a:custClr>
    <a:custClr name="Dark magenta">
      <a:srgbClr val="702573"/>
    </a:custClr>
    <a:custClr name="Dark blue">
      <a:srgbClr val="2A446F"/>
    </a:custClr>
    <a:custClr name="Dark red">
      <a:srgbClr val="73262F"/>
    </a:custClr>
    <a:custClr name="White">
      <a:srgbClr val="FFFFFF"/>
    </a:custClr>
    <a:custClr name="White">
      <a:srgbClr val="FFFFFF"/>
    </a:custClr>
  </a:custClrLst>
  <a:extLst>
    <a:ext uri="{05A4C25C-085E-4340-85A3-A5531E510DB2}">
      <thm15:themeFamily xmlns:thm15="http://schemas.microsoft.com/office/thememl/2012/main" name="Microsoft_Learn_PPT_Template_May2022" id="{29A08142-AB99-4411-AAE7-CEDF668BDF69}" vid="{B77F916D-7E22-4EF9-8BA9-EC91DF20C5E1}"/>
    </a:ext>
  </a:extLst>
</a:theme>
</file>

<file path=ppt/theme/theme31.xml><?xml version="1.0" encoding="utf-8"?>
<a:theme xmlns:a="http://schemas.openxmlformats.org/drawingml/2006/main" name="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32.xml><?xml version="1.0" encoding="utf-8"?>
<a:theme xmlns:a="http://schemas.openxmlformats.org/drawingml/2006/main" name="1_LIGHT MODE">
  <a:themeElements>
    <a:clrScheme name="BAR Light">
      <a:dk1>
        <a:srgbClr val="000000"/>
      </a:dk1>
      <a:lt1>
        <a:srgbClr val="FFFFFF"/>
      </a:lt1>
      <a:dk2>
        <a:srgbClr val="091F2E"/>
      </a:dk2>
      <a:lt2>
        <a:srgbClr val="FFF8F3"/>
      </a:lt2>
      <a:accent1>
        <a:srgbClr val="702573"/>
      </a:accent1>
      <a:accent2>
        <a:srgbClr val="BF3AC4"/>
      </a:accent2>
      <a:accent3>
        <a:srgbClr val="FE5B38"/>
      </a:accent3>
      <a:accent4>
        <a:srgbClr val="D59DD7"/>
      </a:accent4>
      <a:accent5>
        <a:srgbClr val="FEE298"/>
      </a:accent5>
      <a:accent6>
        <a:srgbClr val="D7D2CA"/>
      </a:accent6>
      <a:hlink>
        <a:srgbClr val="0077D3"/>
      </a:hlink>
      <a:folHlink>
        <a:srgbClr val="0077D3"/>
      </a:folHlink>
    </a:clrScheme>
    <a:fontScheme name="Custom 3">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600" dirty="0" smtClean="0"/>
        </a:defPPr>
      </a:lstStyle>
    </a:txDef>
  </a:objectDefaults>
  <a:extraClrSchemeLst/>
  <a:custClrLst>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Light Brown">
      <a:srgbClr val="E1D3C7"/>
    </a:custClr>
    <a:custClr name="Brown">
      <a:srgbClr val="BF9474"/>
    </a:custClr>
    <a:custClr name="Dark Brown">
      <a:srgbClr val="5C4738"/>
    </a:custClr>
    <a:custClr name="Light Yellow">
      <a:srgbClr val="FFE399"/>
    </a:custClr>
    <a:custClr name="Yellow">
      <a:srgbClr val="FFB900"/>
    </a:custClr>
    <a:custClr name="Dark Yellow">
      <a:srgbClr val="7F5A1A"/>
    </a:custClr>
    <a:custClr name="Light Orange">
      <a:srgbClr val="FFA38B"/>
    </a:custClr>
    <a:custClr name="Orange">
      <a:srgbClr val="FF5C39"/>
    </a:custClr>
    <a:custClr name="Dark Orange">
      <a:srgbClr val="73391D"/>
    </a:custClr>
    <a:custClr name="Light Red">
      <a:srgbClr val="FFB3BB"/>
    </a:custClr>
    <a:custClr name="Red">
      <a:srgbClr val="F4364C"/>
    </a:custClr>
    <a:custClr name="Dark Red">
      <a:srgbClr val="73262F"/>
    </a:custClr>
    <a:custClr name="Light Magenta">
      <a:srgbClr val="D59ED7"/>
    </a:custClr>
    <a:custClr name="Magenta">
      <a:srgbClr val="C03BC4"/>
    </a:custClr>
    <a:custClr name="Dark Magenta">
      <a:srgbClr val="702573"/>
    </a:custClr>
    <a:custClr name="Light Purple">
      <a:srgbClr val="C5B4E3"/>
    </a:custClr>
    <a:custClr name="Purple">
      <a:srgbClr val="8661C5"/>
    </a:custClr>
    <a:custClr name="Dark Purple">
      <a:srgbClr val="463668"/>
    </a:custClr>
    <a:custClr name="Light Blue">
      <a:srgbClr val="8DC8E8"/>
    </a:custClr>
    <a:custClr name="Blue">
      <a:srgbClr val="0078D4"/>
    </a:custClr>
    <a:custClr name="Dark Blue">
      <a:srgbClr val="2A446F"/>
    </a:custClr>
    <a:custClr name="Light Teal">
      <a:srgbClr val="B9DCD2"/>
    </a:custClr>
    <a:custClr name="Teal">
      <a:srgbClr val="49C5B1"/>
    </a:custClr>
    <a:custClr name="Dark Teal">
      <a:srgbClr val="225B62"/>
    </a:custClr>
    <a:custClr name="Light Green">
      <a:srgbClr val="D4EC8E"/>
    </a:custClr>
    <a:custClr name="Green">
      <a:srgbClr val="8DE971"/>
    </a:custClr>
    <a:custClr name="Dark Green">
      <a:srgbClr val="07641D"/>
    </a:custClr>
    <a:custClr name="Blue Black">
      <a:srgbClr val="091F2C"/>
    </a:custClr>
    <a:custClr name="Pure Black">
      <a:srgbClr val="000000"/>
    </a:custClr>
    <a:custClr name="Brown Black">
      <a:srgbClr val="291817"/>
    </a:custClr>
  </a:custClrLst>
  <a:extLst>
    <a:ext uri="{05A4C25C-085E-4340-85A3-A5531E510DB2}">
      <thm15:themeFamily xmlns:thm15="http://schemas.microsoft.com/office/thememl/2012/main" name="ILT_Course_Trainer-Template_063023_Final" id="{53CE3B9D-47D1-490F-99CD-422B5AEB3016}" vid="{B2DBE1BE-CBAC-4342-9A93-0CBD83F75182}"/>
    </a:ext>
  </a:extLst>
</a:theme>
</file>

<file path=ppt/theme/theme33.xml><?xml version="1.0" encoding="utf-8"?>
<a:theme xmlns:a="http://schemas.openxmlformats.org/drawingml/2006/main" name="Microsoft Learn_Off-White Template">
  <a:themeElements>
    <a:clrScheme name="Microsoft Learn Lt">
      <a:dk1>
        <a:srgbClr val="000000"/>
      </a:dk1>
      <a:lt1>
        <a:srgbClr val="FFFFFF"/>
      </a:lt1>
      <a:dk2>
        <a:srgbClr val="091F2C"/>
      </a:dk2>
      <a:lt2>
        <a:srgbClr val="E8E6DF"/>
      </a:lt2>
      <a:accent1>
        <a:srgbClr val="FF5C39"/>
      </a:accent1>
      <a:accent2>
        <a:srgbClr val="C73ECC"/>
      </a:accent2>
      <a:accent3>
        <a:srgbClr val="0078D4"/>
      </a:accent3>
      <a:accent4>
        <a:srgbClr val="F4364C"/>
      </a:accent4>
      <a:accent5>
        <a:srgbClr val="FFA38B"/>
      </a:accent5>
      <a:accent6>
        <a:srgbClr val="CD9BCF"/>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Neutral gray">
      <a:srgbClr val="E8E6DF"/>
    </a:custClr>
    <a:custClr name="White">
      <a:srgbClr val="FFFFFF"/>
    </a:custClr>
    <a:custClr name="Blueblack">
      <a:srgbClr val="091F2C"/>
    </a:custClr>
    <a:custClr name="Off white">
      <a:srgbClr val="F4F3F5"/>
    </a:custClr>
    <a:custClr name="Light orange">
      <a:srgbClr val="FFA38B"/>
    </a:custClr>
    <a:custClr name="Light magenta">
      <a:srgbClr val="CD9BCF"/>
    </a:custClr>
    <a:custClr name="Light blue">
      <a:srgbClr val="8DC8E8"/>
    </a:custClr>
    <a:custClr name="Light red">
      <a:srgbClr val="FFB3BB"/>
    </a:custClr>
    <a:custClr name="White">
      <a:srgbClr val="FFFFFF"/>
    </a:custClr>
    <a:custClr name="White">
      <a:srgbClr val="FFFFFF"/>
    </a:custClr>
    <a:custClr name="Neutral gray">
      <a:srgbClr val="E8E6DF"/>
    </a:custClr>
    <a:custClr name="White">
      <a:srgbClr val="FFFFFF"/>
    </a:custClr>
    <a:custClr name="Blueblack">
      <a:srgbClr val="091F2C"/>
    </a:custClr>
    <a:custClr name="Off white">
      <a:srgbClr val="F4F3F5"/>
    </a:custClr>
    <a:custClr name="Dark orange">
      <a:srgbClr val="73391D"/>
    </a:custClr>
    <a:custClr name="Dark magenta">
      <a:srgbClr val="702573"/>
    </a:custClr>
    <a:custClr name="Dark blue">
      <a:srgbClr val="2A446F"/>
    </a:custClr>
    <a:custClr name="Dark red">
      <a:srgbClr val="73262F"/>
    </a:custClr>
    <a:custClr name="White">
      <a:srgbClr val="FFFFFF"/>
    </a:custClr>
    <a:custClr name="White">
      <a:srgbClr val="FFFFFF"/>
    </a:custClr>
  </a:custClrLst>
  <a:extLst>
    <a:ext uri="{05A4C25C-085E-4340-85A3-A5531E510DB2}">
      <thm15:themeFamily xmlns:thm15="http://schemas.microsoft.com/office/thememl/2012/main" name="Microsoft_Learn_PPT_Template_May2022" id="{29A08142-AB99-4411-AAE7-CEDF668BDF69}" vid="{B77F916D-7E22-4EF9-8BA9-EC91DF20C5E1}"/>
    </a:ext>
  </a:extLst>
</a:theme>
</file>

<file path=ppt/theme/theme34.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5.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_ip_UnifiedCompliancePolicyUIAction xmlns="http://schemas.microsoft.com/sharepoint/v3" xsi:nil="true"/>
    <_ip_UnifiedCompliancePolicyProperties xmlns="http://schemas.microsoft.com/sharepoint/v3" xsi:nil="true"/>
    <TaxCatchAll xmlns="7f056c50-df01-42ef-9e72-94b7d56ea6ea" xsi:nil="true"/>
    <lcf76f155ced4ddcb4097134ff3c332f xmlns="b45d7b5d-5391-45bc-9089-ccc83e65635d">
      <Terms xmlns="http://schemas.microsoft.com/office/infopath/2007/PartnerControls"/>
    </lcf76f155ced4ddcb4097134ff3c332f>
    <SecurityLevel xmlns="b45d7b5d-5391-45bc-9089-ccc83e65635d" xsi:nil="true"/>
    <Classification xmlns="b45d7b5d-5391-45bc-9089-ccc83e65635d" xsi:nil="true"/>
    <IntelligenceOperation xmlns="b45d7b5d-5391-45bc-9089-ccc83e65635d" xsi:nil="true"/>
    <ApprovalRequired xmlns="b45d7b5d-5391-45bc-9089-ccc83e65635d">true</ApprovalRequired>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350248D7AF17F84681BA835FA5F94E40" ma:contentTypeVersion="20" ma:contentTypeDescription="Create a new document." ma:contentTypeScope="" ma:versionID="433c462afd5f8213fc0755e5459980e0">
  <xsd:schema xmlns:xsd="http://www.w3.org/2001/XMLSchema" xmlns:xs="http://www.w3.org/2001/XMLSchema" xmlns:p="http://schemas.microsoft.com/office/2006/metadata/properties" xmlns:ns1="http://schemas.microsoft.com/sharepoint/v3" xmlns:ns2="b45d7b5d-5391-45bc-9089-ccc83e65635d" xmlns:ns3="7f056c50-df01-42ef-9e72-94b7d56ea6ea" targetNamespace="http://schemas.microsoft.com/office/2006/metadata/properties" ma:root="true" ma:fieldsID="371b9982654df4fdd7f3a4c948b61ec1" ns1:_="" ns2:_="" ns3:_="">
    <xsd:import namespace="http://schemas.microsoft.com/sharepoint/v3"/>
    <xsd:import namespace="b45d7b5d-5391-45bc-9089-ccc83e65635d"/>
    <xsd:import namespace="7f056c50-df01-42ef-9e72-94b7d56ea6ea"/>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ObjectDetectorVersions" minOccurs="0"/>
                <xsd:element ref="ns1:_ip_UnifiedCompliancePolicyProperties" minOccurs="0"/>
                <xsd:element ref="ns1:_ip_UnifiedCompliancePolicyUIAction" minOccurs="0"/>
                <xsd:element ref="ns2:MediaServiceDateTaken" minOccurs="0"/>
                <xsd:element ref="ns2:MediaServiceGenerationTime" minOccurs="0"/>
                <xsd:element ref="ns2:MediaServiceEventHashCode" minOccurs="0"/>
                <xsd:element ref="ns2:MediaLengthInSeconds" minOccurs="0"/>
                <xsd:element ref="ns2:MediaServiceLocation" minOccurs="0"/>
                <xsd:element ref="ns2:lcf76f155ced4ddcb4097134ff3c332f" minOccurs="0"/>
                <xsd:element ref="ns3:TaxCatchAll" minOccurs="0"/>
                <xsd:element ref="ns2:MediaServiceOCR" minOccurs="0"/>
                <xsd:element ref="ns2:MediaServiceBillingMetadata" minOccurs="0"/>
                <xsd:element ref="ns2:Classification" minOccurs="0"/>
                <xsd:element ref="ns2:SecurityLevel" minOccurs="0"/>
                <xsd:element ref="ns2:ApprovalRequired" minOccurs="0"/>
                <xsd:element ref="ns2:IntelligenceOpera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_ip_UnifiedCompliancePolicyProperties" ma:index="12" nillable="true" ma:displayName="Unified Compliance Policy Properties" ma:hidden="true" ma:internalName="_ip_UnifiedCompliancePolicyProperties">
      <xsd:simpleType>
        <xsd:restriction base="dms:Note"/>
      </xsd:simpleType>
    </xsd:element>
    <xsd:element name="_ip_UnifiedCompliancePolicyUIAction" ma:index="13" nillable="true" ma:displayName="Unified Compliance Policy UI Action" ma:hidden="true" ma:internalName="_ip_UnifiedCompliancePolicyUIAction">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b45d7b5d-5391-45bc-9089-ccc83e65635d"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ObjectDetectorVersions" ma:index="11" nillable="true" ma:displayName="MediaServiceObjectDetectorVersions" ma:hidden="true" ma:indexed="true" ma:internalName="MediaServiceObjectDetectorVersions" ma:readOnly="true">
      <xsd:simpleType>
        <xsd:restriction base="dms:Text"/>
      </xsd:simpleType>
    </xsd:element>
    <xsd:element name="MediaServiceDateTaken" ma:index="14" nillable="true" ma:displayName="MediaServiceDateTaken" ma:hidden="true" ma:indexed="true" ma:internalName="MediaServiceDateTaken" ma:readOnly="true">
      <xsd:simpleType>
        <xsd:restriction base="dms:Text"/>
      </xsd:simpleType>
    </xsd:element>
    <xsd:element name="MediaServiceGenerationTime" ma:index="15" nillable="true" ma:displayName="MediaServiceGenerationTime" ma:hidden="true" ma:internalName="MediaServiceGenerationTime" ma:readOnly="true">
      <xsd:simpleType>
        <xsd:restriction base="dms:Text"/>
      </xsd:simpleType>
    </xsd:element>
    <xsd:element name="MediaServiceEventHashCode" ma:index="16" nillable="true" ma:displayName="MediaServiceEventHashCode" ma:hidden="true" ma:internalName="MediaServiceEventHashCode" ma:readOnly="true">
      <xsd:simpleType>
        <xsd:restriction base="dms:Text"/>
      </xsd:simpleType>
    </xsd:element>
    <xsd:element name="MediaLengthInSeconds" ma:index="17" nillable="true" ma:displayName="MediaLengthInSeconds" ma:hidden="true" ma:internalName="MediaLengthInSeconds" ma:readOnly="true">
      <xsd:simpleType>
        <xsd:restriction base="dms:Unknown"/>
      </xsd:simpleType>
    </xsd:element>
    <xsd:element name="MediaServiceLocation" ma:index="18" nillable="true" ma:displayName="Location" ma:indexed="true" ma:internalName="MediaServiceLocation" ma:readOnly="true">
      <xsd:simpleType>
        <xsd:restriction base="dms:Text"/>
      </xsd:simpleType>
    </xsd:element>
    <xsd:element name="lcf76f155ced4ddcb4097134ff3c332f" ma:index="20" nillable="true" ma:taxonomy="true" ma:internalName="lcf76f155ced4ddcb4097134ff3c332f" ma:taxonomyFieldName="MediaServiceImageTags" ma:displayName="Image Tags" ma:readOnly="false" ma:fieldId="{5cf76f15-5ced-4ddc-b409-7134ff3c332f}" ma:taxonomyMulti="true" ma:sspId="e385fb40-52d4-4fae-9c5b-3e8ff8a5878e" ma:termSetId="09814cd3-568e-fe90-9814-8d621ff8fb84" ma:anchorId="fba54fb3-c3e1-fe81-a776-ca4b69148c4d" ma:open="true" ma:isKeyword="false">
      <xsd:complexType>
        <xsd:sequence>
          <xsd:element ref="pc:Terms" minOccurs="0" maxOccurs="1"/>
        </xsd:sequence>
      </xsd:complexType>
    </xsd:element>
    <xsd:element name="MediaServiceOCR" ma:index="22" nillable="true" ma:displayName="Extracted Text" ma:internalName="MediaServiceOCR" ma:readOnly="true">
      <xsd:simpleType>
        <xsd:restriction base="dms:Note">
          <xsd:maxLength value="255"/>
        </xsd:restriction>
      </xsd:simpleType>
    </xsd:element>
    <xsd:element name="MediaServiceBillingMetadata" ma:index="23" nillable="true" ma:displayName="MediaServiceBillingMetadata" ma:hidden="true" ma:internalName="MediaServiceBillingMetadata" ma:readOnly="true">
      <xsd:simpleType>
        <xsd:restriction base="dms:Note"/>
      </xsd:simpleType>
    </xsd:element>
    <xsd:element name="Classification" ma:index="24" nillable="true" ma:displayName="Classification" ma:format="Dropdown" ma:internalName="Classification">
      <xsd:simpleType>
        <xsd:restriction base="dms:Choice">
          <xsd:enumeration value="PUBLIC"/>
          <xsd:enumeration value="INTERNAL"/>
          <xsd:enumeration value="CLASSIFIED"/>
        </xsd:restriction>
      </xsd:simpleType>
    </xsd:element>
    <xsd:element name="SecurityLevel" ma:index="25" nillable="true" ma:displayName="SecurityLevel" ma:format="Dropdown" ma:internalName="SecurityLevel">
      <xsd:simpleType>
        <xsd:restriction base="dms:Choice">
          <xsd:enumeration value="NONE"/>
          <xsd:enumeration value="ALPHA"/>
          <xsd:enumeration value="BETA"/>
          <xsd:enumeration value="GAMMA"/>
        </xsd:restriction>
      </xsd:simpleType>
    </xsd:element>
    <xsd:element name="ApprovalRequired" ma:index="26" nillable="true" ma:displayName="ApprovalRequired" ma:default="1" ma:format="Dropdown" ma:internalName="ApprovalRequired">
      <xsd:simpleType>
        <xsd:restriction base="dms:Boolean"/>
      </xsd:simpleType>
    </xsd:element>
    <xsd:element name="IntelligenceOperation" ma:index="27" nillable="true" ma:displayName="IntelligenceOperation" ma:format="Dropdown" ma:internalName="IntelligenceOperation">
      <xsd:simpleType>
        <xsd:restriction base="dms:Text">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7f056c50-df01-42ef-9e72-94b7d56ea6ea" elementFormDefault="qualified">
    <xsd:import namespace="http://schemas.microsoft.com/office/2006/documentManagement/types"/>
    <xsd:import namespace="http://schemas.microsoft.com/office/infopath/2007/PartnerControls"/>
    <xsd:element name="TaxCatchAll" ma:index="21" nillable="true" ma:displayName="Taxonomy Catch All Column" ma:hidden="true" ma:list="{d2e2aa58-280f-4967-8611-313d3ea79993}" ma:internalName="TaxCatchAll" ma:showField="CatchAllData" ma:web="7f056c50-df01-42ef-9e72-94b7d56ea6ea">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758FDAC0-319D-4A54-8D8E-1D42CB1F8004}">
  <ds:schemaRefs>
    <ds:schemaRef ds:uri="http://schemas.microsoft.com/sharepoint/v3/contenttype/forms"/>
  </ds:schemaRefs>
</ds:datastoreItem>
</file>

<file path=customXml/itemProps2.xml><?xml version="1.0" encoding="utf-8"?>
<ds:datastoreItem xmlns:ds="http://schemas.openxmlformats.org/officeDocument/2006/customXml" ds:itemID="{F990F116-B58F-4255-B05B-DA3808E0E5C6}">
  <ds:schemaRefs>
    <ds:schemaRef ds:uri="http://schemas.microsoft.com/sharepoint/v3"/>
    <ds:schemaRef ds:uri="http://purl.org/dc/elements/1.1/"/>
    <ds:schemaRef ds:uri="http://schemas.microsoft.com/office/infopath/2007/PartnerControls"/>
    <ds:schemaRef ds:uri="http://schemas.microsoft.com/office/2006/documentManagement/types"/>
    <ds:schemaRef ds:uri="http://purl.org/dc/terms/"/>
    <ds:schemaRef ds:uri="http://schemas.openxmlformats.org/package/2006/metadata/core-properties"/>
    <ds:schemaRef ds:uri="http://www.w3.org/XML/1998/namespace"/>
    <ds:schemaRef ds:uri="7f056c50-df01-42ef-9e72-94b7d56ea6ea"/>
    <ds:schemaRef ds:uri="b45d7b5d-5391-45bc-9089-ccc83e65635d"/>
    <ds:schemaRef ds:uri="http://schemas.microsoft.com/office/2006/metadata/properties"/>
    <ds:schemaRef ds:uri="http://purl.org/dc/dcmitype/"/>
  </ds:schemaRefs>
</ds:datastoreItem>
</file>

<file path=customXml/itemProps3.xml><?xml version="1.0" encoding="utf-8"?>
<ds:datastoreItem xmlns:ds="http://schemas.openxmlformats.org/officeDocument/2006/customXml" ds:itemID="{B5C91F20-02B8-4994-9188-4CA745F1B3C8}">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http://schemas.microsoft.com/sharepoint/v3"/>
    <ds:schemaRef ds:uri="b45d7b5d-5391-45bc-9089-ccc83e65635d"/>
    <ds:schemaRef ds:uri="7f056c50-df01-42ef-9e72-94b7d56ea6ea"/>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Metadata/LabelInfo.xml><?xml version="1.0" encoding="utf-8"?>
<clbl:labelList xmlns:clbl="http://schemas.microsoft.com/office/2020/mipLabelMetadata">
  <clbl:label id="{f42aa342-8706-4288-bd11-ebb85995028c}" enabled="1" method="Privileged" siteId="{72f988bf-86f1-41af-91ab-2d7cd011db47}" removed="0"/>
</clbl:labelList>
</file>

<file path=docProps/app.xml><?xml version="1.0" encoding="utf-8"?>
<Properties xmlns="http://schemas.openxmlformats.org/officeDocument/2006/extended-properties" xmlns:vt="http://schemas.openxmlformats.org/officeDocument/2006/docPropsVTypes">
  <Template/>
  <TotalTime>402</TotalTime>
  <Words>12664</Words>
  <Application>Microsoft Office PowerPoint</Application>
  <PresentationFormat>Widescreen</PresentationFormat>
  <Paragraphs>1091</Paragraphs>
  <Slides>41</Slides>
  <Notes>41</Notes>
  <HiddenSlides>0</HiddenSlides>
  <MMClips>0</MMClips>
  <ScaleCrop>false</ScaleCrop>
  <HeadingPairs>
    <vt:vector size="6" baseType="variant">
      <vt:variant>
        <vt:lpstr>Fonts Used</vt:lpstr>
      </vt:variant>
      <vt:variant>
        <vt:i4>7</vt:i4>
      </vt:variant>
      <vt:variant>
        <vt:lpstr>Theme</vt:lpstr>
      </vt:variant>
      <vt:variant>
        <vt:i4>33</vt:i4>
      </vt:variant>
      <vt:variant>
        <vt:lpstr>Slide Titles</vt:lpstr>
      </vt:variant>
      <vt:variant>
        <vt:i4>41</vt:i4>
      </vt:variant>
    </vt:vector>
  </HeadingPairs>
  <TitlesOfParts>
    <vt:vector size="81" baseType="lpstr">
      <vt:lpstr>Arial</vt:lpstr>
      <vt:lpstr>Consolas</vt:lpstr>
      <vt:lpstr>Segoe UI</vt:lpstr>
      <vt:lpstr>Segoe UI Black</vt:lpstr>
      <vt:lpstr>Segoe UI Light</vt:lpstr>
      <vt:lpstr>Segoe UI Semibold</vt:lpstr>
      <vt:lpstr>Wingdings</vt:lpstr>
      <vt:lpstr>LIGHT MODE</vt:lpstr>
      <vt:lpstr>1_LIGHT MODE</vt:lpstr>
      <vt:lpstr>Microsoft Learn_Off-White Template</vt:lpstr>
      <vt:lpstr>LIGHT MODE</vt:lpstr>
      <vt:lpstr>1_LIGHT MODE</vt:lpstr>
      <vt:lpstr>Microsoft Learn_Off-White Template</vt:lpstr>
      <vt:lpstr>LIGHT MODE</vt:lpstr>
      <vt:lpstr>1_LIGHT MODE</vt:lpstr>
      <vt:lpstr>Microsoft Learn_Off-White Template</vt:lpstr>
      <vt:lpstr>LIGHT MODE</vt:lpstr>
      <vt:lpstr>1_LIGHT MODE</vt:lpstr>
      <vt:lpstr>Microsoft Learn_Off-White Template</vt:lpstr>
      <vt:lpstr>LIGHT MODE</vt:lpstr>
      <vt:lpstr>1_LIGHT MODE</vt:lpstr>
      <vt:lpstr>Microsoft Learn_Off-White Template</vt:lpstr>
      <vt:lpstr>LIGHT MODE</vt:lpstr>
      <vt:lpstr>1_LIGHT MODE</vt:lpstr>
      <vt:lpstr>Microsoft Learn_Off-White Template</vt:lpstr>
      <vt:lpstr>LIGHT MODE</vt:lpstr>
      <vt:lpstr>1_LIGHT MODE</vt:lpstr>
      <vt:lpstr>Microsoft Learn_Off-White Template</vt:lpstr>
      <vt:lpstr>LIGHT MODE</vt:lpstr>
      <vt:lpstr>1_LIGHT MODE</vt:lpstr>
      <vt:lpstr>Microsoft Learn_Off-White Template</vt:lpstr>
      <vt:lpstr>LIGHT MODE</vt:lpstr>
      <vt:lpstr>1_LIGHT MODE</vt:lpstr>
      <vt:lpstr>Microsoft Learn_Off-White Template</vt:lpstr>
      <vt:lpstr>LIGHT MODE</vt:lpstr>
      <vt:lpstr>1_LIGHT MODE</vt:lpstr>
      <vt:lpstr>Microsoft Learn_Off-White Template</vt:lpstr>
      <vt:lpstr>LIGHT MODE</vt:lpstr>
      <vt:lpstr>1_LIGHT MODE</vt:lpstr>
      <vt:lpstr>Microsoft Learn_Off-White Template</vt:lpstr>
      <vt:lpstr>Design and develop database solutions</vt:lpstr>
      <vt:lpstr>Agenda</vt:lpstr>
      <vt:lpstr>Design and implement database objects</vt:lpstr>
      <vt:lpstr>SQL platform choices</vt:lpstr>
      <vt:lpstr>Design and implement tables</vt:lpstr>
      <vt:lpstr>Design and implement indexes</vt:lpstr>
      <vt:lpstr>Specialized table types</vt:lpstr>
      <vt:lpstr>Constraints and sequence objects</vt:lpstr>
      <vt:lpstr>JSON columns and partitioning</vt:lpstr>
      <vt:lpstr>Exercise: Create database objects</vt:lpstr>
      <vt:lpstr>Knowledge check - Design and implement database objects</vt:lpstr>
      <vt:lpstr>Summary - Design and implement database objects</vt:lpstr>
      <vt:lpstr>Implement programmability objects</vt:lpstr>
      <vt:lpstr>Create views</vt:lpstr>
      <vt:lpstr>Create stored procedures</vt:lpstr>
      <vt:lpstr>Create user-defined functions</vt:lpstr>
      <vt:lpstr>Create triggers</vt:lpstr>
      <vt:lpstr>Choose the right object</vt:lpstr>
      <vt:lpstr>Exercise: Implement programmability objects</vt:lpstr>
      <vt:lpstr>Knowledge check -  Implement programmability objects</vt:lpstr>
      <vt:lpstr>Summary -  Implement programmability objects</vt:lpstr>
      <vt:lpstr>Write advanced SQL code</vt:lpstr>
      <vt:lpstr>Common Table Expressions (CTEs)</vt:lpstr>
      <vt:lpstr>Window functions</vt:lpstr>
      <vt:lpstr>JSON functions</vt:lpstr>
      <vt:lpstr>Regular expressions &amp; fuzzy matching</vt:lpstr>
      <vt:lpstr>Graph queries &amp; correlated subqueries</vt:lpstr>
      <vt:lpstr>Error handling</vt:lpstr>
      <vt:lpstr>Exercise: Write advanced SQL code</vt:lpstr>
      <vt:lpstr>Knowledge check - Write advanced SQL code</vt:lpstr>
      <vt:lpstr>Summary - Write advanced SQL code</vt:lpstr>
      <vt:lpstr>Design and implement SQL solutions using AI-assisted tools</vt:lpstr>
      <vt:lpstr>AI-assisted development tools</vt:lpstr>
      <vt:lpstr>Interpret the security impact</vt:lpstr>
      <vt:lpstr>Enable GitHub Copilot and Fabric Copilot</vt:lpstr>
      <vt:lpstr>Configure model and MCP tool options</vt:lpstr>
      <vt:lpstr>Copilot instruction files</vt:lpstr>
      <vt:lpstr>Connect MCP server endpoints</vt:lpstr>
      <vt:lpstr>Exercise: AI-assisted SQL development</vt:lpstr>
      <vt:lpstr>Knowledge check - Design and implement SQL solutions using AI-assisted tools</vt:lpstr>
      <vt:lpstr>Summary - Design and implement SQL solutions using AI-assisted tools</vt:lpstr>
    </vt:vector>
  </TitlesOfParts>
  <Manager>&lt;Comms manager name here&gt;</Manager>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Microsoft Learn ILT course  master template</dc:title>
  <dc:subject>&lt;Event name&gt;</dc:subject>
  <dc:creator>heidi@mindseyepdx.com;v-mrosenthal@microsoft.com</dc:creator>
  <cp:keywords/>
  <dc:description/>
  <cp:lastModifiedBy>Carlos Lopez</cp:lastModifiedBy>
  <cp:revision>53</cp:revision>
  <dcterms:created xsi:type="dcterms:W3CDTF">2023-06-16T20:38:16Z</dcterms:created>
  <dcterms:modified xsi:type="dcterms:W3CDTF">2026-03-11T18:22:07Z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0x010100350248D7AF17F84681BA835FA5F94E40</vt:lpwstr>
  </property>
  <property fmtid="{D5CDD505-2E9C-101B-9397-08002B2CF9AE}" pid="3" name="Product">
    <vt:lpwstr/>
  </property>
  <property fmtid="{D5CDD505-2E9C-101B-9397-08002B2CF9AE}" pid="4" name="Event1">
    <vt:lpwstr>622;#Unassigned|2c8af875-f38a-40b8-a0a9-056aed3fc8c0</vt:lpwstr>
  </property>
  <property fmtid="{D5CDD505-2E9C-101B-9397-08002B2CF9AE}" pid="5" name="Audience">
    <vt:lpwstr/>
  </property>
  <property fmtid="{D5CDD505-2E9C-101B-9397-08002B2CF9AE}" pid="6" name="Event Venue">
    <vt:lpwstr/>
  </property>
  <property fmtid="{D5CDD505-2E9C-101B-9397-08002B2CF9AE}" pid="7" name="Track">
    <vt:lpwstr/>
  </property>
  <property fmtid="{D5CDD505-2E9C-101B-9397-08002B2CF9AE}" pid="8" name="Event Location">
    <vt:lpwstr/>
  </property>
  <property fmtid="{D5CDD505-2E9C-101B-9397-08002B2CF9AE}" pid="9" name="Campaign">
    <vt:lpwstr/>
  </property>
  <property fmtid="{D5CDD505-2E9C-101B-9397-08002B2CF9AE}" pid="10" name="IsMyDocuments">
    <vt:bool>true</vt:bool>
  </property>
  <property fmtid="{D5CDD505-2E9C-101B-9397-08002B2CF9AE}" pid="11" name="MSIP_Label_f42aa342-8706-4288-bd11-ebb85995028c_Enabled">
    <vt:lpwstr>True</vt:lpwstr>
  </property>
  <property fmtid="{D5CDD505-2E9C-101B-9397-08002B2CF9AE}" pid="12" name="MSIP_Label_f42aa342-8706-4288-bd11-ebb85995028c_SiteId">
    <vt:lpwstr>72f988bf-86f1-41af-91ab-2d7cd011db47</vt:lpwstr>
  </property>
  <property fmtid="{D5CDD505-2E9C-101B-9397-08002B2CF9AE}" pid="13" name="MSIP_Label_f42aa342-8706-4288-bd11-ebb85995028c_Ref">
    <vt:lpwstr>https://api.informationprotection.azure.com/api/72f988bf-86f1-41af-91ab-2d7cd011db47</vt:lpwstr>
  </property>
  <property fmtid="{D5CDD505-2E9C-101B-9397-08002B2CF9AE}" pid="14" name="MSIP_Label_f42aa342-8706-4288-bd11-ebb85995028c_Owner">
    <vt:lpwstr>maryfj@microsoft.com</vt:lpwstr>
  </property>
  <property fmtid="{D5CDD505-2E9C-101B-9397-08002B2CF9AE}" pid="15" name="MSIP_Label_f42aa342-8706-4288-bd11-ebb85995028c_SetDate">
    <vt:lpwstr>2017-08-29T14:27:20.8568347-07:00</vt:lpwstr>
  </property>
  <property fmtid="{D5CDD505-2E9C-101B-9397-08002B2CF9AE}" pid="16" name="MSIP_Label_f42aa342-8706-4288-bd11-ebb85995028c_Name">
    <vt:lpwstr>General</vt:lpwstr>
  </property>
  <property fmtid="{D5CDD505-2E9C-101B-9397-08002B2CF9AE}" pid="17" name="MSIP_Label_f42aa342-8706-4288-bd11-ebb85995028c_Application">
    <vt:lpwstr>Microsoft Azure Information Protection</vt:lpwstr>
  </property>
  <property fmtid="{D5CDD505-2E9C-101B-9397-08002B2CF9AE}" pid="18" name="MSIP_Label_f42aa342-8706-4288-bd11-ebb85995028c_Extended_MSFT_Method">
    <vt:lpwstr>Automatic</vt:lpwstr>
  </property>
  <property fmtid="{D5CDD505-2E9C-101B-9397-08002B2CF9AE}" pid="19" name="Sensitivity">
    <vt:lpwstr>General</vt:lpwstr>
  </property>
  <property fmtid="{D5CDD505-2E9C-101B-9397-08002B2CF9AE}" pid="20" name="MediaServiceImageTags">
    <vt:lpwstr/>
  </property>
  <property fmtid="{D5CDD505-2E9C-101B-9397-08002B2CF9AE}" pid="21" name="Order">
    <vt:r8>62500</vt:r8>
  </property>
  <property fmtid="{D5CDD505-2E9C-101B-9397-08002B2CF9AE}" pid="22" name="xd_ProgID">
    <vt:lpwstr/>
  </property>
  <property fmtid="{D5CDD505-2E9C-101B-9397-08002B2CF9AE}" pid="23" name="ComplianceAssetId">
    <vt:lpwstr/>
  </property>
  <property fmtid="{D5CDD505-2E9C-101B-9397-08002B2CF9AE}" pid="24" name="TemplateUrl">
    <vt:lpwstr/>
  </property>
  <property fmtid="{D5CDD505-2E9C-101B-9397-08002B2CF9AE}" pid="25" name="_ExtendedDescription">
    <vt:lpwstr/>
  </property>
  <property fmtid="{D5CDD505-2E9C-101B-9397-08002B2CF9AE}" pid="26" name="TriggerFlowInfo">
    <vt:lpwstr/>
  </property>
  <property fmtid="{D5CDD505-2E9C-101B-9397-08002B2CF9AE}" pid="27" name="xd_Signature">
    <vt:bool>false</vt:bool>
  </property>
</Properties>
</file>