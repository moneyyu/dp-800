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2.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theme/theme3.xml" ContentType="application/vnd.openxmlformats-officedocument.theme+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theme/theme4.xml" ContentType="application/vnd.openxmlformats-officedocument.theme+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theme/theme5.xml" ContentType="application/vnd.openxmlformats-officedocument.theme+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theme/theme6.xml" ContentType="application/vnd.openxmlformats-officedocument.theme+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theme/theme7.xml" ContentType="application/vnd.openxmlformats-officedocument.theme+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theme/theme8.xml" ContentType="application/vnd.openxmlformats-officedocument.theme+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theme/theme9.xml" ContentType="application/vnd.openxmlformats-officedocument.theme+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theme/theme10.xml" ContentType="application/vnd.openxmlformats-officedocument.theme+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theme/theme11.xml" ContentType="application/vnd.openxmlformats-officedocument.theme+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theme/theme12.xml" ContentType="application/vnd.openxmlformats-officedocument.theme+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theme/theme13.xml" ContentType="application/vnd.openxmlformats-officedocument.theme+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theme/theme14.xml" ContentType="application/vnd.openxmlformats-officedocument.theme+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theme/theme15.xml" ContentType="application/vnd.openxmlformats-officedocument.theme+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theme/theme16.xml" ContentType="application/vnd.openxmlformats-officedocument.theme+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theme/theme17.xml" ContentType="application/vnd.openxmlformats-officedocument.theme+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theme/theme18.xml" ContentType="application/vnd.openxmlformats-officedocument.theme+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theme/theme19.xml" ContentType="application/vnd.openxmlformats-officedocument.theme+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theme/theme20.xml" ContentType="application/vnd.openxmlformats-officedocument.theme+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theme/theme21.xml" ContentType="application/vnd.openxmlformats-officedocument.theme+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theme/theme22.xml" ContentType="application/vnd.openxmlformats-officedocument.theme+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theme/theme23.xml" ContentType="application/vnd.openxmlformats-officedocument.theme+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theme/theme24.xml" ContentType="application/vnd.openxmlformats-officedocument.theme+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theme/theme25.xml" ContentType="application/vnd.openxmlformats-officedocument.theme+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theme/theme26.xml" ContentType="application/vnd.openxmlformats-officedocument.theme+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theme/theme27.xml" ContentType="application/vnd.openxmlformats-officedocument.theme+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theme/theme28.xml" ContentType="application/vnd.openxmlformats-officedocument.theme+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theme/theme29.xml" ContentType="application/vnd.openxmlformats-officedocument.theme+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theme/theme30.xml" ContentType="application/vnd.openxmlformats-officedocument.theme+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theme/theme31.xml" ContentType="application/vnd.openxmlformats-officedocument.theme+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theme/theme32.xml" ContentType="application/vnd.openxmlformats-officedocument.theme+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slideLayouts/slideLayout2016.xml" ContentType="application/vnd.openxmlformats-officedocument.presentationml.slideLayout+xml"/>
  <Override PartName="/ppt/theme/theme33.xml" ContentType="application/vnd.openxmlformats-officedocument.theme+xml"/>
  <Override PartName="/ppt/theme/theme34.xml" ContentType="application/vnd.openxmlformats-officedocument.theme+xml"/>
  <Override PartName="/ppt/theme/theme3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4229" r:id="rId4"/>
    <p:sldMasterId id="2147484922" r:id="rId5"/>
    <p:sldMasterId id="2147484973" r:id="rId6"/>
    <p:sldMasterId id="2147485058" r:id="rId7"/>
    <p:sldMasterId id="2147485110" r:id="rId8"/>
    <p:sldMasterId id="2147485160" r:id="rId9"/>
    <p:sldMasterId id="2147485245" r:id="rId10"/>
    <p:sldMasterId id="2147485297" r:id="rId11"/>
    <p:sldMasterId id="2147485347" r:id="rId12"/>
    <p:sldMasterId id="2147485432" r:id="rId13"/>
    <p:sldMasterId id="2147485484" r:id="rId14"/>
    <p:sldMasterId id="2147485534" r:id="rId15"/>
    <p:sldMasterId id="2147485619" r:id="rId16"/>
    <p:sldMasterId id="2147485671" r:id="rId17"/>
    <p:sldMasterId id="2147485721" r:id="rId18"/>
    <p:sldMasterId id="2147485806" r:id="rId19"/>
    <p:sldMasterId id="2147485858" r:id="rId20"/>
    <p:sldMasterId id="2147485908" r:id="rId21"/>
    <p:sldMasterId id="2147485993" r:id="rId22"/>
    <p:sldMasterId id="2147486045" r:id="rId23"/>
    <p:sldMasterId id="2147486095" r:id="rId24"/>
    <p:sldMasterId id="2147486180" r:id="rId25"/>
    <p:sldMasterId id="2147486232" r:id="rId26"/>
    <p:sldMasterId id="2147486282" r:id="rId27"/>
    <p:sldMasterId id="2147486367" r:id="rId28"/>
    <p:sldMasterId id="2147486419" r:id="rId29"/>
    <p:sldMasterId id="2147486469" r:id="rId30"/>
    <p:sldMasterId id="2147486554" r:id="rId31"/>
    <p:sldMasterId id="2147486606" r:id="rId32"/>
    <p:sldMasterId id="2147486656" r:id="rId33"/>
    <p:sldMasterId id="2147486741" r:id="rId34"/>
    <p:sldMasterId id="2147486793" r:id="rId35"/>
    <p:sldMasterId id="2147486843" r:id="rId36"/>
  </p:sldMasterIdLst>
  <p:notesMasterIdLst>
    <p:notesMasterId r:id="rId77"/>
  </p:notesMasterIdLst>
  <p:handoutMasterIdLst>
    <p:handoutMasterId r:id="rId78"/>
  </p:handoutMasterIdLst>
  <p:sldIdLst>
    <p:sldId id="295" r:id="rId37"/>
    <p:sldId id="2147479650" r:id="rId38"/>
    <p:sldId id="1688" r:id="rId39"/>
    <p:sldId id="296" r:id="rId40"/>
    <p:sldId id="297" r:id="rId41"/>
    <p:sldId id="298" r:id="rId42"/>
    <p:sldId id="299" r:id="rId43"/>
    <p:sldId id="300" r:id="rId44"/>
    <p:sldId id="301" r:id="rId45"/>
    <p:sldId id="302" r:id="rId46"/>
    <p:sldId id="303" r:id="rId47"/>
    <p:sldId id="304" r:id="rId48"/>
    <p:sldId id="1689" r:id="rId49"/>
    <p:sldId id="306" r:id="rId50"/>
    <p:sldId id="307" r:id="rId51"/>
    <p:sldId id="308" r:id="rId52"/>
    <p:sldId id="309" r:id="rId53"/>
    <p:sldId id="310" r:id="rId54"/>
    <p:sldId id="311" r:id="rId55"/>
    <p:sldId id="312" r:id="rId56"/>
    <p:sldId id="313" r:id="rId57"/>
    <p:sldId id="1690" r:id="rId58"/>
    <p:sldId id="315" r:id="rId59"/>
    <p:sldId id="316" r:id="rId60"/>
    <p:sldId id="317" r:id="rId61"/>
    <p:sldId id="318" r:id="rId62"/>
    <p:sldId id="319" r:id="rId63"/>
    <p:sldId id="320" r:id="rId64"/>
    <p:sldId id="321" r:id="rId65"/>
    <p:sldId id="322" r:id="rId66"/>
    <p:sldId id="323" r:id="rId67"/>
    <p:sldId id="1691" r:id="rId68"/>
    <p:sldId id="325" r:id="rId69"/>
    <p:sldId id="326" r:id="rId70"/>
    <p:sldId id="327" r:id="rId71"/>
    <p:sldId id="328" r:id="rId72"/>
    <p:sldId id="329" r:id="rId73"/>
    <p:sldId id="330" r:id="rId74"/>
    <p:sldId id="331" r:id="rId75"/>
    <p:sldId id="332" r:id="rId76"/>
  </p:sldIdLst>
  <p:sldSz cx="12192000" cy="6858000"/>
  <p:notesSz cx="6858000" cy="9144000"/>
  <p:defaultTex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defaultTextStyle>
  <p:extLst>
    <p:ext uri="{EFAFB233-063F-42B5-8137-9DF3F51BA10A}">
      <p15:sldGuideLst xmlns:p15="http://schemas.microsoft.com/office/powerpoint/2012/main">
        <p15:guide id="1" pos="4200" userDrawn="1">
          <p15:clr>
            <a:srgbClr val="A4A3A4"/>
          </p15:clr>
        </p15:guide>
        <p15:guide id="2" orient="horz" pos="2160">
          <p15:clr>
            <a:srgbClr val="A4A3A4"/>
          </p15:clr>
        </p15:guide>
        <p15:guide id="3" pos="584" userDrawn="1">
          <p15:clr>
            <a:srgbClr val="A4A3A4"/>
          </p15:clr>
        </p15:guide>
        <p15:guide id="5" pos="3840"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 id="{87FD0D05-1B6C-B9DD-05F5-5BAF8705D900}" name="Ron Sasaki" initials="RS" userId="S::rsasaki@microsoft.com::d50e61ca-c12c-4489-bcc9-f00936fa5f6e" providerId="AD"/>
  <p188:author id="{999BBDA0-6DD0-1FC2-4156-10230AF06B33}" name="heidi@mindseyepdx.com" initials="h" userId="S::heidi@mindseyepdx.com::a1bc4856-633f-4b84-8338-4fab10310c7a" providerId="AD"/>
  <p188:author id="{2D7C0DE9-CAB2-3D67-0CB7-665236291F0D}" name="Heidi Laverty" initials="HL" userId="7f49b1eb0f3d1083" providerId="Windows Live"/>
</p188:authorLst>
</file>

<file path=ppt/commentAuthors.xml><?xml version="1.0" encoding="utf-8"?>
<p:cmAuthorLst xmlns:a="http://schemas.openxmlformats.org/drawingml/2006/main" xmlns:r="http://schemas.openxmlformats.org/officeDocument/2006/relationships" xmlns:p="http://schemas.openxmlformats.org/presentationml/2006/main">
  <p:cmAuthor id="0" name="Saku Uchikawa" initials="SU" lastIdx="11" clrIdx="0"/>
  <p:cmAuthor id="1" name="Mary Feil-Jacobs" initials="MFJ" lastIdx="43" clrIdx="1"/>
  <p:cmAuthor id="2" name="Monica Lueder" initials="ML" lastIdx="22" clrIdx="2"/>
  <p:cmAuthor id="3" name="Mary Feil-Jacobs" initials="MF" lastIdx="27"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5C39"/>
    <a:srgbClr val="C73ECC"/>
    <a:srgbClr val="F4364C"/>
    <a:srgbClr val="0078D4"/>
    <a:srgbClr val="F4F3F5"/>
    <a:srgbClr val="E5E4E0"/>
    <a:srgbClr val="2A446F"/>
    <a:srgbClr val="FFA38B"/>
    <a:srgbClr val="0C0C0C"/>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 uri="{1BD7E111-0CB8-44D6-8891-C1BB2F81B7CC}">
      <p1710:readonlyRecommended xmlns:p1710="http://schemas.microsoft.com/office/powerpoint/2017/10/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8FB837D-C827-4EFA-A057-4D05807E0F7C}" styleName="Themed Style 1 - Accent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83" autoAdjust="0"/>
    <p:restoredTop sz="69276" autoAdjust="0"/>
  </p:normalViewPr>
  <p:slideViewPr>
    <p:cSldViewPr snapToGrid="0">
      <p:cViewPr varScale="1">
        <p:scale>
          <a:sx n="76" d="100"/>
          <a:sy n="76" d="100"/>
        </p:scale>
        <p:origin x="2244" y="90"/>
      </p:cViewPr>
      <p:guideLst>
        <p:guide pos="4200"/>
        <p:guide orient="horz" pos="2160"/>
        <p:guide pos="584"/>
        <p:guide pos="3840"/>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p:scale>
          <a:sx n="1" d="2"/>
          <a:sy n="1" d="2"/>
        </p:scale>
        <p:origin x="0" y="0"/>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3.xml"/><Relationship Id="rId21" Type="http://schemas.openxmlformats.org/officeDocument/2006/relationships/slideMaster" Target="slideMasters/slideMaster18.xml"/><Relationship Id="rId42" Type="http://schemas.openxmlformats.org/officeDocument/2006/relationships/slide" Target="slides/slide6.xml"/><Relationship Id="rId47" Type="http://schemas.openxmlformats.org/officeDocument/2006/relationships/slide" Target="slides/slide11.xml"/><Relationship Id="rId63" Type="http://schemas.openxmlformats.org/officeDocument/2006/relationships/slide" Target="slides/slide27.xml"/><Relationship Id="rId68" Type="http://schemas.openxmlformats.org/officeDocument/2006/relationships/slide" Target="slides/slide32.xml"/><Relationship Id="rId84" Type="http://schemas.microsoft.com/office/2018/10/relationships/authors" Target="authors.xml"/><Relationship Id="rId16" Type="http://schemas.openxmlformats.org/officeDocument/2006/relationships/slideMaster" Target="slideMasters/slideMaster13.xml"/><Relationship Id="rId11" Type="http://schemas.openxmlformats.org/officeDocument/2006/relationships/slideMaster" Target="slideMasters/slideMaster8.xml"/><Relationship Id="rId32" Type="http://schemas.openxmlformats.org/officeDocument/2006/relationships/slideMaster" Target="slideMasters/slideMaster29.xml"/><Relationship Id="rId37" Type="http://schemas.openxmlformats.org/officeDocument/2006/relationships/slide" Target="slides/slide1.xml"/><Relationship Id="rId53" Type="http://schemas.openxmlformats.org/officeDocument/2006/relationships/slide" Target="slides/slide17.xml"/><Relationship Id="rId58" Type="http://schemas.openxmlformats.org/officeDocument/2006/relationships/slide" Target="slides/slide22.xml"/><Relationship Id="rId74" Type="http://schemas.openxmlformats.org/officeDocument/2006/relationships/slide" Target="slides/slide38.xml"/><Relationship Id="rId79" Type="http://schemas.openxmlformats.org/officeDocument/2006/relationships/commentAuthors" Target="commentAuthors.xml"/><Relationship Id="rId5" Type="http://schemas.openxmlformats.org/officeDocument/2006/relationships/slideMaster" Target="slideMasters/slideMaster2.xml"/><Relationship Id="rId61" Type="http://schemas.openxmlformats.org/officeDocument/2006/relationships/slide" Target="slides/slide25.xml"/><Relationship Id="rId82" Type="http://schemas.openxmlformats.org/officeDocument/2006/relationships/theme" Target="theme/theme1.xml"/><Relationship Id="rId19" Type="http://schemas.openxmlformats.org/officeDocument/2006/relationships/slideMaster" Target="slideMasters/slideMaster16.xml"/><Relationship Id="rId14" Type="http://schemas.openxmlformats.org/officeDocument/2006/relationships/slideMaster" Target="slideMasters/slideMaster11.xml"/><Relationship Id="rId22" Type="http://schemas.openxmlformats.org/officeDocument/2006/relationships/slideMaster" Target="slideMasters/slideMaster19.xml"/><Relationship Id="rId27" Type="http://schemas.openxmlformats.org/officeDocument/2006/relationships/slideMaster" Target="slideMasters/slideMaster24.xml"/><Relationship Id="rId30" Type="http://schemas.openxmlformats.org/officeDocument/2006/relationships/slideMaster" Target="slideMasters/slideMaster27.xml"/><Relationship Id="rId35" Type="http://schemas.openxmlformats.org/officeDocument/2006/relationships/slideMaster" Target="slideMasters/slideMaster32.xml"/><Relationship Id="rId43" Type="http://schemas.openxmlformats.org/officeDocument/2006/relationships/slide" Target="slides/slide7.xml"/><Relationship Id="rId48" Type="http://schemas.openxmlformats.org/officeDocument/2006/relationships/slide" Target="slides/slide12.xml"/><Relationship Id="rId56" Type="http://schemas.openxmlformats.org/officeDocument/2006/relationships/slide" Target="slides/slide20.xml"/><Relationship Id="rId64" Type="http://schemas.openxmlformats.org/officeDocument/2006/relationships/slide" Target="slides/slide28.xml"/><Relationship Id="rId69" Type="http://schemas.openxmlformats.org/officeDocument/2006/relationships/slide" Target="slides/slide33.xml"/><Relationship Id="rId77" Type="http://schemas.openxmlformats.org/officeDocument/2006/relationships/notesMaster" Target="notesMasters/notesMaster1.xml"/><Relationship Id="rId8" Type="http://schemas.openxmlformats.org/officeDocument/2006/relationships/slideMaster" Target="slideMasters/slideMaster5.xml"/><Relationship Id="rId51" Type="http://schemas.openxmlformats.org/officeDocument/2006/relationships/slide" Target="slides/slide15.xml"/><Relationship Id="rId72" Type="http://schemas.openxmlformats.org/officeDocument/2006/relationships/slide" Target="slides/slide36.xml"/><Relationship Id="rId80" Type="http://schemas.openxmlformats.org/officeDocument/2006/relationships/presProps" Target="presProps.xml"/><Relationship Id="rId3" Type="http://schemas.openxmlformats.org/officeDocument/2006/relationships/customXml" Target="../customXml/item3.xml"/><Relationship Id="rId12" Type="http://schemas.openxmlformats.org/officeDocument/2006/relationships/slideMaster" Target="slideMasters/slideMaster9.xml"/><Relationship Id="rId17" Type="http://schemas.openxmlformats.org/officeDocument/2006/relationships/slideMaster" Target="slideMasters/slideMaster14.xml"/><Relationship Id="rId25" Type="http://schemas.openxmlformats.org/officeDocument/2006/relationships/slideMaster" Target="slideMasters/slideMaster22.xml"/><Relationship Id="rId33" Type="http://schemas.openxmlformats.org/officeDocument/2006/relationships/slideMaster" Target="slideMasters/slideMaster30.xml"/><Relationship Id="rId38" Type="http://schemas.openxmlformats.org/officeDocument/2006/relationships/slide" Target="slides/slide2.xml"/><Relationship Id="rId46" Type="http://schemas.openxmlformats.org/officeDocument/2006/relationships/slide" Target="slides/slide10.xml"/><Relationship Id="rId59" Type="http://schemas.openxmlformats.org/officeDocument/2006/relationships/slide" Target="slides/slide23.xml"/><Relationship Id="rId67" Type="http://schemas.openxmlformats.org/officeDocument/2006/relationships/slide" Target="slides/slide31.xml"/><Relationship Id="rId20" Type="http://schemas.openxmlformats.org/officeDocument/2006/relationships/slideMaster" Target="slideMasters/slideMaster17.xml"/><Relationship Id="rId41" Type="http://schemas.openxmlformats.org/officeDocument/2006/relationships/slide" Target="slides/slide5.xml"/><Relationship Id="rId54" Type="http://schemas.openxmlformats.org/officeDocument/2006/relationships/slide" Target="slides/slide18.xml"/><Relationship Id="rId62" Type="http://schemas.openxmlformats.org/officeDocument/2006/relationships/slide" Target="slides/slide26.xml"/><Relationship Id="rId70" Type="http://schemas.openxmlformats.org/officeDocument/2006/relationships/slide" Target="slides/slide34.xml"/><Relationship Id="rId75" Type="http://schemas.openxmlformats.org/officeDocument/2006/relationships/slide" Target="slides/slide39.xml"/><Relationship Id="rId83"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Master" Target="slideMasters/slideMaster12.xml"/><Relationship Id="rId23" Type="http://schemas.openxmlformats.org/officeDocument/2006/relationships/slideMaster" Target="slideMasters/slideMaster20.xml"/><Relationship Id="rId28" Type="http://schemas.openxmlformats.org/officeDocument/2006/relationships/slideMaster" Target="slideMasters/slideMaster25.xml"/><Relationship Id="rId36" Type="http://schemas.openxmlformats.org/officeDocument/2006/relationships/slideMaster" Target="slideMasters/slideMaster33.xml"/><Relationship Id="rId49" Type="http://schemas.openxmlformats.org/officeDocument/2006/relationships/slide" Target="slides/slide13.xml"/><Relationship Id="rId57" Type="http://schemas.openxmlformats.org/officeDocument/2006/relationships/slide" Target="slides/slide21.xml"/><Relationship Id="rId10" Type="http://schemas.openxmlformats.org/officeDocument/2006/relationships/slideMaster" Target="slideMasters/slideMaster7.xml"/><Relationship Id="rId31" Type="http://schemas.openxmlformats.org/officeDocument/2006/relationships/slideMaster" Target="slideMasters/slideMaster28.xml"/><Relationship Id="rId44" Type="http://schemas.openxmlformats.org/officeDocument/2006/relationships/slide" Target="slides/slide8.xml"/><Relationship Id="rId52" Type="http://schemas.openxmlformats.org/officeDocument/2006/relationships/slide" Target="slides/slide16.xml"/><Relationship Id="rId60" Type="http://schemas.openxmlformats.org/officeDocument/2006/relationships/slide" Target="slides/slide24.xml"/><Relationship Id="rId65" Type="http://schemas.openxmlformats.org/officeDocument/2006/relationships/slide" Target="slides/slide29.xml"/><Relationship Id="rId73" Type="http://schemas.openxmlformats.org/officeDocument/2006/relationships/slide" Target="slides/slide37.xml"/><Relationship Id="rId78" Type="http://schemas.openxmlformats.org/officeDocument/2006/relationships/handoutMaster" Target="handoutMasters/handoutMaster1.xml"/><Relationship Id="rId81"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Master" Target="slideMasters/slideMaster10.xml"/><Relationship Id="rId18" Type="http://schemas.openxmlformats.org/officeDocument/2006/relationships/slideMaster" Target="slideMasters/slideMaster15.xml"/><Relationship Id="rId39" Type="http://schemas.openxmlformats.org/officeDocument/2006/relationships/slide" Target="slides/slide3.xml"/><Relationship Id="rId34" Type="http://schemas.openxmlformats.org/officeDocument/2006/relationships/slideMaster" Target="slideMasters/slideMaster31.xml"/><Relationship Id="rId50" Type="http://schemas.openxmlformats.org/officeDocument/2006/relationships/slide" Target="slides/slide14.xml"/><Relationship Id="rId55" Type="http://schemas.openxmlformats.org/officeDocument/2006/relationships/slide" Target="slides/slide19.xml"/><Relationship Id="rId76" Type="http://schemas.openxmlformats.org/officeDocument/2006/relationships/slide" Target="slides/slide40.xml"/><Relationship Id="rId7" Type="http://schemas.openxmlformats.org/officeDocument/2006/relationships/slideMaster" Target="slideMasters/slideMaster4.xml"/><Relationship Id="rId71" Type="http://schemas.openxmlformats.org/officeDocument/2006/relationships/slide" Target="slides/slide35.xml"/><Relationship Id="rId2" Type="http://schemas.openxmlformats.org/officeDocument/2006/relationships/customXml" Target="../customXml/item2.xml"/><Relationship Id="rId29" Type="http://schemas.openxmlformats.org/officeDocument/2006/relationships/slideMaster" Target="slideMasters/slideMaster26.xml"/><Relationship Id="rId24" Type="http://schemas.openxmlformats.org/officeDocument/2006/relationships/slideMaster" Target="slideMasters/slideMaster21.xml"/><Relationship Id="rId40" Type="http://schemas.openxmlformats.org/officeDocument/2006/relationships/slide" Target="slides/slide4.xml"/><Relationship Id="rId45" Type="http://schemas.openxmlformats.org/officeDocument/2006/relationships/slide" Target="slides/slide9.xml"/><Relationship Id="rId66" Type="http://schemas.openxmlformats.org/officeDocument/2006/relationships/slide" Target="slides/slide30.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Header Placeholder 5"/>
          <p:cNvSpPr>
            <a:spLocks noGrp="1"/>
          </p:cNvSpPr>
          <p:nvPr>
            <p:ph type="hdr" sz="quarter"/>
          </p:nvPr>
        </p:nvSpPr>
        <p:spPr>
          <a:xfrm>
            <a:off x="0" y="-11574"/>
            <a:ext cx="2971800" cy="457200"/>
          </a:xfrm>
          <a:prstGeom prst="rect">
            <a:avLst/>
          </a:prstGeom>
        </p:spPr>
        <p:txBody>
          <a:bodyPr vert="horz" lIns="91440" tIns="45720" rIns="91440" bIns="45720" rtlCol="0"/>
          <a:lstStyle>
            <a:lvl1pPr algn="l">
              <a:defRPr sz="1200"/>
            </a:lvl1pPr>
          </a:lstStyle>
          <a:p>
            <a:endParaRPr lang="en-US">
              <a:latin typeface="Segoe UI" pitchFamily="34" charset="0"/>
            </a:endParaRPr>
          </a:p>
        </p:txBody>
      </p:sp>
      <p:sp>
        <p:nvSpPr>
          <p:cNvPr id="7" name="Date Placeholder 6"/>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E6F66B00-6144-45ED-BFDB-3936850BDA03}" type="datetime8">
              <a:rPr lang="en-US" smtClean="0">
                <a:latin typeface="Segoe UI" pitchFamily="34" charset="0"/>
              </a:rPr>
              <a:t>3/13/2026 6:46 AM</a:t>
            </a:fld>
            <a:endParaRPr lang="en-US">
              <a:latin typeface="Segoe UI" pitchFamily="34" charset="0"/>
            </a:endParaRPr>
          </a:p>
        </p:txBody>
      </p:sp>
      <p:sp>
        <p:nvSpPr>
          <p:cNvPr id="8" name="Footer Placeholder 7"/>
          <p:cNvSpPr>
            <a:spLocks noGrp="1"/>
          </p:cNvSpPr>
          <p:nvPr>
            <p:ph type="ftr" sz="quarter" idx="2"/>
          </p:nvPr>
        </p:nvSpPr>
        <p:spPr>
          <a:xfrm>
            <a:off x="0" y="8685213"/>
            <a:ext cx="5795010" cy="332434"/>
          </a:xfrm>
          <a:prstGeom prst="rect">
            <a:avLst/>
          </a:prstGeom>
        </p:spPr>
        <p:txBody>
          <a:bodyPr vert="horz" lIns="91440" tIns="45720" rIns="91440" bIns="45720" rtlCol="0" anchor="b"/>
          <a:lstStyle>
            <a:lvl1pPr algn="l">
              <a:defRPr sz="1200"/>
            </a:lvl1pPr>
          </a:lstStyle>
          <a:p>
            <a:pPr marL="398463" defTabSz="914099" eaLnBrk="0" hangingPunct="0"/>
            <a:r>
              <a:rPr lang="en-US" sz="400">
                <a:gradFill>
                  <a:gsLst>
                    <a:gs pos="0">
                      <a:schemeClr val="tx1"/>
                    </a:gs>
                    <a:gs pos="100000">
                      <a:schemeClr val="tx1"/>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9" name="Slide Number Placeholder 8"/>
          <p:cNvSpPr>
            <a:spLocks noGrp="1"/>
          </p:cNvSpPr>
          <p:nvPr>
            <p:ph type="sldNum" sz="quarter" idx="3"/>
          </p:nvPr>
        </p:nvSpPr>
        <p:spPr>
          <a:xfrm>
            <a:off x="5783579" y="8685213"/>
            <a:ext cx="1072833" cy="457200"/>
          </a:xfrm>
          <a:prstGeom prst="rect">
            <a:avLst/>
          </a:prstGeom>
        </p:spPr>
        <p:txBody>
          <a:bodyPr vert="horz" lIns="91440" tIns="45720" rIns="91440" bIns="45720" rtlCol="0" anchor="b"/>
          <a:lstStyle>
            <a:lvl1pPr algn="r">
              <a:defRPr sz="1200"/>
            </a:lvl1pPr>
          </a:lstStyle>
          <a:p>
            <a:fld id="{0EC9E9D6-92A0-482B-A603-C9BA7FFB8190}" type="slidenum">
              <a:rPr lang="en-US" smtClean="0">
                <a:latin typeface="Segoe UI" pitchFamily="34" charset="0"/>
              </a:rPr>
              <a:t>‹#›</a:t>
            </a:fld>
            <a:endParaRPr lang="en-US">
              <a:latin typeface="Segoe UI" pitchFamily="34" charset="0"/>
            </a:endParaRPr>
          </a:p>
        </p:txBody>
      </p:sp>
    </p:spTree>
    <p:extLst>
      <p:ext uri="{BB962C8B-B14F-4D97-AF65-F5344CB8AC3E}">
        <p14:creationId xmlns:p14="http://schemas.microsoft.com/office/powerpoint/2010/main" val="3904595630"/>
      </p:ext>
    </p:extLst>
  </p:cSld>
  <p:clrMap bg1="lt1" tx1="dk1" bg2="lt2" tx2="dk2" accent1="accent1" accent2="accent2" accent3="accent3" accent4="accent4" accent5="accent5" accent6="accent6" hlink="hlink" folHlink="folHlink"/>
  <p:hf/>
  <p:extLst>
    <p:ext uri="{56416CCD-93CA-4268-BC5B-53C4BB910035}">
      <p15:sldGuideLst xmlns:p15="http://schemas.microsoft.com/office/powerpoint/2012/main">
        <p15:guide id="1" orient="horz" pos="2880" userDrawn="1">
          <p15:clr>
            <a:srgbClr val="F26B43"/>
          </p15:clr>
        </p15:guide>
        <p15:guide id="2" pos="2160"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Header Placeholder 7"/>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Segoe UI" pitchFamily="34" charset="0"/>
              </a:defRPr>
            </a:lvl1pPr>
          </a:lstStyle>
          <a:p>
            <a:endParaRPr lang="en-US"/>
          </a:p>
        </p:txBody>
      </p:sp>
      <p:sp>
        <p:nvSpPr>
          <p:cNvPr id="9" name="Slide Image Placeholder 8"/>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10" name="Footer Placeholder 9"/>
          <p:cNvSpPr>
            <a:spLocks noGrp="1"/>
          </p:cNvSpPr>
          <p:nvPr>
            <p:ph type="ftr" sz="quarter" idx="4"/>
          </p:nvPr>
        </p:nvSpPr>
        <p:spPr>
          <a:xfrm>
            <a:off x="0" y="8686800"/>
            <a:ext cx="5920740" cy="355964"/>
          </a:xfrm>
          <a:prstGeom prst="rect">
            <a:avLst/>
          </a:prstGeom>
        </p:spPr>
        <p:txBody>
          <a:bodyPr vert="horz" lIns="91440" tIns="45720" rIns="91440" bIns="45720" rtlCol="0" anchor="b"/>
          <a:lstStyle>
            <a:lvl1pPr marL="571500" indent="0" algn="l">
              <a:defRPr sz="1200"/>
            </a:lvl1p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11" name="Date Placeholder 10"/>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Segoe UI" pitchFamily="34" charset="0"/>
              </a:defRPr>
            </a:lvl1pPr>
          </a:lstStyle>
          <a:p>
            <a:fld id="{61486BA7-839C-4D2B-BD52-EF0BBA8433FD}" type="datetime8">
              <a:rPr lang="en-US" smtClean="0"/>
              <a:t>3/13/2026 6:46 AM</a:t>
            </a:fld>
            <a:endParaRPr lang="en-US"/>
          </a:p>
        </p:txBody>
      </p:sp>
      <p:sp>
        <p:nvSpPr>
          <p:cNvPr id="12" name="Notes Placeholder 11"/>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12"/>
          <p:cNvSpPr>
            <a:spLocks noGrp="1"/>
          </p:cNvSpPr>
          <p:nvPr>
            <p:ph type="sldNum" sz="quarter" idx="5"/>
          </p:nvPr>
        </p:nvSpPr>
        <p:spPr>
          <a:xfrm>
            <a:off x="5909309" y="8685213"/>
            <a:ext cx="947103" cy="457200"/>
          </a:xfrm>
          <a:prstGeom prst="rect">
            <a:avLst/>
          </a:prstGeom>
        </p:spPr>
        <p:txBody>
          <a:bodyPr vert="horz" lIns="91440" tIns="45720" rIns="91440" bIns="45720" rtlCol="0" anchor="b"/>
          <a:lstStyle>
            <a:lvl1pPr algn="r">
              <a:defRPr sz="1200">
                <a:latin typeface="Segoe UI" pitchFamily="34" charset="0"/>
              </a:defRPr>
            </a:lvl1pPr>
          </a:lstStyle>
          <a:p>
            <a:fld id="{B4008EB6-D09E-4580-8CD6-DDB14511944F}" type="slidenum">
              <a:rPr lang="en-US" smtClean="0"/>
              <a:pPr/>
              <a:t>‹#›</a:t>
            </a:fld>
            <a:endParaRPr lang="en-US"/>
          </a:p>
        </p:txBody>
      </p:sp>
    </p:spTree>
    <p:extLst>
      <p:ext uri="{BB962C8B-B14F-4D97-AF65-F5344CB8AC3E}">
        <p14:creationId xmlns:p14="http://schemas.microsoft.com/office/powerpoint/2010/main" val="2624648265"/>
      </p:ext>
    </p:extLst>
  </p:cSld>
  <p:clrMap bg1="lt1" tx1="dk1" bg2="lt2" tx2="dk2" accent1="accent1" accent2="accent2" accent3="accent3" accent4="accent4" accent5="accent5" accent6="accent6" hlink="hlink" folHlink="folHlink"/>
  <p:hf/>
  <p:notesStyle>
    <a:lvl1pPr marL="0" algn="l" defTabSz="914367" rtl="0" eaLnBrk="1" latinLnBrk="0" hangingPunct="1">
      <a:lnSpc>
        <a:spcPct val="90000"/>
      </a:lnSpc>
      <a:spcAft>
        <a:spcPts val="333"/>
      </a:spcAft>
      <a:defRPr sz="882" kern="1200">
        <a:solidFill>
          <a:schemeClr val="tx1"/>
        </a:solidFill>
        <a:latin typeface="Segoe UI Light" pitchFamily="34" charset="0"/>
        <a:ea typeface="+mn-ea"/>
        <a:cs typeface="+mn-cs"/>
      </a:defRPr>
    </a:lvl1pPr>
    <a:lvl2pPr marL="212982" indent="-105829"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2pPr>
    <a:lvl3pPr marL="328071" indent="-115090"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3pPr>
    <a:lvl4pPr marL="482848" indent="-146838"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4pPr>
    <a:lvl5pPr marL="615134" indent="-115090"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5pPr>
    <a:lvl6pPr marL="2285918" algn="l" defTabSz="914367" rtl="0" eaLnBrk="1" latinLnBrk="0" hangingPunct="1">
      <a:defRPr sz="1176" kern="1200">
        <a:solidFill>
          <a:schemeClr val="tx1"/>
        </a:solidFill>
        <a:latin typeface="+mn-lt"/>
        <a:ea typeface="+mn-ea"/>
        <a:cs typeface="+mn-cs"/>
      </a:defRPr>
    </a:lvl6pPr>
    <a:lvl7pPr marL="2743101" algn="l" defTabSz="914367" rtl="0" eaLnBrk="1" latinLnBrk="0" hangingPunct="1">
      <a:defRPr sz="1176" kern="1200">
        <a:solidFill>
          <a:schemeClr val="tx1"/>
        </a:solidFill>
        <a:latin typeface="+mn-lt"/>
        <a:ea typeface="+mn-ea"/>
        <a:cs typeface="+mn-cs"/>
      </a:defRPr>
    </a:lvl7pPr>
    <a:lvl8pPr marL="3200284" algn="l" defTabSz="914367" rtl="0" eaLnBrk="1" latinLnBrk="0" hangingPunct="1">
      <a:defRPr sz="1176" kern="1200">
        <a:solidFill>
          <a:schemeClr val="tx1"/>
        </a:solidFill>
        <a:latin typeface="+mn-lt"/>
        <a:ea typeface="+mn-ea"/>
        <a:cs typeface="+mn-cs"/>
      </a:defRPr>
    </a:lvl8pPr>
    <a:lvl9pPr marL="3657469" algn="l" defTabSz="914367" rtl="0" eaLnBrk="1" latinLnBrk="0" hangingPunct="1">
      <a:defRPr sz="1176"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lang="en-US" sz="882" b="0" i="0" kern="1200" dirty="0">
                <a:solidFill>
                  <a:schemeClr val="tx1"/>
                </a:solidFill>
                <a:effectLst/>
                <a:latin typeface="Segoe UI Light" pitchFamily="34" charset="0"/>
                <a:ea typeface="+mn-ea"/>
                <a:cs typeface="+mn-cs"/>
              </a:rPr>
              <a:t>This learning path covers four modules that address security, performance tuning, deployment automation, and Azure service integration for Azure SQL Database, Azure SQL Managed Instance, SQL database in Fabric, and SQL Server 2025.</a:t>
            </a:r>
          </a:p>
          <a:p>
            <a:endParaRPr lang="en-US" sz="882" b="0" i="0" kern="1200" dirty="0">
              <a:solidFill>
                <a:schemeClr val="tx1"/>
              </a:solidFill>
              <a:effectLst/>
              <a:latin typeface="Segoe UI Light" pitchFamily="34" charset="0"/>
              <a:ea typeface="+mn-ea"/>
              <a:cs typeface="+mn-cs"/>
            </a:endParaRPr>
          </a:p>
          <a:p>
            <a:r>
              <a:rPr lang="en-US" sz="882" b="0" i="0" kern="1200" dirty="0">
                <a:solidFill>
                  <a:schemeClr val="tx1"/>
                </a:solidFill>
                <a:effectLst/>
                <a:latin typeface="Segoe UI Light" pitchFamily="34" charset="0"/>
                <a:ea typeface="+mn-ea"/>
                <a:cs typeface="+mn-cs"/>
              </a:rPr>
              <a:t>Implement Data Security and Compliance: Encryption layers (TDE, column-level, Always Encrypted), Dynamic Data Masking, Row-Level Security with filter and block predicates, role-based access control with Entra ID and Managed Identity, auditing with Extended Events and Log Analytics, and securing AI model, </a:t>
            </a:r>
            <a:r>
              <a:rPr lang="en-US" sz="882" b="0" i="0" kern="1200" dirty="0" err="1">
                <a:solidFill>
                  <a:schemeClr val="tx1"/>
                </a:solidFill>
                <a:effectLst/>
                <a:latin typeface="Segoe UI Light" pitchFamily="34" charset="0"/>
                <a:ea typeface="+mn-ea"/>
                <a:cs typeface="+mn-cs"/>
              </a:rPr>
              <a:t>GraphQL</a:t>
            </a:r>
            <a:r>
              <a:rPr lang="en-US" sz="882" b="0" i="0" kern="1200" dirty="0">
                <a:solidFill>
                  <a:schemeClr val="tx1"/>
                </a:solidFill>
                <a:effectLst/>
                <a:latin typeface="Segoe UI Light" pitchFamily="34" charset="0"/>
                <a:ea typeface="+mn-ea"/>
                <a:cs typeface="+mn-cs"/>
              </a:rPr>
              <a:t>, REST, and MCP endpoints.</a:t>
            </a:r>
          </a:p>
          <a:p>
            <a:endParaRPr lang="en-US" sz="882" b="0" i="0" kern="1200" dirty="0">
              <a:solidFill>
                <a:schemeClr val="tx1"/>
              </a:solidFill>
              <a:effectLst/>
              <a:latin typeface="Segoe UI Light" pitchFamily="34" charset="0"/>
              <a:ea typeface="+mn-ea"/>
              <a:cs typeface="+mn-cs"/>
            </a:endParaRPr>
          </a:p>
          <a:p>
            <a:r>
              <a:rPr lang="en-US" sz="882" b="0" i="0" kern="1200" dirty="0">
                <a:solidFill>
                  <a:schemeClr val="tx1"/>
                </a:solidFill>
                <a:effectLst/>
                <a:latin typeface="Segoe UI Light" pitchFamily="34" charset="0"/>
                <a:ea typeface="+mn-ea"/>
                <a:cs typeface="+mn-cs"/>
              </a:rPr>
              <a:t>Optimize Database Performance: Azure SQL Database service tiers (General Purpose, Business Critical, Hyperscale), isolation levels and row versioning (RCSI, snapshot, optimized locking), execution plan analysis with DMVs and missing index recommendations, Query Store with plan forcing and QS hints, and identifying and resolving blocking and deadlocks.</a:t>
            </a:r>
          </a:p>
          <a:p>
            <a:endParaRPr lang="en-US" sz="882" b="0" i="0" kern="1200" dirty="0">
              <a:solidFill>
                <a:schemeClr val="tx1"/>
              </a:solidFill>
              <a:effectLst/>
              <a:latin typeface="Segoe UI Light" pitchFamily="34" charset="0"/>
              <a:ea typeface="+mn-ea"/>
              <a:cs typeface="+mn-cs"/>
            </a:endParaRPr>
          </a:p>
          <a:p>
            <a:r>
              <a:rPr lang="en-US" sz="882" b="0" i="0" kern="1200" dirty="0">
                <a:solidFill>
                  <a:schemeClr val="tx1"/>
                </a:solidFill>
                <a:effectLst/>
                <a:latin typeface="Segoe UI Light" pitchFamily="34" charset="0"/>
                <a:ea typeface="+mn-ea"/>
                <a:cs typeface="+mn-cs"/>
              </a:rPr>
              <a:t>Implement CI/CD for SQL Database Projects: SDK-style SQL projects with .</a:t>
            </a:r>
            <a:r>
              <a:rPr lang="en-US" sz="882" b="0" i="0" kern="1200" dirty="0" err="1">
                <a:solidFill>
                  <a:schemeClr val="tx1"/>
                </a:solidFill>
                <a:effectLst/>
                <a:latin typeface="Segoe UI Light" pitchFamily="34" charset="0"/>
                <a:ea typeface="+mn-ea"/>
                <a:cs typeface="+mn-cs"/>
              </a:rPr>
              <a:t>dacpac</a:t>
            </a:r>
            <a:r>
              <a:rPr lang="en-US" sz="882" b="0" i="0" kern="1200" dirty="0">
                <a:solidFill>
                  <a:schemeClr val="tx1"/>
                </a:solidFill>
                <a:effectLst/>
                <a:latin typeface="Segoe UI Light" pitchFamily="34" charset="0"/>
                <a:ea typeface="+mn-ea"/>
                <a:cs typeface="+mn-cs"/>
              </a:rPr>
              <a:t> artifacts, Git source control with post-deployment scripts, branching and pull request workflows, schema drift detection with schema comparison and </a:t>
            </a:r>
            <a:r>
              <a:rPr lang="en-US" sz="882" b="0" i="0" kern="1200" dirty="0" err="1">
                <a:solidFill>
                  <a:schemeClr val="tx1"/>
                </a:solidFill>
                <a:effectLst/>
                <a:latin typeface="Segoe UI Light" pitchFamily="34" charset="0"/>
                <a:ea typeface="+mn-ea"/>
                <a:cs typeface="+mn-cs"/>
              </a:rPr>
              <a:t>SqlPackage</a:t>
            </a:r>
            <a:r>
              <a:rPr lang="en-US" sz="882" b="0" i="0" kern="1200" dirty="0">
                <a:solidFill>
                  <a:schemeClr val="tx1"/>
                </a:solidFill>
                <a:effectLst/>
                <a:latin typeface="Segoe UI Light" pitchFamily="34" charset="0"/>
                <a:ea typeface="+mn-ea"/>
                <a:cs typeface="+mn-cs"/>
              </a:rPr>
              <a:t>, CI/CD pipelines with GitHub Actions and Azure DevOps, and database testing with unit and integration </a:t>
            </a:r>
            <a:r>
              <a:rPr lang="en-US" sz="882" b="0" i="0" kern="1200">
                <a:solidFill>
                  <a:schemeClr val="tx1"/>
                </a:solidFill>
                <a:effectLst/>
                <a:latin typeface="Segoe UI Light" pitchFamily="34" charset="0"/>
                <a:ea typeface="+mn-ea"/>
                <a:cs typeface="+mn-cs"/>
              </a:rPr>
              <a:t>tests.</a:t>
            </a:r>
          </a:p>
          <a:p>
            <a:endParaRPr lang="en-US" sz="882" b="0" i="0" kern="1200" dirty="0">
              <a:solidFill>
                <a:schemeClr val="tx1"/>
              </a:solidFill>
              <a:effectLst/>
              <a:latin typeface="Segoe UI Light" pitchFamily="34" charset="0"/>
              <a:ea typeface="+mn-ea"/>
              <a:cs typeface="+mn-cs"/>
            </a:endParaRPr>
          </a:p>
          <a:p>
            <a:r>
              <a:rPr lang="en-US" sz="882" b="0" i="0" kern="1200" dirty="0">
                <a:solidFill>
                  <a:schemeClr val="tx1"/>
                </a:solidFill>
                <a:effectLst/>
                <a:latin typeface="Segoe UI Light" pitchFamily="34" charset="0"/>
                <a:ea typeface="+mn-ea"/>
                <a:cs typeface="+mn-cs"/>
              </a:rPr>
              <a:t>Integrate SQL Solutions with Azure Services: Data API Builder configuration for REST and </a:t>
            </a:r>
            <a:r>
              <a:rPr lang="en-US" sz="882" b="0" i="0" kern="1200" dirty="0" err="1">
                <a:solidFill>
                  <a:schemeClr val="tx1"/>
                </a:solidFill>
                <a:effectLst/>
                <a:latin typeface="Segoe UI Light" pitchFamily="34" charset="0"/>
                <a:ea typeface="+mn-ea"/>
                <a:cs typeface="+mn-cs"/>
              </a:rPr>
              <a:t>GraphQL</a:t>
            </a:r>
            <a:r>
              <a:rPr lang="en-US" sz="882" b="0" i="0" kern="1200" dirty="0">
                <a:solidFill>
                  <a:schemeClr val="tx1"/>
                </a:solidFill>
                <a:effectLst/>
                <a:latin typeface="Segoe UI Light" pitchFamily="34" charset="0"/>
                <a:ea typeface="+mn-ea"/>
                <a:cs typeface="+mn-cs"/>
              </a:rPr>
              <a:t> endpoints, entity definitions for tables, views, and stored procedures, deployment to Container Apps, App Service, and Static Web Apps, monitoring with Application Insights and KQL dashboards, and event-driven patterns with CDC, Change Tracking, and Change Event Streaming.</a:t>
            </a:r>
          </a:p>
          <a:p>
            <a:endParaRPr dirty="0"/>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E164AA-9A2E-6F14-8A53-61A4C6E7E6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F07E67-9DC9-9B19-E550-8C82EDC0725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77AC91-860E-F8D1-C6A2-E9104078C62B}"/>
              </a:ext>
            </a:extLst>
          </p:cNvPr>
          <p:cNvSpPr>
            <a:spLocks noGrp="1"/>
          </p:cNvSpPr>
          <p:nvPr>
            <p:ph type="body" idx="1"/>
          </p:nvPr>
        </p:nvSpPr>
        <p:spPr/>
        <p:txBody>
          <a:bodyPr/>
          <a:lstStyle/>
          <a:p>
            <a:r>
              <a:rPr lang="en-US" dirty="0"/>
              <a:t>This module covers how to implement comprehensive data security and compliance features for SQL Server, Azure SQL Database, and SQL databases in Microsoft Fabric. The approach follows a defense-in-depth strategy, layering multiple security mechanisms so that if one control is bypassed, others continue to protect the data.</a:t>
            </a:r>
          </a:p>
          <a:p>
            <a:endParaRPr lang="en-US" dirty="0"/>
          </a:p>
          <a:p>
            <a:r>
              <a:rPr lang="en-US" dirty="0"/>
              <a:t>The learning objectives span eight key areas:</a:t>
            </a:r>
          </a:p>
          <a:p>
            <a:r>
              <a:rPr lang="en-US" dirty="0"/>
              <a:t>- Designing and implementing data encryption using Always Encrypted and column-level encryption</a:t>
            </a:r>
          </a:p>
          <a:p>
            <a:r>
              <a:rPr lang="en-US" dirty="0"/>
              <a:t>- Configuring Dynamic Data Masking to protect sensitive columns</a:t>
            </a:r>
          </a:p>
          <a:p>
            <a:r>
              <a:rPr lang="en-US" dirty="0"/>
              <a:t>- Designing Row-Level Security policies for data filtering based on user context</a:t>
            </a:r>
          </a:p>
          <a:p>
            <a:r>
              <a:rPr lang="en-US" dirty="0"/>
              <a:t>- Implementing object-level permissions with Microsoft Entra ID and Managed Identity</a:t>
            </a:r>
          </a:p>
          <a:p>
            <a:r>
              <a:rPr lang="en-US" dirty="0"/>
              <a:t>- Enabling auditing for tracking database activity and compliance</a:t>
            </a:r>
          </a:p>
          <a:p>
            <a:r>
              <a:rPr lang="en-US" dirty="0"/>
              <a:t>- Securing AI model endpoints with Managed Identity authentication</a:t>
            </a:r>
          </a:p>
          <a:p>
            <a:r>
              <a:rPr lang="en-US" dirty="0"/>
              <a:t>- Protecting </a:t>
            </a:r>
            <a:r>
              <a:rPr lang="en-US" dirty="0" err="1"/>
              <a:t>GraphQL</a:t>
            </a:r>
            <a:r>
              <a:rPr lang="en-US" dirty="0"/>
              <a:t>, REST, and MCP endpoints from unauthorized access</a:t>
            </a:r>
          </a:p>
          <a:p>
            <a:endParaRPr lang="en-US" dirty="0"/>
          </a:p>
          <a:p>
            <a:r>
              <a:rPr lang="en-US" dirty="0"/>
              <a:t>Each of these layers addresses a different threat vector, from data at rest to API-level access controls.</a:t>
            </a:r>
          </a:p>
        </p:txBody>
      </p:sp>
      <p:sp>
        <p:nvSpPr>
          <p:cNvPr id="4" name="Header Placeholder 3">
            <a:extLst>
              <a:ext uri="{FF2B5EF4-FFF2-40B4-BE49-F238E27FC236}">
                <a16:creationId xmlns:a16="http://schemas.microsoft.com/office/drawing/2014/main" id="{FD2BA7CA-B425-5490-9EDE-E579F093CE53}"/>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99946308-222E-858D-44A8-F5EEEF9BE4BF}"/>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A56C695E-84F8-4613-DDFF-540954755E49}"/>
              </a:ext>
            </a:extLst>
          </p:cNvPr>
          <p:cNvSpPr>
            <a:spLocks noGrp="1"/>
          </p:cNvSpPr>
          <p:nvPr>
            <p:ph type="sldNum" sz="quarter" idx="5"/>
          </p:nvPr>
        </p:nvSpPr>
        <p:spPr/>
        <p:txBody>
          <a:bodyPr/>
          <a:lstStyle/>
          <a:p>
            <a:fld id="{B4008EB6-D09E-4580-8CD6-DDB14511944F}" type="slidenum">
              <a:rPr lang="en-US" smtClean="0"/>
              <a:pPr/>
              <a:t>3</a:t>
            </a:fld>
            <a:endParaRPr lang="en-US"/>
          </a:p>
        </p:txBody>
      </p:sp>
    </p:spTree>
    <p:extLst>
      <p:ext uri="{BB962C8B-B14F-4D97-AF65-F5344CB8AC3E}">
        <p14:creationId xmlns:p14="http://schemas.microsoft.com/office/powerpoint/2010/main" val="416371923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This slide covers three encryption approaches that can be combined for defense in depth.</a:t>
            </a:r>
          </a:p>
          <a:p>
            <a:endParaRPr/>
          </a:p>
          <a:p>
            <a:r>
              <a:t>Transparent Data Encryption (TDE) encrypts data at rest and is transparent to the application. No code changes are required. It protects database files, backups, and transaction logs, making it a baseline encryption layer that satisfies many compliance requirements.</a:t>
            </a:r>
          </a:p>
          <a:p>
            <a:endParaRPr/>
          </a:p>
          <a:p>
            <a:r>
              <a:t>Always Encrypted keeps encryption keys outside the database engine entirely. They stay on the client side, stored in Azure Key Vault or Windows Certificate Store. This means even database administrators cannot view plaintext values. There are two encryption types: deterministic encryption supports equality searches and can be used in WHERE clauses, while randomized encryption provides stronger protection but does not support searching or indexing on the encrypted column. The architecture involves a Column Master Key (CMK) that protects a Column Encryption Key (CEK), which actually encrypts the data.</a:t>
            </a:r>
          </a:p>
          <a:p>
            <a:endParaRPr/>
          </a:p>
          <a:p>
            <a:r>
              <a:t>Column-level encryption uses the ENCRYPTBYKEY and DECRYPTBYKEY functions with symmetric keys protected by certificates. This gives you granular control over which columns to encrypt and requires explicit decrypt calls in your queries.</a:t>
            </a:r>
          </a:p>
          <a:p>
            <a:endParaRPr/>
          </a:p>
          <a:p>
            <a:r>
              <a:t>Choose TDE for compliance and at-rest protection, Always Encrypted when you need to protect data from database administrators, and column-level encryption when you need granular, application-controlled encryption. These methods can be combined for layered security.</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Dynamic Data Masking protects sensitive columns at the presentation layer without changing the actual data stored in the database. Four masking functions are available:</a:t>
            </a:r>
          </a:p>
          <a:p>
            <a:endParaRPr/>
          </a:p>
          <a:p>
            <a:r>
              <a:t>- Default masking replaces values with XXXX (or fewer X characters for shorter fields)</a:t>
            </a:r>
          </a:p>
          <a:p>
            <a:r>
              <a:t>- Email masking shows the first letter, replaces the middle with XXX, and preserves the domain format (for example, jXXX@XXXX.com)</a:t>
            </a:r>
          </a:p>
          <a:p>
            <a:r>
              <a:t>- Random masking substitutes a random number within a specified range, useful for numeric columns</a:t>
            </a:r>
          </a:p>
          <a:p>
            <a:r>
              <a:t>- Partial masking is the most configurable. You specify how many characters to expose from the start and end, and what padding string to use in the middle</a:t>
            </a:r>
          </a:p>
          <a:p>
            <a:endParaRPr/>
          </a:p>
          <a:p>
            <a:r>
              <a:t>Masking is configured with the MASKED WITH clause in the column definition. The UNMASK permission controls which users see the actual data. Starting with SQL Server 2022 and Azure SQL, you can grant granular UNMASK permissions at the schema, table, or column level rather than only at the database level.</a:t>
            </a:r>
          </a:p>
          <a:p>
            <a:endParaRPr/>
          </a:p>
          <a:p>
            <a:r>
              <a:t>Important to note: masking is a presentation-layer feature. The underlying data remains unchanged, and determined users could potentially infer masked values through query patterns. Masking works best as one layer in a broader security strategy alongside encryption and Row-Level Security.</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Row-Level Security (RLS) automatically filters which rows each user can see or modify, based on their identity or session context. It has two components: security predicates and security policies.</a:t>
            </a:r>
          </a:p>
          <a:p>
            <a:endParaRPr/>
          </a:p>
          <a:p>
            <a:r>
              <a:t>Security predicates are inline table-valued functions that return 1 (access allowed) or 0 (access denied) for each row. These functions typically check the current user via DATABASE_PRINCIPAL_ID() or retrieve context values set by the application using SESSION_CONTEXT. Security policies bind one or more predicates to target tables.</a:t>
            </a:r>
          </a:p>
          <a:p>
            <a:endParaRPr/>
          </a:p>
          <a:p>
            <a:r>
              <a:t>There are two types of predicates. Filter predicates silently exclude unauthorized rows from SELECT results. The user never knows those rows exist. Block predicates prevent unauthorized INSERT, UPDATE, or DELETE operations and raise an error when a user tries to modify rows they should not access.</a:t>
            </a:r>
          </a:p>
          <a:p>
            <a:endParaRPr/>
          </a:p>
          <a:p>
            <a:r>
              <a:t>A common use case is multitenant data isolation. The application sets a TenantID in SESSION_CONTEXT at connection time, and the filter predicate ensures each tenant only sees its own rows. For hierarchical access patterns where a manager should see data for their entire team, RLS supports recursive CTEs within the predicate function.</a:t>
            </a:r>
          </a:p>
          <a:p>
            <a:endParaRPr/>
          </a:p>
          <a:p>
            <a:r>
              <a:t>Security policies can be enabled or disabled, and individual predicates can be added or removed from a policy as requirements change.</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This slide covers the permission hierarchy and modern authentication methods. SQL Server uses a hierarchical permission model: server, database, schema, and object levels. Permissions granted at a higher level cascade down. For example, granting SELECT on a schema gives access to all tables and views in that schema, including objects created in the future.</a:t>
            </a:r>
          </a:p>
          <a:p>
            <a:endParaRPr/>
          </a:p>
          <a:p>
            <a:r>
              <a:t>Three statements control permissions: GRANT gives access, REVOKE removes a previously granted permission, and DENY explicitly blocks access. The key distinction is that DENY overrides any grants. Even if a user gets access through multiple role memberships, a DENY always wins. REVOKE simply removes one grant but does not prevent access through other sources.</a:t>
            </a:r>
          </a:p>
          <a:p>
            <a:endParaRPr/>
          </a:p>
          <a:p>
            <a:r>
              <a:t>Role-based access control is the recommended approach. Create database roles that represent job functions, assign permissions to roles, and add users to the appropriate roles. Roles can be nested to build hierarchical permission structures. Schema separation provides a natural way to organize objects and manage permissions at the schema level.</a:t>
            </a:r>
          </a:p>
          <a:p>
            <a:endParaRPr/>
          </a:p>
          <a:p>
            <a:r>
              <a:t>For authentication, Microsoft Entra authentication eliminates password-based risks. You create database users from Entra identities, managed identities, or groups using CREATE USER ... FROM EXTERNAL PROVIDER. Managed identities are the most secure option for Azure-hosted applications. Azure handles the identity lifecycle automatically, and there are no credentials that could be leaked or stolen. The connection string simply specifies Authentication=Active Directory Managed Identity with no password or secret required.</a:t>
            </a:r>
          </a:p>
          <a:p>
            <a:endParaRPr/>
          </a:p>
          <a:p>
            <a:r>
              <a:t>Connection strings should be stored in Azure Key Vault or environment variables, encrypted connections should be enabled, and network access should be restricted with firewall rules and private endpoints.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Auditing provides visibility into database activity by recording who accessed what data and when. It supports security monitoring, compliance tracking, and incident investigation.</a:t>
            </a:r>
          </a:p>
          <a:p>
            <a:endParaRPr/>
          </a:p>
          <a:p>
            <a:r>
              <a:t>For SQL Server, auditing uses the Extended Events infrastructure. You create a server audit object that defines the destination (file, Windows Security log, or Application log), then create audit specifications that define what events to capture. Server audit specifications track server-level events like login attempts and permission changes. Database audit specifications track database-level events like data access on specific tables and role membership changes. Key parameters include QUEUE_DELAY (how long to buffer events before writing) and ON_FAILURE (whether to continue or shut down the server if audit writing fails).</a:t>
            </a:r>
          </a:p>
          <a:p>
            <a:endParaRPr/>
          </a:p>
          <a:p>
            <a:r>
              <a:t>Azure SQL Database auditing writes to Azure Blob Storage, Log Analytics, or Event Hubs. The managed service handles the infrastructure. Auditing to Log Analytics enables powerful querying with KQL, making security monitoring and compliance reporting more accessible.</a:t>
            </a:r>
          </a:p>
          <a:p>
            <a:endParaRPr/>
          </a:p>
          <a:p>
            <a:r>
              <a:t>Common audit action groups include authentication events (successful and failed logins), permission changes (GRANT/REVOKE/DENY operations, role membership changes), data access (SELECT, INSERT, UPDATE, DELETE on specific objects), and schema changes (DDL statements). Start with a focused set of audit actions rather than capturing everything. High-volume auditing impacts performance and creates logs that are difficult to analyze.</a:t>
            </a:r>
          </a:p>
          <a:p>
            <a:endParaRPr/>
          </a:p>
          <a:p>
            <a:r>
              <a:t>For compliance, define retention periods based on regulatory requirements, use immutable storage to prevent log deletion, and store audit logs separately from the databases they monitor so attackers cannot tamper with the audit trail.</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This slide combines two topics: securing AI model endpoints and securing GraphQL, REST, and MCP endpoints.</a:t>
            </a:r>
          </a:p>
          <a:p>
            <a:endParaRPr/>
          </a:p>
          <a:p>
            <a:r>
              <a:t>For AI model endpoints, the key recommendation is to use Managed Identity instead of API keys. You create a database-scoped credential with IDENTITY = 'Managed Identity' and a secret that specifies the resource scope. Then you create an external data source of TYPE = REST that references the AI endpoint and uses this credential. Stored procedures that call sp_invoke_external_rest_endpoint can then make authenticated calls to Azure OpenAI or Azure Machine Learning endpoints without ever storing an API key. Access to these procedures should be controlled through dedicated roles so only authorized users can invoke AI capabilities that incur costs and process sensitive data.</a:t>
            </a:r>
          </a:p>
          <a:p>
            <a:endParaRPr/>
          </a:p>
          <a:p>
            <a:r>
              <a:t>Endpoint monitoring is also important. Creating a logging table that captures caller identity, input length, response status, and duration helps detect unusual patterns like excessive API calls from unexpected principals.</a:t>
            </a:r>
          </a:p>
          <a:p>
            <a:endParaRPr/>
          </a:p>
          <a:p>
            <a:r>
              <a:t>For GraphQL endpoints (via Data API builder), key security measures include disabling introspection in production to prevent schema discovery, configuring entity-level permissions to control which roles can access which data, and using field-level include/exclude lists to hide sensitive columns. REST endpoints follow similar patterns with database policies that can filter results for anonymous access and role-based permissions for CRUD operations.</a:t>
            </a:r>
          </a:p>
          <a:p>
            <a:endParaRPr/>
          </a:p>
          <a:p>
            <a:r>
              <a:t>MCP endpoints, which enable AI agents to interact with your database, require extra attention. Limit operations to read-only when writes are not needed, explicitly deny access to tables containing credentials, restrict result set sizes, and validate AI-generated queries to prevent prompt injection attacks and access to system objects.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Uses Azure SQL Database.</a:t>
            </a:r>
            <a:endParaRPr lang="en-US" dirty="0"/>
          </a:p>
          <a:p>
            <a:endParaRPr dirty="0"/>
          </a:p>
          <a:p>
            <a:r>
              <a:rPr dirty="0"/>
              <a:t>Dynamic Data Masking (DDM) is applied to five column types: default mask on SSN, random(1,100) on salary, email() on email, partial(0,"XXXX-",4) on credit card, and custom partial on phone. DDM does not encrypt data; it only masks query results for non-privileged users. UNMASK permission lets specific users see real values.</a:t>
            </a:r>
            <a:endParaRPr lang="en-US" dirty="0"/>
          </a:p>
          <a:p>
            <a:endParaRPr dirty="0"/>
          </a:p>
          <a:p>
            <a:r>
              <a:rPr dirty="0"/>
              <a:t>Row-Level Security (RLS) uses a schema-bound inline TVF as a filter predicate, applied via CREATE SECURITY POLICY. Each test user (</a:t>
            </a:r>
            <a:r>
              <a:rPr dirty="0" err="1"/>
              <a:t>EastUser</a:t>
            </a:r>
            <a:r>
              <a:rPr dirty="0"/>
              <a:t>, </a:t>
            </a:r>
            <a:r>
              <a:rPr dirty="0" err="1"/>
              <a:t>WestUser</a:t>
            </a:r>
            <a:r>
              <a:rPr dirty="0"/>
              <a:t>) can only see rows matching their region.</a:t>
            </a:r>
            <a:endParaRPr lang="en-US" dirty="0"/>
          </a:p>
          <a:p>
            <a:endParaRPr dirty="0"/>
          </a:p>
          <a:p>
            <a:r>
              <a:rPr dirty="0"/>
              <a:t>Key point: RLS filter predicates silently exclude rows, while block predicates prevent writes. This lab uses filter predicates only.</a:t>
            </a:r>
            <a:endParaRPr lang="en-US" dirty="0"/>
          </a:p>
          <a:p>
            <a:endParaRPr dirty="0"/>
          </a:p>
          <a:p>
            <a:r>
              <a:rPr dirty="0"/>
              <a:t>Estimated time: 30 minutes.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Five knowledge check questions for this module:</a:t>
            </a:r>
          </a:p>
          <a:p>
            <a:endParaRPr/>
          </a:p>
          <a:p>
            <a:r>
              <a:t>Q1: A financial services company needs to protect credit card numbers with equality search capability, and DBAs should not see plaintext. Answer: (b) Always Encrypted with deterministic encryption. Always Encrypted keeps keys outside the database engine so administrators cannot see plaintext. Deterministic encryption supports the equality searches needed. TDE does not protect from users with database access. Column-level encryption stores keys in the database. Randomized encryption does not support equality searches.</a:t>
            </a:r>
          </a:p>
          <a:p>
            <a:endParaRPr/>
          </a:p>
          <a:p>
            <a:r>
              <a:t>Q2: Support staff need to see only the last four digits of phone numbers, but actual data must remain unchanged for billing. Answer: (c) Dynamic Data Masking with partial masking. Partial masking reveals only specified portions of data while keeping actual values unchanged. Users without UNMASK permission see masked values. RLS filters rows, not column values. Always Encrypted does not support partial visibility.</a:t>
            </a:r>
          </a:p>
          <a:p>
            <a:endParaRPr/>
          </a:p>
          <a:p>
            <a:r>
              <a:t>Q3: A multitenant SaaS app needs to ensure users query only their own tenant rows from shared tables with a TenantID column. Answer: (b) Create a security policy with a filter predicate that checks TenantID against session context. RLS filter predicates transparently restrict query results. Per-tenant views do not scale. Dynamic Data Masking hides values but does not filter rows. Object-level permissions apply to whole objects, not individual rows.</a:t>
            </a:r>
          </a:p>
          <a:p>
            <a:endParaRPr/>
          </a:p>
          <a:p>
            <a:r>
              <a:t>Q4: An Azure App Service needs to connect to Azure SQL Database with no stored credentials. Answer: (c) System-assigned managed identity with Microsoft Entra authentication. Managed identity eliminates credentials entirely with Azure managing the lifecycle. SQL auth with Key Vault still involves credential management. Service principals with client secrets still require stored secrets. Contained users with passwords require credential rotation.</a:t>
            </a:r>
          </a:p>
          <a:p>
            <a:endParaRPr/>
          </a:p>
          <a:p>
            <a:r>
              <a:t>Q5: An organization needs to audit all data modifications to a sensitive table with seven-year retention, protected from admin deletion. Answer: (b) Azure SQL auditing to Blob Storage with immutable storage policy. Immutable storage prevents deletion even by admins, and lifecycle management ensures retention. Windows Application log is only for on-premises. Extended Events do not provide built-in deletion protection. File-based auditing is not available for Azure SQL Database.</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This module covered a comprehensive set of security and compliance features across SQL Server, Azure SQL Database, and SQL databases in Microsoft Fabric.</a:t>
            </a:r>
          </a:p>
          <a:p>
            <a:endParaRPr/>
          </a:p>
          <a:p>
            <a:r>
              <a:t>Key takeaways from the source material:</a:t>
            </a:r>
          </a:p>
          <a:p>
            <a:endParaRPr/>
          </a:p>
          <a:p>
            <a:r>
              <a:t>Defense in depth requires combining multiple security features. Encryption protects data at rest and in transit, Dynamic Data Masking provides presentation-layer security, and Row-Level Security controls access at the row level. No single feature provides complete protection on its own.</a:t>
            </a:r>
          </a:p>
          <a:p>
            <a:endParaRPr/>
          </a:p>
          <a:p>
            <a:r>
              <a:t>Managed Identity eliminates credential management risks by letting Azure handle authentication automatically. This is the recommended approach for Azure-hosted applications connecting to SQL databases and AI service endpoints.</a:t>
            </a:r>
          </a:p>
          <a:p>
            <a:endParaRPr/>
          </a:p>
          <a:p>
            <a:r>
              <a:t>Auditing provides accountability, but it requires planning your retention strategy and storage location to meet compliance requirements while managing costs. Store audit logs separately from monitored databases and use immutable storage for tamper protection.</a:t>
            </a:r>
          </a:p>
          <a:p>
            <a:endParaRPr/>
          </a:p>
          <a:p>
            <a:r>
              <a:t>For API endpoints, whether GraphQL, REST, or MCP, authentication and authorization controls must be configured at each layer. MCP endpoints for AI agents require particular attention due to prompt injection risks and the potential for unexpected operations.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A5DD15-A084-6590-4425-72A37929B4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BD1A250-D198-5E70-EF83-C75D5C163E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11C9EA-67F6-EA34-DEE3-2F1B76D8A103}"/>
              </a:ext>
            </a:extLst>
          </p:cNvPr>
          <p:cNvSpPr>
            <a:spLocks noGrp="1"/>
          </p:cNvSpPr>
          <p:nvPr>
            <p:ph type="body" idx="1"/>
          </p:nvPr>
        </p:nvSpPr>
        <p:spPr/>
        <p:txBody>
          <a:bodyPr/>
          <a:lstStyle/>
          <a:p>
            <a:r>
              <a:rPr lang="en-US" dirty="0"/>
              <a:t>This module covers a systematic approach to database performance optimization in Azure SQL Database, starting with infrastructure decisions, working through concurrency controls, and applying diagnostic tools.</a:t>
            </a:r>
          </a:p>
          <a:p>
            <a:endParaRPr lang="en-US" dirty="0"/>
          </a:p>
          <a:p>
            <a:r>
              <a:rPr lang="en-US" dirty="0"/>
              <a:t>The learning objectives include evaluating and recommending database configurations (service tiers, compute tiers, resource limits), choosing transaction isolation levels that balance consistency with throughput, analyzing query performance using execution plans and DMVs, monitoring and tuning queries with Query Store and Query Performance Insight, and identifying and resolving blocking and deadlocks.</a:t>
            </a:r>
          </a:p>
        </p:txBody>
      </p:sp>
      <p:sp>
        <p:nvSpPr>
          <p:cNvPr id="4" name="Header Placeholder 3">
            <a:extLst>
              <a:ext uri="{FF2B5EF4-FFF2-40B4-BE49-F238E27FC236}">
                <a16:creationId xmlns:a16="http://schemas.microsoft.com/office/drawing/2014/main" id="{C3228012-86BB-09DB-DC4A-255DDD801449}"/>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99C7A5A4-7A4E-7F97-1E69-13AF8427294D}"/>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B771E8EC-64ED-8AA6-ED0B-AD15ECF0966B}"/>
              </a:ext>
            </a:extLst>
          </p:cNvPr>
          <p:cNvSpPr>
            <a:spLocks noGrp="1"/>
          </p:cNvSpPr>
          <p:nvPr>
            <p:ph type="sldNum" sz="quarter" idx="5"/>
          </p:nvPr>
        </p:nvSpPr>
        <p:spPr/>
        <p:txBody>
          <a:bodyPr/>
          <a:lstStyle/>
          <a:p>
            <a:fld id="{B4008EB6-D09E-4580-8CD6-DDB14511944F}" type="slidenum">
              <a:rPr lang="en-US" smtClean="0"/>
              <a:pPr/>
              <a:t>13</a:t>
            </a:fld>
            <a:endParaRPr lang="en-US"/>
          </a:p>
        </p:txBody>
      </p:sp>
    </p:spTree>
    <p:extLst>
      <p:ext uri="{BB962C8B-B14F-4D97-AF65-F5344CB8AC3E}">
        <p14:creationId xmlns:p14="http://schemas.microsoft.com/office/powerpoint/2010/main" val="192901012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Azure SQL Database offers two resource models: vCore (direct control over cores, memory, storage) and DTU (bundled units). Microsoft recommends vCore for most new deployments due to higher limits, greater granularity, and pricing flexibility.</a:t>
            </a:r>
          </a:p>
          <a:p>
            <a:endParaRPr/>
          </a:p>
          <a:p>
            <a:r>
              <a:t>Three vCore service tiers:</a:t>
            </a:r>
          </a:p>
          <a:p>
            <a:r>
              <a:t>- General Purpose: remote Azure Blob Storage, 5-10ms I/O latency, budget-friendly, no free read replicas</a:t>
            </a:r>
          </a:p>
          <a:p>
            <a:r>
              <a:t>- Business Critical: local SSDs with Always On availability groups, 1-2ms latency, free read-only replica, roughly 2.7x the cost of General Purpose</a:t>
            </a:r>
          </a:p>
          <a:p>
            <a:r>
              <a:t>- Hyperscale: decoupled storage with page servers and multi-tiered cache, up to 128 TB, 0-4 configurable HA replicas, scales compute without copying data</a:t>
            </a:r>
          </a:p>
          <a:p>
            <a:endParaRPr/>
          </a:p>
          <a:p>
            <a:r>
              <a:t>Compute tiers: Provisioned (fixed vCores, consistent pricing) versus Serverless (auto-scales, bills per second, can autopause when idle).</a:t>
            </a:r>
          </a:p>
          <a:p>
            <a:endParaRPr/>
          </a:p>
          <a:p>
            <a:r>
              <a:t>Key database-level settings:</a:t>
            </a:r>
          </a:p>
          <a:p>
            <a:r>
              <a:t>- MAXDOP defaults to 8 in Azure SQL Database. Avoid MAXDOP 0 in production as unlimited parallelism causes resource exhaustion</a:t>
            </a:r>
          </a:p>
          <a:p>
            <a:r>
              <a:t>- Automatic tuning: FORCE_LAST_GOOD_PLAN (enabled by default) catches plan regressions; CREATE_INDEX and DROP_INDEX are disabled by default</a:t>
            </a:r>
          </a:p>
          <a:p>
            <a:r>
              <a:t>- Compatibility level 170 unlocks the latest intelligent query processing features (batch mode on rowstore, parameter sensitive plan optimization, etc.). Test before upgrading in production</a:t>
            </a:r>
          </a:p>
          <a:p>
            <a:r>
              <a:t>- OPTIMIZE_FOR_AD_HOC_WORKLOADS stores a stub on first execution to keep the plan cache lean</a:t>
            </a:r>
          </a:p>
          <a:p>
            <a:r>
              <a:t>- Accelerated Database Recovery (ADR) is always enabled in Azure SQL Database, providing constant recovery time and instant rollback via a persistent version store (PVS)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Isolation levels control how much one transaction can see of another's uncommitted work. Three concurrency side effects frame the trade-offs: dirty reads (reading uncommitted changes that may roll back), nonrepeatable reads (same row returns different values on re-read), and phantom reads (new rows appear on re-query within the same transaction).</a:t>
            </a:r>
          </a:p>
          <a:p>
            <a:endParaRPr/>
          </a:p>
          <a:p>
            <a:r>
              <a:t>Four lock-based levels with increasing restrictions:</a:t>
            </a:r>
          </a:p>
          <a:p>
            <a:r>
              <a:t>- READ UNCOMMITTED: no shared locks, allows dirty reads. Use it only when approximate results are acceptable</a:t>
            </a:r>
          </a:p>
          <a:p>
            <a:r>
              <a:t>- READ COMMITTED: shared lock per read released immediately; prevents dirty reads but allows nonrepeatable and phantom reads</a:t>
            </a:r>
          </a:p>
          <a:p>
            <a:r>
              <a:t>- REPEATABLE READ: holds shared locks until transaction completes; prevents dirty and nonrepeatable reads, allows phantoms</a:t>
            </a:r>
          </a:p>
          <a:p>
            <a:r>
              <a:t>- SERIALIZABLE: range locks prevent all three side effects but cause significantly more blocking and deadlocks</a:t>
            </a:r>
          </a:p>
          <a:p>
            <a:endParaRPr/>
          </a:p>
          <a:p>
            <a:r>
              <a:t>Two row-versioning levels:</a:t>
            </a:r>
          </a:p>
          <a:p>
            <a:r>
              <a:t>- Read Committed Snapshot Isolation (RCSI): enabled by default in Azure SQL Database; per-statement snapshot from the version store means readers never block writers</a:t>
            </a:r>
          </a:p>
          <a:p>
            <a:r>
              <a:t>- SNAPSHOT: per-transaction snapshot for consistency across multiple queries; raises update conflict errors (error 3960) on write-write conflicts rather than blocking</a:t>
            </a:r>
          </a:p>
          <a:p>
            <a:endParaRPr/>
          </a:p>
          <a:p>
            <a:r>
              <a:t>Optimized locking (always enabled in Azure SQL Database) further reduces write-write blocking using Transaction ID (TID) locking (fewer locks held in memory) and Lock After Qualification (locks released per row update rather than at transaction end). The practical guidance: for most Azure SQL workloads, the default RCSI plus optimized locking provides the best balance. Step up to SNAPSHOT for multi-query transaction consistency, and reserve SERIALIZABLE only when phantom reads would cause real business errors.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Execution plans show exactly how the query optimizer executes a query. Estimated plans show planned operators and estimated row counts without running the query. Actual plans include runtime metrics (actual row counts, execution times, memory grants, and warnings), revealing discrepancies between optimizer estimates and reality.</a:t>
            </a:r>
          </a:p>
          <a:p>
            <a:endParaRPr/>
          </a:p>
          <a:p>
            <a:r>
              <a:t>Key things to look for in execution plans:</a:t>
            </a:r>
          </a:p>
          <a:p>
            <a:r>
              <a:t>- Operator types: Index Seek is efficient, targeting specific rows; Table Scan or Index Scan reads every row and often signals a missing index (though scans on small tables or queries returning most rows can be appropriate)</a:t>
            </a:r>
          </a:p>
          <a:p>
            <a:r>
              <a:t>- Estimated vs. actual row counts: divergence indicates stale statistics, leading to bad join choices or insufficient memory grants; fix with UPDATE STATISTICS</a:t>
            </a:r>
          </a:p>
          <a:p>
            <a:r>
              <a:t>- Key Lookup operators: occur when a nonclustered index finds rows but needs extra columns from the clustered index; eliminate by adding included columns to the nonclustered index (creating a covering index)</a:t>
            </a:r>
          </a:p>
          <a:p>
            <a:r>
              <a:t>- Thick arrows: unexpectedly large data flow early in the plan suggests missing filters or indexes</a:t>
            </a:r>
          </a:p>
          <a:p>
            <a:r>
              <a:t>- Warnings (yellow triangle): missing statistics, excessive memory grants, no join predicate (Cartesian product), implicit conversions (turning seeks into scans), and sort/hash spills to tempdb</a:t>
            </a:r>
          </a:p>
          <a:p>
            <a:endParaRPr/>
          </a:p>
          <a:p>
            <a:r>
              <a:t>Dynamic Management Views (DMVs) complement execution plans with system-wide data:</a:t>
            </a:r>
          </a:p>
          <a:p>
            <a:r>
              <a:t>- sys.dm_exec_query_stats: find top queries by average CPU time or logical reads</a:t>
            </a:r>
          </a:p>
          <a:p>
            <a:r>
              <a:t>- sys.dm_exec_requests: snapshot of currently running queries with wait types and blocking info</a:t>
            </a:r>
          </a:p>
          <a:p>
            <a:r>
              <a:t>- Missing index DMVs (sys.dm_db_missing_index_details, sys.dm_db_missing_index_group_stats): calculate an improvement measure to prioritize which indexes to create</a:t>
            </a:r>
          </a:p>
          <a:p>
            <a:endParaRPr/>
          </a:p>
          <a:p>
            <a:r>
              <a:t>The systematic approach: start broad with DMVs to identify the most expensive queries, then drill into individual execution plans to understand why they are expensive.</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Query Store captures query text, execution plans, and runtime statistics over time, stored in three internal stores: plan store (execution plans), runtime stats store (aggregate execution statistics per configurable time interval), and wait stats store (wait statistics per query and plan). It is enabled by default in Azure SQL Database.</a:t>
            </a:r>
          </a:p>
          <a:p>
            <a:endParaRPr/>
          </a:p>
          <a:p>
            <a:r>
              <a:t>Key capabilities:</a:t>
            </a:r>
          </a:p>
          <a:p>
            <a:r>
              <a:t>- Regressed Queries view: surfaces queries that switched to a slower plan after a deployment, statistics update, or schema change. Compare two plans side by side to see what changed. Common patterns include switching from seek to scan, losing efficient lookups, or introducing sort spills.</a:t>
            </a:r>
          </a:p>
          <a:p>
            <a:r>
              <a:t>- Plan forcing (sp_query_store_force_plan): direct the optimizer to use a specific previously captured plan for immediate fix without modifying application code. Think of it as a performance rollback.</a:t>
            </a:r>
          </a:p>
          <a:p>
            <a:r>
              <a:t>- Query Store hints (sp_query_store_set_hints): attach query hints like OPTION(MAXDOP 1) or OPTION(RECOMPILE) to a specific query through Query Store, without touching application code. Hints override hard-coded statement-level hints and plan guides.</a:t>
            </a:r>
          </a:p>
          <a:p>
            <a:r>
              <a:t>- Wait statistics per query: enable with WAIT_STATS_CAPTURE_MODE = ON. Groups waits by category (CPU, Lock, Buffer IO, Memory) and connects them to specific queries. This is a major advantage over server-level wait stats.</a:t>
            </a:r>
          </a:p>
          <a:p>
            <a:endParaRPr/>
          </a:p>
          <a:p>
            <a:r>
              <a:t>Query Performance Insight (QPI) in the Azure portal visualizes Query Store data graphically, showing top CPU-consuming queries with DTU percentage over time. Can switch between Duration, Execution Count metrics and integrates with Database Advisor recommendations.</a:t>
            </a:r>
          </a:p>
          <a:p>
            <a:endParaRPr/>
          </a:p>
          <a:p>
            <a:r>
              <a:t>Best practices: use Auto capture mode, enable size-based cleanup, check Regressed Queries after every deployment, and monitor for Query Store switching to read-only mode when running out of space (check sys.database_query_store_options).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Blocking occurs when one session holds a lock and another requests a conflicting lock on the same resource. With RCSI enabled by default in Azure SQL Database, read-write blocking is eliminated, but write-write blocking still occurs.</a:t>
            </a:r>
          </a:p>
          <a:p>
            <a:endParaRPr dirty="0"/>
          </a:p>
          <a:p>
            <a:r>
              <a:rPr dirty="0"/>
              <a:t>Identify the head blocker by querying </a:t>
            </a:r>
            <a:r>
              <a:rPr dirty="0" err="1"/>
              <a:t>sys.dm_exec_requests</a:t>
            </a:r>
            <a:r>
              <a:rPr dirty="0"/>
              <a:t> for sessions where </a:t>
            </a:r>
            <a:r>
              <a:rPr dirty="0" err="1"/>
              <a:t>blocking_session_id</a:t>
            </a:r>
            <a:r>
              <a:rPr dirty="0"/>
              <a:t> is nonzero, then find the session that blocks others but is not blocked itself (</a:t>
            </a:r>
            <a:r>
              <a:rPr dirty="0" err="1"/>
              <a:t>blocking_session_id</a:t>
            </a:r>
            <a:r>
              <a:rPr dirty="0"/>
              <a:t> = 0). Common blocking scenarios: long-running queries holding locks, sleeping sessions with uncommitted transactions (fix with SET XACT_ABORT ON), sessions that did not fetch all result rows, sessions in rollback state, and orphaned connections (terminate with KILL).</a:t>
            </a:r>
          </a:p>
          <a:p>
            <a:endParaRPr dirty="0"/>
          </a:p>
          <a:p>
            <a:r>
              <a:rPr dirty="0"/>
              <a:t>Deadlocks are circular lock dependencies where neither transaction can proceed. The deadlock monitor checks periodically (default 5 seconds, drops to 100ms when frequent) and terminates the least expensive transaction (error 1205). In Azure SQL Database, capture deadlocks by creating a custom Extended Events session for </a:t>
            </a:r>
            <a:r>
              <a:rPr dirty="0" err="1"/>
              <a:t>sqlserver.database_xml_deadlock_report</a:t>
            </a:r>
            <a:r>
              <a:rPr dirty="0"/>
              <a:t>, then query the ring buffer target.</a:t>
            </a:r>
          </a:p>
          <a:p>
            <a:endParaRPr dirty="0"/>
          </a:p>
          <a:p>
            <a:r>
              <a:rPr dirty="0"/>
              <a:t>Deadlock prevention strategies:</a:t>
            </a:r>
          </a:p>
          <a:p>
            <a:r>
              <a:rPr dirty="0"/>
              <a:t>- Access objects in consistent order across transactions to prevent circular dependencies</a:t>
            </a:r>
          </a:p>
          <a:p>
            <a:r>
              <a:rPr dirty="0"/>
              <a:t>- Keep transactions as short as possible</a:t>
            </a:r>
          </a:p>
          <a:p>
            <a:r>
              <a:rPr dirty="0"/>
              <a:t>- Use row-versioning isolation levels (RCSI removes shared locks from the equation)</a:t>
            </a:r>
          </a:p>
          <a:p>
            <a:r>
              <a:rPr dirty="0"/>
              <a:t>- Add indexes to narrow scans and reduce lock conflicts</a:t>
            </a:r>
          </a:p>
          <a:p>
            <a:r>
              <a:rPr dirty="0"/>
              <a:t>- Use plan forcing in Query Store if a plan change caused wider scans</a:t>
            </a:r>
          </a:p>
          <a:p>
            <a:endParaRPr dirty="0"/>
          </a:p>
          <a:p>
            <a:r>
              <a:rPr dirty="0"/>
              <a:t>Applications should always include retry logic for error 1205, catching the error, pausing briefly (with randomized delay), and resubmitting the transaction.</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Uses Azure SQL Database. Students enable Query Store (if not already on) and run a workload to populate it.</a:t>
            </a:r>
            <a:endParaRPr lang="en-US" dirty="0"/>
          </a:p>
          <a:p>
            <a:endParaRPr dirty="0"/>
          </a:p>
          <a:p>
            <a:r>
              <a:rPr dirty="0"/>
              <a:t>The first exercise identifies a missing index through an execution plan's missing index suggestion, then adds a covering index and compares before/after plans. DMV queries use </a:t>
            </a:r>
            <a:r>
              <a:rPr dirty="0" err="1"/>
              <a:t>sys.dm_exec_query_stats</a:t>
            </a:r>
            <a:r>
              <a:rPr dirty="0"/>
              <a:t> and </a:t>
            </a:r>
            <a:r>
              <a:rPr dirty="0" err="1"/>
              <a:t>sys.dm_exec_sql_text</a:t>
            </a:r>
            <a:r>
              <a:rPr dirty="0"/>
              <a:t> to find top resource consumers.</a:t>
            </a:r>
            <a:endParaRPr lang="en-US" dirty="0"/>
          </a:p>
          <a:p>
            <a:endParaRPr dirty="0"/>
          </a:p>
          <a:p>
            <a:r>
              <a:rPr dirty="0"/>
              <a:t>The parameter sniffing scenario creates a stored procedure that compiles an optimal plan for one parameter value but performs poorly for another; students use Query Store to identify the regression and force the better plan.</a:t>
            </a:r>
            <a:endParaRPr lang="en-US" dirty="0"/>
          </a:p>
          <a:p>
            <a:endParaRPr dirty="0"/>
          </a:p>
          <a:p>
            <a:r>
              <a:rPr dirty="0"/>
              <a:t>The MAXDOP hint is applied through ALTER DATABASE SCOPED CONFIGURATION or </a:t>
            </a:r>
            <a:r>
              <a:rPr dirty="0" err="1"/>
              <a:t>sp_query_store_set_hints</a:t>
            </a:r>
            <a:r>
              <a:rPr dirty="0"/>
              <a:t>. The blocking exercise uses two sessions to demonstrate lock waits, diagnosed with </a:t>
            </a:r>
            <a:r>
              <a:rPr dirty="0" err="1"/>
              <a:t>sys.dm_exec_requests</a:t>
            </a:r>
            <a:r>
              <a:rPr dirty="0"/>
              <a:t> and </a:t>
            </a:r>
            <a:r>
              <a:rPr dirty="0" err="1"/>
              <a:t>sys.dm_tran_locks</a:t>
            </a:r>
            <a:r>
              <a:rPr dirty="0"/>
              <a:t>.</a:t>
            </a:r>
            <a:endParaRPr lang="en-US" dirty="0"/>
          </a:p>
          <a:p>
            <a:endParaRPr dirty="0"/>
          </a:p>
          <a:p>
            <a:r>
              <a:rPr dirty="0"/>
              <a:t>Estimated time: 45 minutes.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Six knowledge check questions for this module:</a:t>
            </a:r>
          </a:p>
          <a:p>
            <a:endParaRPr/>
          </a:p>
          <a:p>
            <a:r>
              <a:t>Q1: Which service tier provides I/O latency under 2ms and a free read-only replica? Answer: (b) Business Critical. It uses locally attached SSDs with 1-2ms latency and includes a free read-only replica via Always On availability groups. General Purpose provides 5-10ms latency. Hyperscale supports named replicas but not a free one by default.</a:t>
            </a:r>
          </a:p>
          <a:p>
            <a:endParaRPr/>
          </a:p>
          <a:p>
            <a:r>
              <a:t>Q2: Which isolation level is the default in Azure SQL Database and uses row versioning? Answer: (b) Read Committed Snapshot Isolation (RCSI). Readers access row versions instead of acquiring shared locks, preventing read-write blocking. READ COMMITTED with shared locks is the default in SQL Server (not Azure SQL). SNAPSHOT must be explicitly enabled.</a:t>
            </a:r>
          </a:p>
          <a:p>
            <a:endParaRPr/>
          </a:p>
          <a:p>
            <a:r>
              <a:t>Q3: Which Query Store feature restores performance after a plan regression without modifying code? Answer: (c) Plan forcing. It directs the optimizer to use a specific previously captured plan via sp_query_store_force_plan. Query Store hints apply hints but do not revert to a previous plan. The Regressed Queries view identifies regressions but does not fix them alone.</a:t>
            </a:r>
          </a:p>
          <a:p>
            <a:endParaRPr/>
          </a:p>
          <a:p>
            <a:r>
              <a:t>Q4: How do you eliminate a Key Lookup in an execution plan? Answer: (c) Add included columns to the nonclustered index. A Key Lookup occurs when the nonclustered index does not cover all columns the query needs. Adding missing columns as included columns creates a covering index. Filtered indexes, rebuilding clustered indexes, and NOLOCK hints do not address this.</a:t>
            </a:r>
          </a:p>
          <a:p>
            <a:endParaRPr/>
          </a:p>
          <a:p>
            <a:r>
              <a:t>Q5: How do you identify the head blocker using DMVs? Answer: (c) Query sys.dm_exec_requests for sessions where blocking_session_id = 0 that also appear as blocking_session_id for other sessions. The head blocker blocks others but is not blocked itself. Highest wait_time may be a blocked session. The head blocker may be sleeping, not running.</a:t>
            </a:r>
          </a:p>
          <a:p>
            <a:endParaRPr/>
          </a:p>
          <a:p>
            <a:r>
              <a:t>Q6: What happens when two SNAPSHOT isolation transactions both read and then try to update the same row? Answer: (c) The first to commit succeeds; the second fails with an update conflict error (3960). Snapshot isolation detects write-write conflicts rather than allowing unrestricted concurrent writes or blocking. This is not a deadlock - it is detected immediately as an update conflict.</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This module covered a systematic approach to performance optimization in Azure SQL Database.</a:t>
            </a:r>
          </a:p>
          <a:p>
            <a:endParaRPr/>
          </a:p>
          <a:p>
            <a:r>
              <a:t>Key takeaways:</a:t>
            </a:r>
          </a:p>
          <a:p>
            <a:r>
              <a:t>- The vCore model with General Purpose covers most workloads. Business Critical adds sub-2ms latency and a free read-only replica. Hyperscale removes storage and scaling limits. Inside the database, MAXDOP 8 is the safe default, automatic tuning catches plan regressions, and upgrading compatibility level unlocks latest IQP features.</a:t>
            </a:r>
          </a:p>
          <a:p>
            <a:r>
              <a:t>- RCSI (default in Azure SQL) and optimized locking together minimize both read-write and write-write blocking. Reserve SERIALIZABLE only when phantom reads would cause real business errors.</a:t>
            </a:r>
          </a:p>
          <a:p>
            <a:r>
              <a:t>- Execution plans and DMVs provide complementary views. DMVs identify the most expensive queries system-wide, execution plans reveal why individual queries are expensive. Look for scans, row estimate errors, Key Lookups, and warnings.</a:t>
            </a:r>
          </a:p>
          <a:p>
            <a:r>
              <a:t>- Query Store captures query text, plans, and statistics over time. Use plan forcing for immediate regression fixes, Query Store hints for code-free tuning, and Regressed Queries view after every deployment.</a:t>
            </a:r>
          </a:p>
          <a:p>
            <a:r>
              <a:t>- Find head blockers with sys.dm_exec_requests. Prevent deadlocks by accessing objects consistently, keeping transactions short, and using row-versioning isolation. Applications should always implement retry logic for error 1205.</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BD17FE-2DA9-2157-E4FB-FD42D193C1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A3E508-FA8B-88A1-EAE4-D3F6F3F615F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158892D-521A-1E3C-32F1-03C271097D1B}"/>
              </a:ext>
            </a:extLst>
          </p:cNvPr>
          <p:cNvSpPr>
            <a:spLocks noGrp="1"/>
          </p:cNvSpPr>
          <p:nvPr>
            <p:ph type="body" idx="1"/>
          </p:nvPr>
        </p:nvSpPr>
        <p:spPr/>
        <p:txBody>
          <a:bodyPr/>
          <a:lstStyle/>
          <a:p>
            <a:r>
              <a:rPr lang="en-US" dirty="0"/>
              <a:t>This module covers treating database code with the same rigor as application code, versioning every object, automating builds and deployments, detecting schema drift, and testing changes before they reach production.</a:t>
            </a:r>
          </a:p>
          <a:p>
            <a:endParaRPr lang="en-US" dirty="0"/>
          </a:p>
          <a:p>
            <a:r>
              <a:rPr lang="en-US" dirty="0"/>
              <a:t>The scenario is a team managing an e-commerce application on Azure SQL Database where multiple developers make schema changes simultaneously. Without source control and CI/CD, changes collide, hotfixes fall out of sync, and deployments overwrite production fixes.</a:t>
            </a:r>
          </a:p>
          <a:p>
            <a:endParaRPr lang="en-US" dirty="0"/>
          </a:p>
          <a:p>
            <a:r>
              <a:rPr lang="en-US" dirty="0"/>
              <a:t>Learning objectives: create, build, and validate SQL Database Projects (including SDK-style); configure source control and manage reference data with pre/post-deployment scripts; manage branching, pull requests, and conflict resolution; detect schema drift with schema comparison tools and </a:t>
            </a:r>
            <a:r>
              <a:rPr lang="en-US" dirty="0" err="1"/>
              <a:t>SqlPackage</a:t>
            </a:r>
            <a:r>
              <a:rPr lang="en-US" dirty="0"/>
              <a:t>; implement CI/CD pipelines with GitHub Actions and Azure DevOps including secrets management and deployment controls; and design a testing strategy with unit tests and integration tests.</a:t>
            </a:r>
          </a:p>
        </p:txBody>
      </p:sp>
      <p:sp>
        <p:nvSpPr>
          <p:cNvPr id="4" name="Header Placeholder 3">
            <a:extLst>
              <a:ext uri="{FF2B5EF4-FFF2-40B4-BE49-F238E27FC236}">
                <a16:creationId xmlns:a16="http://schemas.microsoft.com/office/drawing/2014/main" id="{B1F711A2-DAD4-E950-9BE9-B728382FEB56}"/>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3FBC17A8-E585-04C3-0318-24548758556B}"/>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B5F19CAF-9C7C-C215-7D04-D8F3C01A3694}"/>
              </a:ext>
            </a:extLst>
          </p:cNvPr>
          <p:cNvSpPr>
            <a:spLocks noGrp="1"/>
          </p:cNvSpPr>
          <p:nvPr>
            <p:ph type="sldNum" sz="quarter" idx="5"/>
          </p:nvPr>
        </p:nvSpPr>
        <p:spPr/>
        <p:txBody>
          <a:bodyPr/>
          <a:lstStyle/>
          <a:p>
            <a:fld id="{B4008EB6-D09E-4580-8CD6-DDB14511944F}" type="slidenum">
              <a:rPr lang="en-US" smtClean="0"/>
              <a:pPr/>
              <a:t>22</a:t>
            </a:fld>
            <a:endParaRPr lang="en-US"/>
          </a:p>
        </p:txBody>
      </p:sp>
    </p:spTree>
    <p:extLst>
      <p:ext uri="{BB962C8B-B14F-4D97-AF65-F5344CB8AC3E}">
        <p14:creationId xmlns:p14="http://schemas.microsoft.com/office/powerpoint/2010/main" val="179403186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A SQL database project stores every database object (tables, stored procedures, views, functions) as individual .sql files declaring the desired end state. This is the opposite of migration scripts. Instead of sequential ALTER statements, you maintain the final state of each object, and the tooling calculates the difference at deployment time.</a:t>
            </a:r>
          </a:p>
          <a:p>
            <a:endParaRPr/>
          </a:p>
          <a:p>
            <a:r>
              <a:t>Building the project produces a .dacpac file, which is a compiled model of the entire database schema. The build validates object references and T-SQL syntax against the target platform before anything is deployed, and creates a single deployable artifact for the pipeline.</a:t>
            </a:r>
          </a:p>
          <a:p>
            <a:endParaRPr/>
          </a:p>
          <a:p>
            <a:r>
              <a:t>Two formats: the original format (MSBuild/.NET Framework, SSDT in Visual Studio) and the SDK-style format (Microsoft.Build.Sql). For new projects, use SDK-style because it supports .NET 8+ for cross-platform builds on Windows/Linux/macOS, NuGet package references for dependency management, and default globbing that automatically includes .sql files without manual entries.</a:t>
            </a:r>
          </a:p>
          <a:p>
            <a:endParaRPr/>
          </a:p>
          <a:p>
            <a:r>
              <a:t>Create a project with "dotnet new sqlproj -n MyDatabaseProject" and build with "dotnet build". The build output is a .dacpac in the bin/Debug folder. Enable SQL code analysis rules to flag best practice violations (deprecated syntax, SELECT *, etc.).</a:t>
            </a:r>
          </a:p>
          <a:p>
            <a:endParaRPr/>
          </a:p>
          <a:p>
            <a:r>
              <a:t>SqlPackage handles deployment. For a new database, it creates objects in dependency order. For an existing database, it calculates the diff and generates only the ALTER statements needed. The process is idempotent. Deploy the same .dacpac five times and the fifth run changes nothing. Preview planned changes before deploying with the Script action (produces exact T-SQL) or the DeployReport action (produces XML summary of every CREATE, ALTER, and DROP).</a:t>
            </a:r>
          </a:p>
        </p:txBody>
      </p:sp>
      <p:sp>
        <p:nvSpPr>
          <p:cNvPr id="4" name="Slide Number Placeholder 3"/>
          <p:cNvSpPr>
            <a:spLocks noGrp="1"/>
          </p:cNvSpPr>
          <p:nvPr>
            <p:ph type="sldNum" sz="quarter" idx="5"/>
          </p:nvPr>
        </p:nvSpPr>
        <p:spPr/>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Because a SQL database project is just .sql files and a .sqlproj file, it fits naturally into Git. Each database object lives in its own file, so commits show exactly which objects changed, not a monolithic migration script. Organize files by object type (Tables/, Views/, StoredProcedures/, Scripts/). Use a .gitignore to exclude bin/, obj/, *.dacpac, and *.user since the .dacpac gets rebuilt on every CI/CD build.</a:t>
            </a:r>
          </a:p>
          <a:p>
            <a:endParaRPr/>
          </a:p>
          <a:p>
            <a:r>
              <a:t>Reference data (status codes, lookup tables, default configurations) is as essential as the schema. If it disappears, the application breaks. Manage it with pre-deployment and post-deployment scripts:</a:t>
            </a:r>
          </a:p>
          <a:p>
            <a:r>
              <a:t>- Pre-deployment scripts run before schema changes. Use them for dropping constraints or migrating data</a:t>
            </a:r>
          </a:p>
          <a:p>
            <a:r>
              <a:t>- Post-deployment scripts run after schema changes. Use them for populating reference data, seeding lookup tables, setting defaults</a:t>
            </a:r>
          </a:p>
          <a:p>
            <a:endParaRPr/>
          </a:p>
          <a:p>
            <a:r>
              <a:t>A project supports exactly one pre-deployment and one post-deployment script, declared in the .sqlproj file. Use SQLCMD :r syntax to pull in multiple files from a single entry point (for example, PostDeploy.sql references seed-statuses.sql, seed-regions.sql, etc.). Each referenced file must be excluded from the build with "Build Remove" and kept visible with "None Include" in the .sqlproj file.</a:t>
            </a:r>
          </a:p>
          <a:p>
            <a:endParaRPr/>
          </a:p>
          <a:p>
            <a:r>
              <a:t>Critical: post-deployment scripts run on every deployment, not just the first. Plain INSERT statements fail on the second deployment with duplicate key violations. Use MERGE statements instead to make reference data scripts idempotent. They insert new rows and update existing ones safely on every run.</a:t>
            </a:r>
          </a:p>
        </p:txBody>
      </p:sp>
      <p:sp>
        <p:nvSpPr>
          <p:cNvPr id="4" name="Slide Number Placeholder 3"/>
          <p:cNvSpPr>
            <a:spLocks noGrp="1"/>
          </p:cNvSpPr>
          <p:nvPr>
            <p:ph type="sldNum" sz="quarter" idx="5"/>
          </p:nvPr>
        </p:nvSpPr>
        <p:spPr/>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The branching strategy follows three principles: create a feature branch for every change, merge feature branches into main through pull requests, and always keep main in a deployable state.</a:t>
            </a:r>
          </a:p>
          <a:p>
            <a:endParaRPr/>
          </a:p>
          <a:p>
            <a:r>
              <a:t>Because each object has its own file, a commit that adds a column to Customers touches only Tables/Customers.sql. Pull request diffs show the precise T-SQL that changed, making review far easier than a 500-line migration script. PR reviewers should check: does the schema change break existing queries or procedures? Are naming conventions consistent? Does the change require a corresponding post-deployment script update? Does it cause data loss or require data migration?</a:t>
            </a:r>
          </a:p>
          <a:p>
            <a:endParaRPr/>
          </a:p>
          <a:p>
            <a:r>
              <a:t>Connect PRs to CI builds so a green build gives reviewers confidence. Configure the PR to trigger a dotnet build of the SQL project. In Azure DevOps, use a Build Validation branch policy. In GitHub, use a workflow triggered on pull_request events targeting main.</a:t>
            </a:r>
          </a:p>
          <a:p>
            <a:endParaRPr/>
          </a:p>
          <a:p>
            <a:r>
              <a:t>Merge conflicts happen when two branches modify the same file. A common scenario is two developers editing the same CREATE TABLE statement. Resolution: pull latest from main into your feature branch, review conflicting sections, edit to include both changes, then commit. Keep feature branches short-lived to reduce conflict frequency.</a:t>
            </a:r>
          </a:p>
          <a:p>
            <a:endParaRPr/>
          </a:p>
          <a:p>
            <a:r>
              <a:t>Critical: a clean text merge does not guarantee a valid schema. One branch might rename a column while another adds a procedure referencing the old name. Always rebuild the project after resolving conflicts with "dotnet build" to verify all object references are intact.</a:t>
            </a:r>
          </a:p>
        </p:txBody>
      </p:sp>
      <p:sp>
        <p:nvSpPr>
          <p:cNvPr id="4" name="Slide Number Placeholder 3"/>
          <p:cNvSpPr>
            <a:spLocks noGrp="1"/>
          </p:cNvSpPr>
          <p:nvPr>
            <p:ph type="sldNum" sz="quarter" idx="5"/>
          </p:nvPr>
        </p:nvSpPr>
        <p:spPr/>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Schema drift is the gap between what your project defines and what actually exists in the live database. Common causes: manual changes via SSMS, emergency hotfixes at 2 AM that never make it back into the project, and third-party tools (monitoring agents, ORM frameworks) creating or modifying objects. The danger is that your next pipeline deployment will quietly drop objects the project does not know about.</a:t>
            </a:r>
          </a:p>
          <a:p>
            <a:endParaRPr/>
          </a:p>
          <a:p>
            <a:r>
              <a:t>Detection with schema comparison: compare a live database against your project to surface every difference, grouped by action type (Create, Alter, Delete). Direction is reversible. Database-to-project finds drift, project-to-database previews what deployment would change. Tune comparison options to ignore whitespace, column order, or block on possible data loss. Save settings as .scmp files committed to the repository for repeatable checks.</a:t>
            </a:r>
          </a:p>
          <a:p>
            <a:endParaRPr/>
          </a:p>
          <a:p>
            <a:r>
              <a:t>When drift is detected, decide: does the live database have the correct version? If the production hotfix was correct, import it into the project using schema compare (cherry-pick specific differences) or automate with SqlPackage Extract, which pulls the live schema into files organized by type. Under Git, running git status after extraction reveals exactly which files changed. That is your automated drift report.</a:t>
            </a:r>
          </a:p>
          <a:p>
            <a:endParaRPr/>
          </a:p>
          <a:p>
            <a:r>
              <a:t>DacpacVerify compares two .dacpac files and reports differences including pre/post-deployment scripts, SQLCMD variables, database references, and schema objects. Useful when converting from original SSDT to SDK-style or validating pipeline artifacts.</a:t>
            </a:r>
          </a:p>
          <a:p>
            <a:endParaRPr/>
          </a:p>
          <a:p>
            <a:r>
              <a:t>Preview deployment changes before applying: the Script action produces exact T-SQL, the DeployReport action produces XML summary. Parse the XML in your pipeline to trigger alerts for high-impact operations like data motion, clustered index rebuilds, or column drops.</a:t>
            </a:r>
          </a:p>
        </p:txBody>
      </p:sp>
      <p:sp>
        <p:nvSpPr>
          <p:cNvPr id="4" name="Slide Number Placeholder 3"/>
          <p:cNvSpPr>
            <a:spLocks noGrp="1"/>
          </p:cNvSpPr>
          <p:nvPr>
            <p:ph type="sldNum" sz="quarter" idx="5"/>
          </p:nvPr>
        </p:nvSpPr>
        <p:spPr/>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Most database pipelines follow a two-stage pattern: Build (compile the project, produce the .dacpac artifact) and Deploy (publish that .dacpac to target databases moving through environments). Building once and deploying the same artifact everywhere eliminates "works in dev, breaks in prod."</a:t>
            </a:r>
          </a:p>
          <a:p>
            <a:endParaRPr/>
          </a:p>
          <a:p>
            <a:r>
              <a:t>GitHub Actions: use azure/sql-action for .dacpac deployment to Azure SQL Database. It supports .dacpac, .sqlproj, and .sql scripts with SQL authentication, Microsoft Entra ID, and service principal authentication. When paired with azure/login, it automatically adds and removes temporary firewall rules for the runner IP.</a:t>
            </a:r>
          </a:p>
          <a:p>
            <a:endParaRPr/>
          </a:p>
          <a:p>
            <a:r>
              <a:t>Azure DevOps: use SqlAzureDacpacDeployment task for .dacpac deployment. For Linux agents, install and use SqlPackage directly via dotnet tool.</a:t>
            </a:r>
          </a:p>
          <a:p>
            <a:endParaRPr/>
          </a:p>
          <a:p>
            <a:r>
              <a:t>Secrets management: never hardcode credentials in YAML:</a:t>
            </a:r>
          </a:p>
          <a:p>
            <a:r>
              <a:t>- GitHub: store as repository secrets or environment secrets (scoped to specific deployment environments)</a:t>
            </a:r>
          </a:p>
          <a:p>
            <a:r>
              <a:t>- OpenID Connect (OIDC) with azure/login for passwordless authentication using federated credentials, so there is no client secret to rotate</a:t>
            </a:r>
          </a:p>
          <a:p>
            <a:r>
              <a:t>- Azure Key Vault for centralized secrets management. The pipeline pulls credentials at deployment time</a:t>
            </a:r>
          </a:p>
          <a:p>
            <a:endParaRPr/>
          </a:p>
          <a:p>
            <a:r>
              <a:t>Deployment controls are critical for database changes:</a:t>
            </a:r>
          </a:p>
          <a:p>
            <a:r>
              <a:t>- Environment protection rules: required reviewers (must approve before deploy runs), wait timers, deployment branch restrictions (only main deploys to production)</a:t>
            </a:r>
          </a:p>
          <a:p>
            <a:r>
              <a:t>- Branch policies: minimum reviewers, build validation as PR check, comment resolution, automatically included reviewers</a:t>
            </a:r>
          </a:p>
          <a:p>
            <a:r>
              <a:t>- CODEOWNERS file (GitHub) or automatically included reviewers (Azure DevOps) ensure the database team reviews every SQL file change</a:t>
            </a:r>
          </a:p>
          <a:p>
            <a:r>
              <a:t>- Branch control checks on service connections lock down which pipelines can access production credentials</a:t>
            </a:r>
          </a:p>
        </p:txBody>
      </p:sp>
      <p:sp>
        <p:nvSpPr>
          <p:cNvPr id="4" name="Slide Number Placeholder 3"/>
          <p:cNvSpPr>
            <a:spLocks noGrp="1"/>
          </p:cNvSpPr>
          <p:nvPr>
            <p:ph type="sldNum" sz="quarter" idx="5"/>
          </p:nvPr>
        </p:nvSpPr>
        <p:spPr/>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Database testing works in three layers, each slower but catching different problems:</a:t>
            </a:r>
          </a:p>
          <a:p>
            <a:r>
              <a:t>- Build validation (dotnet build): catches syntax errors and broken object references. This is fast but only proves structural validity</a:t>
            </a:r>
          </a:p>
          <a:p>
            <a:r>
              <a:t>- Unit tests: verify that individual stored procedures and functions return the right results for given inputs, catching logic errors</a:t>
            </a:r>
          </a:p>
          <a:p>
            <a:r>
              <a:t>- Integration tests: exercise end-to-end scenarios against a deployed database and proves objects work together, but requires a running instance</a:t>
            </a:r>
          </a:p>
          <a:p>
            <a:endParaRPr/>
          </a:p>
          <a:p>
            <a:r>
              <a:t>SQL Server unit tests (SSDT in Visual Studio) follow a three-phase structure: Pre-test (set up data), Test (execute the operation), Post-test (clean up). Test conditions validate results: Row Count (expected number of rows), Scalar Value (specific cell contains expected value), Expected Schema (correct column names and types). Other conditions include Data Checksum, Empty/Not Empty ResultSet, and Execution Time.</a:t>
            </a:r>
          </a:p>
          <a:p>
            <a:endParaRPr/>
          </a:p>
          <a:p>
            <a:r>
              <a:t>Negative tests verify that stored procedures fail correctly for invalid inputs. Add the [ExpectedSqlException] attribute above the test method, specifying Severity and State. The test passes only when the procedure raises an error matching those parameters.</a:t>
            </a:r>
          </a:p>
          <a:p>
            <a:endParaRPr/>
          </a:p>
          <a:p>
            <a:r>
              <a:t>Integration tests span multiple operations, testing whether a sequence of procedure calls leaves the database in the expected state, whether triggers fire correctly, whether views return accurate results after related table changes. Use a dedicated test database, reset to known state before each run, and externalize connection strings.</a:t>
            </a:r>
          </a:p>
          <a:p>
            <a:endParaRPr/>
          </a:p>
          <a:p>
            <a:r>
              <a:t>Integrate tests into CI/CD: add a test step after build and deployment. In Azure DevOps use VSTest task, in GitHub Actions use "dotnet test". When a test fails, the pipeline stops and the change does not reach staging or production.</a:t>
            </a:r>
          </a:p>
        </p:txBody>
      </p:sp>
      <p:sp>
        <p:nvSpPr>
          <p:cNvPr id="4" name="Slide Number Placeholder 3"/>
          <p:cNvSpPr>
            <a:spLocks noGrp="1"/>
          </p:cNvSpPr>
          <p:nvPr>
            <p:ph type="sldNum" sz="quarter" idx="5"/>
          </p:nvPr>
        </p:nvSpPr>
        <p:spPr/>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dirty="0"/>
              <a:t>Uses Azure SQL Database, Git, GitHub, .NET SDK, and GitHub Actions.</a:t>
            </a:r>
            <a:endParaRPr lang="en-US" dirty="0"/>
          </a:p>
          <a:p>
            <a:endParaRPr dirty="0"/>
          </a:p>
          <a:p>
            <a:r>
              <a:rPr dirty="0"/>
              <a:t>Students create a SQL project using the new SDK-style .</a:t>
            </a:r>
            <a:r>
              <a:rPr dirty="0" err="1"/>
              <a:t>sqlproj</a:t>
            </a:r>
            <a:r>
              <a:rPr dirty="0"/>
              <a:t> format (</a:t>
            </a:r>
            <a:r>
              <a:rPr dirty="0" err="1"/>
              <a:t>Microsoft.Build.Sql</a:t>
            </a:r>
            <a:r>
              <a:rPr dirty="0"/>
              <a:t>). The project contains .</a:t>
            </a:r>
            <a:r>
              <a:rPr dirty="0" err="1"/>
              <a:t>sql</a:t>
            </a:r>
            <a:r>
              <a:rPr dirty="0"/>
              <a:t> files for tables and stored procedures. Building produces a .</a:t>
            </a:r>
            <a:r>
              <a:rPr dirty="0" err="1"/>
              <a:t>dacpac</a:t>
            </a:r>
            <a:r>
              <a:rPr dirty="0"/>
              <a:t> (data-tier application package).</a:t>
            </a:r>
            <a:endParaRPr lang="en-US" dirty="0"/>
          </a:p>
          <a:p>
            <a:endParaRPr dirty="0"/>
          </a:p>
          <a:p>
            <a:r>
              <a:rPr dirty="0"/>
              <a:t>The GitHub Actions workflow uses dotnet build to compile the .</a:t>
            </a:r>
            <a:r>
              <a:rPr dirty="0" err="1"/>
              <a:t>dacpac</a:t>
            </a:r>
            <a:r>
              <a:rPr dirty="0"/>
              <a:t> and </a:t>
            </a:r>
            <a:r>
              <a:rPr dirty="0" err="1"/>
              <a:t>sql</a:t>
            </a:r>
            <a:r>
              <a:rPr dirty="0"/>
              <a:t>-action (azure/sql-action@v2) to deploy it using </a:t>
            </a:r>
            <a:r>
              <a:rPr dirty="0" err="1"/>
              <a:t>SqlPackage</a:t>
            </a:r>
            <a:r>
              <a:rPr dirty="0"/>
              <a:t> under the hood. Connection string and credentials are stored as GitHub repository secrets.</a:t>
            </a:r>
            <a:endParaRPr lang="en-US" dirty="0"/>
          </a:p>
          <a:p>
            <a:endParaRPr dirty="0"/>
          </a:p>
          <a:p>
            <a:r>
              <a:rPr dirty="0"/>
              <a:t>The verification step adds a new column to a table .</a:t>
            </a:r>
            <a:r>
              <a:rPr dirty="0" err="1"/>
              <a:t>sql</a:t>
            </a:r>
            <a:r>
              <a:rPr dirty="0"/>
              <a:t> file, pushes the commit, and confirms that the pipeline runs ALTER TABLE automatically. Key point: </a:t>
            </a:r>
            <a:r>
              <a:rPr dirty="0" err="1"/>
              <a:t>SqlPackage</a:t>
            </a:r>
            <a:r>
              <a:rPr dirty="0"/>
              <a:t> performs a diff-based deployment, only applying changes.</a:t>
            </a:r>
            <a:endParaRPr lang="en-US" dirty="0"/>
          </a:p>
          <a:p>
            <a:endParaRPr dirty="0"/>
          </a:p>
          <a:p>
            <a:r>
              <a:rPr dirty="0"/>
              <a:t>Estimated time: 45 minutes.</a:t>
            </a:r>
          </a:p>
        </p:txBody>
      </p:sp>
      <p:sp>
        <p:nvSpPr>
          <p:cNvPr id="4" name="Slide Number Placeholder 3"/>
          <p:cNvSpPr>
            <a:spLocks noGrp="1"/>
          </p:cNvSpPr>
          <p:nvPr>
            <p:ph type="sldNum" sz="quarter" idx="5"/>
          </p:nvPr>
        </p:nvSpPr>
        <p:spPr/>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Three knowledge check questions for this module:</a:t>
            </a:r>
          </a:p>
          <a:p>
            <a:endParaRPr/>
          </a:p>
          <a:p>
            <a:r>
              <a:t>Q1: A DBA applied a hotfix directly to production by adding a missing index. The SQL Database Project does not have this index. What is this situation called, and which tool detects it? Answer: (a) Schema drift, detected by schema comparison. Schema drift occurs when the live database diverges from the project definition. Schema comparison tools highlight differences like the extra index. The project builds successfully because it does not know about the production index. SqlPackage Publish would actually remove the index to match the project - which is worse than a detection failure.</a:t>
            </a:r>
          </a:p>
          <a:p>
            <a:endParaRPr/>
          </a:p>
          <a:p>
            <a:r>
              <a:t>Q2: Which GitHub Actions action deploys a .dacpac file to Azure SQL Database and can automatically configure firewall rules for the runner? Answer: (a) azure/sql-action. It deploys .dacpac, .sql, or SqlPackage projects. When used with azure/login, it automatically adds and removes firewall rules for the GitHub Actions runner IP. azure/webapps-deploy is for App Service. actions/upload-artifact stores outputs but does not deploy. azure/login authenticates but does not deploy.</a:t>
            </a:r>
          </a:p>
          <a:p>
            <a:endParaRPr/>
          </a:p>
          <a:p>
            <a:r>
              <a:t>Q3: A developer writes a SQL Server unit test for a stored procedure that should raise an error when a required parameter is NULL. Which attribute marks the test as expecting a SQL exception? Answer: (b) [ExpectedSqlException]. This SQL-specific attribute marks a unit test as expecting a SQL exception, filterable by MessageNumber, Severity, and State. [ExpectedException] is a general .NET attribute. [TestMethod] marks a method as a test but does not configure exception expectations. [ShouldThrow] is not a valid attribute in the SQL Server unit test framework.</a:t>
            </a:r>
          </a:p>
        </p:txBody>
      </p:sp>
      <p:sp>
        <p:nvSpPr>
          <p:cNvPr id="4" name="Slide Number Placeholder 3"/>
          <p:cNvSpPr>
            <a:spLocks noGrp="1"/>
          </p:cNvSpPr>
          <p:nvPr>
            <p:ph type="sldNum" sz="quarter" idx="5"/>
          </p:nvPr>
        </p:nvSpPr>
        <p:spPr/>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This module covered CI/CD for SQL Database Projects, bringing the same automation, consistency, and safety to database development that application teams rely on.</a:t>
            </a:r>
          </a:p>
          <a:p>
            <a:endParaRPr/>
          </a:p>
          <a:p>
            <a:r>
              <a:t>Key takeaways:</a:t>
            </a:r>
          </a:p>
          <a:p>
            <a:r>
              <a:t>- SQL Database Projects store every object as a declarative .sql file. The build produces a .dacpac artifact that SqlPackage deploys by calculating only the changes needed. SDK-style projects support cross-platform builds, NuGet references, and default globbing.</a:t>
            </a:r>
          </a:p>
          <a:p>
            <a:r>
              <a:t>- Place the project in Git with one file per object. Manage reference data with post-deployment MERGE scripts (not plain INSERTs) so they are idempotent on every deployment.</a:t>
            </a:r>
          </a:p>
          <a:p>
            <a:r>
              <a:t>- Use feature branches and pull requests with CI builds as PR checks. Always rebuild after resolving merge conflicts since a clean text merge does not guarantee a valid schema.</a:t>
            </a:r>
          </a:p>
          <a:p>
            <a:r>
              <a:t>- Schema drift is the gap between project and live database. Detect it with schema comparison tools or automate with SqlPackage Extract. Preview deployment impact with Script and DeployReport actions before running against production.</a:t>
            </a:r>
          </a:p>
          <a:p>
            <a:r>
              <a:t>- Deploy .dacpac files with azure/sql-action (GitHub) or SqlAzureDacpacDeployment (Azure DevOps). Use OIDC for passwordless authentication. Gate production with required reviewers, branch restrictions, and CODEOWNERS.</a:t>
            </a:r>
          </a:p>
          <a:p>
            <a:r>
              <a:t>- Test at three levels: build validation for structure, unit tests for logic, integration tests for end-to-end workflows. Use [ExpectedSqlException] for negative tests. Wire tests into the pipeline so failures block deployment.</a:t>
            </a:r>
          </a:p>
        </p:txBody>
      </p:sp>
      <p:sp>
        <p:nvSpPr>
          <p:cNvPr id="4" name="Slide Number Placeholder 3"/>
          <p:cNvSpPr>
            <a:spLocks noGrp="1"/>
          </p:cNvSpPr>
          <p:nvPr>
            <p:ph type="sldNum" sz="quarter" idx="5"/>
          </p:nvPr>
        </p:nvSpPr>
        <p:spPr/>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C0F2C8-3DDA-B655-D71D-F4F2992E463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1AD5A4-50C3-8B14-D871-1A1BFADA6E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7D8581-E455-DBAF-DEC1-C4547B3243F3}"/>
              </a:ext>
            </a:extLst>
          </p:cNvPr>
          <p:cNvSpPr>
            <a:spLocks noGrp="1"/>
          </p:cNvSpPr>
          <p:nvPr>
            <p:ph type="body" idx="1"/>
          </p:nvPr>
        </p:nvSpPr>
        <p:spPr/>
        <p:txBody>
          <a:bodyPr/>
          <a:lstStyle/>
          <a:p>
            <a:r>
              <a:rPr lang="en-US" dirty="0"/>
              <a:t>This module covers how to use Data API Builder (DAB) to automatically generate REST and </a:t>
            </a:r>
            <a:r>
              <a:rPr lang="en-US" dirty="0" err="1"/>
              <a:t>GraphQL</a:t>
            </a:r>
            <a:r>
              <a:rPr lang="en-US" dirty="0"/>
              <a:t> endpoints from your database schema without writing backend code. It also covers deployment options, monitoring with Azure Monitor, and responding to database changes with event-driven patterns.</a:t>
            </a:r>
          </a:p>
          <a:p>
            <a:endParaRPr lang="en-US" dirty="0"/>
          </a:p>
          <a:p>
            <a:r>
              <a:rPr lang="en-US" dirty="0"/>
              <a:t>The module learning objectives include creating and configuring Data API Builder configuration files, defining entities with field mappings, caching, pagination, and filtering, configuring REST and </a:t>
            </a:r>
            <a:r>
              <a:rPr lang="en-US" dirty="0" err="1"/>
              <a:t>GraphQL</a:t>
            </a:r>
            <a:r>
              <a:rPr lang="en-US" dirty="0"/>
              <a:t> endpoints, exposing views and stored procedures, exploring deployment options (Azure Container Apps, App Service, Static Web Apps), setting up Azure Monitor with Application Insights, and handling database changes using Change Data Capture, Azure Functions triggers, and Change Event Streaming.</a:t>
            </a:r>
          </a:p>
        </p:txBody>
      </p:sp>
      <p:sp>
        <p:nvSpPr>
          <p:cNvPr id="4" name="Header Placeholder 3">
            <a:extLst>
              <a:ext uri="{FF2B5EF4-FFF2-40B4-BE49-F238E27FC236}">
                <a16:creationId xmlns:a16="http://schemas.microsoft.com/office/drawing/2014/main" id="{15B86FC3-8EF0-9737-E554-D97E5F4A8757}"/>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2B055409-1B87-B4DB-FAC9-EC1D0D1F914D}"/>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EC0E955A-3049-182D-DC49-4102DC34421C}"/>
              </a:ext>
            </a:extLst>
          </p:cNvPr>
          <p:cNvSpPr>
            <a:spLocks noGrp="1"/>
          </p:cNvSpPr>
          <p:nvPr>
            <p:ph type="sldNum" sz="quarter" idx="5"/>
          </p:nvPr>
        </p:nvSpPr>
        <p:spPr/>
        <p:txBody>
          <a:bodyPr/>
          <a:lstStyle/>
          <a:p>
            <a:fld id="{B4008EB6-D09E-4580-8CD6-DDB14511944F}" type="slidenum">
              <a:rPr lang="en-US" smtClean="0"/>
              <a:pPr/>
              <a:t>32</a:t>
            </a:fld>
            <a:endParaRPr lang="en-US"/>
          </a:p>
        </p:txBody>
      </p:sp>
    </p:spTree>
    <p:extLst>
      <p:ext uri="{BB962C8B-B14F-4D97-AF65-F5344CB8AC3E}">
        <p14:creationId xmlns:p14="http://schemas.microsoft.com/office/powerpoint/2010/main" val="241427120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Data API Builder is a cross-platform, open-source engine that creates REST and GraphQL endpoints from a single JSON configuration file. The configuration file has four main sections:</a:t>
            </a:r>
          </a:p>
          <a:p>
            <a:endParaRPr/>
          </a:p>
          <a:p>
            <a:r>
              <a:t>- data-source: defines the database connection string and type (use "mssql" for SQL Server, Azure SQL, and SQL databases in Microsoft Fabric)</a:t>
            </a:r>
          </a:p>
          <a:p>
            <a:r>
              <a:t>- runtime: controls host settings, authentication, caching, and enables/disables REST and GraphQL endpoints separately with configurable paths</a:t>
            </a:r>
          </a:p>
          <a:p>
            <a:r>
              <a:t>- entities: specifies which database objects to expose and how to configure them</a:t>
            </a:r>
          </a:p>
          <a:p>
            <a:r>
              <a:t>- $schema: references the JSON schema for validation and IntelliSense</a:t>
            </a:r>
          </a:p>
          <a:p>
            <a:endParaRPr/>
          </a:p>
          <a:p>
            <a:r>
              <a:t>Connection strings should never be hardcoded. Use the @env() syntax to reference environment variables. The set-session-context option passes user identity to SQL Server through SESSION_CONTEXT(), which is useful for row-level security and audit logging.</a:t>
            </a:r>
          </a:p>
          <a:p>
            <a:endParaRPr/>
          </a:p>
          <a:p>
            <a:r>
              <a:t>Runtime settings include CORS configuration for browser-based access, mode switching between development and production (affecting error message detail), and caching with configurable TTL. The DAB CLI (dab init, dab add) helps create and modify configuration files without manual JSON editing. For multiple environments, DAB supports configuration merging. A base dab-config.json with environment-specific override files like dab-config.production.json.</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Entities are the core building blocks of Data API Builder. Each entity maps to a database object (table, view, or stored procedure) and defines how it appears through REST and GraphQL APIs.</a:t>
            </a:r>
          </a:p>
          <a:p>
            <a:endParaRPr/>
          </a:p>
          <a:p>
            <a:r>
              <a:t>For tables, DAB automatically generates CRUD operations mapped to HTTP verbs: GET for reading, POST for creating, PUT/PATCH for updating, DELETE for removing. Field mappings let you rename columns. For example, mapping ProductName to "name" in the API while keeping the database schema unchanged. Clients then use the mapped names in their queries.</a:t>
            </a:r>
          </a:p>
          <a:p>
            <a:endParaRPr/>
          </a:p>
          <a:p>
            <a:r>
              <a:t>Caching reduces database load with configurable TTL per entity. Pagination is built in using cursor-based navigation with $first and $after parameters for REST, and first/after arguments for GraphQL. Filtering uses OData-style syntax for REST and typed filter objects for GraphQL, with operators generated automatically based on field data types.</a:t>
            </a:r>
          </a:p>
          <a:p>
            <a:endParaRPr/>
          </a:p>
          <a:p>
            <a:r>
              <a:t>For GraphQL, entity relationships map to database foreign keys. You define cardinality (one or many) and source/target fields, enabling clients to traverse connections in a single query. Views are exposed as read-only entities with key-fields specified manually since DAB cannot auto-detect primary keys on views. Stored procedures support both query operations (read) and mutation operations (data modification), with parameters mapped to API parameter names.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Three main Azure hosting options for Data API Builder, each with different trade-offs:</a:t>
            </a:r>
          </a:p>
          <a:p>
            <a:endParaRPr/>
          </a:p>
          <a:p>
            <a:r>
              <a:t>Azure Container Apps provides serverless container hosting with automatic scaling from zero based on request volume. You create a Dockerfile from the official DAB image, add your configuration file, and deploy with az containerapp create. It integrates with Azure Key Vault for secret management and supports managed identity for credential-free database authentication.</a:t>
            </a:r>
          </a:p>
          <a:p>
            <a:endParaRPr/>
          </a:p>
          <a:p>
            <a:r>
              <a:t>Azure App Service offers a mature platform with deployment slots, custom domains, and comprehensive monitoring. It uses Key Vault reference syntax in app settings to pull secrets at runtime. Teams already using App Service can follow familiar deployment patterns.</a:t>
            </a:r>
          </a:p>
          <a:p>
            <a:endParaRPr/>
          </a:p>
          <a:p>
            <a:r>
              <a:t>Azure Static Web Apps includes DAB as a built-in feature called "database connections," providing the simplest deployment when the API complements a static frontend. Configuration uses the same entity structure as standalone DAB, and authentication integrates with SWA's built-in auth providers. Note that SWA has some limitations compared to standalone DAB, including restricted stored procedure support.</a:t>
            </a:r>
          </a:p>
          <a:p>
            <a:endParaRPr/>
          </a:p>
          <a:p>
            <a:r>
              <a:t>For CI/CD, GitHub Actions workflows can trigger on changes to configuration files, build container images, push to Azure Container Registry, and update deployments automatically. Health probes should include a liveness probe (checks DAB responding) and a readiness probe (verifies database connectivity with an actual API request).</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Azure Monitor and Application Insights provide observability for Data API Builder in production. Enable Application Insights by setting the APPLICATIONINSIGHTS_CONNECTION_STRING environment variable. DAB detects it automatically and begins sending telemetry.</a:t>
            </a:r>
          </a:p>
          <a:p>
            <a:endParaRPr/>
          </a:p>
          <a:p>
            <a:r>
              <a:t>Application Insights captures request telemetry (every REST and GraphQL request with timing, status, and response size), dependency telemetry (database queries with execution time), exception telemetry (unhandled errors with stack traces), and custom metrics like cache hit rates.</a:t>
            </a:r>
          </a:p>
          <a:p>
            <a:endParaRPr/>
          </a:p>
          <a:p>
            <a:r>
              <a:t>Key monitoring queries use Kusto Query Language (KQL):</a:t>
            </a:r>
          </a:p>
          <a:p>
            <a:r>
              <a:t>- Request metrics: summarize request count, average duration, P95 latency, and failure rate over a time window</a:t>
            </a:r>
          </a:p>
          <a:p>
            <a:r>
              <a:t>- Top slow endpoints: identify the slowest API endpoints to prioritize optimization</a:t>
            </a:r>
          </a:p>
          <a:p>
            <a:r>
              <a:t>- Database query performance: use dependency tracking to find slow or frequently executed SQL queries</a:t>
            </a:r>
          </a:p>
          <a:p>
            <a:endParaRPr/>
          </a:p>
          <a:p>
            <a:r>
              <a:t>Alert rules notify the team when behavior deviates from normal. Examples include high error rate alerts (trigger when failure rate exceeds a threshold over a time window) and response time degradation alerts (trigger when P95 latency exceeds a threshold). A sampling rate should be configured for high-volume production to control costs.</a:t>
            </a:r>
          </a:p>
          <a:p>
            <a:endParaRPr/>
          </a:p>
          <a:p>
            <a:r>
              <a:t>Distributed tracing connects the complete request flow from client through API to database using trace context headers. For resource monitoring, track CPU percentage, memory percentage, network bytes, and replica count to inform autoscaling decisions.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Three mechanisms for tracking and responding to database changes:</a:t>
            </a:r>
          </a:p>
          <a:p>
            <a:endParaRPr/>
          </a:p>
          <a:p>
            <a:r>
              <a:t>Change Data Capture (CDC) records insert, update, and delete operations to special change tables, capturing complete before-and-after state. Enable with sp_cdc_enable_db and sp_cdc_enable_table. Query changes using fn_cdc_get_all_changes with log sequence numbers. CDC requires SQL Server Agent to be running and is best for audit requirements and data synchronization where batch processing is acceptable.</a:t>
            </a:r>
          </a:p>
          <a:p>
            <a:endParaRPr/>
          </a:p>
          <a:p>
            <a:r>
              <a:t>Change Tracking is lighter-weight. It records which rows changed without capturing actual values. Enable at the database level (ALTER DATABASE SET CHANGE_TRACKING) and on individual tables. It is the mechanism required by Azure Functions SQL trigger binding. The SQL trigger monitors tables and invokes functions when rows change, receiving batches of SqlChange&lt;T&gt; objects with operation type and current row data.</a:t>
            </a:r>
          </a:p>
          <a:p>
            <a:endParaRPr/>
          </a:p>
          <a:p>
            <a:r>
              <a:t>Change Event Streaming (CES) pushes changes directly to Azure Event Hubs without polling, providing sub-second latency at high throughput. Configure with CREATE EVENT STREAMING GROUP specifying an Event Hub target, then add tables to the group. Changes flow to Event Hubs as transactions commit.</a:t>
            </a:r>
          </a:p>
          <a:p>
            <a:endParaRPr/>
          </a:p>
          <a:p>
            <a:r>
              <a:t>Decision guidance from the unit: use CDC for complete change history and compliance, Change Tracking with Functions for real-time event-driven responses, and CES for sub-second latency and high-volume streaming scenarios. These approaches can be combined. For example, CDC for audit alongside Functions triggers for real-time notifications.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Uses Azure SQL Database and Data API Builder (DAB). DAB is a .NET-based engine that auto-generates REST and </a:t>
            </a:r>
            <a:r>
              <a:rPr dirty="0" err="1"/>
              <a:t>GraphQL</a:t>
            </a:r>
            <a:r>
              <a:rPr dirty="0"/>
              <a:t> endpoints from database objects.</a:t>
            </a:r>
            <a:endParaRPr lang="en-US" dirty="0"/>
          </a:p>
          <a:p>
            <a:endParaRPr dirty="0"/>
          </a:p>
          <a:p>
            <a:r>
              <a:rPr dirty="0"/>
              <a:t>Students install the DAB CLI (</a:t>
            </a:r>
            <a:r>
              <a:rPr dirty="0" err="1"/>
              <a:t>Microsoft.DataApiBuilder</a:t>
            </a:r>
            <a:r>
              <a:rPr dirty="0"/>
              <a:t>) and run dab </a:t>
            </a:r>
            <a:r>
              <a:rPr dirty="0" err="1"/>
              <a:t>init</a:t>
            </a:r>
            <a:r>
              <a:rPr dirty="0"/>
              <a:t> to create a configuration file pointing to the SQL connection string. Each dab add command registers a table or view as an entity with CRUD permissions (anonymous or authenticated).</a:t>
            </a:r>
            <a:endParaRPr lang="en-US" dirty="0"/>
          </a:p>
          <a:p>
            <a:endParaRPr dirty="0"/>
          </a:p>
          <a:p>
            <a:r>
              <a:rPr dirty="0"/>
              <a:t>Field mappings rename database columns to API-friendly names. Relationships link entities (e.g., Products to Categories) so </a:t>
            </a:r>
            <a:r>
              <a:rPr dirty="0" err="1"/>
              <a:t>GraphQL</a:t>
            </a:r>
            <a:r>
              <a:rPr dirty="0"/>
              <a:t> nested queries work. Views are added as read-only entities (permissions: read only).</a:t>
            </a:r>
            <a:endParaRPr lang="en-US" dirty="0"/>
          </a:p>
          <a:p>
            <a:endParaRPr dirty="0"/>
          </a:p>
          <a:p>
            <a:r>
              <a:rPr dirty="0"/>
              <a:t>Testing uses dab start with Docker. REST endpoints follow /</a:t>
            </a:r>
            <a:r>
              <a:rPr dirty="0" err="1"/>
              <a:t>api</a:t>
            </a:r>
            <a:r>
              <a:rPr dirty="0"/>
              <a:t>/&lt;entity&gt; conventions; </a:t>
            </a:r>
            <a:r>
              <a:rPr dirty="0" err="1"/>
              <a:t>GraphQL</a:t>
            </a:r>
            <a:r>
              <a:rPr dirty="0"/>
              <a:t> is at /</a:t>
            </a:r>
            <a:r>
              <a:rPr dirty="0" err="1"/>
              <a:t>graphql</a:t>
            </a:r>
            <a:r>
              <a:rPr dirty="0"/>
              <a:t>.</a:t>
            </a:r>
            <a:endParaRPr lang="en-US" dirty="0"/>
          </a:p>
          <a:p>
            <a:endParaRPr dirty="0"/>
          </a:p>
          <a:p>
            <a:r>
              <a:rPr dirty="0"/>
              <a:t>Estimated time: 30 minutes.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Three knowledge check questions for this module:</a:t>
            </a:r>
          </a:p>
          <a:p>
            <a:endParaRPr/>
          </a:p>
          <a:p>
            <a:r>
              <a:t>Q1: How should you store the database connection string in a DAB configuration? Answer: (b) Use the @env() syntax to reference an environment variable. This keeps credentials out of configuration files and source control. Storing directly in config is a security risk. DAB does not support importing separate credential files. Base64 encoding is not encryption.</a:t>
            </a:r>
          </a:p>
          <a:p>
            <a:endParaRPr/>
          </a:p>
          <a:p>
            <a:r>
              <a:t>Q2: How do you ensure a DAB entity only allows data retrieval, not modification? Answer: (a) Configure permissions with only the 'read' action for the appropriate roles. The source type alone does not control permissions. Setting operation to 'mutation' indicates write operations, the opposite of read-only. The 'anonymous' role has no default permissions - actions must be explicitly defined.</a:t>
            </a:r>
          </a:p>
          <a:p>
            <a:endParaRPr/>
          </a:p>
          <a:p>
            <a:r>
              <a:t>Q3: Which Azure hosting option supports managed identity and automatic scaling based on request volume? Answer: (b) Azure Container Apps with system-assigned managed identity. Container Apps provides automatic scaling from zero and supports managed identity for secure database authentication. VMs require manual configuration. Functions consumption plan is not how DAB runs. Static Web Apps has limitations for managed identity scenarios.</a:t>
            </a:r>
          </a:p>
          <a:p>
            <a:endParaRPr/>
          </a:p>
          <a:p>
            <a:r>
              <a:t>Q4: How do you create alerts when P95 response time exceeds 2 seconds? Answer: (b) Application Insights with a Kusto query using the percentile() function on request duration. Average response time does not capture P95. CPU metrics do not measure response time. Health probes check availability, not response time distribution.</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This module covered integrating SQL databases with Azure services through Data API Builder and event-driven patterns.</a:t>
            </a:r>
          </a:p>
          <a:p>
            <a:endParaRPr/>
          </a:p>
          <a:p>
            <a:r>
              <a:t>Key takeaways from the source material:</a:t>
            </a:r>
          </a:p>
          <a:p>
            <a:r>
              <a:t>- Data API Builder eliminates custom API code by generating REST and GraphQL endpoints from a single JSON configuration file</a:t>
            </a:r>
          </a:p>
          <a:p>
            <a:r>
              <a:t>- Entity relationships enable GraphQL clients to traverse connections between tables in single queries, reducing round trips</a:t>
            </a:r>
          </a:p>
          <a:p>
            <a:r>
              <a:t>- Azure Container Apps provides serverless hosting with automatic scaling and managed identity support for production deployments</a:t>
            </a:r>
          </a:p>
          <a:p>
            <a:r>
              <a:t>- Application Insights integration gives visibility into request performance, database queries, and error rates through KQL queries and custom dashboards</a:t>
            </a:r>
          </a:p>
          <a:p>
            <a:r>
              <a:t>- Change capture mechanisms (CDC, Change Tracking, Change Event Streaming) enable event-driven architectures that respond to database modifications in real time, each suited to different latency and throughput requirements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3.xml"/><Relationship Id="rId4" Type="http://schemas.openxmlformats.org/officeDocument/2006/relationships/image" Target="../media/image6.jpeg"/></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3.xml"/><Relationship Id="rId4" Type="http://schemas.openxmlformats.org/officeDocument/2006/relationships/image" Target="../media/image18.jpeg"/></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19.jpeg"/></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19.jpeg"/></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3.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3.xml"/><Relationship Id="rId4" Type="http://schemas.openxmlformats.org/officeDocument/2006/relationships/image" Target="../media/image31.jpeg"/></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3.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19.jpeg"/></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3.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4.xml"/></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4.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4.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4.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4.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5.xml"/></Relationships>
</file>

<file path=ppt/slideLayouts/_rels/slideLayout23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23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5.xml"/></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5.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5.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28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8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28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6.xml"/><Relationship Id="rId4" Type="http://schemas.openxmlformats.org/officeDocument/2006/relationships/image" Target="../media/image6.jpeg"/></Relationships>
</file>

<file path=ppt/slideLayouts/_rels/slideLayout28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6.xml"/><Relationship Id="rId4" Type="http://schemas.openxmlformats.org/officeDocument/2006/relationships/image" Target="../media/image18.jpeg"/></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6.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6.xml"/></Relationships>
</file>

<file path=ppt/slideLayouts/_rels/slideLayout323.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6.xml"/></Relationships>
</file>

<file path=ppt/slideLayouts/_rels/slideLayout32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4" Type="http://schemas.openxmlformats.org/officeDocument/2006/relationships/image" Target="../media/image19.jpeg"/></Relationships>
</file>

<file path=ppt/slideLayouts/_rels/slideLayout32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4" Type="http://schemas.openxmlformats.org/officeDocument/2006/relationships/image" Target="../media/image19.jpeg"/></Relationships>
</file>

<file path=ppt/slideLayouts/_rels/slideLayout32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6.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327.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6.xml"/></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6.xml"/><Relationship Id="rId4" Type="http://schemas.openxmlformats.org/officeDocument/2006/relationships/image" Target="../media/image31.jpeg"/></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6.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33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4" Type="http://schemas.openxmlformats.org/officeDocument/2006/relationships/image" Target="../media/image19.jpeg"/></Relationships>
</file>

<file path=ppt/slideLayouts/_rels/slideLayout33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33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4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6.xml"/></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6.xml"/></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6.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2.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3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35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6.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6.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7.xml"/></Relationships>
</file>

<file path=ppt/slideLayouts/_rels/slideLayout36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7.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7.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40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40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7.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7.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4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8.xml"/></Relationships>
</file>

<file path=ppt/slideLayouts/_rels/slideLayout41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8.xml"/></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45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8.xml"/></Relationships>
</file>

<file path=ppt/slideLayouts/_rels/slideLayout45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8.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5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8.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6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6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9.xml"/></Relationships>
</file>

<file path=ppt/slideLayouts/_rels/slideLayout46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46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47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47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9.xml"/><Relationship Id="rId4" Type="http://schemas.openxmlformats.org/officeDocument/2006/relationships/image" Target="../media/image6.jpeg"/></Relationships>
</file>

<file path=ppt/slideLayouts/_rels/slideLayout47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9.xml"/><Relationship Id="rId4" Type="http://schemas.openxmlformats.org/officeDocument/2006/relationships/image" Target="../media/image18.jpeg"/></Relationships>
</file>

<file path=ppt/slideLayouts/_rels/slideLayout47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9.xml"/></Relationships>
</file>

<file path=ppt/slideLayouts/_rels/slideLayout50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9.xml"/></Relationships>
</file>

<file path=ppt/slideLayouts/_rels/slideLayout506.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9.xml"/></Relationships>
</file>

<file path=ppt/slideLayouts/_rels/slideLayout50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4" Type="http://schemas.openxmlformats.org/officeDocument/2006/relationships/image" Target="../media/image19.jpeg"/></Relationships>
</file>

<file path=ppt/slideLayouts/_rels/slideLayout50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4" Type="http://schemas.openxmlformats.org/officeDocument/2006/relationships/image" Target="../media/image19.jpeg"/></Relationships>
</file>

<file path=ppt/slideLayouts/_rels/slideLayout50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9.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510.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9.xml"/></Relationships>
</file>

<file path=ppt/slideLayouts/_rels/slideLayout511.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9.xml"/><Relationship Id="rId4" Type="http://schemas.openxmlformats.org/officeDocument/2006/relationships/image" Target="../media/image31.jpeg"/></Relationships>
</file>

<file path=ppt/slideLayouts/_rels/slideLayout512.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9.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51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51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4" Type="http://schemas.openxmlformats.org/officeDocument/2006/relationships/image" Target="../media/image19.jpeg"/></Relationships>
</file>

<file path=ppt/slideLayouts/_rels/slideLayout51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51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9.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9.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35.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3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9.xml"/></Relationships>
</file>

<file path=ppt/slideLayouts/_rels/slideLayout54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9.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4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0.xml"/></Relationships>
</file>

<file path=ppt/slideLayouts/_rels/slideLayout55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0.xml"/></Relationships>
</file>

<file path=ppt/slideLayouts/_rels/slideLayout55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0.xml"/></Relationships>
</file>

<file path=ppt/slideLayouts/_rels/slideLayout55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0.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0.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9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9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0.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0.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59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1.xml"/></Relationships>
</file>

<file path=ppt/slideLayouts/_rels/slideLayout60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1.xml"/></Relationships>
</file>

<file path=ppt/slideLayouts/_rels/slideLayout60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1.xml"/></Relationships>
</file>

<file path=ppt/slideLayouts/_rels/slideLayout60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63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63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1.xml"/></Relationships>
</file>

<file path=ppt/slideLayouts/_rels/slideLayout63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1.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1.xml"/></Relationships>
</file>

<file path=ppt/slideLayouts/_rels/slideLayout64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1.xml"/></Relationships>
</file>

<file path=ppt/slideLayouts/_rels/slideLayout64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1.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64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65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2.xml"/></Relationships>
</file>

<file path=ppt/slideLayouts/_rels/slideLayout65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65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12.xml"/></Relationships>
</file>

<file path=ppt/slideLayouts/_rels/slideLayout65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12.xml"/></Relationships>
</file>

<file path=ppt/slideLayouts/_rels/slideLayout65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12.xml"/><Relationship Id="rId4" Type="http://schemas.openxmlformats.org/officeDocument/2006/relationships/image" Target="../media/image6.jpeg"/></Relationships>
</file>

<file path=ppt/slideLayouts/_rels/slideLayout65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12.xml"/><Relationship Id="rId4" Type="http://schemas.openxmlformats.org/officeDocument/2006/relationships/image" Target="../media/image18.jpeg"/></Relationships>
</file>

<file path=ppt/slideLayouts/_rels/slideLayout65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5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2.xml"/></Relationships>
</file>

<file path=ppt/slideLayouts/_rels/slideLayout68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2.xml"/></Relationships>
</file>

<file path=ppt/slideLayouts/_rels/slideLayout689.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12.xml"/></Relationships>
</file>

<file path=ppt/slideLayouts/_rels/slideLayout69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4" Type="http://schemas.openxmlformats.org/officeDocument/2006/relationships/image" Target="../media/image19.jpeg"/></Relationships>
</file>

<file path=ppt/slideLayouts/_rels/slideLayout69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4" Type="http://schemas.openxmlformats.org/officeDocument/2006/relationships/image" Target="../media/image19.jpeg"/></Relationships>
</file>

<file path=ppt/slideLayouts/_rels/slideLayout69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12.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693.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12.xml"/></Relationships>
</file>

<file path=ppt/slideLayouts/_rels/slideLayout694.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12.xml"/><Relationship Id="rId4" Type="http://schemas.openxmlformats.org/officeDocument/2006/relationships/image" Target="../media/image31.jpeg"/></Relationships>
</file>

<file path=ppt/slideLayouts/_rels/slideLayout695.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12.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69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69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4" Type="http://schemas.openxmlformats.org/officeDocument/2006/relationships/image" Target="../media/image19.jpeg"/></Relationships>
</file>

<file path=ppt/slideLayouts/_rels/slideLayout69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69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71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2.xml"/></Relationships>
</file>

<file path=ppt/slideLayouts/_rels/slideLayout71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2.xml"/></Relationships>
</file>

<file path=ppt/slideLayouts/_rels/slideLayout71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2.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18.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1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2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2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2.xml"/></Relationships>
</file>

<file path=ppt/slideLayouts/_rels/slideLayout72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2.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2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72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73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3.xml"/></Relationships>
</file>

<file path=ppt/slideLayouts/_rels/slideLayout73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3.xml"/></Relationships>
</file>

<file path=ppt/slideLayouts/_rels/slideLayout7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3.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3.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3.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3.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6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3.xml"/></Relationships>
</file>

<file path=ppt/slideLayouts/_rels/slideLayout76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3.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3.xml"/></Relationships>
</file>

<file path=ppt/slideLayouts/_rels/slideLayout7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3.xml"/></Relationships>
</file>

<file path=ppt/slideLayouts/_rels/slideLayout77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3.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3.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8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4.xml"/></Relationships>
</file>

<file path=ppt/slideLayouts/_rels/slideLayout78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4.xml"/></Relationships>
</file>

<file path=ppt/slideLayouts/_rels/slideLayout78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4.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8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4.xml"/></Relationships>
</file>

<file path=ppt/slideLayouts/_rels/slideLayout78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4.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4.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81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81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4.xml"/></Relationships>
</file>

<file path=ppt/slideLayouts/_rels/slideLayout82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4.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4.xml"/></Relationships>
</file>

<file path=ppt/slideLayouts/_rels/slideLayout82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4.xml"/></Relationships>
</file>

<file path=ppt/slideLayouts/_rels/slideLayout82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4.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83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83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5.xml"/></Relationships>
</file>

<file path=ppt/slideLayouts/_rels/slideLayout83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83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15.xml"/></Relationships>
</file>

<file path=ppt/slideLayouts/_rels/slideLayout83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15.xml"/></Relationships>
</file>

<file path=ppt/slideLayouts/_rels/slideLayout83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15.xml"/><Relationship Id="rId4" Type="http://schemas.openxmlformats.org/officeDocument/2006/relationships/image" Target="../media/image6.jpeg"/></Relationships>
</file>

<file path=ppt/slideLayouts/_rels/slideLayout83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15.xml"/><Relationship Id="rId4" Type="http://schemas.openxmlformats.org/officeDocument/2006/relationships/image" Target="../media/image18.jpeg"/></Relationships>
</file>

<file path=ppt/slideLayouts/_rels/slideLayout84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5.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6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6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7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7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5.xml"/></Relationships>
</file>

<file path=ppt/slideLayouts/_rels/slideLayout87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5.xml"/></Relationships>
</file>

<file path=ppt/slideLayouts/_rels/slideLayout873.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15.xml"/></Relationships>
</file>

<file path=ppt/slideLayouts/_rels/slideLayout87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4" Type="http://schemas.openxmlformats.org/officeDocument/2006/relationships/image" Target="../media/image19.jpeg"/></Relationships>
</file>

<file path=ppt/slideLayouts/_rels/slideLayout87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4" Type="http://schemas.openxmlformats.org/officeDocument/2006/relationships/image" Target="../media/image19.jpeg"/></Relationships>
</file>

<file path=ppt/slideLayouts/_rels/slideLayout87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15.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877.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15.xml"/></Relationships>
</file>

<file path=ppt/slideLayouts/_rels/slideLayout878.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15.xml"/><Relationship Id="rId4" Type="http://schemas.openxmlformats.org/officeDocument/2006/relationships/image" Target="../media/image31.jpeg"/></Relationships>
</file>

<file path=ppt/slideLayouts/_rels/slideLayout879.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15.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88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88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4" Type="http://schemas.openxmlformats.org/officeDocument/2006/relationships/image" Target="../media/image19.jpeg"/></Relationships>
</file>

<file path=ppt/slideLayouts/_rels/slideLayout88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88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9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5.xml"/></Relationships>
</file>

<file path=ppt/slideLayouts/_rels/slideLayout89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5.xml"/></Relationships>
</file>

<file path=ppt/slideLayouts/_rels/slideLayout89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5.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0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2.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90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90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5.xml"/></Relationships>
</file>

<file path=ppt/slideLayouts/_rels/slideLayout90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5.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1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9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91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6.xml"/></Relationships>
</file>

<file path=ppt/slideLayouts/_rels/slideLayout91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6.xml"/></Relationships>
</file>

<file path=ppt/slideLayouts/_rels/slideLayout9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6.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6.xml"/></Relationships>
</file>

<file path=ppt/slideLayouts/_rels/slideLayout92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6.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6.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6.xml"/></Relationships>
</file>

<file path=ppt/slideLayouts/_rels/slideLayout95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6.xml"/></Relationships>
</file>

<file path=ppt/slideLayouts/_rels/slideLayout95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6.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6.xml"/></Relationships>
</file>

<file path=ppt/slideLayouts/_rels/slideLayout95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6.xml"/></Relationships>
</file>

<file path=ppt/slideLayouts/_rels/slideLayout95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6.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6.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6.xml"/></Relationships>
</file>

<file path=ppt/slideLayouts/_rels/slideLayout96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7.xml"/></Relationships>
</file>

<file path=ppt/slideLayouts/_rels/slideLayout96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7.xml"/></Relationships>
</file>

<file path=ppt/slideLayouts/_rels/slideLayout96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7.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2.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7.xml"/></Relationships>
</file>

<file path=ppt/slideLayouts/_rels/slideLayout97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7.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7.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7.xml"/></Relationships>
</file>

<file path=ppt/slideLayouts/_rels/slideLayout100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7.xml"/></Relationships>
</file>

<file path=ppt/slideLayouts/_rels/slideLayout100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7.xml"/></Relationships>
</file>

<file path=ppt/slideLayouts/_rels/slideLayout100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7.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7.xml"/></Relationships>
</file>

<file path=ppt/slideLayouts/_rels/slideLayout100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7.xml"/></Relationships>
</file>

<file path=ppt/slideLayouts/_rels/slideLayout101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7.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1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1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8.xml"/></Relationships>
</file>

<file path=ppt/slideLayouts/_rels/slideLayout101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18.xml"/></Relationships>
</file>

<file path=ppt/slideLayouts/_rels/slideLayout102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18.xml"/></Relationships>
</file>

<file path=ppt/slideLayouts/_rels/slideLayout102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18.xml"/></Relationships>
</file>

<file path=ppt/slideLayouts/_rels/slideLayout102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18.xml"/><Relationship Id="rId4" Type="http://schemas.openxmlformats.org/officeDocument/2006/relationships/image" Target="../media/image6.jpeg"/></Relationships>
</file>

<file path=ppt/slideLayouts/_rels/slideLayout102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18.xml"/><Relationship Id="rId4" Type="http://schemas.openxmlformats.org/officeDocument/2006/relationships/image" Target="../media/image18.jpeg"/></Relationships>
</file>

<file path=ppt/slideLayouts/_rels/slideLayout102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2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8.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4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4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5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5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8.xml"/></Relationships>
</file>

<file path=ppt/slideLayouts/_rels/slideLayout105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8.xml"/></Relationships>
</file>

<file path=ppt/slideLayouts/_rels/slideLayout1057.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18.xml"/></Relationships>
</file>

<file path=ppt/slideLayouts/_rels/slideLayout105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4" Type="http://schemas.openxmlformats.org/officeDocument/2006/relationships/image" Target="../media/image19.jpeg"/></Relationships>
</file>

<file path=ppt/slideLayouts/_rels/slideLayout105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4" Type="http://schemas.openxmlformats.org/officeDocument/2006/relationships/image" Target="../media/image19.jpeg"/></Relationships>
</file>

<file path=ppt/slideLayouts/_rels/slideLayout106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18.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061.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18.xml"/></Relationships>
</file>

<file path=ppt/slideLayouts/_rels/slideLayout1062.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18.xml"/><Relationship Id="rId4" Type="http://schemas.openxmlformats.org/officeDocument/2006/relationships/image" Target="../media/image31.jpeg"/></Relationships>
</file>

<file path=ppt/slideLayouts/_rels/slideLayout1063.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18.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06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06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4" Type="http://schemas.openxmlformats.org/officeDocument/2006/relationships/image" Target="../media/image19.jpeg"/></Relationships>
</file>

<file path=ppt/slideLayouts/_rels/slideLayout106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06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80.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8.xml"/></Relationships>
</file>

<file path=ppt/slideLayouts/_rels/slideLayout108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8.xml"/></Relationships>
</file>

<file path=ppt/slideLayouts/_rels/slideLayout1082.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8.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8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86.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8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8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8.xml"/></Relationships>
</file>

<file path=ppt/slideLayouts/_rels/slideLayout108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8.xml"/></Relationships>
</file>

<file path=ppt/slideLayouts/_rels/slideLayout109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9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9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8.xml"/></Relationships>
</file>

<file path=ppt/slideLayouts/_rels/slideLayout109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8.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9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9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9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10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9.xml"/></Relationships>
</file>

<file path=ppt/slideLayouts/_rels/slideLayout110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9.xml"/></Relationships>
</file>

<file path=ppt/slideLayouts/_rels/slideLayout110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9.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9.xml"/></Relationships>
</file>

<file path=ppt/slideLayouts/_rels/slideLayout110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9.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9.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9.xml"/></Relationships>
</file>

<file path=ppt/slideLayouts/_rels/slideLayout113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9.xml"/></Relationships>
</file>

<file path=ppt/slideLayouts/_rels/slideLayout113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9.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9.xml"/></Relationships>
</file>

<file path=ppt/slideLayouts/_rels/slideLayout114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9.xml"/></Relationships>
</file>

<file path=ppt/slideLayouts/_rels/slideLayout114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9.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9.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9.xml"/></Relationships>
</file>

<file path=ppt/slideLayouts/_rels/slideLayout11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0.xml"/></Relationships>
</file>

<file path=ppt/slideLayouts/_rels/slideLayout115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0.xml"/></Relationships>
</file>

<file path=ppt/slideLayouts/_rels/slideLayout115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0.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0.xml"/></Relationships>
</file>

<file path=ppt/slideLayouts/_rels/slideLayout115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0.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0.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0.xml"/></Relationships>
</file>

<file path=ppt/slideLayouts/_rels/slideLayout118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0.xml"/></Relationships>
</file>

<file path=ppt/slideLayouts/_rels/slideLayout118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0.xml"/></Relationships>
</file>

<file path=ppt/slideLayouts/_rels/slideLayout118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0.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0.xml"/></Relationships>
</file>

<file path=ppt/slideLayouts/_rels/slideLayout119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0.xml"/></Relationships>
</file>

<file path=ppt/slideLayouts/_rels/slideLayout119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0.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20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0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0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1.xml"/></Relationships>
</file>

<file path=ppt/slideLayouts/_rels/slideLayout120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21.xml"/></Relationships>
</file>

<file path=ppt/slideLayouts/_rels/slideLayout120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21.xml"/></Relationships>
</file>

<file path=ppt/slideLayouts/_rels/slideLayout120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21.xml"/></Relationships>
</file>

<file path=ppt/slideLayouts/_rels/slideLayout120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21.xml"/><Relationship Id="rId4" Type="http://schemas.openxmlformats.org/officeDocument/2006/relationships/image" Target="../media/image6.jpeg"/></Relationships>
</file>

<file path=ppt/slideLayouts/_rels/slideLayout120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21.xml"/><Relationship Id="rId4" Type="http://schemas.openxmlformats.org/officeDocument/2006/relationships/image" Target="../media/image18.jpeg"/></Relationships>
</file>

<file path=ppt/slideLayouts/_rels/slideLayout120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1.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3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1.xml"/></Relationships>
</file>

<file path=ppt/slideLayouts/_rels/slideLayout124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1.xml"/></Relationships>
</file>

<file path=ppt/slideLayouts/_rels/slideLayout1241.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1.xml"/></Relationships>
</file>

<file path=ppt/slideLayouts/_rels/slideLayout124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4" Type="http://schemas.openxmlformats.org/officeDocument/2006/relationships/image" Target="../media/image19.jpeg"/></Relationships>
</file>

<file path=ppt/slideLayouts/_rels/slideLayout124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4" Type="http://schemas.openxmlformats.org/officeDocument/2006/relationships/image" Target="../media/image19.jpeg"/></Relationships>
</file>

<file path=ppt/slideLayouts/_rels/slideLayout124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21.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245.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21.xml"/></Relationships>
</file>

<file path=ppt/slideLayouts/_rels/slideLayout1246.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21.xml"/><Relationship Id="rId4" Type="http://schemas.openxmlformats.org/officeDocument/2006/relationships/image" Target="../media/image31.jpeg"/></Relationships>
</file>

<file path=ppt/slideLayouts/_rels/slideLayout1247.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21.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24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24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4" Type="http://schemas.openxmlformats.org/officeDocument/2006/relationships/image" Target="../media/image19.jpeg"/></Relationships>
</file>

<file path=ppt/slideLayouts/_rels/slideLayout125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25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6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1.xml"/></Relationships>
</file>

<file path=ppt/slideLayouts/_rels/slideLayout126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1.xml"/></Relationships>
</file>

<file path=ppt/slideLayouts/_rels/slideLayout126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1.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0.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1.xml"/></Relationships>
</file>

<file path=ppt/slideLayouts/_rels/slideLayout127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1.xml"/></Relationships>
</file>

<file path=ppt/slideLayouts/_rels/slideLayout127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1.xml"/></Relationships>
</file>

<file path=ppt/slideLayouts/_rels/slideLayout127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1.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8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8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8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8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2.xml"/></Relationships>
</file>

<file path=ppt/slideLayouts/_rels/slideLayout128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2.xml"/></Relationships>
</file>

<file path=ppt/slideLayouts/_rels/slideLayout128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2.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8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2.xml"/></Relationships>
</file>

<file path=ppt/slideLayouts/_rels/slideLayout129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2.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2.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2.xml"/></Relationships>
</file>

<file path=ppt/slideLayouts/_rels/slideLayout132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2.xml"/></Relationships>
</file>

<file path=ppt/slideLayouts/_rels/slideLayout132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2.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2.xml"/></Relationships>
</file>

<file path=ppt/slideLayouts/_rels/slideLayout132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2.xml"/></Relationships>
</file>

<file path=ppt/slideLayouts/_rels/slideLayout132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2.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3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2.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3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2.xml"/></Relationships>
</file>

<file path=ppt/slideLayouts/_rels/slideLayout13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3.xml"/></Relationships>
</file>

<file path=ppt/slideLayouts/_rels/slideLayout133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3.xml"/></Relationships>
</file>

<file path=ppt/slideLayouts/_rels/slideLayout133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3.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0.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3.xml"/></Relationships>
</file>

<file path=ppt/slideLayouts/_rels/slideLayout134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3.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3.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3.xml"/></Relationships>
</file>

<file path=ppt/slideLayouts/_rels/slideLayout137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3.xml"/></Relationships>
</file>

<file path=ppt/slideLayouts/_rels/slideLayout137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3.xml"/></Relationships>
</file>

<file path=ppt/slideLayouts/_rels/slideLayout137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3.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3.xml"/></Relationships>
</file>

<file path=ppt/slideLayouts/_rels/slideLayout137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3.xml"/></Relationships>
</file>

<file path=ppt/slideLayouts/_rels/slideLayout137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3.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38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38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4.xml"/></Relationships>
</file>

<file path=ppt/slideLayouts/_rels/slideLayout138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24.xml"/></Relationships>
</file>

<file path=ppt/slideLayouts/_rels/slideLayout138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24.xml"/></Relationships>
</file>

<file path=ppt/slideLayouts/_rels/slideLayout138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24.xml"/></Relationships>
</file>

<file path=ppt/slideLayouts/_rels/slideLayout139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24.xml"/><Relationship Id="rId4" Type="http://schemas.openxmlformats.org/officeDocument/2006/relationships/image" Target="../media/image6.jpeg"/></Relationships>
</file>

<file path=ppt/slideLayouts/_rels/slideLayout139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24.xml"/><Relationship Id="rId4" Type="http://schemas.openxmlformats.org/officeDocument/2006/relationships/image" Target="../media/image18.jpeg"/></Relationships>
</file>

<file path=ppt/slideLayouts/_rels/slideLayout139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4.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2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2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2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2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4.xml"/></Relationships>
</file>

<file path=ppt/slideLayouts/_rels/slideLayout142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4.xml"/></Relationships>
</file>

<file path=ppt/slideLayouts/_rels/slideLayout142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4.xml"/></Relationships>
</file>

<file path=ppt/slideLayouts/_rels/slideLayout142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4" Type="http://schemas.openxmlformats.org/officeDocument/2006/relationships/image" Target="../media/image19.jpeg"/></Relationships>
</file>

<file path=ppt/slideLayouts/_rels/slideLayout142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4" Type="http://schemas.openxmlformats.org/officeDocument/2006/relationships/image" Target="../media/image19.jpeg"/></Relationships>
</file>

<file path=ppt/slideLayouts/_rels/slideLayout142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24.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429.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24.xml"/></Relationships>
</file>

<file path=ppt/slideLayouts/_rels/slideLayout1430.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24.xml"/><Relationship Id="rId4" Type="http://schemas.openxmlformats.org/officeDocument/2006/relationships/image" Target="../media/image31.jpeg"/></Relationships>
</file>

<file path=ppt/slideLayouts/_rels/slideLayout143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24.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43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3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4" Type="http://schemas.openxmlformats.org/officeDocument/2006/relationships/image" Target="../media/image19.jpeg"/></Relationships>
</file>

<file path=ppt/slideLayouts/_rels/slideLayout143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3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4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4.xml"/></Relationships>
</file>

<file path=ppt/slideLayouts/_rels/slideLayout144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4.xml"/></Relationships>
</file>

<file path=ppt/slideLayouts/_rels/slideLayout145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4.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5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4.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4.xml"/></Relationships>
</file>

<file path=ppt/slideLayouts/_rels/slideLayout14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4.xml"/></Relationships>
</file>

<file path=ppt/slideLayouts/_rels/slideLayout145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6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4.xml"/></Relationships>
</file>

<file path=ppt/slideLayouts/_rels/slideLayout146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4.xml"/></Relationships>
</file>

<file path=ppt/slideLayouts/_rels/slideLayout146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6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46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46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6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5.xml"/></Relationships>
</file>

<file path=ppt/slideLayouts/_rels/slideLayout146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5.xml"/></Relationships>
</file>

<file path=ppt/slideLayouts/_rels/slideLayout14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5.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5.xml"/></Relationships>
</file>

<file path=ppt/slideLayouts/_rels/slideLayout147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5.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5.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5.xml"/></Relationships>
</file>

<file path=ppt/slideLayouts/_rels/slideLayout150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5.xml"/></Relationships>
</file>

<file path=ppt/slideLayouts/_rels/slideLayout150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5.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5.xml"/></Relationships>
</file>

<file path=ppt/slideLayouts/_rels/slideLayout150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5.xml"/></Relationships>
</file>

<file path=ppt/slideLayouts/_rels/slideLayout151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5.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5.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5.xml"/></Relationships>
</file>

<file path=ppt/slideLayouts/_rels/slideLayout15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6.xml"/></Relationships>
</file>

<file path=ppt/slideLayouts/_rels/slideLayout151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6.xml"/></Relationships>
</file>

<file path=ppt/slideLayouts/_rels/slideLayout152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6.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6.xml"/></Relationships>
</file>

<file path=ppt/slideLayouts/_rels/slideLayout152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6.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6.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6.xml"/></Relationships>
</file>

<file path=ppt/slideLayouts/_rels/slideLayout15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6.xml"/></Relationships>
</file>

<file path=ppt/slideLayouts/_rels/slideLayout155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6.xml"/></Relationships>
</file>

<file path=ppt/slideLayouts/_rels/slideLayout155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6.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6.xml"/></Relationships>
</file>

<file path=ppt/slideLayouts/_rels/slideLayout156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6.xml"/></Relationships>
</file>

<file path=ppt/slideLayouts/_rels/slideLayout156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6.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56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56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7.xml"/></Relationships>
</file>

<file path=ppt/slideLayouts/_rels/slideLayout157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27.xml"/></Relationships>
</file>

<file path=ppt/slideLayouts/_rels/slideLayout157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27.xml"/></Relationships>
</file>

<file path=ppt/slideLayouts/_rels/slideLayout157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27.xml"/></Relationships>
</file>

<file path=ppt/slideLayouts/_rels/slideLayout157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27.xml"/><Relationship Id="rId4" Type="http://schemas.openxmlformats.org/officeDocument/2006/relationships/image" Target="../media/image6.jpeg"/></Relationships>
</file>

<file path=ppt/slideLayouts/_rels/slideLayout157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27.xml"/><Relationship Id="rId4" Type="http://schemas.openxmlformats.org/officeDocument/2006/relationships/image" Target="../media/image18.jpeg"/></Relationships>
</file>

<file path=ppt/slideLayouts/_rels/slideLayout157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7.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59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60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60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60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7.xml"/></Relationships>
</file>

<file path=ppt/slideLayouts/_rels/slideLayout160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7.xml"/></Relationships>
</file>

<file path=ppt/slideLayouts/_rels/slideLayout1608.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7.xml"/></Relationships>
</file>

<file path=ppt/slideLayouts/_rels/slideLayout160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4" Type="http://schemas.openxmlformats.org/officeDocument/2006/relationships/image" Target="../media/image19.jpeg"/></Relationships>
</file>

<file path=ppt/slideLayouts/_rels/slideLayout161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4" Type="http://schemas.openxmlformats.org/officeDocument/2006/relationships/image" Target="../media/image19.jpeg"/></Relationships>
</file>

<file path=ppt/slideLayouts/_rels/slideLayout161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27.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612.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27.xml"/></Relationships>
</file>

<file path=ppt/slideLayouts/_rels/slideLayout1613.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27.xml"/><Relationship Id="rId4" Type="http://schemas.openxmlformats.org/officeDocument/2006/relationships/image" Target="../media/image31.jpeg"/></Relationships>
</file>

<file path=ppt/slideLayouts/_rels/slideLayout1614.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27.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61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61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4" Type="http://schemas.openxmlformats.org/officeDocument/2006/relationships/image" Target="../media/image19.jpeg"/></Relationships>
</file>

<file path=ppt/slideLayouts/_rels/slideLayout161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61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3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3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7.xml"/></Relationships>
</file>

<file path=ppt/slideLayouts/_rels/slideLayout163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7.xml"/></Relationships>
</file>

<file path=ppt/slideLayouts/_rels/slideLayout1633.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7.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3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7.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7.xml"/></Relationships>
</file>

<file path=ppt/slideLayouts/_rels/slideLayout164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7.xml"/></Relationships>
</file>

<file path=ppt/slideLayouts/_rels/slideLayout164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4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4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7.xml"/></Relationships>
</file>

<file path=ppt/slideLayouts/_rels/slideLayout164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7.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4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64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64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8.xml"/></Relationships>
</file>

<file path=ppt/slideLayouts/_rels/slideLayout165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8.xml"/></Relationships>
</file>

<file path=ppt/slideLayouts/_rels/slideLayout165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8.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8.xml"/></Relationships>
</file>

<file path=ppt/slideLayouts/_rels/slideLayout165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8.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8.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8.xml"/></Relationships>
</file>

<file path=ppt/slideLayouts/_rels/slideLayout168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8.xml"/></Relationships>
</file>

<file path=ppt/slideLayouts/_rels/slideLayout168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8.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8.xml"/></Relationships>
</file>

<file path=ppt/slideLayouts/_rels/slideLayout169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8.xml"/></Relationships>
</file>

<file path=ppt/slideLayouts/_rels/slideLayout169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8.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8.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70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8.xml"/></Relationships>
</file>

<file path=ppt/slideLayouts/_rels/slideLayout170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9.xml"/></Relationships>
</file>

<file path=ppt/slideLayouts/_rels/slideLayout170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9.xml"/></Relationships>
</file>

<file path=ppt/slideLayouts/_rels/slideLayout170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9.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9.xml"/></Relationships>
</file>

<file path=ppt/slideLayouts/_rels/slideLayout170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9.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9.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9.xml"/></Relationships>
</file>

<file path=ppt/slideLayouts/_rels/slideLayout173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9.xml"/></Relationships>
</file>

<file path=ppt/slideLayouts/_rels/slideLayout173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9.xml"/></Relationships>
</file>

<file path=ppt/slideLayouts/_rels/slideLayout173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9.xml"/></Relationships>
</file>

<file path=ppt/slideLayouts/_rels/slideLayout174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9.xml"/></Relationships>
</file>

<file path=ppt/slideLayouts/_rels/slideLayout174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9.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5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75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75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0.xml"/></Relationships>
</file>

<file path=ppt/slideLayouts/_rels/slideLayout175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30.xml"/></Relationships>
</file>

<file path=ppt/slideLayouts/_rels/slideLayout175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30.xml"/></Relationships>
</file>

<file path=ppt/slideLayouts/_rels/slideLayout175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30.xml"/></Relationships>
</file>

<file path=ppt/slideLayouts/_rels/slideLayout175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30.xml"/><Relationship Id="rId4" Type="http://schemas.openxmlformats.org/officeDocument/2006/relationships/image" Target="../media/image6.jpeg"/></Relationships>
</file>

<file path=ppt/slideLayouts/_rels/slideLayout175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30.xml"/><Relationship Id="rId4" Type="http://schemas.openxmlformats.org/officeDocument/2006/relationships/image" Target="../media/image18.jpeg"/></Relationships>
</file>

<file path=ppt/slideLayouts/_rels/slideLayout175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0.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8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0.xml"/></Relationships>
</file>

<file path=ppt/slideLayouts/_rels/slideLayout179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0.xml"/></Relationships>
</file>

<file path=ppt/slideLayouts/_rels/slideLayout1791.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30.xml"/></Relationships>
</file>

<file path=ppt/slideLayouts/_rels/slideLayout179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4" Type="http://schemas.openxmlformats.org/officeDocument/2006/relationships/image" Target="../media/image19.jpeg"/></Relationships>
</file>

<file path=ppt/slideLayouts/_rels/slideLayout179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4" Type="http://schemas.openxmlformats.org/officeDocument/2006/relationships/image" Target="../media/image19.jpeg"/></Relationships>
</file>

<file path=ppt/slideLayouts/_rels/slideLayout179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30.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795.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30.xml"/></Relationships>
</file>

<file path=ppt/slideLayouts/_rels/slideLayout1796.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30.xml"/><Relationship Id="rId4" Type="http://schemas.openxmlformats.org/officeDocument/2006/relationships/image" Target="../media/image31.jpeg"/></Relationships>
</file>

<file path=ppt/slideLayouts/_rels/slideLayout1797.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30.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79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79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4" Type="http://schemas.openxmlformats.org/officeDocument/2006/relationships/image" Target="../media/image19.jpeg"/></Relationships>
</file>

<file path=ppt/slideLayouts/_rels/slideLayout180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80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81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0.xml"/></Relationships>
</file>

<file path=ppt/slideLayouts/_rels/slideLayout181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0.xml"/></Relationships>
</file>

<file path=ppt/slideLayouts/_rels/slideLayout181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30.xml"/></Relationships>
</file>

<file path=ppt/slideLayouts/_rels/slideLayout18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0.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0.xml"/></Relationships>
</file>

<file path=ppt/slideLayouts/_rels/slideLayout182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0.xml"/></Relationships>
</file>

<file path=ppt/slideLayouts/_rels/slideLayout182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0.xml"/></Relationships>
</file>

<file path=ppt/slideLayouts/_rels/slideLayout182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0.xml"/></Relationships>
</file>

<file path=ppt/slideLayouts/_rels/slideLayout182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2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3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83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83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83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3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31.xml"/></Relationships>
</file>

<file path=ppt/slideLayouts/_rels/slideLayout183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1.xml"/></Relationships>
</file>

<file path=ppt/slideLayouts/_rels/slideLayout183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1.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3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1.xml"/></Relationships>
</file>

<file path=ppt/slideLayouts/_rels/slideLayout184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1.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1.xml"/></Relationships>
</file>

<file path=ppt/slideLayouts/_rels/slideLayout186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1.xml"/></Relationships>
</file>

<file path=ppt/slideLayouts/_rels/slideLayout186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1.xml"/></Relationships>
</file>

<file path=ppt/slideLayouts/_rels/slideLayout187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1.xml"/></Relationships>
</file>

<file path=ppt/slideLayouts/_rels/slideLayout187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1.xml"/></Relationships>
</file>

<file path=ppt/slideLayouts/_rels/slideLayout187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1.xml"/></Relationships>
</file>

<file path=ppt/slideLayouts/_rels/slideLayout187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31.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1.xml"/></Relationships>
</file>

<file path=ppt/slideLayouts/_rels/slideLayout188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8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8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8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1.xml"/></Relationships>
</file>

<file path=ppt/slideLayouts/_rels/slideLayout188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32.xml"/></Relationships>
</file>

<file path=ppt/slideLayouts/_rels/slideLayout188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2.xml"/></Relationships>
</file>

<file path=ppt/slideLayouts/_rels/slideLayout188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2.xml"/></Relationships>
</file>

<file path=ppt/slideLayouts/_rels/slideLayout188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8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8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2.xml"/></Relationships>
</file>

<file path=ppt/slideLayouts/_rels/slideLayout189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2.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2.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2.xml"/></Relationships>
</file>

<file path=ppt/slideLayouts/_rels/slideLayout191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2.xml"/></Relationships>
</file>

<file path=ppt/slideLayouts/_rels/slideLayout192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2.xml"/></Relationships>
</file>

<file path=ppt/slideLayouts/_rels/slideLayout192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2.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2.xml"/></Relationships>
</file>

<file path=ppt/slideLayouts/_rels/slideLayout192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2.xml"/></Relationships>
</file>

<file path=ppt/slideLayouts/_rels/slideLayout192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32.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193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193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3.xml"/></Relationships>
</file>

<file path=ppt/slideLayouts/_rels/slideLayout193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33.xml"/></Relationships>
</file>

<file path=ppt/slideLayouts/_rels/slideLayout193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33.xml"/></Relationships>
</file>

<file path=ppt/slideLayouts/_rels/slideLayout193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33.xml"/></Relationships>
</file>

<file path=ppt/slideLayouts/_rels/slideLayout193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33.xml"/><Relationship Id="rId4" Type="http://schemas.openxmlformats.org/officeDocument/2006/relationships/image" Target="../media/image6.jpeg"/></Relationships>
</file>

<file path=ppt/slideLayouts/_rels/slideLayout194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33.xml"/><Relationship Id="rId4" Type="http://schemas.openxmlformats.org/officeDocument/2006/relationships/image" Target="../media/image18.jpeg"/></Relationships>
</file>

<file path=ppt/slideLayouts/_rels/slideLayout194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3.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6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7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7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7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3.xml"/></Relationships>
</file>

<file path=ppt/slideLayouts/_rels/slideLayout197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3.xml"/></Relationships>
</file>

<file path=ppt/slideLayouts/_rels/slideLayout1974.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33.xml"/></Relationships>
</file>

<file path=ppt/slideLayouts/_rels/slideLayout197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4" Type="http://schemas.openxmlformats.org/officeDocument/2006/relationships/image" Target="../media/image19.jpeg"/></Relationships>
</file>

<file path=ppt/slideLayouts/_rels/slideLayout197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4" Type="http://schemas.openxmlformats.org/officeDocument/2006/relationships/image" Target="../media/image19.jpeg"/></Relationships>
</file>

<file path=ppt/slideLayouts/_rels/slideLayout197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33.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978.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33.xml"/></Relationships>
</file>

<file path=ppt/slideLayouts/_rels/slideLayout1979.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33.xml"/><Relationship Id="rId4" Type="http://schemas.openxmlformats.org/officeDocument/2006/relationships/image" Target="../media/image31.jpeg"/></Relationships>
</file>

<file path=ppt/slideLayouts/_rels/slideLayout1980.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33.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98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98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4" Type="http://schemas.openxmlformats.org/officeDocument/2006/relationships/image" Target="../media/image19.jpeg"/></Relationships>
</file>

<file path=ppt/slideLayouts/_rels/slideLayout198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98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9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3.xml"/></Relationships>
</file>

<file path=ppt/slideLayouts/_rels/slideLayout199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3.xml"/></Relationships>
</file>

<file path=ppt/slideLayouts/_rels/slideLayout199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33.xml"/></Relationships>
</file>

<file path=ppt/slideLayouts/_rels/slideLayout200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0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0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3.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3.xml"/></Relationships>
</file>

<file path=ppt/slideLayouts/_rels/slideLayout200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3.xml"/></Relationships>
</file>

<file path=ppt/slideLayouts/_rels/slideLayout200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3.xml"/></Relationships>
</file>

<file path=ppt/slideLayouts/_rels/slideLayout201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3.xml"/></Relationships>
</file>

<file path=ppt/slideLayouts/_rels/slideLayout201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1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201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201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201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27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2.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408.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409.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10.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412.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7.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0.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1.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2.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460.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61.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462.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82.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57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591.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592.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593.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594.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59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60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01.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602.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603.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2.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1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1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20.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62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4.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643.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644.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64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7.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658.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662.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663.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664.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665.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66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6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66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2.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673.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674.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675.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676.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678.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679.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680.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681.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683.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684.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685.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686.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68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88.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689.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690.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691.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692.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693.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696.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697.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698.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699.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700.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705.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706.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707.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708.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709.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710.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711.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712.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0.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723.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732.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2.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3.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4.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5.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747.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748.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74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75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4.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8.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9.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771.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772.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3.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774.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775.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776.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777.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778.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77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782.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83.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78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785.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786.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787.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788.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89.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0.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1.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2.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3.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4.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5.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6.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7.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798.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79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80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4.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81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8.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9.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0.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822.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823.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4.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825.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826.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827.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828.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82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83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832.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3.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5.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6.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7.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8.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9.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40.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41.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842.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843.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844.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845.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846.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847.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849.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85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85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85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6.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857.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858.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859.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860.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861.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862.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863.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864.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865.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866.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867.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868.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869.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870.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871.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72.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873.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874.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875.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876.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878.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879.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880.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884.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885.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886.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887.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888.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88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890.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891.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892.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893.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894.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895.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896.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901.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2.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3.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4.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905.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6.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907.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8.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909.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1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911.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912.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913.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914.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915.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916.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91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918.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919.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920.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921.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2.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3.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4.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5.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6.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7.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8.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9.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30.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931.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932.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933.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934.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5.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6.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7.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8.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39.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0.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1.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2.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3.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4.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5.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6.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947.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8.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9.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0.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1.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2.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3.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4.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955.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956.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7.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958.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959.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960.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961.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962.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963.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965.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966.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67.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968.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969.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970.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971.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972.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3.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4.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5.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6.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7.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8.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9.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0.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1.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982.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983.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984.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5.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6.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7.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8.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9.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0.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1.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2.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3.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4.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5.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6.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997.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8.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9.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0.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1.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2.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3.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4.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5.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006.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007.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8.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009.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010.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011.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012.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013.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015.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7.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8.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9.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0.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1.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2.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3.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4.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5.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26.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27.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28.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029.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030.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031.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032.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033.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03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03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3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03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3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3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40.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041.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042.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043.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44.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045.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046.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47.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048.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049.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050.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051.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052.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053.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054.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055.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056.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057.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058.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059.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060.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061.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062.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063.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064.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065.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066.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067.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068.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069.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070.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071.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072.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073.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074.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075.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076.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077.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078.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079.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080.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081.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082.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083.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084.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085.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86.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87.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88.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089.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90.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091.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92.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093.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94.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095.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96.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097.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098.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099.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100.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10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102.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103.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104.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105.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6.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7.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8.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9.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0.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1.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2.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3.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4.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115.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116.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117.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118.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19.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20.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21.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22.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13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6.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7.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139.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140.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41.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142.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143.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144.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145.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146.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14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14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14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150.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15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15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15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15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15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16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167.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168.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69.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70.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71.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72.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18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6.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7.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8.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190.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191.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92.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193.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194.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195.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196.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19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19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19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200.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1.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3.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4.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5.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6.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7.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8.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9.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210.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211.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212.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213.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214.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215.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216.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217.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21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21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22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4.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225.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226.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227.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28.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229.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230.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31.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232.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233.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234.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235.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236.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237.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238.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23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240.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241.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242.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243.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244.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245.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246.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247.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248.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249.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250.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251.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252.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253.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254.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255.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256.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25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258.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259.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260.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261.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262.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263.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264.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265.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266.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267.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268.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269.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0.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1.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2.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273.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4.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275.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6.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277.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8.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279.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80.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281.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282.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283.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284.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28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86.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287.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288.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289.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0.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1.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2.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3.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4.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5.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6.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7.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8.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299.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300.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30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30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6.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31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20.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21.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2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323.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324.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25.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326.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327.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328.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329.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330.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33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33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33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334.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35.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33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37.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338.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339.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340.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1.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2.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3.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4.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5.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6.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7.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8.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9.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350.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35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35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6.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36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0.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1.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2.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3.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374.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375.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6.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377.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378.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379.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380.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38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38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38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384.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5.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7.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8.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9.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90.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91.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92.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93.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394.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395.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396.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397.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398.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399.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400.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401.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40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40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40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8.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409.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410.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411.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412.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413.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414.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415.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416.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417.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418.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419.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420.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421.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422.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42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24.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425.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426.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27.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28.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429.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430.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431.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432.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433.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434.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435.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436.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437.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438.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439.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440.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44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442.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443.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444.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445.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446.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447.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448.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449.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450.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451.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452.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453.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4.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5.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6.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457.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8.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459.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60.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461.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6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463.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464.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465.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466.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467.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468.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46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470.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471.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472.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473.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4.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5.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6.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7.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8.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9.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80.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81.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82.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483.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484.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48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48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90.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1.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2.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3.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4.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5.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6.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7.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498.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9.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0.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1.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2.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3.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4.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5.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506.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507.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8.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509.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510.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511.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12.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513.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514.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515.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516.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517.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18.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51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20.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521.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522.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523.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4.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5.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6.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7.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8.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9.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30.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31.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32.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533.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534.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535.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6.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7.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8.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9.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0.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1.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2.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3.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4.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5.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6.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7.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548.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9.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0.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1.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2.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3.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4.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5.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557.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558.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9.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560.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561.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562.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63.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564.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565.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566.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567.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68.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6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0.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1.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2.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3.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4.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5.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6.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577.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578.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579.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580.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581.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582.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583.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584.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58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58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8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58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8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9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91.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592.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593.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594.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595.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596.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97.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598.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599.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600.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601.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602.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603.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604.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605.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60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07.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608.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609.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610.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611.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612.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613.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614.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615.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616.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617.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618.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619.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620.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621.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622.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623.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624.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625.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626.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627.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628.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629.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30.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31.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632.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633.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634.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635.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636.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7.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8.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9.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640.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41.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642.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43.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644.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4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646.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647.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648.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649.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650.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65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65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65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65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65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65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66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667.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668.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66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70.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71.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72.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7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68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6.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7.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689.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690.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91.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692.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693.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694.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695.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696.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69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69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69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700.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70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0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70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70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70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71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717.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718.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19.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20.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21.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22.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73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6.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7.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8.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740.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741.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42.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743.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744.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745.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746.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74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74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74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750.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1.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3.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4.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5.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6.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7.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8.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9.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60.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61.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62.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763.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764.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765.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766.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767.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76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76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77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4.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775.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776.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777.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78.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779.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780.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81.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782.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783.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784.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785.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786.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787.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788.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78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90.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791.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792.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793.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794.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795.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796.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797.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798.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799.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800.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801.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802.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803.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804.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805.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806.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80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808.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809.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810.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811.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812.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813.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814.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815.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816.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817.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818.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819.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0.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1.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2.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823.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4.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825.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6.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827.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8.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829.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830.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831.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832.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833.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834.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83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836.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837.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838.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839.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0.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1.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2.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3.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4.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5.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6.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7.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8.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849.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50.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5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5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6.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7.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8.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9.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0.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1.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2.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3.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864.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5.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6.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7.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8.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9.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70.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7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872.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873.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74.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875.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876.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877.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878.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879.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880.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881.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882.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883.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84.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88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886.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887.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888.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889.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0.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1.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2.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3.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4.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5.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6.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7.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8.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899.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900.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901.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2.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3.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4.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5.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6.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7.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8.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9.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0.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1.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2.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3.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914.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5.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6.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7.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8.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9.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0.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1.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923.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924.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5.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926.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927.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928.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929.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930.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931.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932.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933.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4.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6.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7.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8.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9.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40.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41.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42.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43.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44.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45.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946.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947.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948.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949.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950.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95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95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95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7.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958.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959.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960.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61.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962.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963.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64.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965.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966.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967.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968.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969.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970.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971.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97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73.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974.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975.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976.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977.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978.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979.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980.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981.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982.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983.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984.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985.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986.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987.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988.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989.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990.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991.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992.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993.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994.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995.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996.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997.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998.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999.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2000.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2001.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2002.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3.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4.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5.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2006.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7.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2008.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9.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2010.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1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2012.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013.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2014.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2015.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016.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62.xml"/><Relationship Id="rId18" Type="http://schemas.openxmlformats.org/officeDocument/2006/relationships/slideLayout" Target="../slideLayouts/slideLayout67.xml"/><Relationship Id="rId26" Type="http://schemas.openxmlformats.org/officeDocument/2006/relationships/slideLayout" Target="../slideLayouts/slideLayout75.xml"/><Relationship Id="rId39" Type="http://schemas.openxmlformats.org/officeDocument/2006/relationships/slideLayout" Target="../slideLayouts/slideLayout88.xml"/><Relationship Id="rId21" Type="http://schemas.openxmlformats.org/officeDocument/2006/relationships/slideLayout" Target="../slideLayouts/slideLayout70.xml"/><Relationship Id="rId34" Type="http://schemas.openxmlformats.org/officeDocument/2006/relationships/slideLayout" Target="../slideLayouts/slideLayout83.xml"/><Relationship Id="rId42" Type="http://schemas.openxmlformats.org/officeDocument/2006/relationships/slideLayout" Target="../slideLayouts/slideLayout91.xml"/><Relationship Id="rId47" Type="http://schemas.openxmlformats.org/officeDocument/2006/relationships/slideLayout" Target="../slideLayouts/slideLayout96.xml"/><Relationship Id="rId50" Type="http://schemas.openxmlformats.org/officeDocument/2006/relationships/theme" Target="../theme/theme2.xml"/><Relationship Id="rId7" Type="http://schemas.openxmlformats.org/officeDocument/2006/relationships/slideLayout" Target="../slideLayouts/slideLayout56.xml"/><Relationship Id="rId2" Type="http://schemas.openxmlformats.org/officeDocument/2006/relationships/slideLayout" Target="../slideLayouts/slideLayout51.xml"/><Relationship Id="rId16" Type="http://schemas.openxmlformats.org/officeDocument/2006/relationships/slideLayout" Target="../slideLayouts/slideLayout65.xml"/><Relationship Id="rId29" Type="http://schemas.openxmlformats.org/officeDocument/2006/relationships/slideLayout" Target="../slideLayouts/slideLayout78.xml"/><Relationship Id="rId11" Type="http://schemas.openxmlformats.org/officeDocument/2006/relationships/slideLayout" Target="../slideLayouts/slideLayout60.xml"/><Relationship Id="rId24" Type="http://schemas.openxmlformats.org/officeDocument/2006/relationships/slideLayout" Target="../slideLayouts/slideLayout73.xml"/><Relationship Id="rId32" Type="http://schemas.openxmlformats.org/officeDocument/2006/relationships/slideLayout" Target="../slideLayouts/slideLayout81.xml"/><Relationship Id="rId37" Type="http://schemas.openxmlformats.org/officeDocument/2006/relationships/slideLayout" Target="../slideLayouts/slideLayout86.xml"/><Relationship Id="rId40" Type="http://schemas.openxmlformats.org/officeDocument/2006/relationships/slideLayout" Target="../slideLayouts/slideLayout89.xml"/><Relationship Id="rId45" Type="http://schemas.openxmlformats.org/officeDocument/2006/relationships/slideLayout" Target="../slideLayouts/slideLayout94.xml"/><Relationship Id="rId5" Type="http://schemas.openxmlformats.org/officeDocument/2006/relationships/slideLayout" Target="../slideLayouts/slideLayout54.xml"/><Relationship Id="rId15" Type="http://schemas.openxmlformats.org/officeDocument/2006/relationships/slideLayout" Target="../slideLayouts/slideLayout64.xml"/><Relationship Id="rId23" Type="http://schemas.openxmlformats.org/officeDocument/2006/relationships/slideLayout" Target="../slideLayouts/slideLayout72.xml"/><Relationship Id="rId28" Type="http://schemas.openxmlformats.org/officeDocument/2006/relationships/slideLayout" Target="../slideLayouts/slideLayout77.xml"/><Relationship Id="rId36" Type="http://schemas.openxmlformats.org/officeDocument/2006/relationships/slideLayout" Target="../slideLayouts/slideLayout85.xml"/><Relationship Id="rId49" Type="http://schemas.openxmlformats.org/officeDocument/2006/relationships/slideLayout" Target="../slideLayouts/slideLayout98.xml"/><Relationship Id="rId10" Type="http://schemas.openxmlformats.org/officeDocument/2006/relationships/slideLayout" Target="../slideLayouts/slideLayout59.xml"/><Relationship Id="rId19" Type="http://schemas.openxmlformats.org/officeDocument/2006/relationships/slideLayout" Target="../slideLayouts/slideLayout68.xml"/><Relationship Id="rId31" Type="http://schemas.openxmlformats.org/officeDocument/2006/relationships/slideLayout" Target="../slideLayouts/slideLayout80.xml"/><Relationship Id="rId44" Type="http://schemas.openxmlformats.org/officeDocument/2006/relationships/slideLayout" Target="../slideLayouts/slideLayout93.xml"/><Relationship Id="rId4" Type="http://schemas.openxmlformats.org/officeDocument/2006/relationships/slideLayout" Target="../slideLayouts/slideLayout53.xml"/><Relationship Id="rId9" Type="http://schemas.openxmlformats.org/officeDocument/2006/relationships/slideLayout" Target="../slideLayouts/slideLayout58.xml"/><Relationship Id="rId14" Type="http://schemas.openxmlformats.org/officeDocument/2006/relationships/slideLayout" Target="../slideLayouts/slideLayout63.xml"/><Relationship Id="rId22" Type="http://schemas.openxmlformats.org/officeDocument/2006/relationships/slideLayout" Target="../slideLayouts/slideLayout71.xml"/><Relationship Id="rId27" Type="http://schemas.openxmlformats.org/officeDocument/2006/relationships/slideLayout" Target="../slideLayouts/slideLayout76.xml"/><Relationship Id="rId30" Type="http://schemas.openxmlformats.org/officeDocument/2006/relationships/slideLayout" Target="../slideLayouts/slideLayout79.xml"/><Relationship Id="rId35" Type="http://schemas.openxmlformats.org/officeDocument/2006/relationships/slideLayout" Target="../slideLayouts/slideLayout84.xml"/><Relationship Id="rId43" Type="http://schemas.openxmlformats.org/officeDocument/2006/relationships/slideLayout" Target="../slideLayouts/slideLayout92.xml"/><Relationship Id="rId48" Type="http://schemas.openxmlformats.org/officeDocument/2006/relationships/slideLayout" Target="../slideLayouts/slideLayout97.xml"/><Relationship Id="rId8" Type="http://schemas.openxmlformats.org/officeDocument/2006/relationships/slideLayout" Target="../slideLayouts/slideLayout57.xml"/><Relationship Id="rId3" Type="http://schemas.openxmlformats.org/officeDocument/2006/relationships/slideLayout" Target="../slideLayouts/slideLayout52.xml"/><Relationship Id="rId12" Type="http://schemas.openxmlformats.org/officeDocument/2006/relationships/slideLayout" Target="../slideLayouts/slideLayout61.xml"/><Relationship Id="rId17" Type="http://schemas.openxmlformats.org/officeDocument/2006/relationships/slideLayout" Target="../slideLayouts/slideLayout66.xml"/><Relationship Id="rId25" Type="http://schemas.openxmlformats.org/officeDocument/2006/relationships/slideLayout" Target="../slideLayouts/slideLayout74.xml"/><Relationship Id="rId33" Type="http://schemas.openxmlformats.org/officeDocument/2006/relationships/slideLayout" Target="../slideLayouts/slideLayout82.xml"/><Relationship Id="rId38" Type="http://schemas.openxmlformats.org/officeDocument/2006/relationships/slideLayout" Target="../slideLayouts/slideLayout87.xml"/><Relationship Id="rId46" Type="http://schemas.openxmlformats.org/officeDocument/2006/relationships/slideLayout" Target="../slideLayouts/slideLayout95.xml"/><Relationship Id="rId20" Type="http://schemas.openxmlformats.org/officeDocument/2006/relationships/slideLayout" Target="../slideLayouts/slideLayout69.xml"/><Relationship Id="rId41" Type="http://schemas.openxmlformats.org/officeDocument/2006/relationships/slideLayout" Target="../slideLayouts/slideLayout90.xml"/><Relationship Id="rId1" Type="http://schemas.openxmlformats.org/officeDocument/2006/relationships/slideLayout" Target="../slideLayouts/slideLayout50.xml"/><Relationship Id="rId6" Type="http://schemas.openxmlformats.org/officeDocument/2006/relationships/slideLayout" Target="../slideLayouts/slideLayout55.xml"/></Relationships>
</file>

<file path=ppt/slideMasters/_rels/slideMaster3.xml.rels><?xml version="1.0" encoding="UTF-8" standalone="yes"?>
<Relationships xmlns="http://schemas.openxmlformats.org/package/2006/relationships"><Relationship Id="rId26" Type="http://schemas.openxmlformats.org/officeDocument/2006/relationships/slideLayout" Target="../slideLayouts/slideLayout124.xml"/><Relationship Id="rId21" Type="http://schemas.openxmlformats.org/officeDocument/2006/relationships/slideLayout" Target="../slideLayouts/slideLayout119.xml"/><Relationship Id="rId42" Type="http://schemas.openxmlformats.org/officeDocument/2006/relationships/slideLayout" Target="../slideLayouts/slideLayout140.xml"/><Relationship Id="rId47" Type="http://schemas.openxmlformats.org/officeDocument/2006/relationships/slideLayout" Target="../slideLayouts/slideLayout145.xml"/><Relationship Id="rId63" Type="http://schemas.openxmlformats.org/officeDocument/2006/relationships/slideLayout" Target="../slideLayouts/slideLayout161.xml"/><Relationship Id="rId68" Type="http://schemas.openxmlformats.org/officeDocument/2006/relationships/slideLayout" Target="../slideLayouts/slideLayout166.xml"/><Relationship Id="rId84" Type="http://schemas.openxmlformats.org/officeDocument/2006/relationships/slideLayout" Target="../slideLayouts/slideLayout182.xml"/><Relationship Id="rId16" Type="http://schemas.openxmlformats.org/officeDocument/2006/relationships/slideLayout" Target="../slideLayouts/slideLayout114.xml"/><Relationship Id="rId11" Type="http://schemas.openxmlformats.org/officeDocument/2006/relationships/slideLayout" Target="../slideLayouts/slideLayout109.xml"/><Relationship Id="rId32" Type="http://schemas.openxmlformats.org/officeDocument/2006/relationships/slideLayout" Target="../slideLayouts/slideLayout130.xml"/><Relationship Id="rId37" Type="http://schemas.openxmlformats.org/officeDocument/2006/relationships/slideLayout" Target="../slideLayouts/slideLayout135.xml"/><Relationship Id="rId53" Type="http://schemas.openxmlformats.org/officeDocument/2006/relationships/slideLayout" Target="../slideLayouts/slideLayout151.xml"/><Relationship Id="rId58" Type="http://schemas.openxmlformats.org/officeDocument/2006/relationships/slideLayout" Target="../slideLayouts/slideLayout156.xml"/><Relationship Id="rId74" Type="http://schemas.openxmlformats.org/officeDocument/2006/relationships/slideLayout" Target="../slideLayouts/slideLayout172.xml"/><Relationship Id="rId79" Type="http://schemas.openxmlformats.org/officeDocument/2006/relationships/slideLayout" Target="../slideLayouts/slideLayout177.xml"/><Relationship Id="rId5" Type="http://schemas.openxmlformats.org/officeDocument/2006/relationships/slideLayout" Target="../slideLayouts/slideLayout103.xml"/><Relationship Id="rId19" Type="http://schemas.openxmlformats.org/officeDocument/2006/relationships/slideLayout" Target="../slideLayouts/slideLayout117.xml"/><Relationship Id="rId14" Type="http://schemas.openxmlformats.org/officeDocument/2006/relationships/slideLayout" Target="../slideLayouts/slideLayout112.xml"/><Relationship Id="rId22" Type="http://schemas.openxmlformats.org/officeDocument/2006/relationships/slideLayout" Target="../slideLayouts/slideLayout120.xml"/><Relationship Id="rId27" Type="http://schemas.openxmlformats.org/officeDocument/2006/relationships/slideLayout" Target="../slideLayouts/slideLayout125.xml"/><Relationship Id="rId30" Type="http://schemas.openxmlformats.org/officeDocument/2006/relationships/slideLayout" Target="../slideLayouts/slideLayout128.xml"/><Relationship Id="rId35" Type="http://schemas.openxmlformats.org/officeDocument/2006/relationships/slideLayout" Target="../slideLayouts/slideLayout133.xml"/><Relationship Id="rId43" Type="http://schemas.openxmlformats.org/officeDocument/2006/relationships/slideLayout" Target="../slideLayouts/slideLayout141.xml"/><Relationship Id="rId48" Type="http://schemas.openxmlformats.org/officeDocument/2006/relationships/slideLayout" Target="../slideLayouts/slideLayout146.xml"/><Relationship Id="rId56" Type="http://schemas.openxmlformats.org/officeDocument/2006/relationships/slideLayout" Target="../slideLayouts/slideLayout154.xml"/><Relationship Id="rId64" Type="http://schemas.openxmlformats.org/officeDocument/2006/relationships/slideLayout" Target="../slideLayouts/slideLayout162.xml"/><Relationship Id="rId69" Type="http://schemas.openxmlformats.org/officeDocument/2006/relationships/slideLayout" Target="../slideLayouts/slideLayout167.xml"/><Relationship Id="rId77" Type="http://schemas.openxmlformats.org/officeDocument/2006/relationships/slideLayout" Target="../slideLayouts/slideLayout175.xml"/><Relationship Id="rId8" Type="http://schemas.openxmlformats.org/officeDocument/2006/relationships/slideLayout" Target="../slideLayouts/slideLayout106.xml"/><Relationship Id="rId51" Type="http://schemas.openxmlformats.org/officeDocument/2006/relationships/slideLayout" Target="../slideLayouts/slideLayout149.xml"/><Relationship Id="rId72" Type="http://schemas.openxmlformats.org/officeDocument/2006/relationships/slideLayout" Target="../slideLayouts/slideLayout170.xml"/><Relationship Id="rId80" Type="http://schemas.openxmlformats.org/officeDocument/2006/relationships/slideLayout" Target="../slideLayouts/slideLayout178.xml"/><Relationship Id="rId85" Type="http://schemas.openxmlformats.org/officeDocument/2006/relationships/theme" Target="../theme/theme3.xml"/><Relationship Id="rId3" Type="http://schemas.openxmlformats.org/officeDocument/2006/relationships/slideLayout" Target="../slideLayouts/slideLayout101.xml"/><Relationship Id="rId12" Type="http://schemas.openxmlformats.org/officeDocument/2006/relationships/slideLayout" Target="../slideLayouts/slideLayout110.xml"/><Relationship Id="rId17" Type="http://schemas.openxmlformats.org/officeDocument/2006/relationships/slideLayout" Target="../slideLayouts/slideLayout115.xml"/><Relationship Id="rId25" Type="http://schemas.openxmlformats.org/officeDocument/2006/relationships/slideLayout" Target="../slideLayouts/slideLayout123.xml"/><Relationship Id="rId33" Type="http://schemas.openxmlformats.org/officeDocument/2006/relationships/slideLayout" Target="../slideLayouts/slideLayout131.xml"/><Relationship Id="rId38" Type="http://schemas.openxmlformats.org/officeDocument/2006/relationships/slideLayout" Target="../slideLayouts/slideLayout136.xml"/><Relationship Id="rId46" Type="http://schemas.openxmlformats.org/officeDocument/2006/relationships/slideLayout" Target="../slideLayouts/slideLayout144.xml"/><Relationship Id="rId59" Type="http://schemas.openxmlformats.org/officeDocument/2006/relationships/slideLayout" Target="../slideLayouts/slideLayout157.xml"/><Relationship Id="rId67" Type="http://schemas.openxmlformats.org/officeDocument/2006/relationships/slideLayout" Target="../slideLayouts/slideLayout165.xml"/><Relationship Id="rId20" Type="http://schemas.openxmlformats.org/officeDocument/2006/relationships/slideLayout" Target="../slideLayouts/slideLayout118.xml"/><Relationship Id="rId41" Type="http://schemas.openxmlformats.org/officeDocument/2006/relationships/slideLayout" Target="../slideLayouts/slideLayout139.xml"/><Relationship Id="rId54" Type="http://schemas.openxmlformats.org/officeDocument/2006/relationships/slideLayout" Target="../slideLayouts/slideLayout152.xml"/><Relationship Id="rId62" Type="http://schemas.openxmlformats.org/officeDocument/2006/relationships/slideLayout" Target="../slideLayouts/slideLayout160.xml"/><Relationship Id="rId70" Type="http://schemas.openxmlformats.org/officeDocument/2006/relationships/slideLayout" Target="../slideLayouts/slideLayout168.xml"/><Relationship Id="rId75" Type="http://schemas.openxmlformats.org/officeDocument/2006/relationships/slideLayout" Target="../slideLayouts/slideLayout173.xml"/><Relationship Id="rId83" Type="http://schemas.openxmlformats.org/officeDocument/2006/relationships/slideLayout" Target="../slideLayouts/slideLayout181.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5" Type="http://schemas.openxmlformats.org/officeDocument/2006/relationships/slideLayout" Target="../slideLayouts/slideLayout113.xml"/><Relationship Id="rId23" Type="http://schemas.openxmlformats.org/officeDocument/2006/relationships/slideLayout" Target="../slideLayouts/slideLayout121.xml"/><Relationship Id="rId28" Type="http://schemas.openxmlformats.org/officeDocument/2006/relationships/slideLayout" Target="../slideLayouts/slideLayout126.xml"/><Relationship Id="rId36" Type="http://schemas.openxmlformats.org/officeDocument/2006/relationships/slideLayout" Target="../slideLayouts/slideLayout134.xml"/><Relationship Id="rId49" Type="http://schemas.openxmlformats.org/officeDocument/2006/relationships/slideLayout" Target="../slideLayouts/slideLayout147.xml"/><Relationship Id="rId57" Type="http://schemas.openxmlformats.org/officeDocument/2006/relationships/slideLayout" Target="../slideLayouts/slideLayout155.xml"/><Relationship Id="rId10" Type="http://schemas.openxmlformats.org/officeDocument/2006/relationships/slideLayout" Target="../slideLayouts/slideLayout108.xml"/><Relationship Id="rId31" Type="http://schemas.openxmlformats.org/officeDocument/2006/relationships/slideLayout" Target="../slideLayouts/slideLayout129.xml"/><Relationship Id="rId44" Type="http://schemas.openxmlformats.org/officeDocument/2006/relationships/slideLayout" Target="../slideLayouts/slideLayout142.xml"/><Relationship Id="rId52" Type="http://schemas.openxmlformats.org/officeDocument/2006/relationships/slideLayout" Target="../slideLayouts/slideLayout150.xml"/><Relationship Id="rId60" Type="http://schemas.openxmlformats.org/officeDocument/2006/relationships/slideLayout" Target="../slideLayouts/slideLayout158.xml"/><Relationship Id="rId65" Type="http://schemas.openxmlformats.org/officeDocument/2006/relationships/slideLayout" Target="../slideLayouts/slideLayout163.xml"/><Relationship Id="rId73" Type="http://schemas.openxmlformats.org/officeDocument/2006/relationships/slideLayout" Target="../slideLayouts/slideLayout171.xml"/><Relationship Id="rId78" Type="http://schemas.openxmlformats.org/officeDocument/2006/relationships/slideLayout" Target="../slideLayouts/slideLayout176.xml"/><Relationship Id="rId81" Type="http://schemas.openxmlformats.org/officeDocument/2006/relationships/slideLayout" Target="../slideLayouts/slideLayout179.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13" Type="http://schemas.openxmlformats.org/officeDocument/2006/relationships/slideLayout" Target="../slideLayouts/slideLayout111.xml"/><Relationship Id="rId18" Type="http://schemas.openxmlformats.org/officeDocument/2006/relationships/slideLayout" Target="../slideLayouts/slideLayout116.xml"/><Relationship Id="rId39" Type="http://schemas.openxmlformats.org/officeDocument/2006/relationships/slideLayout" Target="../slideLayouts/slideLayout137.xml"/><Relationship Id="rId34" Type="http://schemas.openxmlformats.org/officeDocument/2006/relationships/slideLayout" Target="../slideLayouts/slideLayout132.xml"/><Relationship Id="rId50" Type="http://schemas.openxmlformats.org/officeDocument/2006/relationships/slideLayout" Target="../slideLayouts/slideLayout148.xml"/><Relationship Id="rId55" Type="http://schemas.openxmlformats.org/officeDocument/2006/relationships/slideLayout" Target="../slideLayouts/slideLayout153.xml"/><Relationship Id="rId76" Type="http://schemas.openxmlformats.org/officeDocument/2006/relationships/slideLayout" Target="../slideLayouts/slideLayout174.xml"/><Relationship Id="rId7" Type="http://schemas.openxmlformats.org/officeDocument/2006/relationships/slideLayout" Target="../slideLayouts/slideLayout105.xml"/><Relationship Id="rId71" Type="http://schemas.openxmlformats.org/officeDocument/2006/relationships/slideLayout" Target="../slideLayouts/slideLayout169.xml"/><Relationship Id="rId2" Type="http://schemas.openxmlformats.org/officeDocument/2006/relationships/slideLayout" Target="../slideLayouts/slideLayout100.xml"/><Relationship Id="rId29" Type="http://schemas.openxmlformats.org/officeDocument/2006/relationships/slideLayout" Target="../slideLayouts/slideLayout127.xml"/><Relationship Id="rId24" Type="http://schemas.openxmlformats.org/officeDocument/2006/relationships/slideLayout" Target="../slideLayouts/slideLayout122.xml"/><Relationship Id="rId40" Type="http://schemas.openxmlformats.org/officeDocument/2006/relationships/slideLayout" Target="../slideLayouts/slideLayout138.xml"/><Relationship Id="rId45" Type="http://schemas.openxmlformats.org/officeDocument/2006/relationships/slideLayout" Target="../slideLayouts/slideLayout143.xml"/><Relationship Id="rId66" Type="http://schemas.openxmlformats.org/officeDocument/2006/relationships/slideLayout" Target="../slideLayouts/slideLayout164.xml"/><Relationship Id="rId61" Type="http://schemas.openxmlformats.org/officeDocument/2006/relationships/slideLayout" Target="../slideLayouts/slideLayout159.xml"/><Relationship Id="rId82" Type="http://schemas.openxmlformats.org/officeDocument/2006/relationships/slideLayout" Target="../slideLayouts/slideLayout180.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95.xml"/><Relationship Id="rId18" Type="http://schemas.openxmlformats.org/officeDocument/2006/relationships/slideLayout" Target="../slideLayouts/slideLayout200.xml"/><Relationship Id="rId26" Type="http://schemas.openxmlformats.org/officeDocument/2006/relationships/slideLayout" Target="../slideLayouts/slideLayout208.xml"/><Relationship Id="rId39" Type="http://schemas.openxmlformats.org/officeDocument/2006/relationships/slideLayout" Target="../slideLayouts/slideLayout221.xml"/><Relationship Id="rId21" Type="http://schemas.openxmlformats.org/officeDocument/2006/relationships/slideLayout" Target="../slideLayouts/slideLayout203.xml"/><Relationship Id="rId34" Type="http://schemas.openxmlformats.org/officeDocument/2006/relationships/slideLayout" Target="../slideLayouts/slideLayout216.xml"/><Relationship Id="rId42" Type="http://schemas.openxmlformats.org/officeDocument/2006/relationships/slideLayout" Target="../slideLayouts/slideLayout224.xml"/><Relationship Id="rId47" Type="http://schemas.openxmlformats.org/officeDocument/2006/relationships/slideLayout" Target="../slideLayouts/slideLayout229.xml"/><Relationship Id="rId50" Type="http://schemas.openxmlformats.org/officeDocument/2006/relationships/slideLayout" Target="../slideLayouts/slideLayout232.xml"/><Relationship Id="rId7" Type="http://schemas.openxmlformats.org/officeDocument/2006/relationships/slideLayout" Target="../slideLayouts/slideLayout189.xml"/><Relationship Id="rId2" Type="http://schemas.openxmlformats.org/officeDocument/2006/relationships/slideLayout" Target="../slideLayouts/slideLayout184.xml"/><Relationship Id="rId16" Type="http://schemas.openxmlformats.org/officeDocument/2006/relationships/slideLayout" Target="../slideLayouts/slideLayout198.xml"/><Relationship Id="rId29" Type="http://schemas.openxmlformats.org/officeDocument/2006/relationships/slideLayout" Target="../slideLayouts/slideLayout211.xml"/><Relationship Id="rId11" Type="http://schemas.openxmlformats.org/officeDocument/2006/relationships/slideLayout" Target="../slideLayouts/slideLayout193.xml"/><Relationship Id="rId24" Type="http://schemas.openxmlformats.org/officeDocument/2006/relationships/slideLayout" Target="../slideLayouts/slideLayout206.xml"/><Relationship Id="rId32" Type="http://schemas.openxmlformats.org/officeDocument/2006/relationships/slideLayout" Target="../slideLayouts/slideLayout214.xml"/><Relationship Id="rId37" Type="http://schemas.openxmlformats.org/officeDocument/2006/relationships/slideLayout" Target="../slideLayouts/slideLayout219.xml"/><Relationship Id="rId40" Type="http://schemas.openxmlformats.org/officeDocument/2006/relationships/slideLayout" Target="../slideLayouts/slideLayout222.xml"/><Relationship Id="rId45" Type="http://schemas.openxmlformats.org/officeDocument/2006/relationships/slideLayout" Target="../slideLayouts/slideLayout227.xml"/><Relationship Id="rId5" Type="http://schemas.openxmlformats.org/officeDocument/2006/relationships/slideLayout" Target="../slideLayouts/slideLayout187.xml"/><Relationship Id="rId15" Type="http://schemas.openxmlformats.org/officeDocument/2006/relationships/slideLayout" Target="../slideLayouts/slideLayout197.xml"/><Relationship Id="rId23" Type="http://schemas.openxmlformats.org/officeDocument/2006/relationships/slideLayout" Target="../slideLayouts/slideLayout205.xml"/><Relationship Id="rId28" Type="http://schemas.openxmlformats.org/officeDocument/2006/relationships/slideLayout" Target="../slideLayouts/slideLayout210.xml"/><Relationship Id="rId36" Type="http://schemas.openxmlformats.org/officeDocument/2006/relationships/slideLayout" Target="../slideLayouts/slideLayout218.xml"/><Relationship Id="rId49" Type="http://schemas.openxmlformats.org/officeDocument/2006/relationships/slideLayout" Target="../slideLayouts/slideLayout231.xml"/><Relationship Id="rId10" Type="http://schemas.openxmlformats.org/officeDocument/2006/relationships/slideLayout" Target="../slideLayouts/slideLayout192.xml"/><Relationship Id="rId19" Type="http://schemas.openxmlformats.org/officeDocument/2006/relationships/slideLayout" Target="../slideLayouts/slideLayout201.xml"/><Relationship Id="rId31" Type="http://schemas.openxmlformats.org/officeDocument/2006/relationships/slideLayout" Target="../slideLayouts/slideLayout213.xml"/><Relationship Id="rId44" Type="http://schemas.openxmlformats.org/officeDocument/2006/relationships/slideLayout" Target="../slideLayouts/slideLayout226.xml"/><Relationship Id="rId4" Type="http://schemas.openxmlformats.org/officeDocument/2006/relationships/slideLayout" Target="../slideLayouts/slideLayout186.xml"/><Relationship Id="rId9" Type="http://schemas.openxmlformats.org/officeDocument/2006/relationships/slideLayout" Target="../slideLayouts/slideLayout191.xml"/><Relationship Id="rId14" Type="http://schemas.openxmlformats.org/officeDocument/2006/relationships/slideLayout" Target="../slideLayouts/slideLayout196.xml"/><Relationship Id="rId22" Type="http://schemas.openxmlformats.org/officeDocument/2006/relationships/slideLayout" Target="../slideLayouts/slideLayout204.xml"/><Relationship Id="rId27" Type="http://schemas.openxmlformats.org/officeDocument/2006/relationships/slideLayout" Target="../slideLayouts/slideLayout209.xml"/><Relationship Id="rId30" Type="http://schemas.openxmlformats.org/officeDocument/2006/relationships/slideLayout" Target="../slideLayouts/slideLayout212.xml"/><Relationship Id="rId35" Type="http://schemas.openxmlformats.org/officeDocument/2006/relationships/slideLayout" Target="../slideLayouts/slideLayout217.xml"/><Relationship Id="rId43" Type="http://schemas.openxmlformats.org/officeDocument/2006/relationships/slideLayout" Target="../slideLayouts/slideLayout225.xml"/><Relationship Id="rId48" Type="http://schemas.openxmlformats.org/officeDocument/2006/relationships/slideLayout" Target="../slideLayouts/slideLayout230.xml"/><Relationship Id="rId8" Type="http://schemas.openxmlformats.org/officeDocument/2006/relationships/slideLayout" Target="../slideLayouts/slideLayout190.xml"/><Relationship Id="rId51" Type="http://schemas.openxmlformats.org/officeDocument/2006/relationships/theme" Target="../theme/theme4.xml"/><Relationship Id="rId3" Type="http://schemas.openxmlformats.org/officeDocument/2006/relationships/slideLayout" Target="../slideLayouts/slideLayout185.xml"/><Relationship Id="rId12" Type="http://schemas.openxmlformats.org/officeDocument/2006/relationships/slideLayout" Target="../slideLayouts/slideLayout194.xml"/><Relationship Id="rId17" Type="http://schemas.openxmlformats.org/officeDocument/2006/relationships/slideLayout" Target="../slideLayouts/slideLayout199.xml"/><Relationship Id="rId25" Type="http://schemas.openxmlformats.org/officeDocument/2006/relationships/slideLayout" Target="../slideLayouts/slideLayout207.xml"/><Relationship Id="rId33" Type="http://schemas.openxmlformats.org/officeDocument/2006/relationships/slideLayout" Target="../slideLayouts/slideLayout215.xml"/><Relationship Id="rId38" Type="http://schemas.openxmlformats.org/officeDocument/2006/relationships/slideLayout" Target="../slideLayouts/slideLayout220.xml"/><Relationship Id="rId46" Type="http://schemas.openxmlformats.org/officeDocument/2006/relationships/slideLayout" Target="../slideLayouts/slideLayout228.xml"/><Relationship Id="rId20" Type="http://schemas.openxmlformats.org/officeDocument/2006/relationships/slideLayout" Target="../slideLayouts/slideLayout202.xml"/><Relationship Id="rId41" Type="http://schemas.openxmlformats.org/officeDocument/2006/relationships/slideLayout" Target="../slideLayouts/slideLayout223.xml"/><Relationship Id="rId1" Type="http://schemas.openxmlformats.org/officeDocument/2006/relationships/slideLayout" Target="../slideLayouts/slideLayout183.xml"/><Relationship Id="rId6" Type="http://schemas.openxmlformats.org/officeDocument/2006/relationships/slideLayout" Target="../slideLayouts/slideLayout188.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245.xml"/><Relationship Id="rId18" Type="http://schemas.openxmlformats.org/officeDocument/2006/relationships/slideLayout" Target="../slideLayouts/slideLayout250.xml"/><Relationship Id="rId26" Type="http://schemas.openxmlformats.org/officeDocument/2006/relationships/slideLayout" Target="../slideLayouts/slideLayout258.xml"/><Relationship Id="rId39" Type="http://schemas.openxmlformats.org/officeDocument/2006/relationships/slideLayout" Target="../slideLayouts/slideLayout271.xml"/><Relationship Id="rId21" Type="http://schemas.openxmlformats.org/officeDocument/2006/relationships/slideLayout" Target="../slideLayouts/slideLayout253.xml"/><Relationship Id="rId34" Type="http://schemas.openxmlformats.org/officeDocument/2006/relationships/slideLayout" Target="../slideLayouts/slideLayout266.xml"/><Relationship Id="rId42" Type="http://schemas.openxmlformats.org/officeDocument/2006/relationships/slideLayout" Target="../slideLayouts/slideLayout274.xml"/><Relationship Id="rId47" Type="http://schemas.openxmlformats.org/officeDocument/2006/relationships/slideLayout" Target="../slideLayouts/slideLayout279.xml"/><Relationship Id="rId50" Type="http://schemas.openxmlformats.org/officeDocument/2006/relationships/theme" Target="../theme/theme5.xml"/><Relationship Id="rId7" Type="http://schemas.openxmlformats.org/officeDocument/2006/relationships/slideLayout" Target="../slideLayouts/slideLayout239.xml"/><Relationship Id="rId2" Type="http://schemas.openxmlformats.org/officeDocument/2006/relationships/slideLayout" Target="../slideLayouts/slideLayout234.xml"/><Relationship Id="rId16" Type="http://schemas.openxmlformats.org/officeDocument/2006/relationships/slideLayout" Target="../slideLayouts/slideLayout248.xml"/><Relationship Id="rId29" Type="http://schemas.openxmlformats.org/officeDocument/2006/relationships/slideLayout" Target="../slideLayouts/slideLayout261.xml"/><Relationship Id="rId11" Type="http://schemas.openxmlformats.org/officeDocument/2006/relationships/slideLayout" Target="../slideLayouts/slideLayout243.xml"/><Relationship Id="rId24" Type="http://schemas.openxmlformats.org/officeDocument/2006/relationships/slideLayout" Target="../slideLayouts/slideLayout256.xml"/><Relationship Id="rId32" Type="http://schemas.openxmlformats.org/officeDocument/2006/relationships/slideLayout" Target="../slideLayouts/slideLayout264.xml"/><Relationship Id="rId37" Type="http://schemas.openxmlformats.org/officeDocument/2006/relationships/slideLayout" Target="../slideLayouts/slideLayout269.xml"/><Relationship Id="rId40" Type="http://schemas.openxmlformats.org/officeDocument/2006/relationships/slideLayout" Target="../slideLayouts/slideLayout272.xml"/><Relationship Id="rId45" Type="http://schemas.openxmlformats.org/officeDocument/2006/relationships/slideLayout" Target="../slideLayouts/slideLayout277.xml"/><Relationship Id="rId5" Type="http://schemas.openxmlformats.org/officeDocument/2006/relationships/slideLayout" Target="../slideLayouts/slideLayout237.xml"/><Relationship Id="rId15" Type="http://schemas.openxmlformats.org/officeDocument/2006/relationships/slideLayout" Target="../slideLayouts/slideLayout247.xml"/><Relationship Id="rId23" Type="http://schemas.openxmlformats.org/officeDocument/2006/relationships/slideLayout" Target="../slideLayouts/slideLayout255.xml"/><Relationship Id="rId28" Type="http://schemas.openxmlformats.org/officeDocument/2006/relationships/slideLayout" Target="../slideLayouts/slideLayout260.xml"/><Relationship Id="rId36" Type="http://schemas.openxmlformats.org/officeDocument/2006/relationships/slideLayout" Target="../slideLayouts/slideLayout268.xml"/><Relationship Id="rId49" Type="http://schemas.openxmlformats.org/officeDocument/2006/relationships/slideLayout" Target="../slideLayouts/slideLayout281.xml"/><Relationship Id="rId10" Type="http://schemas.openxmlformats.org/officeDocument/2006/relationships/slideLayout" Target="../slideLayouts/slideLayout242.xml"/><Relationship Id="rId19" Type="http://schemas.openxmlformats.org/officeDocument/2006/relationships/slideLayout" Target="../slideLayouts/slideLayout251.xml"/><Relationship Id="rId31" Type="http://schemas.openxmlformats.org/officeDocument/2006/relationships/slideLayout" Target="../slideLayouts/slideLayout263.xml"/><Relationship Id="rId44" Type="http://schemas.openxmlformats.org/officeDocument/2006/relationships/slideLayout" Target="../slideLayouts/slideLayout276.xml"/><Relationship Id="rId4" Type="http://schemas.openxmlformats.org/officeDocument/2006/relationships/slideLayout" Target="../slideLayouts/slideLayout236.xml"/><Relationship Id="rId9" Type="http://schemas.openxmlformats.org/officeDocument/2006/relationships/slideLayout" Target="../slideLayouts/slideLayout241.xml"/><Relationship Id="rId14" Type="http://schemas.openxmlformats.org/officeDocument/2006/relationships/slideLayout" Target="../slideLayouts/slideLayout246.xml"/><Relationship Id="rId22" Type="http://schemas.openxmlformats.org/officeDocument/2006/relationships/slideLayout" Target="../slideLayouts/slideLayout254.xml"/><Relationship Id="rId27" Type="http://schemas.openxmlformats.org/officeDocument/2006/relationships/slideLayout" Target="../slideLayouts/slideLayout259.xml"/><Relationship Id="rId30" Type="http://schemas.openxmlformats.org/officeDocument/2006/relationships/slideLayout" Target="../slideLayouts/slideLayout262.xml"/><Relationship Id="rId35" Type="http://schemas.openxmlformats.org/officeDocument/2006/relationships/slideLayout" Target="../slideLayouts/slideLayout267.xml"/><Relationship Id="rId43" Type="http://schemas.openxmlformats.org/officeDocument/2006/relationships/slideLayout" Target="../slideLayouts/slideLayout275.xml"/><Relationship Id="rId48" Type="http://schemas.openxmlformats.org/officeDocument/2006/relationships/slideLayout" Target="../slideLayouts/slideLayout280.xml"/><Relationship Id="rId8" Type="http://schemas.openxmlformats.org/officeDocument/2006/relationships/slideLayout" Target="../slideLayouts/slideLayout240.xml"/><Relationship Id="rId3" Type="http://schemas.openxmlformats.org/officeDocument/2006/relationships/slideLayout" Target="../slideLayouts/slideLayout235.xml"/><Relationship Id="rId12" Type="http://schemas.openxmlformats.org/officeDocument/2006/relationships/slideLayout" Target="../slideLayouts/slideLayout244.xml"/><Relationship Id="rId17" Type="http://schemas.openxmlformats.org/officeDocument/2006/relationships/slideLayout" Target="../slideLayouts/slideLayout249.xml"/><Relationship Id="rId25" Type="http://schemas.openxmlformats.org/officeDocument/2006/relationships/slideLayout" Target="../slideLayouts/slideLayout257.xml"/><Relationship Id="rId33" Type="http://schemas.openxmlformats.org/officeDocument/2006/relationships/slideLayout" Target="../slideLayouts/slideLayout265.xml"/><Relationship Id="rId38" Type="http://schemas.openxmlformats.org/officeDocument/2006/relationships/slideLayout" Target="../slideLayouts/slideLayout270.xml"/><Relationship Id="rId46" Type="http://schemas.openxmlformats.org/officeDocument/2006/relationships/slideLayout" Target="../slideLayouts/slideLayout278.xml"/><Relationship Id="rId20" Type="http://schemas.openxmlformats.org/officeDocument/2006/relationships/slideLayout" Target="../slideLayouts/slideLayout252.xml"/><Relationship Id="rId41" Type="http://schemas.openxmlformats.org/officeDocument/2006/relationships/slideLayout" Target="../slideLayouts/slideLayout273.xml"/><Relationship Id="rId1" Type="http://schemas.openxmlformats.org/officeDocument/2006/relationships/slideLayout" Target="../slideLayouts/slideLayout233.xml"/><Relationship Id="rId6" Type="http://schemas.openxmlformats.org/officeDocument/2006/relationships/slideLayout" Target="../slideLayouts/slideLayout238.xml"/></Relationships>
</file>

<file path=ppt/slideMasters/_rels/slideMaster6.xml.rels><?xml version="1.0" encoding="UTF-8" standalone="yes"?>
<Relationships xmlns="http://schemas.openxmlformats.org/package/2006/relationships"><Relationship Id="rId26" Type="http://schemas.openxmlformats.org/officeDocument/2006/relationships/slideLayout" Target="../slideLayouts/slideLayout307.xml"/><Relationship Id="rId21" Type="http://schemas.openxmlformats.org/officeDocument/2006/relationships/slideLayout" Target="../slideLayouts/slideLayout302.xml"/><Relationship Id="rId42" Type="http://schemas.openxmlformats.org/officeDocument/2006/relationships/slideLayout" Target="../slideLayouts/slideLayout323.xml"/><Relationship Id="rId47" Type="http://schemas.openxmlformats.org/officeDocument/2006/relationships/slideLayout" Target="../slideLayouts/slideLayout328.xml"/><Relationship Id="rId63" Type="http://schemas.openxmlformats.org/officeDocument/2006/relationships/slideLayout" Target="../slideLayouts/slideLayout344.xml"/><Relationship Id="rId68" Type="http://schemas.openxmlformats.org/officeDocument/2006/relationships/slideLayout" Target="../slideLayouts/slideLayout349.xml"/><Relationship Id="rId84" Type="http://schemas.openxmlformats.org/officeDocument/2006/relationships/slideLayout" Target="../slideLayouts/slideLayout365.xml"/><Relationship Id="rId16" Type="http://schemas.openxmlformats.org/officeDocument/2006/relationships/slideLayout" Target="../slideLayouts/slideLayout297.xml"/><Relationship Id="rId11" Type="http://schemas.openxmlformats.org/officeDocument/2006/relationships/slideLayout" Target="../slideLayouts/slideLayout292.xml"/><Relationship Id="rId32" Type="http://schemas.openxmlformats.org/officeDocument/2006/relationships/slideLayout" Target="../slideLayouts/slideLayout313.xml"/><Relationship Id="rId37" Type="http://schemas.openxmlformats.org/officeDocument/2006/relationships/slideLayout" Target="../slideLayouts/slideLayout318.xml"/><Relationship Id="rId53" Type="http://schemas.openxmlformats.org/officeDocument/2006/relationships/slideLayout" Target="../slideLayouts/slideLayout334.xml"/><Relationship Id="rId58" Type="http://schemas.openxmlformats.org/officeDocument/2006/relationships/slideLayout" Target="../slideLayouts/slideLayout339.xml"/><Relationship Id="rId74" Type="http://schemas.openxmlformats.org/officeDocument/2006/relationships/slideLayout" Target="../slideLayouts/slideLayout355.xml"/><Relationship Id="rId79" Type="http://schemas.openxmlformats.org/officeDocument/2006/relationships/slideLayout" Target="../slideLayouts/slideLayout360.xml"/><Relationship Id="rId5" Type="http://schemas.openxmlformats.org/officeDocument/2006/relationships/slideLayout" Target="../slideLayouts/slideLayout286.xml"/><Relationship Id="rId19" Type="http://schemas.openxmlformats.org/officeDocument/2006/relationships/slideLayout" Target="../slideLayouts/slideLayout300.xml"/><Relationship Id="rId14" Type="http://schemas.openxmlformats.org/officeDocument/2006/relationships/slideLayout" Target="../slideLayouts/slideLayout295.xml"/><Relationship Id="rId22" Type="http://schemas.openxmlformats.org/officeDocument/2006/relationships/slideLayout" Target="../slideLayouts/slideLayout303.xml"/><Relationship Id="rId27" Type="http://schemas.openxmlformats.org/officeDocument/2006/relationships/slideLayout" Target="../slideLayouts/slideLayout308.xml"/><Relationship Id="rId30" Type="http://schemas.openxmlformats.org/officeDocument/2006/relationships/slideLayout" Target="../slideLayouts/slideLayout311.xml"/><Relationship Id="rId35" Type="http://schemas.openxmlformats.org/officeDocument/2006/relationships/slideLayout" Target="../slideLayouts/slideLayout316.xml"/><Relationship Id="rId43" Type="http://schemas.openxmlformats.org/officeDocument/2006/relationships/slideLayout" Target="../slideLayouts/slideLayout324.xml"/><Relationship Id="rId48" Type="http://schemas.openxmlformats.org/officeDocument/2006/relationships/slideLayout" Target="../slideLayouts/slideLayout329.xml"/><Relationship Id="rId56" Type="http://schemas.openxmlformats.org/officeDocument/2006/relationships/slideLayout" Target="../slideLayouts/slideLayout337.xml"/><Relationship Id="rId64" Type="http://schemas.openxmlformats.org/officeDocument/2006/relationships/slideLayout" Target="../slideLayouts/slideLayout345.xml"/><Relationship Id="rId69" Type="http://schemas.openxmlformats.org/officeDocument/2006/relationships/slideLayout" Target="../slideLayouts/slideLayout350.xml"/><Relationship Id="rId77" Type="http://schemas.openxmlformats.org/officeDocument/2006/relationships/slideLayout" Target="../slideLayouts/slideLayout358.xml"/><Relationship Id="rId8" Type="http://schemas.openxmlformats.org/officeDocument/2006/relationships/slideLayout" Target="../slideLayouts/slideLayout289.xml"/><Relationship Id="rId51" Type="http://schemas.openxmlformats.org/officeDocument/2006/relationships/slideLayout" Target="../slideLayouts/slideLayout332.xml"/><Relationship Id="rId72" Type="http://schemas.openxmlformats.org/officeDocument/2006/relationships/slideLayout" Target="../slideLayouts/slideLayout353.xml"/><Relationship Id="rId80" Type="http://schemas.openxmlformats.org/officeDocument/2006/relationships/slideLayout" Target="../slideLayouts/slideLayout361.xml"/><Relationship Id="rId85" Type="http://schemas.openxmlformats.org/officeDocument/2006/relationships/theme" Target="../theme/theme6.xml"/><Relationship Id="rId3" Type="http://schemas.openxmlformats.org/officeDocument/2006/relationships/slideLayout" Target="../slideLayouts/slideLayout284.xml"/><Relationship Id="rId12" Type="http://schemas.openxmlformats.org/officeDocument/2006/relationships/slideLayout" Target="../slideLayouts/slideLayout293.xml"/><Relationship Id="rId17" Type="http://schemas.openxmlformats.org/officeDocument/2006/relationships/slideLayout" Target="../slideLayouts/slideLayout298.xml"/><Relationship Id="rId25" Type="http://schemas.openxmlformats.org/officeDocument/2006/relationships/slideLayout" Target="../slideLayouts/slideLayout306.xml"/><Relationship Id="rId33" Type="http://schemas.openxmlformats.org/officeDocument/2006/relationships/slideLayout" Target="../slideLayouts/slideLayout314.xml"/><Relationship Id="rId38" Type="http://schemas.openxmlformats.org/officeDocument/2006/relationships/slideLayout" Target="../slideLayouts/slideLayout319.xml"/><Relationship Id="rId46" Type="http://schemas.openxmlformats.org/officeDocument/2006/relationships/slideLayout" Target="../slideLayouts/slideLayout327.xml"/><Relationship Id="rId59" Type="http://schemas.openxmlformats.org/officeDocument/2006/relationships/slideLayout" Target="../slideLayouts/slideLayout340.xml"/><Relationship Id="rId67" Type="http://schemas.openxmlformats.org/officeDocument/2006/relationships/slideLayout" Target="../slideLayouts/slideLayout348.xml"/><Relationship Id="rId20" Type="http://schemas.openxmlformats.org/officeDocument/2006/relationships/slideLayout" Target="../slideLayouts/slideLayout301.xml"/><Relationship Id="rId41" Type="http://schemas.openxmlformats.org/officeDocument/2006/relationships/slideLayout" Target="../slideLayouts/slideLayout322.xml"/><Relationship Id="rId54" Type="http://schemas.openxmlformats.org/officeDocument/2006/relationships/slideLayout" Target="../slideLayouts/slideLayout335.xml"/><Relationship Id="rId62" Type="http://schemas.openxmlformats.org/officeDocument/2006/relationships/slideLayout" Target="../slideLayouts/slideLayout343.xml"/><Relationship Id="rId70" Type="http://schemas.openxmlformats.org/officeDocument/2006/relationships/slideLayout" Target="../slideLayouts/slideLayout351.xml"/><Relationship Id="rId75" Type="http://schemas.openxmlformats.org/officeDocument/2006/relationships/slideLayout" Target="../slideLayouts/slideLayout356.xml"/><Relationship Id="rId83" Type="http://schemas.openxmlformats.org/officeDocument/2006/relationships/slideLayout" Target="../slideLayouts/slideLayout364.xml"/><Relationship Id="rId1" Type="http://schemas.openxmlformats.org/officeDocument/2006/relationships/slideLayout" Target="../slideLayouts/slideLayout282.xml"/><Relationship Id="rId6" Type="http://schemas.openxmlformats.org/officeDocument/2006/relationships/slideLayout" Target="../slideLayouts/slideLayout287.xml"/><Relationship Id="rId15" Type="http://schemas.openxmlformats.org/officeDocument/2006/relationships/slideLayout" Target="../slideLayouts/slideLayout296.xml"/><Relationship Id="rId23" Type="http://schemas.openxmlformats.org/officeDocument/2006/relationships/slideLayout" Target="../slideLayouts/slideLayout304.xml"/><Relationship Id="rId28" Type="http://schemas.openxmlformats.org/officeDocument/2006/relationships/slideLayout" Target="../slideLayouts/slideLayout309.xml"/><Relationship Id="rId36" Type="http://schemas.openxmlformats.org/officeDocument/2006/relationships/slideLayout" Target="../slideLayouts/slideLayout317.xml"/><Relationship Id="rId49" Type="http://schemas.openxmlformats.org/officeDocument/2006/relationships/slideLayout" Target="../slideLayouts/slideLayout330.xml"/><Relationship Id="rId57" Type="http://schemas.openxmlformats.org/officeDocument/2006/relationships/slideLayout" Target="../slideLayouts/slideLayout338.xml"/><Relationship Id="rId10" Type="http://schemas.openxmlformats.org/officeDocument/2006/relationships/slideLayout" Target="../slideLayouts/slideLayout291.xml"/><Relationship Id="rId31" Type="http://schemas.openxmlformats.org/officeDocument/2006/relationships/slideLayout" Target="../slideLayouts/slideLayout312.xml"/><Relationship Id="rId44" Type="http://schemas.openxmlformats.org/officeDocument/2006/relationships/slideLayout" Target="../slideLayouts/slideLayout325.xml"/><Relationship Id="rId52" Type="http://schemas.openxmlformats.org/officeDocument/2006/relationships/slideLayout" Target="../slideLayouts/slideLayout333.xml"/><Relationship Id="rId60" Type="http://schemas.openxmlformats.org/officeDocument/2006/relationships/slideLayout" Target="../slideLayouts/slideLayout341.xml"/><Relationship Id="rId65" Type="http://schemas.openxmlformats.org/officeDocument/2006/relationships/slideLayout" Target="../slideLayouts/slideLayout346.xml"/><Relationship Id="rId73" Type="http://schemas.openxmlformats.org/officeDocument/2006/relationships/slideLayout" Target="../slideLayouts/slideLayout354.xml"/><Relationship Id="rId78" Type="http://schemas.openxmlformats.org/officeDocument/2006/relationships/slideLayout" Target="../slideLayouts/slideLayout359.xml"/><Relationship Id="rId81" Type="http://schemas.openxmlformats.org/officeDocument/2006/relationships/slideLayout" Target="../slideLayouts/slideLayout362.xml"/><Relationship Id="rId4" Type="http://schemas.openxmlformats.org/officeDocument/2006/relationships/slideLayout" Target="../slideLayouts/slideLayout285.xml"/><Relationship Id="rId9" Type="http://schemas.openxmlformats.org/officeDocument/2006/relationships/slideLayout" Target="../slideLayouts/slideLayout290.xml"/><Relationship Id="rId13" Type="http://schemas.openxmlformats.org/officeDocument/2006/relationships/slideLayout" Target="../slideLayouts/slideLayout294.xml"/><Relationship Id="rId18" Type="http://schemas.openxmlformats.org/officeDocument/2006/relationships/slideLayout" Target="../slideLayouts/slideLayout299.xml"/><Relationship Id="rId39" Type="http://schemas.openxmlformats.org/officeDocument/2006/relationships/slideLayout" Target="../slideLayouts/slideLayout320.xml"/><Relationship Id="rId34" Type="http://schemas.openxmlformats.org/officeDocument/2006/relationships/slideLayout" Target="../slideLayouts/slideLayout315.xml"/><Relationship Id="rId50" Type="http://schemas.openxmlformats.org/officeDocument/2006/relationships/slideLayout" Target="../slideLayouts/slideLayout331.xml"/><Relationship Id="rId55" Type="http://schemas.openxmlformats.org/officeDocument/2006/relationships/slideLayout" Target="../slideLayouts/slideLayout336.xml"/><Relationship Id="rId76" Type="http://schemas.openxmlformats.org/officeDocument/2006/relationships/slideLayout" Target="../slideLayouts/slideLayout357.xml"/><Relationship Id="rId7" Type="http://schemas.openxmlformats.org/officeDocument/2006/relationships/slideLayout" Target="../slideLayouts/slideLayout288.xml"/><Relationship Id="rId71" Type="http://schemas.openxmlformats.org/officeDocument/2006/relationships/slideLayout" Target="../slideLayouts/slideLayout352.xml"/><Relationship Id="rId2" Type="http://schemas.openxmlformats.org/officeDocument/2006/relationships/slideLayout" Target="../slideLayouts/slideLayout283.xml"/><Relationship Id="rId29" Type="http://schemas.openxmlformats.org/officeDocument/2006/relationships/slideLayout" Target="../slideLayouts/slideLayout310.xml"/><Relationship Id="rId24" Type="http://schemas.openxmlformats.org/officeDocument/2006/relationships/slideLayout" Target="../slideLayouts/slideLayout305.xml"/><Relationship Id="rId40" Type="http://schemas.openxmlformats.org/officeDocument/2006/relationships/slideLayout" Target="../slideLayouts/slideLayout321.xml"/><Relationship Id="rId45" Type="http://schemas.openxmlformats.org/officeDocument/2006/relationships/slideLayout" Target="../slideLayouts/slideLayout326.xml"/><Relationship Id="rId66" Type="http://schemas.openxmlformats.org/officeDocument/2006/relationships/slideLayout" Target="../slideLayouts/slideLayout347.xml"/><Relationship Id="rId61" Type="http://schemas.openxmlformats.org/officeDocument/2006/relationships/slideLayout" Target="../slideLayouts/slideLayout342.xml"/><Relationship Id="rId82" Type="http://schemas.openxmlformats.org/officeDocument/2006/relationships/slideLayout" Target="../slideLayouts/slideLayout363.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378.xml"/><Relationship Id="rId18" Type="http://schemas.openxmlformats.org/officeDocument/2006/relationships/slideLayout" Target="../slideLayouts/slideLayout383.xml"/><Relationship Id="rId26" Type="http://schemas.openxmlformats.org/officeDocument/2006/relationships/slideLayout" Target="../slideLayouts/slideLayout391.xml"/><Relationship Id="rId39" Type="http://schemas.openxmlformats.org/officeDocument/2006/relationships/slideLayout" Target="../slideLayouts/slideLayout404.xml"/><Relationship Id="rId21" Type="http://schemas.openxmlformats.org/officeDocument/2006/relationships/slideLayout" Target="../slideLayouts/slideLayout386.xml"/><Relationship Id="rId34" Type="http://schemas.openxmlformats.org/officeDocument/2006/relationships/slideLayout" Target="../slideLayouts/slideLayout399.xml"/><Relationship Id="rId42" Type="http://schemas.openxmlformats.org/officeDocument/2006/relationships/slideLayout" Target="../slideLayouts/slideLayout407.xml"/><Relationship Id="rId47" Type="http://schemas.openxmlformats.org/officeDocument/2006/relationships/slideLayout" Target="../slideLayouts/slideLayout412.xml"/><Relationship Id="rId50" Type="http://schemas.openxmlformats.org/officeDocument/2006/relationships/slideLayout" Target="../slideLayouts/slideLayout415.xml"/><Relationship Id="rId7" Type="http://schemas.openxmlformats.org/officeDocument/2006/relationships/slideLayout" Target="../slideLayouts/slideLayout372.xml"/><Relationship Id="rId2" Type="http://schemas.openxmlformats.org/officeDocument/2006/relationships/slideLayout" Target="../slideLayouts/slideLayout367.xml"/><Relationship Id="rId16" Type="http://schemas.openxmlformats.org/officeDocument/2006/relationships/slideLayout" Target="../slideLayouts/slideLayout381.xml"/><Relationship Id="rId29" Type="http://schemas.openxmlformats.org/officeDocument/2006/relationships/slideLayout" Target="../slideLayouts/slideLayout394.xml"/><Relationship Id="rId11" Type="http://schemas.openxmlformats.org/officeDocument/2006/relationships/slideLayout" Target="../slideLayouts/slideLayout376.xml"/><Relationship Id="rId24" Type="http://schemas.openxmlformats.org/officeDocument/2006/relationships/slideLayout" Target="../slideLayouts/slideLayout389.xml"/><Relationship Id="rId32" Type="http://schemas.openxmlformats.org/officeDocument/2006/relationships/slideLayout" Target="../slideLayouts/slideLayout397.xml"/><Relationship Id="rId37" Type="http://schemas.openxmlformats.org/officeDocument/2006/relationships/slideLayout" Target="../slideLayouts/slideLayout402.xml"/><Relationship Id="rId40" Type="http://schemas.openxmlformats.org/officeDocument/2006/relationships/slideLayout" Target="../slideLayouts/slideLayout405.xml"/><Relationship Id="rId45" Type="http://schemas.openxmlformats.org/officeDocument/2006/relationships/slideLayout" Target="../slideLayouts/slideLayout410.xml"/><Relationship Id="rId5" Type="http://schemas.openxmlformats.org/officeDocument/2006/relationships/slideLayout" Target="../slideLayouts/slideLayout370.xml"/><Relationship Id="rId15" Type="http://schemas.openxmlformats.org/officeDocument/2006/relationships/slideLayout" Target="../slideLayouts/slideLayout380.xml"/><Relationship Id="rId23" Type="http://schemas.openxmlformats.org/officeDocument/2006/relationships/slideLayout" Target="../slideLayouts/slideLayout388.xml"/><Relationship Id="rId28" Type="http://schemas.openxmlformats.org/officeDocument/2006/relationships/slideLayout" Target="../slideLayouts/slideLayout393.xml"/><Relationship Id="rId36" Type="http://schemas.openxmlformats.org/officeDocument/2006/relationships/slideLayout" Target="../slideLayouts/slideLayout401.xml"/><Relationship Id="rId49" Type="http://schemas.openxmlformats.org/officeDocument/2006/relationships/slideLayout" Target="../slideLayouts/slideLayout414.xml"/><Relationship Id="rId10" Type="http://schemas.openxmlformats.org/officeDocument/2006/relationships/slideLayout" Target="../slideLayouts/slideLayout375.xml"/><Relationship Id="rId19" Type="http://schemas.openxmlformats.org/officeDocument/2006/relationships/slideLayout" Target="../slideLayouts/slideLayout384.xml"/><Relationship Id="rId31" Type="http://schemas.openxmlformats.org/officeDocument/2006/relationships/slideLayout" Target="../slideLayouts/slideLayout396.xml"/><Relationship Id="rId44" Type="http://schemas.openxmlformats.org/officeDocument/2006/relationships/slideLayout" Target="../slideLayouts/slideLayout409.xml"/><Relationship Id="rId4" Type="http://schemas.openxmlformats.org/officeDocument/2006/relationships/slideLayout" Target="../slideLayouts/slideLayout369.xml"/><Relationship Id="rId9" Type="http://schemas.openxmlformats.org/officeDocument/2006/relationships/slideLayout" Target="../slideLayouts/slideLayout374.xml"/><Relationship Id="rId14" Type="http://schemas.openxmlformats.org/officeDocument/2006/relationships/slideLayout" Target="../slideLayouts/slideLayout379.xml"/><Relationship Id="rId22" Type="http://schemas.openxmlformats.org/officeDocument/2006/relationships/slideLayout" Target="../slideLayouts/slideLayout387.xml"/><Relationship Id="rId27" Type="http://schemas.openxmlformats.org/officeDocument/2006/relationships/slideLayout" Target="../slideLayouts/slideLayout392.xml"/><Relationship Id="rId30" Type="http://schemas.openxmlformats.org/officeDocument/2006/relationships/slideLayout" Target="../slideLayouts/slideLayout395.xml"/><Relationship Id="rId35" Type="http://schemas.openxmlformats.org/officeDocument/2006/relationships/slideLayout" Target="../slideLayouts/slideLayout400.xml"/><Relationship Id="rId43" Type="http://schemas.openxmlformats.org/officeDocument/2006/relationships/slideLayout" Target="../slideLayouts/slideLayout408.xml"/><Relationship Id="rId48" Type="http://schemas.openxmlformats.org/officeDocument/2006/relationships/slideLayout" Target="../slideLayouts/slideLayout413.xml"/><Relationship Id="rId8" Type="http://schemas.openxmlformats.org/officeDocument/2006/relationships/slideLayout" Target="../slideLayouts/slideLayout373.xml"/><Relationship Id="rId51" Type="http://schemas.openxmlformats.org/officeDocument/2006/relationships/theme" Target="../theme/theme7.xml"/><Relationship Id="rId3" Type="http://schemas.openxmlformats.org/officeDocument/2006/relationships/slideLayout" Target="../slideLayouts/slideLayout368.xml"/><Relationship Id="rId12" Type="http://schemas.openxmlformats.org/officeDocument/2006/relationships/slideLayout" Target="../slideLayouts/slideLayout377.xml"/><Relationship Id="rId17" Type="http://schemas.openxmlformats.org/officeDocument/2006/relationships/slideLayout" Target="../slideLayouts/slideLayout382.xml"/><Relationship Id="rId25" Type="http://schemas.openxmlformats.org/officeDocument/2006/relationships/slideLayout" Target="../slideLayouts/slideLayout390.xml"/><Relationship Id="rId33" Type="http://schemas.openxmlformats.org/officeDocument/2006/relationships/slideLayout" Target="../slideLayouts/slideLayout398.xml"/><Relationship Id="rId38" Type="http://schemas.openxmlformats.org/officeDocument/2006/relationships/slideLayout" Target="../slideLayouts/slideLayout403.xml"/><Relationship Id="rId46" Type="http://schemas.openxmlformats.org/officeDocument/2006/relationships/slideLayout" Target="../slideLayouts/slideLayout411.xml"/><Relationship Id="rId20" Type="http://schemas.openxmlformats.org/officeDocument/2006/relationships/slideLayout" Target="../slideLayouts/slideLayout385.xml"/><Relationship Id="rId41" Type="http://schemas.openxmlformats.org/officeDocument/2006/relationships/slideLayout" Target="../slideLayouts/slideLayout406.xml"/><Relationship Id="rId1" Type="http://schemas.openxmlformats.org/officeDocument/2006/relationships/slideLayout" Target="../slideLayouts/slideLayout366.xml"/><Relationship Id="rId6" Type="http://schemas.openxmlformats.org/officeDocument/2006/relationships/slideLayout" Target="../slideLayouts/slideLayout371.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428.xml"/><Relationship Id="rId18" Type="http://schemas.openxmlformats.org/officeDocument/2006/relationships/slideLayout" Target="../slideLayouts/slideLayout433.xml"/><Relationship Id="rId26" Type="http://schemas.openxmlformats.org/officeDocument/2006/relationships/slideLayout" Target="../slideLayouts/slideLayout441.xml"/><Relationship Id="rId39" Type="http://schemas.openxmlformats.org/officeDocument/2006/relationships/slideLayout" Target="../slideLayouts/slideLayout454.xml"/><Relationship Id="rId21" Type="http://schemas.openxmlformats.org/officeDocument/2006/relationships/slideLayout" Target="../slideLayouts/slideLayout436.xml"/><Relationship Id="rId34" Type="http://schemas.openxmlformats.org/officeDocument/2006/relationships/slideLayout" Target="../slideLayouts/slideLayout449.xml"/><Relationship Id="rId42" Type="http://schemas.openxmlformats.org/officeDocument/2006/relationships/slideLayout" Target="../slideLayouts/slideLayout457.xml"/><Relationship Id="rId47" Type="http://schemas.openxmlformats.org/officeDocument/2006/relationships/slideLayout" Target="../slideLayouts/slideLayout462.xml"/><Relationship Id="rId50" Type="http://schemas.openxmlformats.org/officeDocument/2006/relationships/theme" Target="../theme/theme8.xml"/><Relationship Id="rId7" Type="http://schemas.openxmlformats.org/officeDocument/2006/relationships/slideLayout" Target="../slideLayouts/slideLayout422.xml"/><Relationship Id="rId2" Type="http://schemas.openxmlformats.org/officeDocument/2006/relationships/slideLayout" Target="../slideLayouts/slideLayout417.xml"/><Relationship Id="rId16" Type="http://schemas.openxmlformats.org/officeDocument/2006/relationships/slideLayout" Target="../slideLayouts/slideLayout431.xml"/><Relationship Id="rId29" Type="http://schemas.openxmlformats.org/officeDocument/2006/relationships/slideLayout" Target="../slideLayouts/slideLayout444.xml"/><Relationship Id="rId11" Type="http://schemas.openxmlformats.org/officeDocument/2006/relationships/slideLayout" Target="../slideLayouts/slideLayout426.xml"/><Relationship Id="rId24" Type="http://schemas.openxmlformats.org/officeDocument/2006/relationships/slideLayout" Target="../slideLayouts/slideLayout439.xml"/><Relationship Id="rId32" Type="http://schemas.openxmlformats.org/officeDocument/2006/relationships/slideLayout" Target="../slideLayouts/slideLayout447.xml"/><Relationship Id="rId37" Type="http://schemas.openxmlformats.org/officeDocument/2006/relationships/slideLayout" Target="../slideLayouts/slideLayout452.xml"/><Relationship Id="rId40" Type="http://schemas.openxmlformats.org/officeDocument/2006/relationships/slideLayout" Target="../slideLayouts/slideLayout455.xml"/><Relationship Id="rId45" Type="http://schemas.openxmlformats.org/officeDocument/2006/relationships/slideLayout" Target="../slideLayouts/slideLayout460.xml"/><Relationship Id="rId5" Type="http://schemas.openxmlformats.org/officeDocument/2006/relationships/slideLayout" Target="../slideLayouts/slideLayout420.xml"/><Relationship Id="rId15" Type="http://schemas.openxmlformats.org/officeDocument/2006/relationships/slideLayout" Target="../slideLayouts/slideLayout430.xml"/><Relationship Id="rId23" Type="http://schemas.openxmlformats.org/officeDocument/2006/relationships/slideLayout" Target="../slideLayouts/slideLayout438.xml"/><Relationship Id="rId28" Type="http://schemas.openxmlformats.org/officeDocument/2006/relationships/slideLayout" Target="../slideLayouts/slideLayout443.xml"/><Relationship Id="rId36" Type="http://schemas.openxmlformats.org/officeDocument/2006/relationships/slideLayout" Target="../slideLayouts/slideLayout451.xml"/><Relationship Id="rId49" Type="http://schemas.openxmlformats.org/officeDocument/2006/relationships/slideLayout" Target="../slideLayouts/slideLayout464.xml"/><Relationship Id="rId10" Type="http://schemas.openxmlformats.org/officeDocument/2006/relationships/slideLayout" Target="../slideLayouts/slideLayout425.xml"/><Relationship Id="rId19" Type="http://schemas.openxmlformats.org/officeDocument/2006/relationships/slideLayout" Target="../slideLayouts/slideLayout434.xml"/><Relationship Id="rId31" Type="http://schemas.openxmlformats.org/officeDocument/2006/relationships/slideLayout" Target="../slideLayouts/slideLayout446.xml"/><Relationship Id="rId44" Type="http://schemas.openxmlformats.org/officeDocument/2006/relationships/slideLayout" Target="../slideLayouts/slideLayout459.xml"/><Relationship Id="rId4" Type="http://schemas.openxmlformats.org/officeDocument/2006/relationships/slideLayout" Target="../slideLayouts/slideLayout419.xml"/><Relationship Id="rId9" Type="http://schemas.openxmlformats.org/officeDocument/2006/relationships/slideLayout" Target="../slideLayouts/slideLayout424.xml"/><Relationship Id="rId14" Type="http://schemas.openxmlformats.org/officeDocument/2006/relationships/slideLayout" Target="../slideLayouts/slideLayout429.xml"/><Relationship Id="rId22" Type="http://schemas.openxmlformats.org/officeDocument/2006/relationships/slideLayout" Target="../slideLayouts/slideLayout437.xml"/><Relationship Id="rId27" Type="http://schemas.openxmlformats.org/officeDocument/2006/relationships/slideLayout" Target="../slideLayouts/slideLayout442.xml"/><Relationship Id="rId30" Type="http://schemas.openxmlformats.org/officeDocument/2006/relationships/slideLayout" Target="../slideLayouts/slideLayout445.xml"/><Relationship Id="rId35" Type="http://schemas.openxmlformats.org/officeDocument/2006/relationships/slideLayout" Target="../slideLayouts/slideLayout450.xml"/><Relationship Id="rId43" Type="http://schemas.openxmlformats.org/officeDocument/2006/relationships/slideLayout" Target="../slideLayouts/slideLayout458.xml"/><Relationship Id="rId48" Type="http://schemas.openxmlformats.org/officeDocument/2006/relationships/slideLayout" Target="../slideLayouts/slideLayout463.xml"/><Relationship Id="rId8" Type="http://schemas.openxmlformats.org/officeDocument/2006/relationships/slideLayout" Target="../slideLayouts/slideLayout423.xml"/><Relationship Id="rId3" Type="http://schemas.openxmlformats.org/officeDocument/2006/relationships/slideLayout" Target="../slideLayouts/slideLayout418.xml"/><Relationship Id="rId12" Type="http://schemas.openxmlformats.org/officeDocument/2006/relationships/slideLayout" Target="../slideLayouts/slideLayout427.xml"/><Relationship Id="rId17" Type="http://schemas.openxmlformats.org/officeDocument/2006/relationships/slideLayout" Target="../slideLayouts/slideLayout432.xml"/><Relationship Id="rId25" Type="http://schemas.openxmlformats.org/officeDocument/2006/relationships/slideLayout" Target="../slideLayouts/slideLayout440.xml"/><Relationship Id="rId33" Type="http://schemas.openxmlformats.org/officeDocument/2006/relationships/slideLayout" Target="../slideLayouts/slideLayout448.xml"/><Relationship Id="rId38" Type="http://schemas.openxmlformats.org/officeDocument/2006/relationships/slideLayout" Target="../slideLayouts/slideLayout453.xml"/><Relationship Id="rId46" Type="http://schemas.openxmlformats.org/officeDocument/2006/relationships/slideLayout" Target="../slideLayouts/slideLayout461.xml"/><Relationship Id="rId20" Type="http://schemas.openxmlformats.org/officeDocument/2006/relationships/slideLayout" Target="../slideLayouts/slideLayout435.xml"/><Relationship Id="rId41" Type="http://schemas.openxmlformats.org/officeDocument/2006/relationships/slideLayout" Target="../slideLayouts/slideLayout456.xml"/><Relationship Id="rId1" Type="http://schemas.openxmlformats.org/officeDocument/2006/relationships/slideLayout" Target="../slideLayouts/slideLayout416.xml"/><Relationship Id="rId6" Type="http://schemas.openxmlformats.org/officeDocument/2006/relationships/slideLayout" Target="../slideLayouts/slideLayout421.xml"/></Relationships>
</file>

<file path=ppt/slideMasters/_rels/slideMaster9.xml.rels><?xml version="1.0" encoding="UTF-8" standalone="yes"?>
<Relationships xmlns="http://schemas.openxmlformats.org/package/2006/relationships"><Relationship Id="rId26" Type="http://schemas.openxmlformats.org/officeDocument/2006/relationships/slideLayout" Target="../slideLayouts/slideLayout490.xml"/><Relationship Id="rId21" Type="http://schemas.openxmlformats.org/officeDocument/2006/relationships/slideLayout" Target="../slideLayouts/slideLayout485.xml"/><Relationship Id="rId42" Type="http://schemas.openxmlformats.org/officeDocument/2006/relationships/slideLayout" Target="../slideLayouts/slideLayout506.xml"/><Relationship Id="rId47" Type="http://schemas.openxmlformats.org/officeDocument/2006/relationships/slideLayout" Target="../slideLayouts/slideLayout511.xml"/><Relationship Id="rId63" Type="http://schemas.openxmlformats.org/officeDocument/2006/relationships/slideLayout" Target="../slideLayouts/slideLayout527.xml"/><Relationship Id="rId68" Type="http://schemas.openxmlformats.org/officeDocument/2006/relationships/slideLayout" Target="../slideLayouts/slideLayout532.xml"/><Relationship Id="rId84" Type="http://schemas.openxmlformats.org/officeDocument/2006/relationships/slideLayout" Target="../slideLayouts/slideLayout548.xml"/><Relationship Id="rId16" Type="http://schemas.openxmlformats.org/officeDocument/2006/relationships/slideLayout" Target="../slideLayouts/slideLayout480.xml"/><Relationship Id="rId11" Type="http://schemas.openxmlformats.org/officeDocument/2006/relationships/slideLayout" Target="../slideLayouts/slideLayout475.xml"/><Relationship Id="rId32" Type="http://schemas.openxmlformats.org/officeDocument/2006/relationships/slideLayout" Target="../slideLayouts/slideLayout496.xml"/><Relationship Id="rId37" Type="http://schemas.openxmlformats.org/officeDocument/2006/relationships/slideLayout" Target="../slideLayouts/slideLayout501.xml"/><Relationship Id="rId53" Type="http://schemas.openxmlformats.org/officeDocument/2006/relationships/slideLayout" Target="../slideLayouts/slideLayout517.xml"/><Relationship Id="rId58" Type="http://schemas.openxmlformats.org/officeDocument/2006/relationships/slideLayout" Target="../slideLayouts/slideLayout522.xml"/><Relationship Id="rId74" Type="http://schemas.openxmlformats.org/officeDocument/2006/relationships/slideLayout" Target="../slideLayouts/slideLayout538.xml"/><Relationship Id="rId79" Type="http://schemas.openxmlformats.org/officeDocument/2006/relationships/slideLayout" Target="../slideLayouts/slideLayout543.xml"/><Relationship Id="rId5" Type="http://schemas.openxmlformats.org/officeDocument/2006/relationships/slideLayout" Target="../slideLayouts/slideLayout469.xml"/><Relationship Id="rId19" Type="http://schemas.openxmlformats.org/officeDocument/2006/relationships/slideLayout" Target="../slideLayouts/slideLayout483.xml"/><Relationship Id="rId14" Type="http://schemas.openxmlformats.org/officeDocument/2006/relationships/slideLayout" Target="../slideLayouts/slideLayout478.xml"/><Relationship Id="rId22" Type="http://schemas.openxmlformats.org/officeDocument/2006/relationships/slideLayout" Target="../slideLayouts/slideLayout486.xml"/><Relationship Id="rId27" Type="http://schemas.openxmlformats.org/officeDocument/2006/relationships/slideLayout" Target="../slideLayouts/slideLayout491.xml"/><Relationship Id="rId30" Type="http://schemas.openxmlformats.org/officeDocument/2006/relationships/slideLayout" Target="../slideLayouts/slideLayout494.xml"/><Relationship Id="rId35" Type="http://schemas.openxmlformats.org/officeDocument/2006/relationships/slideLayout" Target="../slideLayouts/slideLayout499.xml"/><Relationship Id="rId43" Type="http://schemas.openxmlformats.org/officeDocument/2006/relationships/slideLayout" Target="../slideLayouts/slideLayout507.xml"/><Relationship Id="rId48" Type="http://schemas.openxmlformats.org/officeDocument/2006/relationships/slideLayout" Target="../slideLayouts/slideLayout512.xml"/><Relationship Id="rId56" Type="http://schemas.openxmlformats.org/officeDocument/2006/relationships/slideLayout" Target="../slideLayouts/slideLayout520.xml"/><Relationship Id="rId64" Type="http://schemas.openxmlformats.org/officeDocument/2006/relationships/slideLayout" Target="../slideLayouts/slideLayout528.xml"/><Relationship Id="rId69" Type="http://schemas.openxmlformats.org/officeDocument/2006/relationships/slideLayout" Target="../slideLayouts/slideLayout533.xml"/><Relationship Id="rId77" Type="http://schemas.openxmlformats.org/officeDocument/2006/relationships/slideLayout" Target="../slideLayouts/slideLayout541.xml"/><Relationship Id="rId8" Type="http://schemas.openxmlformats.org/officeDocument/2006/relationships/slideLayout" Target="../slideLayouts/slideLayout472.xml"/><Relationship Id="rId51" Type="http://schemas.openxmlformats.org/officeDocument/2006/relationships/slideLayout" Target="../slideLayouts/slideLayout515.xml"/><Relationship Id="rId72" Type="http://schemas.openxmlformats.org/officeDocument/2006/relationships/slideLayout" Target="../slideLayouts/slideLayout536.xml"/><Relationship Id="rId80" Type="http://schemas.openxmlformats.org/officeDocument/2006/relationships/slideLayout" Target="../slideLayouts/slideLayout544.xml"/><Relationship Id="rId85" Type="http://schemas.openxmlformats.org/officeDocument/2006/relationships/theme" Target="../theme/theme9.xml"/><Relationship Id="rId3" Type="http://schemas.openxmlformats.org/officeDocument/2006/relationships/slideLayout" Target="../slideLayouts/slideLayout467.xml"/><Relationship Id="rId12" Type="http://schemas.openxmlformats.org/officeDocument/2006/relationships/slideLayout" Target="../slideLayouts/slideLayout476.xml"/><Relationship Id="rId17" Type="http://schemas.openxmlformats.org/officeDocument/2006/relationships/slideLayout" Target="../slideLayouts/slideLayout481.xml"/><Relationship Id="rId25" Type="http://schemas.openxmlformats.org/officeDocument/2006/relationships/slideLayout" Target="../slideLayouts/slideLayout489.xml"/><Relationship Id="rId33" Type="http://schemas.openxmlformats.org/officeDocument/2006/relationships/slideLayout" Target="../slideLayouts/slideLayout497.xml"/><Relationship Id="rId38" Type="http://schemas.openxmlformats.org/officeDocument/2006/relationships/slideLayout" Target="../slideLayouts/slideLayout502.xml"/><Relationship Id="rId46" Type="http://schemas.openxmlformats.org/officeDocument/2006/relationships/slideLayout" Target="../slideLayouts/slideLayout510.xml"/><Relationship Id="rId59" Type="http://schemas.openxmlformats.org/officeDocument/2006/relationships/slideLayout" Target="../slideLayouts/slideLayout523.xml"/><Relationship Id="rId67" Type="http://schemas.openxmlformats.org/officeDocument/2006/relationships/slideLayout" Target="../slideLayouts/slideLayout531.xml"/><Relationship Id="rId20" Type="http://schemas.openxmlformats.org/officeDocument/2006/relationships/slideLayout" Target="../slideLayouts/slideLayout484.xml"/><Relationship Id="rId41" Type="http://schemas.openxmlformats.org/officeDocument/2006/relationships/slideLayout" Target="../slideLayouts/slideLayout505.xml"/><Relationship Id="rId54" Type="http://schemas.openxmlformats.org/officeDocument/2006/relationships/slideLayout" Target="../slideLayouts/slideLayout518.xml"/><Relationship Id="rId62" Type="http://schemas.openxmlformats.org/officeDocument/2006/relationships/slideLayout" Target="../slideLayouts/slideLayout526.xml"/><Relationship Id="rId70" Type="http://schemas.openxmlformats.org/officeDocument/2006/relationships/slideLayout" Target="../slideLayouts/slideLayout534.xml"/><Relationship Id="rId75" Type="http://schemas.openxmlformats.org/officeDocument/2006/relationships/slideLayout" Target="../slideLayouts/slideLayout539.xml"/><Relationship Id="rId83" Type="http://schemas.openxmlformats.org/officeDocument/2006/relationships/slideLayout" Target="../slideLayouts/slideLayout547.xml"/><Relationship Id="rId1" Type="http://schemas.openxmlformats.org/officeDocument/2006/relationships/slideLayout" Target="../slideLayouts/slideLayout465.xml"/><Relationship Id="rId6" Type="http://schemas.openxmlformats.org/officeDocument/2006/relationships/slideLayout" Target="../slideLayouts/slideLayout470.xml"/><Relationship Id="rId15" Type="http://schemas.openxmlformats.org/officeDocument/2006/relationships/slideLayout" Target="../slideLayouts/slideLayout479.xml"/><Relationship Id="rId23" Type="http://schemas.openxmlformats.org/officeDocument/2006/relationships/slideLayout" Target="../slideLayouts/slideLayout487.xml"/><Relationship Id="rId28" Type="http://schemas.openxmlformats.org/officeDocument/2006/relationships/slideLayout" Target="../slideLayouts/slideLayout492.xml"/><Relationship Id="rId36" Type="http://schemas.openxmlformats.org/officeDocument/2006/relationships/slideLayout" Target="../slideLayouts/slideLayout500.xml"/><Relationship Id="rId49" Type="http://schemas.openxmlformats.org/officeDocument/2006/relationships/slideLayout" Target="../slideLayouts/slideLayout513.xml"/><Relationship Id="rId57" Type="http://schemas.openxmlformats.org/officeDocument/2006/relationships/slideLayout" Target="../slideLayouts/slideLayout521.xml"/><Relationship Id="rId10" Type="http://schemas.openxmlformats.org/officeDocument/2006/relationships/slideLayout" Target="../slideLayouts/slideLayout474.xml"/><Relationship Id="rId31" Type="http://schemas.openxmlformats.org/officeDocument/2006/relationships/slideLayout" Target="../slideLayouts/slideLayout495.xml"/><Relationship Id="rId44" Type="http://schemas.openxmlformats.org/officeDocument/2006/relationships/slideLayout" Target="../slideLayouts/slideLayout508.xml"/><Relationship Id="rId52" Type="http://schemas.openxmlformats.org/officeDocument/2006/relationships/slideLayout" Target="../slideLayouts/slideLayout516.xml"/><Relationship Id="rId60" Type="http://schemas.openxmlformats.org/officeDocument/2006/relationships/slideLayout" Target="../slideLayouts/slideLayout524.xml"/><Relationship Id="rId65" Type="http://schemas.openxmlformats.org/officeDocument/2006/relationships/slideLayout" Target="../slideLayouts/slideLayout529.xml"/><Relationship Id="rId73" Type="http://schemas.openxmlformats.org/officeDocument/2006/relationships/slideLayout" Target="../slideLayouts/slideLayout537.xml"/><Relationship Id="rId78" Type="http://schemas.openxmlformats.org/officeDocument/2006/relationships/slideLayout" Target="../slideLayouts/slideLayout542.xml"/><Relationship Id="rId81" Type="http://schemas.openxmlformats.org/officeDocument/2006/relationships/slideLayout" Target="../slideLayouts/slideLayout545.xml"/><Relationship Id="rId4" Type="http://schemas.openxmlformats.org/officeDocument/2006/relationships/slideLayout" Target="../slideLayouts/slideLayout468.xml"/><Relationship Id="rId9" Type="http://schemas.openxmlformats.org/officeDocument/2006/relationships/slideLayout" Target="../slideLayouts/slideLayout473.xml"/><Relationship Id="rId13" Type="http://schemas.openxmlformats.org/officeDocument/2006/relationships/slideLayout" Target="../slideLayouts/slideLayout477.xml"/><Relationship Id="rId18" Type="http://schemas.openxmlformats.org/officeDocument/2006/relationships/slideLayout" Target="../slideLayouts/slideLayout482.xml"/><Relationship Id="rId39" Type="http://schemas.openxmlformats.org/officeDocument/2006/relationships/slideLayout" Target="../slideLayouts/slideLayout503.xml"/><Relationship Id="rId34" Type="http://schemas.openxmlformats.org/officeDocument/2006/relationships/slideLayout" Target="../slideLayouts/slideLayout498.xml"/><Relationship Id="rId50" Type="http://schemas.openxmlformats.org/officeDocument/2006/relationships/slideLayout" Target="../slideLayouts/slideLayout514.xml"/><Relationship Id="rId55" Type="http://schemas.openxmlformats.org/officeDocument/2006/relationships/slideLayout" Target="../slideLayouts/slideLayout519.xml"/><Relationship Id="rId76" Type="http://schemas.openxmlformats.org/officeDocument/2006/relationships/slideLayout" Target="../slideLayouts/slideLayout540.xml"/><Relationship Id="rId7" Type="http://schemas.openxmlformats.org/officeDocument/2006/relationships/slideLayout" Target="../slideLayouts/slideLayout471.xml"/><Relationship Id="rId71" Type="http://schemas.openxmlformats.org/officeDocument/2006/relationships/slideLayout" Target="../slideLayouts/slideLayout535.xml"/><Relationship Id="rId2" Type="http://schemas.openxmlformats.org/officeDocument/2006/relationships/slideLayout" Target="../slideLayouts/slideLayout466.xml"/><Relationship Id="rId29" Type="http://schemas.openxmlformats.org/officeDocument/2006/relationships/slideLayout" Target="../slideLayouts/slideLayout493.xml"/><Relationship Id="rId24" Type="http://schemas.openxmlformats.org/officeDocument/2006/relationships/slideLayout" Target="../slideLayouts/slideLayout488.xml"/><Relationship Id="rId40" Type="http://schemas.openxmlformats.org/officeDocument/2006/relationships/slideLayout" Target="../slideLayouts/slideLayout504.xml"/><Relationship Id="rId45" Type="http://schemas.openxmlformats.org/officeDocument/2006/relationships/slideLayout" Target="../slideLayouts/slideLayout509.xml"/><Relationship Id="rId66" Type="http://schemas.openxmlformats.org/officeDocument/2006/relationships/slideLayout" Target="../slideLayouts/slideLayout530.xml"/><Relationship Id="rId61" Type="http://schemas.openxmlformats.org/officeDocument/2006/relationships/slideLayout" Target="../slideLayouts/slideLayout525.xml"/><Relationship Id="rId82" Type="http://schemas.openxmlformats.org/officeDocument/2006/relationships/slideLayout" Target="../slideLayouts/slideLayout546.xml"/></Relationships>
</file>

<file path=ppt/slideMasters/_rels/slideMaster10.xml.rels><?xml version="1.0" encoding="UTF-8" standalone="yes"?>
<Relationships xmlns="http://schemas.openxmlformats.org/package/2006/relationships"><Relationship Id="rId13" Type="http://schemas.openxmlformats.org/officeDocument/2006/relationships/slideLayout" Target="../slideLayouts/slideLayout561.xml"/><Relationship Id="rId18" Type="http://schemas.openxmlformats.org/officeDocument/2006/relationships/slideLayout" Target="../slideLayouts/slideLayout566.xml"/><Relationship Id="rId26" Type="http://schemas.openxmlformats.org/officeDocument/2006/relationships/slideLayout" Target="../slideLayouts/slideLayout574.xml"/><Relationship Id="rId39" Type="http://schemas.openxmlformats.org/officeDocument/2006/relationships/slideLayout" Target="../slideLayouts/slideLayout587.xml"/><Relationship Id="rId21" Type="http://schemas.openxmlformats.org/officeDocument/2006/relationships/slideLayout" Target="../slideLayouts/slideLayout569.xml"/><Relationship Id="rId34" Type="http://schemas.openxmlformats.org/officeDocument/2006/relationships/slideLayout" Target="../slideLayouts/slideLayout582.xml"/><Relationship Id="rId42" Type="http://schemas.openxmlformats.org/officeDocument/2006/relationships/slideLayout" Target="../slideLayouts/slideLayout590.xml"/><Relationship Id="rId47" Type="http://schemas.openxmlformats.org/officeDocument/2006/relationships/slideLayout" Target="../slideLayouts/slideLayout595.xml"/><Relationship Id="rId50" Type="http://schemas.openxmlformats.org/officeDocument/2006/relationships/slideLayout" Target="../slideLayouts/slideLayout598.xml"/><Relationship Id="rId7" Type="http://schemas.openxmlformats.org/officeDocument/2006/relationships/slideLayout" Target="../slideLayouts/slideLayout555.xml"/><Relationship Id="rId2" Type="http://schemas.openxmlformats.org/officeDocument/2006/relationships/slideLayout" Target="../slideLayouts/slideLayout550.xml"/><Relationship Id="rId16" Type="http://schemas.openxmlformats.org/officeDocument/2006/relationships/slideLayout" Target="../slideLayouts/slideLayout564.xml"/><Relationship Id="rId29" Type="http://schemas.openxmlformats.org/officeDocument/2006/relationships/slideLayout" Target="../slideLayouts/slideLayout577.xml"/><Relationship Id="rId11" Type="http://schemas.openxmlformats.org/officeDocument/2006/relationships/slideLayout" Target="../slideLayouts/slideLayout559.xml"/><Relationship Id="rId24" Type="http://schemas.openxmlformats.org/officeDocument/2006/relationships/slideLayout" Target="../slideLayouts/slideLayout572.xml"/><Relationship Id="rId32" Type="http://schemas.openxmlformats.org/officeDocument/2006/relationships/slideLayout" Target="../slideLayouts/slideLayout580.xml"/><Relationship Id="rId37" Type="http://schemas.openxmlformats.org/officeDocument/2006/relationships/slideLayout" Target="../slideLayouts/slideLayout585.xml"/><Relationship Id="rId40" Type="http://schemas.openxmlformats.org/officeDocument/2006/relationships/slideLayout" Target="../slideLayouts/slideLayout588.xml"/><Relationship Id="rId45" Type="http://schemas.openxmlformats.org/officeDocument/2006/relationships/slideLayout" Target="../slideLayouts/slideLayout593.xml"/><Relationship Id="rId5" Type="http://schemas.openxmlformats.org/officeDocument/2006/relationships/slideLayout" Target="../slideLayouts/slideLayout553.xml"/><Relationship Id="rId15" Type="http://schemas.openxmlformats.org/officeDocument/2006/relationships/slideLayout" Target="../slideLayouts/slideLayout563.xml"/><Relationship Id="rId23" Type="http://schemas.openxmlformats.org/officeDocument/2006/relationships/slideLayout" Target="../slideLayouts/slideLayout571.xml"/><Relationship Id="rId28" Type="http://schemas.openxmlformats.org/officeDocument/2006/relationships/slideLayout" Target="../slideLayouts/slideLayout576.xml"/><Relationship Id="rId36" Type="http://schemas.openxmlformats.org/officeDocument/2006/relationships/slideLayout" Target="../slideLayouts/slideLayout584.xml"/><Relationship Id="rId49" Type="http://schemas.openxmlformats.org/officeDocument/2006/relationships/slideLayout" Target="../slideLayouts/slideLayout597.xml"/><Relationship Id="rId10" Type="http://schemas.openxmlformats.org/officeDocument/2006/relationships/slideLayout" Target="../slideLayouts/slideLayout558.xml"/><Relationship Id="rId19" Type="http://schemas.openxmlformats.org/officeDocument/2006/relationships/slideLayout" Target="../slideLayouts/slideLayout567.xml"/><Relationship Id="rId31" Type="http://schemas.openxmlformats.org/officeDocument/2006/relationships/slideLayout" Target="../slideLayouts/slideLayout579.xml"/><Relationship Id="rId44" Type="http://schemas.openxmlformats.org/officeDocument/2006/relationships/slideLayout" Target="../slideLayouts/slideLayout592.xml"/><Relationship Id="rId4" Type="http://schemas.openxmlformats.org/officeDocument/2006/relationships/slideLayout" Target="../slideLayouts/slideLayout552.xml"/><Relationship Id="rId9" Type="http://schemas.openxmlformats.org/officeDocument/2006/relationships/slideLayout" Target="../slideLayouts/slideLayout557.xml"/><Relationship Id="rId14" Type="http://schemas.openxmlformats.org/officeDocument/2006/relationships/slideLayout" Target="../slideLayouts/slideLayout562.xml"/><Relationship Id="rId22" Type="http://schemas.openxmlformats.org/officeDocument/2006/relationships/slideLayout" Target="../slideLayouts/slideLayout570.xml"/><Relationship Id="rId27" Type="http://schemas.openxmlformats.org/officeDocument/2006/relationships/slideLayout" Target="../slideLayouts/slideLayout575.xml"/><Relationship Id="rId30" Type="http://schemas.openxmlformats.org/officeDocument/2006/relationships/slideLayout" Target="../slideLayouts/slideLayout578.xml"/><Relationship Id="rId35" Type="http://schemas.openxmlformats.org/officeDocument/2006/relationships/slideLayout" Target="../slideLayouts/slideLayout583.xml"/><Relationship Id="rId43" Type="http://schemas.openxmlformats.org/officeDocument/2006/relationships/slideLayout" Target="../slideLayouts/slideLayout591.xml"/><Relationship Id="rId48" Type="http://schemas.openxmlformats.org/officeDocument/2006/relationships/slideLayout" Target="../slideLayouts/slideLayout596.xml"/><Relationship Id="rId8" Type="http://schemas.openxmlformats.org/officeDocument/2006/relationships/slideLayout" Target="../slideLayouts/slideLayout556.xml"/><Relationship Id="rId51" Type="http://schemas.openxmlformats.org/officeDocument/2006/relationships/theme" Target="../theme/theme10.xml"/><Relationship Id="rId3" Type="http://schemas.openxmlformats.org/officeDocument/2006/relationships/slideLayout" Target="../slideLayouts/slideLayout551.xml"/><Relationship Id="rId12" Type="http://schemas.openxmlformats.org/officeDocument/2006/relationships/slideLayout" Target="../slideLayouts/slideLayout560.xml"/><Relationship Id="rId17" Type="http://schemas.openxmlformats.org/officeDocument/2006/relationships/slideLayout" Target="../slideLayouts/slideLayout565.xml"/><Relationship Id="rId25" Type="http://schemas.openxmlformats.org/officeDocument/2006/relationships/slideLayout" Target="../slideLayouts/slideLayout573.xml"/><Relationship Id="rId33" Type="http://schemas.openxmlformats.org/officeDocument/2006/relationships/slideLayout" Target="../slideLayouts/slideLayout581.xml"/><Relationship Id="rId38" Type="http://schemas.openxmlformats.org/officeDocument/2006/relationships/slideLayout" Target="../slideLayouts/slideLayout586.xml"/><Relationship Id="rId46" Type="http://schemas.openxmlformats.org/officeDocument/2006/relationships/slideLayout" Target="../slideLayouts/slideLayout594.xml"/><Relationship Id="rId20" Type="http://schemas.openxmlformats.org/officeDocument/2006/relationships/slideLayout" Target="../slideLayouts/slideLayout568.xml"/><Relationship Id="rId41" Type="http://schemas.openxmlformats.org/officeDocument/2006/relationships/slideLayout" Target="../slideLayouts/slideLayout589.xml"/><Relationship Id="rId1" Type="http://schemas.openxmlformats.org/officeDocument/2006/relationships/slideLayout" Target="../slideLayouts/slideLayout549.xml"/><Relationship Id="rId6" Type="http://schemas.openxmlformats.org/officeDocument/2006/relationships/slideLayout" Target="../slideLayouts/slideLayout554.xml"/></Relationships>
</file>

<file path=ppt/slideMasters/_rels/slideMaster11.xml.rels><?xml version="1.0" encoding="UTF-8" standalone="yes"?>
<Relationships xmlns="http://schemas.openxmlformats.org/package/2006/relationships"><Relationship Id="rId13" Type="http://schemas.openxmlformats.org/officeDocument/2006/relationships/slideLayout" Target="../slideLayouts/slideLayout611.xml"/><Relationship Id="rId18" Type="http://schemas.openxmlformats.org/officeDocument/2006/relationships/slideLayout" Target="../slideLayouts/slideLayout616.xml"/><Relationship Id="rId26" Type="http://schemas.openxmlformats.org/officeDocument/2006/relationships/slideLayout" Target="../slideLayouts/slideLayout624.xml"/><Relationship Id="rId39" Type="http://schemas.openxmlformats.org/officeDocument/2006/relationships/slideLayout" Target="../slideLayouts/slideLayout637.xml"/><Relationship Id="rId21" Type="http://schemas.openxmlformats.org/officeDocument/2006/relationships/slideLayout" Target="../slideLayouts/slideLayout619.xml"/><Relationship Id="rId34" Type="http://schemas.openxmlformats.org/officeDocument/2006/relationships/slideLayout" Target="../slideLayouts/slideLayout632.xml"/><Relationship Id="rId42" Type="http://schemas.openxmlformats.org/officeDocument/2006/relationships/slideLayout" Target="../slideLayouts/slideLayout640.xml"/><Relationship Id="rId47" Type="http://schemas.openxmlformats.org/officeDocument/2006/relationships/slideLayout" Target="../slideLayouts/slideLayout645.xml"/><Relationship Id="rId50" Type="http://schemas.openxmlformats.org/officeDocument/2006/relationships/theme" Target="../theme/theme11.xml"/><Relationship Id="rId7" Type="http://schemas.openxmlformats.org/officeDocument/2006/relationships/slideLayout" Target="../slideLayouts/slideLayout605.xml"/><Relationship Id="rId2" Type="http://schemas.openxmlformats.org/officeDocument/2006/relationships/slideLayout" Target="../slideLayouts/slideLayout600.xml"/><Relationship Id="rId16" Type="http://schemas.openxmlformats.org/officeDocument/2006/relationships/slideLayout" Target="../slideLayouts/slideLayout614.xml"/><Relationship Id="rId29" Type="http://schemas.openxmlformats.org/officeDocument/2006/relationships/slideLayout" Target="../slideLayouts/slideLayout627.xml"/><Relationship Id="rId11" Type="http://schemas.openxmlformats.org/officeDocument/2006/relationships/slideLayout" Target="../slideLayouts/slideLayout609.xml"/><Relationship Id="rId24" Type="http://schemas.openxmlformats.org/officeDocument/2006/relationships/slideLayout" Target="../slideLayouts/slideLayout622.xml"/><Relationship Id="rId32" Type="http://schemas.openxmlformats.org/officeDocument/2006/relationships/slideLayout" Target="../slideLayouts/slideLayout630.xml"/><Relationship Id="rId37" Type="http://schemas.openxmlformats.org/officeDocument/2006/relationships/slideLayout" Target="../slideLayouts/slideLayout635.xml"/><Relationship Id="rId40" Type="http://schemas.openxmlformats.org/officeDocument/2006/relationships/slideLayout" Target="../slideLayouts/slideLayout638.xml"/><Relationship Id="rId45" Type="http://schemas.openxmlformats.org/officeDocument/2006/relationships/slideLayout" Target="../slideLayouts/slideLayout643.xml"/><Relationship Id="rId5" Type="http://schemas.openxmlformats.org/officeDocument/2006/relationships/slideLayout" Target="../slideLayouts/slideLayout603.xml"/><Relationship Id="rId15" Type="http://schemas.openxmlformats.org/officeDocument/2006/relationships/slideLayout" Target="../slideLayouts/slideLayout613.xml"/><Relationship Id="rId23" Type="http://schemas.openxmlformats.org/officeDocument/2006/relationships/slideLayout" Target="../slideLayouts/slideLayout621.xml"/><Relationship Id="rId28" Type="http://schemas.openxmlformats.org/officeDocument/2006/relationships/slideLayout" Target="../slideLayouts/slideLayout626.xml"/><Relationship Id="rId36" Type="http://schemas.openxmlformats.org/officeDocument/2006/relationships/slideLayout" Target="../slideLayouts/slideLayout634.xml"/><Relationship Id="rId49" Type="http://schemas.openxmlformats.org/officeDocument/2006/relationships/slideLayout" Target="../slideLayouts/slideLayout647.xml"/><Relationship Id="rId10" Type="http://schemas.openxmlformats.org/officeDocument/2006/relationships/slideLayout" Target="../slideLayouts/slideLayout608.xml"/><Relationship Id="rId19" Type="http://schemas.openxmlformats.org/officeDocument/2006/relationships/slideLayout" Target="../slideLayouts/slideLayout617.xml"/><Relationship Id="rId31" Type="http://schemas.openxmlformats.org/officeDocument/2006/relationships/slideLayout" Target="../slideLayouts/slideLayout629.xml"/><Relationship Id="rId44" Type="http://schemas.openxmlformats.org/officeDocument/2006/relationships/slideLayout" Target="../slideLayouts/slideLayout642.xml"/><Relationship Id="rId4" Type="http://schemas.openxmlformats.org/officeDocument/2006/relationships/slideLayout" Target="../slideLayouts/slideLayout602.xml"/><Relationship Id="rId9" Type="http://schemas.openxmlformats.org/officeDocument/2006/relationships/slideLayout" Target="../slideLayouts/slideLayout607.xml"/><Relationship Id="rId14" Type="http://schemas.openxmlformats.org/officeDocument/2006/relationships/slideLayout" Target="../slideLayouts/slideLayout612.xml"/><Relationship Id="rId22" Type="http://schemas.openxmlformats.org/officeDocument/2006/relationships/slideLayout" Target="../slideLayouts/slideLayout620.xml"/><Relationship Id="rId27" Type="http://schemas.openxmlformats.org/officeDocument/2006/relationships/slideLayout" Target="../slideLayouts/slideLayout625.xml"/><Relationship Id="rId30" Type="http://schemas.openxmlformats.org/officeDocument/2006/relationships/slideLayout" Target="../slideLayouts/slideLayout628.xml"/><Relationship Id="rId35" Type="http://schemas.openxmlformats.org/officeDocument/2006/relationships/slideLayout" Target="../slideLayouts/slideLayout633.xml"/><Relationship Id="rId43" Type="http://schemas.openxmlformats.org/officeDocument/2006/relationships/slideLayout" Target="../slideLayouts/slideLayout641.xml"/><Relationship Id="rId48" Type="http://schemas.openxmlformats.org/officeDocument/2006/relationships/slideLayout" Target="../slideLayouts/slideLayout646.xml"/><Relationship Id="rId8" Type="http://schemas.openxmlformats.org/officeDocument/2006/relationships/slideLayout" Target="../slideLayouts/slideLayout606.xml"/><Relationship Id="rId3" Type="http://schemas.openxmlformats.org/officeDocument/2006/relationships/slideLayout" Target="../slideLayouts/slideLayout601.xml"/><Relationship Id="rId12" Type="http://schemas.openxmlformats.org/officeDocument/2006/relationships/slideLayout" Target="../slideLayouts/slideLayout610.xml"/><Relationship Id="rId17" Type="http://schemas.openxmlformats.org/officeDocument/2006/relationships/slideLayout" Target="../slideLayouts/slideLayout615.xml"/><Relationship Id="rId25" Type="http://schemas.openxmlformats.org/officeDocument/2006/relationships/slideLayout" Target="../slideLayouts/slideLayout623.xml"/><Relationship Id="rId33" Type="http://schemas.openxmlformats.org/officeDocument/2006/relationships/slideLayout" Target="../slideLayouts/slideLayout631.xml"/><Relationship Id="rId38" Type="http://schemas.openxmlformats.org/officeDocument/2006/relationships/slideLayout" Target="../slideLayouts/slideLayout636.xml"/><Relationship Id="rId46" Type="http://schemas.openxmlformats.org/officeDocument/2006/relationships/slideLayout" Target="../slideLayouts/slideLayout644.xml"/><Relationship Id="rId20" Type="http://schemas.openxmlformats.org/officeDocument/2006/relationships/slideLayout" Target="../slideLayouts/slideLayout618.xml"/><Relationship Id="rId41" Type="http://schemas.openxmlformats.org/officeDocument/2006/relationships/slideLayout" Target="../slideLayouts/slideLayout639.xml"/><Relationship Id="rId1" Type="http://schemas.openxmlformats.org/officeDocument/2006/relationships/slideLayout" Target="../slideLayouts/slideLayout599.xml"/><Relationship Id="rId6" Type="http://schemas.openxmlformats.org/officeDocument/2006/relationships/slideLayout" Target="../slideLayouts/slideLayout604.xml"/></Relationships>
</file>

<file path=ppt/slideMasters/_rels/slideMaster12.xml.rels><?xml version="1.0" encoding="UTF-8" standalone="yes"?>
<Relationships xmlns="http://schemas.openxmlformats.org/package/2006/relationships"><Relationship Id="rId26" Type="http://schemas.openxmlformats.org/officeDocument/2006/relationships/slideLayout" Target="../slideLayouts/slideLayout673.xml"/><Relationship Id="rId21" Type="http://schemas.openxmlformats.org/officeDocument/2006/relationships/slideLayout" Target="../slideLayouts/slideLayout668.xml"/><Relationship Id="rId42" Type="http://schemas.openxmlformats.org/officeDocument/2006/relationships/slideLayout" Target="../slideLayouts/slideLayout689.xml"/><Relationship Id="rId47" Type="http://schemas.openxmlformats.org/officeDocument/2006/relationships/slideLayout" Target="../slideLayouts/slideLayout694.xml"/><Relationship Id="rId63" Type="http://schemas.openxmlformats.org/officeDocument/2006/relationships/slideLayout" Target="../slideLayouts/slideLayout710.xml"/><Relationship Id="rId68" Type="http://schemas.openxmlformats.org/officeDocument/2006/relationships/slideLayout" Target="../slideLayouts/slideLayout715.xml"/><Relationship Id="rId84" Type="http://schemas.openxmlformats.org/officeDocument/2006/relationships/slideLayout" Target="../slideLayouts/slideLayout731.xml"/><Relationship Id="rId16" Type="http://schemas.openxmlformats.org/officeDocument/2006/relationships/slideLayout" Target="../slideLayouts/slideLayout663.xml"/><Relationship Id="rId11" Type="http://schemas.openxmlformats.org/officeDocument/2006/relationships/slideLayout" Target="../slideLayouts/slideLayout658.xml"/><Relationship Id="rId32" Type="http://schemas.openxmlformats.org/officeDocument/2006/relationships/slideLayout" Target="../slideLayouts/slideLayout679.xml"/><Relationship Id="rId37" Type="http://schemas.openxmlformats.org/officeDocument/2006/relationships/slideLayout" Target="../slideLayouts/slideLayout684.xml"/><Relationship Id="rId53" Type="http://schemas.openxmlformats.org/officeDocument/2006/relationships/slideLayout" Target="../slideLayouts/slideLayout700.xml"/><Relationship Id="rId58" Type="http://schemas.openxmlformats.org/officeDocument/2006/relationships/slideLayout" Target="../slideLayouts/slideLayout705.xml"/><Relationship Id="rId74" Type="http://schemas.openxmlformats.org/officeDocument/2006/relationships/slideLayout" Target="../slideLayouts/slideLayout721.xml"/><Relationship Id="rId79" Type="http://schemas.openxmlformats.org/officeDocument/2006/relationships/slideLayout" Target="../slideLayouts/slideLayout726.xml"/><Relationship Id="rId5" Type="http://schemas.openxmlformats.org/officeDocument/2006/relationships/slideLayout" Target="../slideLayouts/slideLayout652.xml"/><Relationship Id="rId19" Type="http://schemas.openxmlformats.org/officeDocument/2006/relationships/slideLayout" Target="../slideLayouts/slideLayout666.xml"/><Relationship Id="rId14" Type="http://schemas.openxmlformats.org/officeDocument/2006/relationships/slideLayout" Target="../slideLayouts/slideLayout661.xml"/><Relationship Id="rId22" Type="http://schemas.openxmlformats.org/officeDocument/2006/relationships/slideLayout" Target="../slideLayouts/slideLayout669.xml"/><Relationship Id="rId27" Type="http://schemas.openxmlformats.org/officeDocument/2006/relationships/slideLayout" Target="../slideLayouts/slideLayout674.xml"/><Relationship Id="rId30" Type="http://schemas.openxmlformats.org/officeDocument/2006/relationships/slideLayout" Target="../slideLayouts/slideLayout677.xml"/><Relationship Id="rId35" Type="http://schemas.openxmlformats.org/officeDocument/2006/relationships/slideLayout" Target="../slideLayouts/slideLayout682.xml"/><Relationship Id="rId43" Type="http://schemas.openxmlformats.org/officeDocument/2006/relationships/slideLayout" Target="../slideLayouts/slideLayout690.xml"/><Relationship Id="rId48" Type="http://schemas.openxmlformats.org/officeDocument/2006/relationships/slideLayout" Target="../slideLayouts/slideLayout695.xml"/><Relationship Id="rId56" Type="http://schemas.openxmlformats.org/officeDocument/2006/relationships/slideLayout" Target="../slideLayouts/slideLayout703.xml"/><Relationship Id="rId64" Type="http://schemas.openxmlformats.org/officeDocument/2006/relationships/slideLayout" Target="../slideLayouts/slideLayout711.xml"/><Relationship Id="rId69" Type="http://schemas.openxmlformats.org/officeDocument/2006/relationships/slideLayout" Target="../slideLayouts/slideLayout716.xml"/><Relationship Id="rId77" Type="http://schemas.openxmlformats.org/officeDocument/2006/relationships/slideLayout" Target="../slideLayouts/slideLayout724.xml"/><Relationship Id="rId8" Type="http://schemas.openxmlformats.org/officeDocument/2006/relationships/slideLayout" Target="../slideLayouts/slideLayout655.xml"/><Relationship Id="rId51" Type="http://schemas.openxmlformats.org/officeDocument/2006/relationships/slideLayout" Target="../slideLayouts/slideLayout698.xml"/><Relationship Id="rId72" Type="http://schemas.openxmlformats.org/officeDocument/2006/relationships/slideLayout" Target="../slideLayouts/slideLayout719.xml"/><Relationship Id="rId80" Type="http://schemas.openxmlformats.org/officeDocument/2006/relationships/slideLayout" Target="../slideLayouts/slideLayout727.xml"/><Relationship Id="rId85" Type="http://schemas.openxmlformats.org/officeDocument/2006/relationships/theme" Target="../theme/theme12.xml"/><Relationship Id="rId3" Type="http://schemas.openxmlformats.org/officeDocument/2006/relationships/slideLayout" Target="../slideLayouts/slideLayout650.xml"/><Relationship Id="rId12" Type="http://schemas.openxmlformats.org/officeDocument/2006/relationships/slideLayout" Target="../slideLayouts/slideLayout659.xml"/><Relationship Id="rId17" Type="http://schemas.openxmlformats.org/officeDocument/2006/relationships/slideLayout" Target="../slideLayouts/slideLayout664.xml"/><Relationship Id="rId25" Type="http://schemas.openxmlformats.org/officeDocument/2006/relationships/slideLayout" Target="../slideLayouts/slideLayout672.xml"/><Relationship Id="rId33" Type="http://schemas.openxmlformats.org/officeDocument/2006/relationships/slideLayout" Target="../slideLayouts/slideLayout680.xml"/><Relationship Id="rId38" Type="http://schemas.openxmlformats.org/officeDocument/2006/relationships/slideLayout" Target="../slideLayouts/slideLayout685.xml"/><Relationship Id="rId46" Type="http://schemas.openxmlformats.org/officeDocument/2006/relationships/slideLayout" Target="../slideLayouts/slideLayout693.xml"/><Relationship Id="rId59" Type="http://schemas.openxmlformats.org/officeDocument/2006/relationships/slideLayout" Target="../slideLayouts/slideLayout706.xml"/><Relationship Id="rId67" Type="http://schemas.openxmlformats.org/officeDocument/2006/relationships/slideLayout" Target="../slideLayouts/slideLayout714.xml"/><Relationship Id="rId20" Type="http://schemas.openxmlformats.org/officeDocument/2006/relationships/slideLayout" Target="../slideLayouts/slideLayout667.xml"/><Relationship Id="rId41" Type="http://schemas.openxmlformats.org/officeDocument/2006/relationships/slideLayout" Target="../slideLayouts/slideLayout688.xml"/><Relationship Id="rId54" Type="http://schemas.openxmlformats.org/officeDocument/2006/relationships/slideLayout" Target="../slideLayouts/slideLayout701.xml"/><Relationship Id="rId62" Type="http://schemas.openxmlformats.org/officeDocument/2006/relationships/slideLayout" Target="../slideLayouts/slideLayout709.xml"/><Relationship Id="rId70" Type="http://schemas.openxmlformats.org/officeDocument/2006/relationships/slideLayout" Target="../slideLayouts/slideLayout717.xml"/><Relationship Id="rId75" Type="http://schemas.openxmlformats.org/officeDocument/2006/relationships/slideLayout" Target="../slideLayouts/slideLayout722.xml"/><Relationship Id="rId83" Type="http://schemas.openxmlformats.org/officeDocument/2006/relationships/slideLayout" Target="../slideLayouts/slideLayout730.xml"/><Relationship Id="rId1" Type="http://schemas.openxmlformats.org/officeDocument/2006/relationships/slideLayout" Target="../slideLayouts/slideLayout648.xml"/><Relationship Id="rId6" Type="http://schemas.openxmlformats.org/officeDocument/2006/relationships/slideLayout" Target="../slideLayouts/slideLayout653.xml"/><Relationship Id="rId15" Type="http://schemas.openxmlformats.org/officeDocument/2006/relationships/slideLayout" Target="../slideLayouts/slideLayout662.xml"/><Relationship Id="rId23" Type="http://schemas.openxmlformats.org/officeDocument/2006/relationships/slideLayout" Target="../slideLayouts/slideLayout670.xml"/><Relationship Id="rId28" Type="http://schemas.openxmlformats.org/officeDocument/2006/relationships/slideLayout" Target="../slideLayouts/slideLayout675.xml"/><Relationship Id="rId36" Type="http://schemas.openxmlformats.org/officeDocument/2006/relationships/slideLayout" Target="../slideLayouts/slideLayout683.xml"/><Relationship Id="rId49" Type="http://schemas.openxmlformats.org/officeDocument/2006/relationships/slideLayout" Target="../slideLayouts/slideLayout696.xml"/><Relationship Id="rId57" Type="http://schemas.openxmlformats.org/officeDocument/2006/relationships/slideLayout" Target="../slideLayouts/slideLayout704.xml"/><Relationship Id="rId10" Type="http://schemas.openxmlformats.org/officeDocument/2006/relationships/slideLayout" Target="../slideLayouts/slideLayout657.xml"/><Relationship Id="rId31" Type="http://schemas.openxmlformats.org/officeDocument/2006/relationships/slideLayout" Target="../slideLayouts/slideLayout678.xml"/><Relationship Id="rId44" Type="http://schemas.openxmlformats.org/officeDocument/2006/relationships/slideLayout" Target="../slideLayouts/slideLayout691.xml"/><Relationship Id="rId52" Type="http://schemas.openxmlformats.org/officeDocument/2006/relationships/slideLayout" Target="../slideLayouts/slideLayout699.xml"/><Relationship Id="rId60" Type="http://schemas.openxmlformats.org/officeDocument/2006/relationships/slideLayout" Target="../slideLayouts/slideLayout707.xml"/><Relationship Id="rId65" Type="http://schemas.openxmlformats.org/officeDocument/2006/relationships/slideLayout" Target="../slideLayouts/slideLayout712.xml"/><Relationship Id="rId73" Type="http://schemas.openxmlformats.org/officeDocument/2006/relationships/slideLayout" Target="../slideLayouts/slideLayout720.xml"/><Relationship Id="rId78" Type="http://schemas.openxmlformats.org/officeDocument/2006/relationships/slideLayout" Target="../slideLayouts/slideLayout725.xml"/><Relationship Id="rId81" Type="http://schemas.openxmlformats.org/officeDocument/2006/relationships/slideLayout" Target="../slideLayouts/slideLayout728.xml"/><Relationship Id="rId4" Type="http://schemas.openxmlformats.org/officeDocument/2006/relationships/slideLayout" Target="../slideLayouts/slideLayout651.xml"/><Relationship Id="rId9" Type="http://schemas.openxmlformats.org/officeDocument/2006/relationships/slideLayout" Target="../slideLayouts/slideLayout656.xml"/><Relationship Id="rId13" Type="http://schemas.openxmlformats.org/officeDocument/2006/relationships/slideLayout" Target="../slideLayouts/slideLayout660.xml"/><Relationship Id="rId18" Type="http://schemas.openxmlformats.org/officeDocument/2006/relationships/slideLayout" Target="../slideLayouts/slideLayout665.xml"/><Relationship Id="rId39" Type="http://schemas.openxmlformats.org/officeDocument/2006/relationships/slideLayout" Target="../slideLayouts/slideLayout686.xml"/><Relationship Id="rId34" Type="http://schemas.openxmlformats.org/officeDocument/2006/relationships/slideLayout" Target="../slideLayouts/slideLayout681.xml"/><Relationship Id="rId50" Type="http://schemas.openxmlformats.org/officeDocument/2006/relationships/slideLayout" Target="../slideLayouts/slideLayout697.xml"/><Relationship Id="rId55" Type="http://schemas.openxmlformats.org/officeDocument/2006/relationships/slideLayout" Target="../slideLayouts/slideLayout702.xml"/><Relationship Id="rId76" Type="http://schemas.openxmlformats.org/officeDocument/2006/relationships/slideLayout" Target="../slideLayouts/slideLayout723.xml"/><Relationship Id="rId7" Type="http://schemas.openxmlformats.org/officeDocument/2006/relationships/slideLayout" Target="../slideLayouts/slideLayout654.xml"/><Relationship Id="rId71" Type="http://schemas.openxmlformats.org/officeDocument/2006/relationships/slideLayout" Target="../slideLayouts/slideLayout718.xml"/><Relationship Id="rId2" Type="http://schemas.openxmlformats.org/officeDocument/2006/relationships/slideLayout" Target="../slideLayouts/slideLayout649.xml"/><Relationship Id="rId29" Type="http://schemas.openxmlformats.org/officeDocument/2006/relationships/slideLayout" Target="../slideLayouts/slideLayout676.xml"/><Relationship Id="rId24" Type="http://schemas.openxmlformats.org/officeDocument/2006/relationships/slideLayout" Target="../slideLayouts/slideLayout671.xml"/><Relationship Id="rId40" Type="http://schemas.openxmlformats.org/officeDocument/2006/relationships/slideLayout" Target="../slideLayouts/slideLayout687.xml"/><Relationship Id="rId45" Type="http://schemas.openxmlformats.org/officeDocument/2006/relationships/slideLayout" Target="../slideLayouts/slideLayout692.xml"/><Relationship Id="rId66" Type="http://schemas.openxmlformats.org/officeDocument/2006/relationships/slideLayout" Target="../slideLayouts/slideLayout713.xml"/><Relationship Id="rId61" Type="http://schemas.openxmlformats.org/officeDocument/2006/relationships/slideLayout" Target="../slideLayouts/slideLayout708.xml"/><Relationship Id="rId82" Type="http://schemas.openxmlformats.org/officeDocument/2006/relationships/slideLayout" Target="../slideLayouts/slideLayout729.xml"/></Relationships>
</file>

<file path=ppt/slideMasters/_rels/slideMaster13.xml.rels><?xml version="1.0" encoding="UTF-8" standalone="yes"?>
<Relationships xmlns="http://schemas.openxmlformats.org/package/2006/relationships"><Relationship Id="rId13" Type="http://schemas.openxmlformats.org/officeDocument/2006/relationships/slideLayout" Target="../slideLayouts/slideLayout744.xml"/><Relationship Id="rId18" Type="http://schemas.openxmlformats.org/officeDocument/2006/relationships/slideLayout" Target="../slideLayouts/slideLayout749.xml"/><Relationship Id="rId26" Type="http://schemas.openxmlformats.org/officeDocument/2006/relationships/slideLayout" Target="../slideLayouts/slideLayout757.xml"/><Relationship Id="rId39" Type="http://schemas.openxmlformats.org/officeDocument/2006/relationships/slideLayout" Target="../slideLayouts/slideLayout770.xml"/><Relationship Id="rId21" Type="http://schemas.openxmlformats.org/officeDocument/2006/relationships/slideLayout" Target="../slideLayouts/slideLayout752.xml"/><Relationship Id="rId34" Type="http://schemas.openxmlformats.org/officeDocument/2006/relationships/slideLayout" Target="../slideLayouts/slideLayout765.xml"/><Relationship Id="rId42" Type="http://schemas.openxmlformats.org/officeDocument/2006/relationships/slideLayout" Target="../slideLayouts/slideLayout773.xml"/><Relationship Id="rId47" Type="http://schemas.openxmlformats.org/officeDocument/2006/relationships/slideLayout" Target="../slideLayouts/slideLayout778.xml"/><Relationship Id="rId50" Type="http://schemas.openxmlformats.org/officeDocument/2006/relationships/slideLayout" Target="../slideLayouts/slideLayout781.xml"/><Relationship Id="rId7" Type="http://schemas.openxmlformats.org/officeDocument/2006/relationships/slideLayout" Target="../slideLayouts/slideLayout738.xml"/><Relationship Id="rId2" Type="http://schemas.openxmlformats.org/officeDocument/2006/relationships/slideLayout" Target="../slideLayouts/slideLayout733.xml"/><Relationship Id="rId16" Type="http://schemas.openxmlformats.org/officeDocument/2006/relationships/slideLayout" Target="../slideLayouts/slideLayout747.xml"/><Relationship Id="rId29" Type="http://schemas.openxmlformats.org/officeDocument/2006/relationships/slideLayout" Target="../slideLayouts/slideLayout760.xml"/><Relationship Id="rId11" Type="http://schemas.openxmlformats.org/officeDocument/2006/relationships/slideLayout" Target="../slideLayouts/slideLayout742.xml"/><Relationship Id="rId24" Type="http://schemas.openxmlformats.org/officeDocument/2006/relationships/slideLayout" Target="../slideLayouts/slideLayout755.xml"/><Relationship Id="rId32" Type="http://schemas.openxmlformats.org/officeDocument/2006/relationships/slideLayout" Target="../slideLayouts/slideLayout763.xml"/><Relationship Id="rId37" Type="http://schemas.openxmlformats.org/officeDocument/2006/relationships/slideLayout" Target="../slideLayouts/slideLayout768.xml"/><Relationship Id="rId40" Type="http://schemas.openxmlformats.org/officeDocument/2006/relationships/slideLayout" Target="../slideLayouts/slideLayout771.xml"/><Relationship Id="rId45" Type="http://schemas.openxmlformats.org/officeDocument/2006/relationships/slideLayout" Target="../slideLayouts/slideLayout776.xml"/><Relationship Id="rId5" Type="http://schemas.openxmlformats.org/officeDocument/2006/relationships/slideLayout" Target="../slideLayouts/slideLayout736.xml"/><Relationship Id="rId15" Type="http://schemas.openxmlformats.org/officeDocument/2006/relationships/slideLayout" Target="../slideLayouts/slideLayout746.xml"/><Relationship Id="rId23" Type="http://schemas.openxmlformats.org/officeDocument/2006/relationships/slideLayout" Target="../slideLayouts/slideLayout754.xml"/><Relationship Id="rId28" Type="http://schemas.openxmlformats.org/officeDocument/2006/relationships/slideLayout" Target="../slideLayouts/slideLayout759.xml"/><Relationship Id="rId36" Type="http://schemas.openxmlformats.org/officeDocument/2006/relationships/slideLayout" Target="../slideLayouts/slideLayout767.xml"/><Relationship Id="rId49" Type="http://schemas.openxmlformats.org/officeDocument/2006/relationships/slideLayout" Target="../slideLayouts/slideLayout780.xml"/><Relationship Id="rId10" Type="http://schemas.openxmlformats.org/officeDocument/2006/relationships/slideLayout" Target="../slideLayouts/slideLayout741.xml"/><Relationship Id="rId19" Type="http://schemas.openxmlformats.org/officeDocument/2006/relationships/slideLayout" Target="../slideLayouts/slideLayout750.xml"/><Relationship Id="rId31" Type="http://schemas.openxmlformats.org/officeDocument/2006/relationships/slideLayout" Target="../slideLayouts/slideLayout762.xml"/><Relationship Id="rId44" Type="http://schemas.openxmlformats.org/officeDocument/2006/relationships/slideLayout" Target="../slideLayouts/slideLayout775.xml"/><Relationship Id="rId52" Type="http://schemas.openxmlformats.org/officeDocument/2006/relationships/theme" Target="../theme/theme13.xml"/><Relationship Id="rId4" Type="http://schemas.openxmlformats.org/officeDocument/2006/relationships/slideLayout" Target="../slideLayouts/slideLayout735.xml"/><Relationship Id="rId9" Type="http://schemas.openxmlformats.org/officeDocument/2006/relationships/slideLayout" Target="../slideLayouts/slideLayout740.xml"/><Relationship Id="rId14" Type="http://schemas.openxmlformats.org/officeDocument/2006/relationships/slideLayout" Target="../slideLayouts/slideLayout745.xml"/><Relationship Id="rId22" Type="http://schemas.openxmlformats.org/officeDocument/2006/relationships/slideLayout" Target="../slideLayouts/slideLayout753.xml"/><Relationship Id="rId27" Type="http://schemas.openxmlformats.org/officeDocument/2006/relationships/slideLayout" Target="../slideLayouts/slideLayout758.xml"/><Relationship Id="rId30" Type="http://schemas.openxmlformats.org/officeDocument/2006/relationships/slideLayout" Target="../slideLayouts/slideLayout761.xml"/><Relationship Id="rId35" Type="http://schemas.openxmlformats.org/officeDocument/2006/relationships/slideLayout" Target="../slideLayouts/slideLayout766.xml"/><Relationship Id="rId43" Type="http://schemas.openxmlformats.org/officeDocument/2006/relationships/slideLayout" Target="../slideLayouts/slideLayout774.xml"/><Relationship Id="rId48" Type="http://schemas.openxmlformats.org/officeDocument/2006/relationships/slideLayout" Target="../slideLayouts/slideLayout779.xml"/><Relationship Id="rId8" Type="http://schemas.openxmlformats.org/officeDocument/2006/relationships/slideLayout" Target="../slideLayouts/slideLayout739.xml"/><Relationship Id="rId51" Type="http://schemas.openxmlformats.org/officeDocument/2006/relationships/slideLayout" Target="../slideLayouts/slideLayout782.xml"/><Relationship Id="rId3" Type="http://schemas.openxmlformats.org/officeDocument/2006/relationships/slideLayout" Target="../slideLayouts/slideLayout734.xml"/><Relationship Id="rId12" Type="http://schemas.openxmlformats.org/officeDocument/2006/relationships/slideLayout" Target="../slideLayouts/slideLayout743.xml"/><Relationship Id="rId17" Type="http://schemas.openxmlformats.org/officeDocument/2006/relationships/slideLayout" Target="../slideLayouts/slideLayout748.xml"/><Relationship Id="rId25" Type="http://schemas.openxmlformats.org/officeDocument/2006/relationships/slideLayout" Target="../slideLayouts/slideLayout756.xml"/><Relationship Id="rId33" Type="http://schemas.openxmlformats.org/officeDocument/2006/relationships/slideLayout" Target="../slideLayouts/slideLayout764.xml"/><Relationship Id="rId38" Type="http://schemas.openxmlformats.org/officeDocument/2006/relationships/slideLayout" Target="../slideLayouts/slideLayout769.xml"/><Relationship Id="rId46" Type="http://schemas.openxmlformats.org/officeDocument/2006/relationships/slideLayout" Target="../slideLayouts/slideLayout777.xml"/><Relationship Id="rId20" Type="http://schemas.openxmlformats.org/officeDocument/2006/relationships/slideLayout" Target="../slideLayouts/slideLayout751.xml"/><Relationship Id="rId41" Type="http://schemas.openxmlformats.org/officeDocument/2006/relationships/slideLayout" Target="../slideLayouts/slideLayout772.xml"/><Relationship Id="rId1" Type="http://schemas.openxmlformats.org/officeDocument/2006/relationships/slideLayout" Target="../slideLayouts/slideLayout732.xml"/><Relationship Id="rId6" Type="http://schemas.openxmlformats.org/officeDocument/2006/relationships/slideLayout" Target="../slideLayouts/slideLayout737.xml"/></Relationships>
</file>

<file path=ppt/slideMasters/_rels/slideMaster14.xml.rels><?xml version="1.0" encoding="UTF-8" standalone="yes"?>
<Relationships xmlns="http://schemas.openxmlformats.org/package/2006/relationships"><Relationship Id="rId13" Type="http://schemas.openxmlformats.org/officeDocument/2006/relationships/slideLayout" Target="../slideLayouts/slideLayout795.xml"/><Relationship Id="rId18" Type="http://schemas.openxmlformats.org/officeDocument/2006/relationships/slideLayout" Target="../slideLayouts/slideLayout800.xml"/><Relationship Id="rId26" Type="http://schemas.openxmlformats.org/officeDocument/2006/relationships/slideLayout" Target="../slideLayouts/slideLayout808.xml"/><Relationship Id="rId39" Type="http://schemas.openxmlformats.org/officeDocument/2006/relationships/slideLayout" Target="../slideLayouts/slideLayout821.xml"/><Relationship Id="rId21" Type="http://schemas.openxmlformats.org/officeDocument/2006/relationships/slideLayout" Target="../slideLayouts/slideLayout803.xml"/><Relationship Id="rId34" Type="http://schemas.openxmlformats.org/officeDocument/2006/relationships/slideLayout" Target="../slideLayouts/slideLayout816.xml"/><Relationship Id="rId42" Type="http://schemas.openxmlformats.org/officeDocument/2006/relationships/slideLayout" Target="../slideLayouts/slideLayout824.xml"/><Relationship Id="rId47" Type="http://schemas.openxmlformats.org/officeDocument/2006/relationships/slideLayout" Target="../slideLayouts/slideLayout829.xml"/><Relationship Id="rId50" Type="http://schemas.openxmlformats.org/officeDocument/2006/relationships/theme" Target="../theme/theme14.xml"/><Relationship Id="rId7" Type="http://schemas.openxmlformats.org/officeDocument/2006/relationships/slideLayout" Target="../slideLayouts/slideLayout789.xml"/><Relationship Id="rId2" Type="http://schemas.openxmlformats.org/officeDocument/2006/relationships/slideLayout" Target="../slideLayouts/slideLayout784.xml"/><Relationship Id="rId16" Type="http://schemas.openxmlformats.org/officeDocument/2006/relationships/slideLayout" Target="../slideLayouts/slideLayout798.xml"/><Relationship Id="rId29" Type="http://schemas.openxmlformats.org/officeDocument/2006/relationships/slideLayout" Target="../slideLayouts/slideLayout811.xml"/><Relationship Id="rId11" Type="http://schemas.openxmlformats.org/officeDocument/2006/relationships/slideLayout" Target="../slideLayouts/slideLayout793.xml"/><Relationship Id="rId24" Type="http://schemas.openxmlformats.org/officeDocument/2006/relationships/slideLayout" Target="../slideLayouts/slideLayout806.xml"/><Relationship Id="rId32" Type="http://schemas.openxmlformats.org/officeDocument/2006/relationships/slideLayout" Target="../slideLayouts/slideLayout814.xml"/><Relationship Id="rId37" Type="http://schemas.openxmlformats.org/officeDocument/2006/relationships/slideLayout" Target="../slideLayouts/slideLayout819.xml"/><Relationship Id="rId40" Type="http://schemas.openxmlformats.org/officeDocument/2006/relationships/slideLayout" Target="../slideLayouts/slideLayout822.xml"/><Relationship Id="rId45" Type="http://schemas.openxmlformats.org/officeDocument/2006/relationships/slideLayout" Target="../slideLayouts/slideLayout827.xml"/><Relationship Id="rId5" Type="http://schemas.openxmlformats.org/officeDocument/2006/relationships/slideLayout" Target="../slideLayouts/slideLayout787.xml"/><Relationship Id="rId15" Type="http://schemas.openxmlformats.org/officeDocument/2006/relationships/slideLayout" Target="../slideLayouts/slideLayout797.xml"/><Relationship Id="rId23" Type="http://schemas.openxmlformats.org/officeDocument/2006/relationships/slideLayout" Target="../slideLayouts/slideLayout805.xml"/><Relationship Id="rId28" Type="http://schemas.openxmlformats.org/officeDocument/2006/relationships/slideLayout" Target="../slideLayouts/slideLayout810.xml"/><Relationship Id="rId36" Type="http://schemas.openxmlformats.org/officeDocument/2006/relationships/slideLayout" Target="../slideLayouts/slideLayout818.xml"/><Relationship Id="rId49" Type="http://schemas.openxmlformats.org/officeDocument/2006/relationships/slideLayout" Target="../slideLayouts/slideLayout831.xml"/><Relationship Id="rId10" Type="http://schemas.openxmlformats.org/officeDocument/2006/relationships/slideLayout" Target="../slideLayouts/slideLayout792.xml"/><Relationship Id="rId19" Type="http://schemas.openxmlformats.org/officeDocument/2006/relationships/slideLayout" Target="../slideLayouts/slideLayout801.xml"/><Relationship Id="rId31" Type="http://schemas.openxmlformats.org/officeDocument/2006/relationships/slideLayout" Target="../slideLayouts/slideLayout813.xml"/><Relationship Id="rId44" Type="http://schemas.openxmlformats.org/officeDocument/2006/relationships/slideLayout" Target="../slideLayouts/slideLayout826.xml"/><Relationship Id="rId4" Type="http://schemas.openxmlformats.org/officeDocument/2006/relationships/slideLayout" Target="../slideLayouts/slideLayout786.xml"/><Relationship Id="rId9" Type="http://schemas.openxmlformats.org/officeDocument/2006/relationships/slideLayout" Target="../slideLayouts/slideLayout791.xml"/><Relationship Id="rId14" Type="http://schemas.openxmlformats.org/officeDocument/2006/relationships/slideLayout" Target="../slideLayouts/slideLayout796.xml"/><Relationship Id="rId22" Type="http://schemas.openxmlformats.org/officeDocument/2006/relationships/slideLayout" Target="../slideLayouts/slideLayout804.xml"/><Relationship Id="rId27" Type="http://schemas.openxmlformats.org/officeDocument/2006/relationships/slideLayout" Target="../slideLayouts/slideLayout809.xml"/><Relationship Id="rId30" Type="http://schemas.openxmlformats.org/officeDocument/2006/relationships/slideLayout" Target="../slideLayouts/slideLayout812.xml"/><Relationship Id="rId35" Type="http://schemas.openxmlformats.org/officeDocument/2006/relationships/slideLayout" Target="../slideLayouts/slideLayout817.xml"/><Relationship Id="rId43" Type="http://schemas.openxmlformats.org/officeDocument/2006/relationships/slideLayout" Target="../slideLayouts/slideLayout825.xml"/><Relationship Id="rId48" Type="http://schemas.openxmlformats.org/officeDocument/2006/relationships/slideLayout" Target="../slideLayouts/slideLayout830.xml"/><Relationship Id="rId8" Type="http://schemas.openxmlformats.org/officeDocument/2006/relationships/slideLayout" Target="../slideLayouts/slideLayout790.xml"/><Relationship Id="rId3" Type="http://schemas.openxmlformats.org/officeDocument/2006/relationships/slideLayout" Target="../slideLayouts/slideLayout785.xml"/><Relationship Id="rId12" Type="http://schemas.openxmlformats.org/officeDocument/2006/relationships/slideLayout" Target="../slideLayouts/slideLayout794.xml"/><Relationship Id="rId17" Type="http://schemas.openxmlformats.org/officeDocument/2006/relationships/slideLayout" Target="../slideLayouts/slideLayout799.xml"/><Relationship Id="rId25" Type="http://schemas.openxmlformats.org/officeDocument/2006/relationships/slideLayout" Target="../slideLayouts/slideLayout807.xml"/><Relationship Id="rId33" Type="http://schemas.openxmlformats.org/officeDocument/2006/relationships/slideLayout" Target="../slideLayouts/slideLayout815.xml"/><Relationship Id="rId38" Type="http://schemas.openxmlformats.org/officeDocument/2006/relationships/slideLayout" Target="../slideLayouts/slideLayout820.xml"/><Relationship Id="rId46" Type="http://schemas.openxmlformats.org/officeDocument/2006/relationships/slideLayout" Target="../slideLayouts/slideLayout828.xml"/><Relationship Id="rId20" Type="http://schemas.openxmlformats.org/officeDocument/2006/relationships/slideLayout" Target="../slideLayouts/slideLayout802.xml"/><Relationship Id="rId41" Type="http://schemas.openxmlformats.org/officeDocument/2006/relationships/slideLayout" Target="../slideLayouts/slideLayout823.xml"/><Relationship Id="rId1" Type="http://schemas.openxmlformats.org/officeDocument/2006/relationships/slideLayout" Target="../slideLayouts/slideLayout783.xml"/><Relationship Id="rId6" Type="http://schemas.openxmlformats.org/officeDocument/2006/relationships/slideLayout" Target="../slideLayouts/slideLayout788.xml"/></Relationships>
</file>

<file path=ppt/slideMasters/_rels/slideMaster15.xml.rels><?xml version="1.0" encoding="UTF-8" standalone="yes"?>
<Relationships xmlns="http://schemas.openxmlformats.org/package/2006/relationships"><Relationship Id="rId26" Type="http://schemas.openxmlformats.org/officeDocument/2006/relationships/slideLayout" Target="../slideLayouts/slideLayout857.xml"/><Relationship Id="rId21" Type="http://schemas.openxmlformats.org/officeDocument/2006/relationships/slideLayout" Target="../slideLayouts/slideLayout852.xml"/><Relationship Id="rId42" Type="http://schemas.openxmlformats.org/officeDocument/2006/relationships/slideLayout" Target="../slideLayouts/slideLayout873.xml"/><Relationship Id="rId47" Type="http://schemas.openxmlformats.org/officeDocument/2006/relationships/slideLayout" Target="../slideLayouts/slideLayout878.xml"/><Relationship Id="rId63" Type="http://schemas.openxmlformats.org/officeDocument/2006/relationships/slideLayout" Target="../slideLayouts/slideLayout894.xml"/><Relationship Id="rId68" Type="http://schemas.openxmlformats.org/officeDocument/2006/relationships/slideLayout" Target="../slideLayouts/slideLayout899.xml"/><Relationship Id="rId84" Type="http://schemas.openxmlformats.org/officeDocument/2006/relationships/slideLayout" Target="../slideLayouts/slideLayout915.xml"/><Relationship Id="rId16" Type="http://schemas.openxmlformats.org/officeDocument/2006/relationships/slideLayout" Target="../slideLayouts/slideLayout847.xml"/><Relationship Id="rId11" Type="http://schemas.openxmlformats.org/officeDocument/2006/relationships/slideLayout" Target="../slideLayouts/slideLayout842.xml"/><Relationship Id="rId32" Type="http://schemas.openxmlformats.org/officeDocument/2006/relationships/slideLayout" Target="../slideLayouts/slideLayout863.xml"/><Relationship Id="rId37" Type="http://schemas.openxmlformats.org/officeDocument/2006/relationships/slideLayout" Target="../slideLayouts/slideLayout868.xml"/><Relationship Id="rId53" Type="http://schemas.openxmlformats.org/officeDocument/2006/relationships/slideLayout" Target="../slideLayouts/slideLayout884.xml"/><Relationship Id="rId58" Type="http://schemas.openxmlformats.org/officeDocument/2006/relationships/slideLayout" Target="../slideLayouts/slideLayout889.xml"/><Relationship Id="rId74" Type="http://schemas.openxmlformats.org/officeDocument/2006/relationships/slideLayout" Target="../slideLayouts/slideLayout905.xml"/><Relationship Id="rId79" Type="http://schemas.openxmlformats.org/officeDocument/2006/relationships/slideLayout" Target="../slideLayouts/slideLayout910.xml"/><Relationship Id="rId5" Type="http://schemas.openxmlformats.org/officeDocument/2006/relationships/slideLayout" Target="../slideLayouts/slideLayout836.xml"/><Relationship Id="rId19" Type="http://schemas.openxmlformats.org/officeDocument/2006/relationships/slideLayout" Target="../slideLayouts/slideLayout850.xml"/><Relationship Id="rId14" Type="http://schemas.openxmlformats.org/officeDocument/2006/relationships/slideLayout" Target="../slideLayouts/slideLayout845.xml"/><Relationship Id="rId22" Type="http://schemas.openxmlformats.org/officeDocument/2006/relationships/slideLayout" Target="../slideLayouts/slideLayout853.xml"/><Relationship Id="rId27" Type="http://schemas.openxmlformats.org/officeDocument/2006/relationships/slideLayout" Target="../slideLayouts/slideLayout858.xml"/><Relationship Id="rId30" Type="http://schemas.openxmlformats.org/officeDocument/2006/relationships/slideLayout" Target="../slideLayouts/slideLayout861.xml"/><Relationship Id="rId35" Type="http://schemas.openxmlformats.org/officeDocument/2006/relationships/slideLayout" Target="../slideLayouts/slideLayout866.xml"/><Relationship Id="rId43" Type="http://schemas.openxmlformats.org/officeDocument/2006/relationships/slideLayout" Target="../slideLayouts/slideLayout874.xml"/><Relationship Id="rId48" Type="http://schemas.openxmlformats.org/officeDocument/2006/relationships/slideLayout" Target="../slideLayouts/slideLayout879.xml"/><Relationship Id="rId56" Type="http://schemas.openxmlformats.org/officeDocument/2006/relationships/slideLayout" Target="../slideLayouts/slideLayout887.xml"/><Relationship Id="rId64" Type="http://schemas.openxmlformats.org/officeDocument/2006/relationships/slideLayout" Target="../slideLayouts/slideLayout895.xml"/><Relationship Id="rId69" Type="http://schemas.openxmlformats.org/officeDocument/2006/relationships/slideLayout" Target="../slideLayouts/slideLayout900.xml"/><Relationship Id="rId77" Type="http://schemas.openxmlformats.org/officeDocument/2006/relationships/slideLayout" Target="../slideLayouts/slideLayout908.xml"/><Relationship Id="rId8" Type="http://schemas.openxmlformats.org/officeDocument/2006/relationships/slideLayout" Target="../slideLayouts/slideLayout839.xml"/><Relationship Id="rId51" Type="http://schemas.openxmlformats.org/officeDocument/2006/relationships/slideLayout" Target="../slideLayouts/slideLayout882.xml"/><Relationship Id="rId72" Type="http://schemas.openxmlformats.org/officeDocument/2006/relationships/slideLayout" Target="../slideLayouts/slideLayout903.xml"/><Relationship Id="rId80" Type="http://schemas.openxmlformats.org/officeDocument/2006/relationships/slideLayout" Target="../slideLayouts/slideLayout911.xml"/><Relationship Id="rId85" Type="http://schemas.openxmlformats.org/officeDocument/2006/relationships/theme" Target="../theme/theme15.xml"/><Relationship Id="rId3" Type="http://schemas.openxmlformats.org/officeDocument/2006/relationships/slideLayout" Target="../slideLayouts/slideLayout834.xml"/><Relationship Id="rId12" Type="http://schemas.openxmlformats.org/officeDocument/2006/relationships/slideLayout" Target="../slideLayouts/slideLayout843.xml"/><Relationship Id="rId17" Type="http://schemas.openxmlformats.org/officeDocument/2006/relationships/slideLayout" Target="../slideLayouts/slideLayout848.xml"/><Relationship Id="rId25" Type="http://schemas.openxmlformats.org/officeDocument/2006/relationships/slideLayout" Target="../slideLayouts/slideLayout856.xml"/><Relationship Id="rId33" Type="http://schemas.openxmlformats.org/officeDocument/2006/relationships/slideLayout" Target="../slideLayouts/slideLayout864.xml"/><Relationship Id="rId38" Type="http://schemas.openxmlformats.org/officeDocument/2006/relationships/slideLayout" Target="../slideLayouts/slideLayout869.xml"/><Relationship Id="rId46" Type="http://schemas.openxmlformats.org/officeDocument/2006/relationships/slideLayout" Target="../slideLayouts/slideLayout877.xml"/><Relationship Id="rId59" Type="http://schemas.openxmlformats.org/officeDocument/2006/relationships/slideLayout" Target="../slideLayouts/slideLayout890.xml"/><Relationship Id="rId67" Type="http://schemas.openxmlformats.org/officeDocument/2006/relationships/slideLayout" Target="../slideLayouts/slideLayout898.xml"/><Relationship Id="rId20" Type="http://schemas.openxmlformats.org/officeDocument/2006/relationships/slideLayout" Target="../slideLayouts/slideLayout851.xml"/><Relationship Id="rId41" Type="http://schemas.openxmlformats.org/officeDocument/2006/relationships/slideLayout" Target="../slideLayouts/slideLayout872.xml"/><Relationship Id="rId54" Type="http://schemas.openxmlformats.org/officeDocument/2006/relationships/slideLayout" Target="../slideLayouts/slideLayout885.xml"/><Relationship Id="rId62" Type="http://schemas.openxmlformats.org/officeDocument/2006/relationships/slideLayout" Target="../slideLayouts/slideLayout893.xml"/><Relationship Id="rId70" Type="http://schemas.openxmlformats.org/officeDocument/2006/relationships/slideLayout" Target="../slideLayouts/slideLayout901.xml"/><Relationship Id="rId75" Type="http://schemas.openxmlformats.org/officeDocument/2006/relationships/slideLayout" Target="../slideLayouts/slideLayout906.xml"/><Relationship Id="rId83" Type="http://schemas.openxmlformats.org/officeDocument/2006/relationships/slideLayout" Target="../slideLayouts/slideLayout914.xml"/><Relationship Id="rId1" Type="http://schemas.openxmlformats.org/officeDocument/2006/relationships/slideLayout" Target="../slideLayouts/slideLayout832.xml"/><Relationship Id="rId6" Type="http://schemas.openxmlformats.org/officeDocument/2006/relationships/slideLayout" Target="../slideLayouts/slideLayout837.xml"/><Relationship Id="rId15" Type="http://schemas.openxmlformats.org/officeDocument/2006/relationships/slideLayout" Target="../slideLayouts/slideLayout846.xml"/><Relationship Id="rId23" Type="http://schemas.openxmlformats.org/officeDocument/2006/relationships/slideLayout" Target="../slideLayouts/slideLayout854.xml"/><Relationship Id="rId28" Type="http://schemas.openxmlformats.org/officeDocument/2006/relationships/slideLayout" Target="../slideLayouts/slideLayout859.xml"/><Relationship Id="rId36" Type="http://schemas.openxmlformats.org/officeDocument/2006/relationships/slideLayout" Target="../slideLayouts/slideLayout867.xml"/><Relationship Id="rId49" Type="http://schemas.openxmlformats.org/officeDocument/2006/relationships/slideLayout" Target="../slideLayouts/slideLayout880.xml"/><Relationship Id="rId57" Type="http://schemas.openxmlformats.org/officeDocument/2006/relationships/slideLayout" Target="../slideLayouts/slideLayout888.xml"/><Relationship Id="rId10" Type="http://schemas.openxmlformats.org/officeDocument/2006/relationships/slideLayout" Target="../slideLayouts/slideLayout841.xml"/><Relationship Id="rId31" Type="http://schemas.openxmlformats.org/officeDocument/2006/relationships/slideLayout" Target="../slideLayouts/slideLayout862.xml"/><Relationship Id="rId44" Type="http://schemas.openxmlformats.org/officeDocument/2006/relationships/slideLayout" Target="../slideLayouts/slideLayout875.xml"/><Relationship Id="rId52" Type="http://schemas.openxmlformats.org/officeDocument/2006/relationships/slideLayout" Target="../slideLayouts/slideLayout883.xml"/><Relationship Id="rId60" Type="http://schemas.openxmlformats.org/officeDocument/2006/relationships/slideLayout" Target="../slideLayouts/slideLayout891.xml"/><Relationship Id="rId65" Type="http://schemas.openxmlformats.org/officeDocument/2006/relationships/slideLayout" Target="../slideLayouts/slideLayout896.xml"/><Relationship Id="rId73" Type="http://schemas.openxmlformats.org/officeDocument/2006/relationships/slideLayout" Target="../slideLayouts/slideLayout904.xml"/><Relationship Id="rId78" Type="http://schemas.openxmlformats.org/officeDocument/2006/relationships/slideLayout" Target="../slideLayouts/slideLayout909.xml"/><Relationship Id="rId81" Type="http://schemas.openxmlformats.org/officeDocument/2006/relationships/slideLayout" Target="../slideLayouts/slideLayout912.xml"/><Relationship Id="rId4" Type="http://schemas.openxmlformats.org/officeDocument/2006/relationships/slideLayout" Target="../slideLayouts/slideLayout835.xml"/><Relationship Id="rId9" Type="http://schemas.openxmlformats.org/officeDocument/2006/relationships/slideLayout" Target="../slideLayouts/slideLayout840.xml"/><Relationship Id="rId13" Type="http://schemas.openxmlformats.org/officeDocument/2006/relationships/slideLayout" Target="../slideLayouts/slideLayout844.xml"/><Relationship Id="rId18" Type="http://schemas.openxmlformats.org/officeDocument/2006/relationships/slideLayout" Target="../slideLayouts/slideLayout849.xml"/><Relationship Id="rId39" Type="http://schemas.openxmlformats.org/officeDocument/2006/relationships/slideLayout" Target="../slideLayouts/slideLayout870.xml"/><Relationship Id="rId34" Type="http://schemas.openxmlformats.org/officeDocument/2006/relationships/slideLayout" Target="../slideLayouts/slideLayout865.xml"/><Relationship Id="rId50" Type="http://schemas.openxmlformats.org/officeDocument/2006/relationships/slideLayout" Target="../slideLayouts/slideLayout881.xml"/><Relationship Id="rId55" Type="http://schemas.openxmlformats.org/officeDocument/2006/relationships/slideLayout" Target="../slideLayouts/slideLayout886.xml"/><Relationship Id="rId76" Type="http://schemas.openxmlformats.org/officeDocument/2006/relationships/slideLayout" Target="../slideLayouts/slideLayout907.xml"/><Relationship Id="rId7" Type="http://schemas.openxmlformats.org/officeDocument/2006/relationships/slideLayout" Target="../slideLayouts/slideLayout838.xml"/><Relationship Id="rId71" Type="http://schemas.openxmlformats.org/officeDocument/2006/relationships/slideLayout" Target="../slideLayouts/slideLayout902.xml"/><Relationship Id="rId2" Type="http://schemas.openxmlformats.org/officeDocument/2006/relationships/slideLayout" Target="../slideLayouts/slideLayout833.xml"/><Relationship Id="rId29" Type="http://schemas.openxmlformats.org/officeDocument/2006/relationships/slideLayout" Target="../slideLayouts/slideLayout860.xml"/><Relationship Id="rId24" Type="http://schemas.openxmlformats.org/officeDocument/2006/relationships/slideLayout" Target="../slideLayouts/slideLayout855.xml"/><Relationship Id="rId40" Type="http://schemas.openxmlformats.org/officeDocument/2006/relationships/slideLayout" Target="../slideLayouts/slideLayout871.xml"/><Relationship Id="rId45" Type="http://schemas.openxmlformats.org/officeDocument/2006/relationships/slideLayout" Target="../slideLayouts/slideLayout876.xml"/><Relationship Id="rId66" Type="http://schemas.openxmlformats.org/officeDocument/2006/relationships/slideLayout" Target="../slideLayouts/slideLayout897.xml"/><Relationship Id="rId61" Type="http://schemas.openxmlformats.org/officeDocument/2006/relationships/slideLayout" Target="../slideLayouts/slideLayout892.xml"/><Relationship Id="rId82" Type="http://schemas.openxmlformats.org/officeDocument/2006/relationships/slideLayout" Target="../slideLayouts/slideLayout913.xml"/></Relationships>
</file>

<file path=ppt/slideMasters/_rels/slideMaster16.xml.rels><?xml version="1.0" encoding="UTF-8" standalone="yes"?>
<Relationships xmlns="http://schemas.openxmlformats.org/package/2006/relationships"><Relationship Id="rId13" Type="http://schemas.openxmlformats.org/officeDocument/2006/relationships/slideLayout" Target="../slideLayouts/slideLayout928.xml"/><Relationship Id="rId18" Type="http://schemas.openxmlformats.org/officeDocument/2006/relationships/slideLayout" Target="../slideLayouts/slideLayout933.xml"/><Relationship Id="rId26" Type="http://schemas.openxmlformats.org/officeDocument/2006/relationships/slideLayout" Target="../slideLayouts/slideLayout941.xml"/><Relationship Id="rId39" Type="http://schemas.openxmlformats.org/officeDocument/2006/relationships/slideLayout" Target="../slideLayouts/slideLayout954.xml"/><Relationship Id="rId21" Type="http://schemas.openxmlformats.org/officeDocument/2006/relationships/slideLayout" Target="../slideLayouts/slideLayout936.xml"/><Relationship Id="rId34" Type="http://schemas.openxmlformats.org/officeDocument/2006/relationships/slideLayout" Target="../slideLayouts/slideLayout949.xml"/><Relationship Id="rId42" Type="http://schemas.openxmlformats.org/officeDocument/2006/relationships/slideLayout" Target="../slideLayouts/slideLayout957.xml"/><Relationship Id="rId47" Type="http://schemas.openxmlformats.org/officeDocument/2006/relationships/slideLayout" Target="../slideLayouts/slideLayout962.xml"/><Relationship Id="rId50" Type="http://schemas.openxmlformats.org/officeDocument/2006/relationships/slideLayout" Target="../slideLayouts/slideLayout965.xml"/><Relationship Id="rId7" Type="http://schemas.openxmlformats.org/officeDocument/2006/relationships/slideLayout" Target="../slideLayouts/slideLayout922.xml"/><Relationship Id="rId2" Type="http://schemas.openxmlformats.org/officeDocument/2006/relationships/slideLayout" Target="../slideLayouts/slideLayout917.xml"/><Relationship Id="rId16" Type="http://schemas.openxmlformats.org/officeDocument/2006/relationships/slideLayout" Target="../slideLayouts/slideLayout931.xml"/><Relationship Id="rId29" Type="http://schemas.openxmlformats.org/officeDocument/2006/relationships/slideLayout" Target="../slideLayouts/slideLayout944.xml"/><Relationship Id="rId11" Type="http://schemas.openxmlformats.org/officeDocument/2006/relationships/slideLayout" Target="../slideLayouts/slideLayout926.xml"/><Relationship Id="rId24" Type="http://schemas.openxmlformats.org/officeDocument/2006/relationships/slideLayout" Target="../slideLayouts/slideLayout939.xml"/><Relationship Id="rId32" Type="http://schemas.openxmlformats.org/officeDocument/2006/relationships/slideLayout" Target="../slideLayouts/slideLayout947.xml"/><Relationship Id="rId37" Type="http://schemas.openxmlformats.org/officeDocument/2006/relationships/slideLayout" Target="../slideLayouts/slideLayout952.xml"/><Relationship Id="rId40" Type="http://schemas.openxmlformats.org/officeDocument/2006/relationships/slideLayout" Target="../slideLayouts/slideLayout955.xml"/><Relationship Id="rId45" Type="http://schemas.openxmlformats.org/officeDocument/2006/relationships/slideLayout" Target="../slideLayouts/slideLayout960.xml"/><Relationship Id="rId5" Type="http://schemas.openxmlformats.org/officeDocument/2006/relationships/slideLayout" Target="../slideLayouts/slideLayout920.xml"/><Relationship Id="rId15" Type="http://schemas.openxmlformats.org/officeDocument/2006/relationships/slideLayout" Target="../slideLayouts/slideLayout930.xml"/><Relationship Id="rId23" Type="http://schemas.openxmlformats.org/officeDocument/2006/relationships/slideLayout" Target="../slideLayouts/slideLayout938.xml"/><Relationship Id="rId28" Type="http://schemas.openxmlformats.org/officeDocument/2006/relationships/slideLayout" Target="../slideLayouts/slideLayout943.xml"/><Relationship Id="rId36" Type="http://schemas.openxmlformats.org/officeDocument/2006/relationships/slideLayout" Target="../slideLayouts/slideLayout951.xml"/><Relationship Id="rId49" Type="http://schemas.openxmlformats.org/officeDocument/2006/relationships/slideLayout" Target="../slideLayouts/slideLayout964.xml"/><Relationship Id="rId10" Type="http://schemas.openxmlformats.org/officeDocument/2006/relationships/slideLayout" Target="../slideLayouts/slideLayout925.xml"/><Relationship Id="rId19" Type="http://schemas.openxmlformats.org/officeDocument/2006/relationships/slideLayout" Target="../slideLayouts/slideLayout934.xml"/><Relationship Id="rId31" Type="http://schemas.openxmlformats.org/officeDocument/2006/relationships/slideLayout" Target="../slideLayouts/slideLayout946.xml"/><Relationship Id="rId44" Type="http://schemas.openxmlformats.org/officeDocument/2006/relationships/slideLayout" Target="../slideLayouts/slideLayout959.xml"/><Relationship Id="rId52" Type="http://schemas.openxmlformats.org/officeDocument/2006/relationships/theme" Target="../theme/theme16.xml"/><Relationship Id="rId4" Type="http://schemas.openxmlformats.org/officeDocument/2006/relationships/slideLayout" Target="../slideLayouts/slideLayout919.xml"/><Relationship Id="rId9" Type="http://schemas.openxmlformats.org/officeDocument/2006/relationships/slideLayout" Target="../slideLayouts/slideLayout924.xml"/><Relationship Id="rId14" Type="http://schemas.openxmlformats.org/officeDocument/2006/relationships/slideLayout" Target="../slideLayouts/slideLayout929.xml"/><Relationship Id="rId22" Type="http://schemas.openxmlformats.org/officeDocument/2006/relationships/slideLayout" Target="../slideLayouts/slideLayout937.xml"/><Relationship Id="rId27" Type="http://schemas.openxmlformats.org/officeDocument/2006/relationships/slideLayout" Target="../slideLayouts/slideLayout942.xml"/><Relationship Id="rId30" Type="http://schemas.openxmlformats.org/officeDocument/2006/relationships/slideLayout" Target="../slideLayouts/slideLayout945.xml"/><Relationship Id="rId35" Type="http://schemas.openxmlformats.org/officeDocument/2006/relationships/slideLayout" Target="../slideLayouts/slideLayout950.xml"/><Relationship Id="rId43" Type="http://schemas.openxmlformats.org/officeDocument/2006/relationships/slideLayout" Target="../slideLayouts/slideLayout958.xml"/><Relationship Id="rId48" Type="http://schemas.openxmlformats.org/officeDocument/2006/relationships/slideLayout" Target="../slideLayouts/slideLayout963.xml"/><Relationship Id="rId8" Type="http://schemas.openxmlformats.org/officeDocument/2006/relationships/slideLayout" Target="../slideLayouts/slideLayout923.xml"/><Relationship Id="rId51" Type="http://schemas.openxmlformats.org/officeDocument/2006/relationships/slideLayout" Target="../slideLayouts/slideLayout966.xml"/><Relationship Id="rId3" Type="http://schemas.openxmlformats.org/officeDocument/2006/relationships/slideLayout" Target="../slideLayouts/slideLayout918.xml"/><Relationship Id="rId12" Type="http://schemas.openxmlformats.org/officeDocument/2006/relationships/slideLayout" Target="../slideLayouts/slideLayout927.xml"/><Relationship Id="rId17" Type="http://schemas.openxmlformats.org/officeDocument/2006/relationships/slideLayout" Target="../slideLayouts/slideLayout932.xml"/><Relationship Id="rId25" Type="http://schemas.openxmlformats.org/officeDocument/2006/relationships/slideLayout" Target="../slideLayouts/slideLayout940.xml"/><Relationship Id="rId33" Type="http://schemas.openxmlformats.org/officeDocument/2006/relationships/slideLayout" Target="../slideLayouts/slideLayout948.xml"/><Relationship Id="rId38" Type="http://schemas.openxmlformats.org/officeDocument/2006/relationships/slideLayout" Target="../slideLayouts/slideLayout953.xml"/><Relationship Id="rId46" Type="http://schemas.openxmlformats.org/officeDocument/2006/relationships/slideLayout" Target="../slideLayouts/slideLayout961.xml"/><Relationship Id="rId20" Type="http://schemas.openxmlformats.org/officeDocument/2006/relationships/slideLayout" Target="../slideLayouts/slideLayout935.xml"/><Relationship Id="rId41" Type="http://schemas.openxmlformats.org/officeDocument/2006/relationships/slideLayout" Target="../slideLayouts/slideLayout956.xml"/><Relationship Id="rId1" Type="http://schemas.openxmlformats.org/officeDocument/2006/relationships/slideLayout" Target="../slideLayouts/slideLayout916.xml"/><Relationship Id="rId6" Type="http://schemas.openxmlformats.org/officeDocument/2006/relationships/slideLayout" Target="../slideLayouts/slideLayout921.xml"/></Relationships>
</file>

<file path=ppt/slideMasters/_rels/slideMaster17.xml.rels><?xml version="1.0" encoding="UTF-8" standalone="yes"?>
<Relationships xmlns="http://schemas.openxmlformats.org/package/2006/relationships"><Relationship Id="rId13" Type="http://schemas.openxmlformats.org/officeDocument/2006/relationships/slideLayout" Target="../slideLayouts/slideLayout979.xml"/><Relationship Id="rId18" Type="http://schemas.openxmlformats.org/officeDocument/2006/relationships/slideLayout" Target="../slideLayouts/slideLayout984.xml"/><Relationship Id="rId26" Type="http://schemas.openxmlformats.org/officeDocument/2006/relationships/slideLayout" Target="../slideLayouts/slideLayout992.xml"/><Relationship Id="rId39" Type="http://schemas.openxmlformats.org/officeDocument/2006/relationships/slideLayout" Target="../slideLayouts/slideLayout1005.xml"/><Relationship Id="rId21" Type="http://schemas.openxmlformats.org/officeDocument/2006/relationships/slideLayout" Target="../slideLayouts/slideLayout987.xml"/><Relationship Id="rId34" Type="http://schemas.openxmlformats.org/officeDocument/2006/relationships/slideLayout" Target="../slideLayouts/slideLayout1000.xml"/><Relationship Id="rId42" Type="http://schemas.openxmlformats.org/officeDocument/2006/relationships/slideLayout" Target="../slideLayouts/slideLayout1008.xml"/><Relationship Id="rId47" Type="http://schemas.openxmlformats.org/officeDocument/2006/relationships/slideLayout" Target="../slideLayouts/slideLayout1013.xml"/><Relationship Id="rId50" Type="http://schemas.openxmlformats.org/officeDocument/2006/relationships/theme" Target="../theme/theme17.xml"/><Relationship Id="rId7" Type="http://schemas.openxmlformats.org/officeDocument/2006/relationships/slideLayout" Target="../slideLayouts/slideLayout973.xml"/><Relationship Id="rId2" Type="http://schemas.openxmlformats.org/officeDocument/2006/relationships/slideLayout" Target="../slideLayouts/slideLayout968.xml"/><Relationship Id="rId16" Type="http://schemas.openxmlformats.org/officeDocument/2006/relationships/slideLayout" Target="../slideLayouts/slideLayout982.xml"/><Relationship Id="rId29" Type="http://schemas.openxmlformats.org/officeDocument/2006/relationships/slideLayout" Target="../slideLayouts/slideLayout995.xml"/><Relationship Id="rId11" Type="http://schemas.openxmlformats.org/officeDocument/2006/relationships/slideLayout" Target="../slideLayouts/slideLayout977.xml"/><Relationship Id="rId24" Type="http://schemas.openxmlformats.org/officeDocument/2006/relationships/slideLayout" Target="../slideLayouts/slideLayout990.xml"/><Relationship Id="rId32" Type="http://schemas.openxmlformats.org/officeDocument/2006/relationships/slideLayout" Target="../slideLayouts/slideLayout998.xml"/><Relationship Id="rId37" Type="http://schemas.openxmlformats.org/officeDocument/2006/relationships/slideLayout" Target="../slideLayouts/slideLayout1003.xml"/><Relationship Id="rId40" Type="http://schemas.openxmlformats.org/officeDocument/2006/relationships/slideLayout" Target="../slideLayouts/slideLayout1006.xml"/><Relationship Id="rId45" Type="http://schemas.openxmlformats.org/officeDocument/2006/relationships/slideLayout" Target="../slideLayouts/slideLayout1011.xml"/><Relationship Id="rId5" Type="http://schemas.openxmlformats.org/officeDocument/2006/relationships/slideLayout" Target="../slideLayouts/slideLayout971.xml"/><Relationship Id="rId15" Type="http://schemas.openxmlformats.org/officeDocument/2006/relationships/slideLayout" Target="../slideLayouts/slideLayout981.xml"/><Relationship Id="rId23" Type="http://schemas.openxmlformats.org/officeDocument/2006/relationships/slideLayout" Target="../slideLayouts/slideLayout989.xml"/><Relationship Id="rId28" Type="http://schemas.openxmlformats.org/officeDocument/2006/relationships/slideLayout" Target="../slideLayouts/slideLayout994.xml"/><Relationship Id="rId36" Type="http://schemas.openxmlformats.org/officeDocument/2006/relationships/slideLayout" Target="../slideLayouts/slideLayout1002.xml"/><Relationship Id="rId49" Type="http://schemas.openxmlformats.org/officeDocument/2006/relationships/slideLayout" Target="../slideLayouts/slideLayout1015.xml"/><Relationship Id="rId10" Type="http://schemas.openxmlformats.org/officeDocument/2006/relationships/slideLayout" Target="../slideLayouts/slideLayout976.xml"/><Relationship Id="rId19" Type="http://schemas.openxmlformats.org/officeDocument/2006/relationships/slideLayout" Target="../slideLayouts/slideLayout985.xml"/><Relationship Id="rId31" Type="http://schemas.openxmlformats.org/officeDocument/2006/relationships/slideLayout" Target="../slideLayouts/slideLayout997.xml"/><Relationship Id="rId44" Type="http://schemas.openxmlformats.org/officeDocument/2006/relationships/slideLayout" Target="../slideLayouts/slideLayout1010.xml"/><Relationship Id="rId4" Type="http://schemas.openxmlformats.org/officeDocument/2006/relationships/slideLayout" Target="../slideLayouts/slideLayout970.xml"/><Relationship Id="rId9" Type="http://schemas.openxmlformats.org/officeDocument/2006/relationships/slideLayout" Target="../slideLayouts/slideLayout975.xml"/><Relationship Id="rId14" Type="http://schemas.openxmlformats.org/officeDocument/2006/relationships/slideLayout" Target="../slideLayouts/slideLayout980.xml"/><Relationship Id="rId22" Type="http://schemas.openxmlformats.org/officeDocument/2006/relationships/slideLayout" Target="../slideLayouts/slideLayout988.xml"/><Relationship Id="rId27" Type="http://schemas.openxmlformats.org/officeDocument/2006/relationships/slideLayout" Target="../slideLayouts/slideLayout993.xml"/><Relationship Id="rId30" Type="http://schemas.openxmlformats.org/officeDocument/2006/relationships/slideLayout" Target="../slideLayouts/slideLayout996.xml"/><Relationship Id="rId35" Type="http://schemas.openxmlformats.org/officeDocument/2006/relationships/slideLayout" Target="../slideLayouts/slideLayout1001.xml"/><Relationship Id="rId43" Type="http://schemas.openxmlformats.org/officeDocument/2006/relationships/slideLayout" Target="../slideLayouts/slideLayout1009.xml"/><Relationship Id="rId48" Type="http://schemas.openxmlformats.org/officeDocument/2006/relationships/slideLayout" Target="../slideLayouts/slideLayout1014.xml"/><Relationship Id="rId8" Type="http://schemas.openxmlformats.org/officeDocument/2006/relationships/slideLayout" Target="../slideLayouts/slideLayout974.xml"/><Relationship Id="rId3" Type="http://schemas.openxmlformats.org/officeDocument/2006/relationships/slideLayout" Target="../slideLayouts/slideLayout969.xml"/><Relationship Id="rId12" Type="http://schemas.openxmlformats.org/officeDocument/2006/relationships/slideLayout" Target="../slideLayouts/slideLayout978.xml"/><Relationship Id="rId17" Type="http://schemas.openxmlformats.org/officeDocument/2006/relationships/slideLayout" Target="../slideLayouts/slideLayout983.xml"/><Relationship Id="rId25" Type="http://schemas.openxmlformats.org/officeDocument/2006/relationships/slideLayout" Target="../slideLayouts/slideLayout991.xml"/><Relationship Id="rId33" Type="http://schemas.openxmlformats.org/officeDocument/2006/relationships/slideLayout" Target="../slideLayouts/slideLayout999.xml"/><Relationship Id="rId38" Type="http://schemas.openxmlformats.org/officeDocument/2006/relationships/slideLayout" Target="../slideLayouts/slideLayout1004.xml"/><Relationship Id="rId46" Type="http://schemas.openxmlformats.org/officeDocument/2006/relationships/slideLayout" Target="../slideLayouts/slideLayout1012.xml"/><Relationship Id="rId20" Type="http://schemas.openxmlformats.org/officeDocument/2006/relationships/slideLayout" Target="../slideLayouts/slideLayout986.xml"/><Relationship Id="rId41" Type="http://schemas.openxmlformats.org/officeDocument/2006/relationships/slideLayout" Target="../slideLayouts/slideLayout1007.xml"/><Relationship Id="rId1" Type="http://schemas.openxmlformats.org/officeDocument/2006/relationships/slideLayout" Target="../slideLayouts/slideLayout967.xml"/><Relationship Id="rId6" Type="http://schemas.openxmlformats.org/officeDocument/2006/relationships/slideLayout" Target="../slideLayouts/slideLayout972.xml"/></Relationships>
</file>

<file path=ppt/slideMasters/_rels/slideMaster18.xml.rels><?xml version="1.0" encoding="UTF-8" standalone="yes"?>
<Relationships xmlns="http://schemas.openxmlformats.org/package/2006/relationships"><Relationship Id="rId26" Type="http://schemas.openxmlformats.org/officeDocument/2006/relationships/slideLayout" Target="../slideLayouts/slideLayout1041.xml"/><Relationship Id="rId21" Type="http://schemas.openxmlformats.org/officeDocument/2006/relationships/slideLayout" Target="../slideLayouts/slideLayout1036.xml"/><Relationship Id="rId42" Type="http://schemas.openxmlformats.org/officeDocument/2006/relationships/slideLayout" Target="../slideLayouts/slideLayout1057.xml"/><Relationship Id="rId47" Type="http://schemas.openxmlformats.org/officeDocument/2006/relationships/slideLayout" Target="../slideLayouts/slideLayout1062.xml"/><Relationship Id="rId63" Type="http://schemas.openxmlformats.org/officeDocument/2006/relationships/slideLayout" Target="../slideLayouts/slideLayout1078.xml"/><Relationship Id="rId68" Type="http://schemas.openxmlformats.org/officeDocument/2006/relationships/slideLayout" Target="../slideLayouts/slideLayout1083.xml"/><Relationship Id="rId84" Type="http://schemas.openxmlformats.org/officeDocument/2006/relationships/slideLayout" Target="../slideLayouts/slideLayout1099.xml"/><Relationship Id="rId16" Type="http://schemas.openxmlformats.org/officeDocument/2006/relationships/slideLayout" Target="../slideLayouts/slideLayout1031.xml"/><Relationship Id="rId11" Type="http://schemas.openxmlformats.org/officeDocument/2006/relationships/slideLayout" Target="../slideLayouts/slideLayout1026.xml"/><Relationship Id="rId32" Type="http://schemas.openxmlformats.org/officeDocument/2006/relationships/slideLayout" Target="../slideLayouts/slideLayout1047.xml"/><Relationship Id="rId37" Type="http://schemas.openxmlformats.org/officeDocument/2006/relationships/slideLayout" Target="../slideLayouts/slideLayout1052.xml"/><Relationship Id="rId53" Type="http://schemas.openxmlformats.org/officeDocument/2006/relationships/slideLayout" Target="../slideLayouts/slideLayout1068.xml"/><Relationship Id="rId58" Type="http://schemas.openxmlformats.org/officeDocument/2006/relationships/slideLayout" Target="../slideLayouts/slideLayout1073.xml"/><Relationship Id="rId74" Type="http://schemas.openxmlformats.org/officeDocument/2006/relationships/slideLayout" Target="../slideLayouts/slideLayout1089.xml"/><Relationship Id="rId79" Type="http://schemas.openxmlformats.org/officeDocument/2006/relationships/slideLayout" Target="../slideLayouts/slideLayout1094.xml"/><Relationship Id="rId5" Type="http://schemas.openxmlformats.org/officeDocument/2006/relationships/slideLayout" Target="../slideLayouts/slideLayout1020.xml"/><Relationship Id="rId19" Type="http://schemas.openxmlformats.org/officeDocument/2006/relationships/slideLayout" Target="../slideLayouts/slideLayout1034.xml"/><Relationship Id="rId14" Type="http://schemas.openxmlformats.org/officeDocument/2006/relationships/slideLayout" Target="../slideLayouts/slideLayout1029.xml"/><Relationship Id="rId22" Type="http://schemas.openxmlformats.org/officeDocument/2006/relationships/slideLayout" Target="../slideLayouts/slideLayout1037.xml"/><Relationship Id="rId27" Type="http://schemas.openxmlformats.org/officeDocument/2006/relationships/slideLayout" Target="../slideLayouts/slideLayout1042.xml"/><Relationship Id="rId30" Type="http://schemas.openxmlformats.org/officeDocument/2006/relationships/slideLayout" Target="../slideLayouts/slideLayout1045.xml"/><Relationship Id="rId35" Type="http://schemas.openxmlformats.org/officeDocument/2006/relationships/slideLayout" Target="../slideLayouts/slideLayout1050.xml"/><Relationship Id="rId43" Type="http://schemas.openxmlformats.org/officeDocument/2006/relationships/slideLayout" Target="../slideLayouts/slideLayout1058.xml"/><Relationship Id="rId48" Type="http://schemas.openxmlformats.org/officeDocument/2006/relationships/slideLayout" Target="../slideLayouts/slideLayout1063.xml"/><Relationship Id="rId56" Type="http://schemas.openxmlformats.org/officeDocument/2006/relationships/slideLayout" Target="../slideLayouts/slideLayout1071.xml"/><Relationship Id="rId64" Type="http://schemas.openxmlformats.org/officeDocument/2006/relationships/slideLayout" Target="../slideLayouts/slideLayout1079.xml"/><Relationship Id="rId69" Type="http://schemas.openxmlformats.org/officeDocument/2006/relationships/slideLayout" Target="../slideLayouts/slideLayout1084.xml"/><Relationship Id="rId77" Type="http://schemas.openxmlformats.org/officeDocument/2006/relationships/slideLayout" Target="../slideLayouts/slideLayout1092.xml"/><Relationship Id="rId8" Type="http://schemas.openxmlformats.org/officeDocument/2006/relationships/slideLayout" Target="../slideLayouts/slideLayout1023.xml"/><Relationship Id="rId51" Type="http://schemas.openxmlformats.org/officeDocument/2006/relationships/slideLayout" Target="../slideLayouts/slideLayout1066.xml"/><Relationship Id="rId72" Type="http://schemas.openxmlformats.org/officeDocument/2006/relationships/slideLayout" Target="../slideLayouts/slideLayout1087.xml"/><Relationship Id="rId80" Type="http://schemas.openxmlformats.org/officeDocument/2006/relationships/slideLayout" Target="../slideLayouts/slideLayout1095.xml"/><Relationship Id="rId85" Type="http://schemas.openxmlformats.org/officeDocument/2006/relationships/theme" Target="../theme/theme18.xml"/><Relationship Id="rId3" Type="http://schemas.openxmlformats.org/officeDocument/2006/relationships/slideLayout" Target="../slideLayouts/slideLayout1018.xml"/><Relationship Id="rId12" Type="http://schemas.openxmlformats.org/officeDocument/2006/relationships/slideLayout" Target="../slideLayouts/slideLayout1027.xml"/><Relationship Id="rId17" Type="http://schemas.openxmlformats.org/officeDocument/2006/relationships/slideLayout" Target="../slideLayouts/slideLayout1032.xml"/><Relationship Id="rId25" Type="http://schemas.openxmlformats.org/officeDocument/2006/relationships/slideLayout" Target="../slideLayouts/slideLayout1040.xml"/><Relationship Id="rId33" Type="http://schemas.openxmlformats.org/officeDocument/2006/relationships/slideLayout" Target="../slideLayouts/slideLayout1048.xml"/><Relationship Id="rId38" Type="http://schemas.openxmlformats.org/officeDocument/2006/relationships/slideLayout" Target="../slideLayouts/slideLayout1053.xml"/><Relationship Id="rId46" Type="http://schemas.openxmlformats.org/officeDocument/2006/relationships/slideLayout" Target="../slideLayouts/slideLayout1061.xml"/><Relationship Id="rId59" Type="http://schemas.openxmlformats.org/officeDocument/2006/relationships/slideLayout" Target="../slideLayouts/slideLayout1074.xml"/><Relationship Id="rId67" Type="http://schemas.openxmlformats.org/officeDocument/2006/relationships/slideLayout" Target="../slideLayouts/slideLayout1082.xml"/><Relationship Id="rId20" Type="http://schemas.openxmlformats.org/officeDocument/2006/relationships/slideLayout" Target="../slideLayouts/slideLayout1035.xml"/><Relationship Id="rId41" Type="http://schemas.openxmlformats.org/officeDocument/2006/relationships/slideLayout" Target="../slideLayouts/slideLayout1056.xml"/><Relationship Id="rId54" Type="http://schemas.openxmlformats.org/officeDocument/2006/relationships/slideLayout" Target="../slideLayouts/slideLayout1069.xml"/><Relationship Id="rId62" Type="http://schemas.openxmlformats.org/officeDocument/2006/relationships/slideLayout" Target="../slideLayouts/slideLayout1077.xml"/><Relationship Id="rId70" Type="http://schemas.openxmlformats.org/officeDocument/2006/relationships/slideLayout" Target="../slideLayouts/slideLayout1085.xml"/><Relationship Id="rId75" Type="http://schemas.openxmlformats.org/officeDocument/2006/relationships/slideLayout" Target="../slideLayouts/slideLayout1090.xml"/><Relationship Id="rId83" Type="http://schemas.openxmlformats.org/officeDocument/2006/relationships/slideLayout" Target="../slideLayouts/slideLayout1098.xml"/><Relationship Id="rId1" Type="http://schemas.openxmlformats.org/officeDocument/2006/relationships/slideLayout" Target="../slideLayouts/slideLayout1016.xml"/><Relationship Id="rId6" Type="http://schemas.openxmlformats.org/officeDocument/2006/relationships/slideLayout" Target="../slideLayouts/slideLayout1021.xml"/><Relationship Id="rId15" Type="http://schemas.openxmlformats.org/officeDocument/2006/relationships/slideLayout" Target="../slideLayouts/slideLayout1030.xml"/><Relationship Id="rId23" Type="http://schemas.openxmlformats.org/officeDocument/2006/relationships/slideLayout" Target="../slideLayouts/slideLayout1038.xml"/><Relationship Id="rId28" Type="http://schemas.openxmlformats.org/officeDocument/2006/relationships/slideLayout" Target="../slideLayouts/slideLayout1043.xml"/><Relationship Id="rId36" Type="http://schemas.openxmlformats.org/officeDocument/2006/relationships/slideLayout" Target="../slideLayouts/slideLayout1051.xml"/><Relationship Id="rId49" Type="http://schemas.openxmlformats.org/officeDocument/2006/relationships/slideLayout" Target="../slideLayouts/slideLayout1064.xml"/><Relationship Id="rId57" Type="http://schemas.openxmlformats.org/officeDocument/2006/relationships/slideLayout" Target="../slideLayouts/slideLayout1072.xml"/><Relationship Id="rId10" Type="http://schemas.openxmlformats.org/officeDocument/2006/relationships/slideLayout" Target="../slideLayouts/slideLayout1025.xml"/><Relationship Id="rId31" Type="http://schemas.openxmlformats.org/officeDocument/2006/relationships/slideLayout" Target="../slideLayouts/slideLayout1046.xml"/><Relationship Id="rId44" Type="http://schemas.openxmlformats.org/officeDocument/2006/relationships/slideLayout" Target="../slideLayouts/slideLayout1059.xml"/><Relationship Id="rId52" Type="http://schemas.openxmlformats.org/officeDocument/2006/relationships/slideLayout" Target="../slideLayouts/slideLayout1067.xml"/><Relationship Id="rId60" Type="http://schemas.openxmlformats.org/officeDocument/2006/relationships/slideLayout" Target="../slideLayouts/slideLayout1075.xml"/><Relationship Id="rId65" Type="http://schemas.openxmlformats.org/officeDocument/2006/relationships/slideLayout" Target="../slideLayouts/slideLayout1080.xml"/><Relationship Id="rId73" Type="http://schemas.openxmlformats.org/officeDocument/2006/relationships/slideLayout" Target="../slideLayouts/slideLayout1088.xml"/><Relationship Id="rId78" Type="http://schemas.openxmlformats.org/officeDocument/2006/relationships/slideLayout" Target="../slideLayouts/slideLayout1093.xml"/><Relationship Id="rId81" Type="http://schemas.openxmlformats.org/officeDocument/2006/relationships/slideLayout" Target="../slideLayouts/slideLayout1096.xml"/><Relationship Id="rId4" Type="http://schemas.openxmlformats.org/officeDocument/2006/relationships/slideLayout" Target="../slideLayouts/slideLayout1019.xml"/><Relationship Id="rId9" Type="http://schemas.openxmlformats.org/officeDocument/2006/relationships/slideLayout" Target="../slideLayouts/slideLayout1024.xml"/><Relationship Id="rId13" Type="http://schemas.openxmlformats.org/officeDocument/2006/relationships/slideLayout" Target="../slideLayouts/slideLayout1028.xml"/><Relationship Id="rId18" Type="http://schemas.openxmlformats.org/officeDocument/2006/relationships/slideLayout" Target="../slideLayouts/slideLayout1033.xml"/><Relationship Id="rId39" Type="http://schemas.openxmlformats.org/officeDocument/2006/relationships/slideLayout" Target="../slideLayouts/slideLayout1054.xml"/><Relationship Id="rId34" Type="http://schemas.openxmlformats.org/officeDocument/2006/relationships/slideLayout" Target="../slideLayouts/slideLayout1049.xml"/><Relationship Id="rId50" Type="http://schemas.openxmlformats.org/officeDocument/2006/relationships/slideLayout" Target="../slideLayouts/slideLayout1065.xml"/><Relationship Id="rId55" Type="http://schemas.openxmlformats.org/officeDocument/2006/relationships/slideLayout" Target="../slideLayouts/slideLayout1070.xml"/><Relationship Id="rId76" Type="http://schemas.openxmlformats.org/officeDocument/2006/relationships/slideLayout" Target="../slideLayouts/slideLayout1091.xml"/><Relationship Id="rId7" Type="http://schemas.openxmlformats.org/officeDocument/2006/relationships/slideLayout" Target="../slideLayouts/slideLayout1022.xml"/><Relationship Id="rId71" Type="http://schemas.openxmlformats.org/officeDocument/2006/relationships/slideLayout" Target="../slideLayouts/slideLayout1086.xml"/><Relationship Id="rId2" Type="http://schemas.openxmlformats.org/officeDocument/2006/relationships/slideLayout" Target="../slideLayouts/slideLayout1017.xml"/><Relationship Id="rId29" Type="http://schemas.openxmlformats.org/officeDocument/2006/relationships/slideLayout" Target="../slideLayouts/slideLayout1044.xml"/><Relationship Id="rId24" Type="http://schemas.openxmlformats.org/officeDocument/2006/relationships/slideLayout" Target="../slideLayouts/slideLayout1039.xml"/><Relationship Id="rId40" Type="http://schemas.openxmlformats.org/officeDocument/2006/relationships/slideLayout" Target="../slideLayouts/slideLayout1055.xml"/><Relationship Id="rId45" Type="http://schemas.openxmlformats.org/officeDocument/2006/relationships/slideLayout" Target="../slideLayouts/slideLayout1060.xml"/><Relationship Id="rId66" Type="http://schemas.openxmlformats.org/officeDocument/2006/relationships/slideLayout" Target="../slideLayouts/slideLayout1081.xml"/><Relationship Id="rId61" Type="http://schemas.openxmlformats.org/officeDocument/2006/relationships/slideLayout" Target="../slideLayouts/slideLayout1076.xml"/><Relationship Id="rId82" Type="http://schemas.openxmlformats.org/officeDocument/2006/relationships/slideLayout" Target="../slideLayouts/slideLayout1097.xml"/></Relationships>
</file>

<file path=ppt/slideMasters/_rels/slideMaster19.xml.rels><?xml version="1.0" encoding="UTF-8" standalone="yes"?>
<Relationships xmlns="http://schemas.openxmlformats.org/package/2006/relationships"><Relationship Id="rId13" Type="http://schemas.openxmlformats.org/officeDocument/2006/relationships/slideLayout" Target="../slideLayouts/slideLayout1112.xml"/><Relationship Id="rId18" Type="http://schemas.openxmlformats.org/officeDocument/2006/relationships/slideLayout" Target="../slideLayouts/slideLayout1117.xml"/><Relationship Id="rId26" Type="http://schemas.openxmlformats.org/officeDocument/2006/relationships/slideLayout" Target="../slideLayouts/slideLayout1125.xml"/><Relationship Id="rId39" Type="http://schemas.openxmlformats.org/officeDocument/2006/relationships/slideLayout" Target="../slideLayouts/slideLayout1138.xml"/><Relationship Id="rId21" Type="http://schemas.openxmlformats.org/officeDocument/2006/relationships/slideLayout" Target="../slideLayouts/slideLayout1120.xml"/><Relationship Id="rId34" Type="http://schemas.openxmlformats.org/officeDocument/2006/relationships/slideLayout" Target="../slideLayouts/slideLayout1133.xml"/><Relationship Id="rId42" Type="http://schemas.openxmlformats.org/officeDocument/2006/relationships/slideLayout" Target="../slideLayouts/slideLayout1141.xml"/><Relationship Id="rId47" Type="http://schemas.openxmlformats.org/officeDocument/2006/relationships/slideLayout" Target="../slideLayouts/slideLayout1146.xml"/><Relationship Id="rId50" Type="http://schemas.openxmlformats.org/officeDocument/2006/relationships/slideLayout" Target="../slideLayouts/slideLayout1149.xml"/><Relationship Id="rId7" Type="http://schemas.openxmlformats.org/officeDocument/2006/relationships/slideLayout" Target="../slideLayouts/slideLayout1106.xml"/><Relationship Id="rId2" Type="http://schemas.openxmlformats.org/officeDocument/2006/relationships/slideLayout" Target="../slideLayouts/slideLayout1101.xml"/><Relationship Id="rId16" Type="http://schemas.openxmlformats.org/officeDocument/2006/relationships/slideLayout" Target="../slideLayouts/slideLayout1115.xml"/><Relationship Id="rId29" Type="http://schemas.openxmlformats.org/officeDocument/2006/relationships/slideLayout" Target="../slideLayouts/slideLayout1128.xml"/><Relationship Id="rId11" Type="http://schemas.openxmlformats.org/officeDocument/2006/relationships/slideLayout" Target="../slideLayouts/slideLayout1110.xml"/><Relationship Id="rId24" Type="http://schemas.openxmlformats.org/officeDocument/2006/relationships/slideLayout" Target="../slideLayouts/slideLayout1123.xml"/><Relationship Id="rId32" Type="http://schemas.openxmlformats.org/officeDocument/2006/relationships/slideLayout" Target="../slideLayouts/slideLayout1131.xml"/><Relationship Id="rId37" Type="http://schemas.openxmlformats.org/officeDocument/2006/relationships/slideLayout" Target="../slideLayouts/slideLayout1136.xml"/><Relationship Id="rId40" Type="http://schemas.openxmlformats.org/officeDocument/2006/relationships/slideLayout" Target="../slideLayouts/slideLayout1139.xml"/><Relationship Id="rId45" Type="http://schemas.openxmlformats.org/officeDocument/2006/relationships/slideLayout" Target="../slideLayouts/slideLayout1144.xml"/><Relationship Id="rId5" Type="http://schemas.openxmlformats.org/officeDocument/2006/relationships/slideLayout" Target="../slideLayouts/slideLayout1104.xml"/><Relationship Id="rId15" Type="http://schemas.openxmlformats.org/officeDocument/2006/relationships/slideLayout" Target="../slideLayouts/slideLayout1114.xml"/><Relationship Id="rId23" Type="http://schemas.openxmlformats.org/officeDocument/2006/relationships/slideLayout" Target="../slideLayouts/slideLayout1122.xml"/><Relationship Id="rId28" Type="http://schemas.openxmlformats.org/officeDocument/2006/relationships/slideLayout" Target="../slideLayouts/slideLayout1127.xml"/><Relationship Id="rId36" Type="http://schemas.openxmlformats.org/officeDocument/2006/relationships/slideLayout" Target="../slideLayouts/slideLayout1135.xml"/><Relationship Id="rId49" Type="http://schemas.openxmlformats.org/officeDocument/2006/relationships/slideLayout" Target="../slideLayouts/slideLayout1148.xml"/><Relationship Id="rId10" Type="http://schemas.openxmlformats.org/officeDocument/2006/relationships/slideLayout" Target="../slideLayouts/slideLayout1109.xml"/><Relationship Id="rId19" Type="http://schemas.openxmlformats.org/officeDocument/2006/relationships/slideLayout" Target="../slideLayouts/slideLayout1118.xml"/><Relationship Id="rId31" Type="http://schemas.openxmlformats.org/officeDocument/2006/relationships/slideLayout" Target="../slideLayouts/slideLayout1130.xml"/><Relationship Id="rId44" Type="http://schemas.openxmlformats.org/officeDocument/2006/relationships/slideLayout" Target="../slideLayouts/slideLayout1143.xml"/><Relationship Id="rId52" Type="http://schemas.openxmlformats.org/officeDocument/2006/relationships/theme" Target="../theme/theme19.xml"/><Relationship Id="rId4" Type="http://schemas.openxmlformats.org/officeDocument/2006/relationships/slideLayout" Target="../slideLayouts/slideLayout1103.xml"/><Relationship Id="rId9" Type="http://schemas.openxmlformats.org/officeDocument/2006/relationships/slideLayout" Target="../slideLayouts/slideLayout1108.xml"/><Relationship Id="rId14" Type="http://schemas.openxmlformats.org/officeDocument/2006/relationships/slideLayout" Target="../slideLayouts/slideLayout1113.xml"/><Relationship Id="rId22" Type="http://schemas.openxmlformats.org/officeDocument/2006/relationships/slideLayout" Target="../slideLayouts/slideLayout1121.xml"/><Relationship Id="rId27" Type="http://schemas.openxmlformats.org/officeDocument/2006/relationships/slideLayout" Target="../slideLayouts/slideLayout1126.xml"/><Relationship Id="rId30" Type="http://schemas.openxmlformats.org/officeDocument/2006/relationships/slideLayout" Target="../slideLayouts/slideLayout1129.xml"/><Relationship Id="rId35" Type="http://schemas.openxmlformats.org/officeDocument/2006/relationships/slideLayout" Target="../slideLayouts/slideLayout1134.xml"/><Relationship Id="rId43" Type="http://schemas.openxmlformats.org/officeDocument/2006/relationships/slideLayout" Target="../slideLayouts/slideLayout1142.xml"/><Relationship Id="rId48" Type="http://schemas.openxmlformats.org/officeDocument/2006/relationships/slideLayout" Target="../slideLayouts/slideLayout1147.xml"/><Relationship Id="rId8" Type="http://schemas.openxmlformats.org/officeDocument/2006/relationships/slideLayout" Target="../slideLayouts/slideLayout1107.xml"/><Relationship Id="rId51" Type="http://schemas.openxmlformats.org/officeDocument/2006/relationships/slideLayout" Target="../slideLayouts/slideLayout1150.xml"/><Relationship Id="rId3" Type="http://schemas.openxmlformats.org/officeDocument/2006/relationships/slideLayout" Target="../slideLayouts/slideLayout1102.xml"/><Relationship Id="rId12" Type="http://schemas.openxmlformats.org/officeDocument/2006/relationships/slideLayout" Target="../slideLayouts/slideLayout1111.xml"/><Relationship Id="rId17" Type="http://schemas.openxmlformats.org/officeDocument/2006/relationships/slideLayout" Target="../slideLayouts/slideLayout1116.xml"/><Relationship Id="rId25" Type="http://schemas.openxmlformats.org/officeDocument/2006/relationships/slideLayout" Target="../slideLayouts/slideLayout1124.xml"/><Relationship Id="rId33" Type="http://schemas.openxmlformats.org/officeDocument/2006/relationships/slideLayout" Target="../slideLayouts/slideLayout1132.xml"/><Relationship Id="rId38" Type="http://schemas.openxmlformats.org/officeDocument/2006/relationships/slideLayout" Target="../slideLayouts/slideLayout1137.xml"/><Relationship Id="rId46" Type="http://schemas.openxmlformats.org/officeDocument/2006/relationships/slideLayout" Target="../slideLayouts/slideLayout1145.xml"/><Relationship Id="rId20" Type="http://schemas.openxmlformats.org/officeDocument/2006/relationships/slideLayout" Target="../slideLayouts/slideLayout1119.xml"/><Relationship Id="rId41" Type="http://schemas.openxmlformats.org/officeDocument/2006/relationships/slideLayout" Target="../slideLayouts/slideLayout1140.xml"/><Relationship Id="rId1" Type="http://schemas.openxmlformats.org/officeDocument/2006/relationships/slideLayout" Target="../slideLayouts/slideLayout1100.xml"/><Relationship Id="rId6" Type="http://schemas.openxmlformats.org/officeDocument/2006/relationships/slideLayout" Target="../slideLayouts/slideLayout1105.xml"/></Relationships>
</file>

<file path=ppt/slideMasters/_rels/slideMaster20.xml.rels><?xml version="1.0" encoding="UTF-8" standalone="yes"?>
<Relationships xmlns="http://schemas.openxmlformats.org/package/2006/relationships"><Relationship Id="rId13" Type="http://schemas.openxmlformats.org/officeDocument/2006/relationships/slideLayout" Target="../slideLayouts/slideLayout1163.xml"/><Relationship Id="rId18" Type="http://schemas.openxmlformats.org/officeDocument/2006/relationships/slideLayout" Target="../slideLayouts/slideLayout1168.xml"/><Relationship Id="rId26" Type="http://schemas.openxmlformats.org/officeDocument/2006/relationships/slideLayout" Target="../slideLayouts/slideLayout1176.xml"/><Relationship Id="rId39" Type="http://schemas.openxmlformats.org/officeDocument/2006/relationships/slideLayout" Target="../slideLayouts/slideLayout1189.xml"/><Relationship Id="rId21" Type="http://schemas.openxmlformats.org/officeDocument/2006/relationships/slideLayout" Target="../slideLayouts/slideLayout1171.xml"/><Relationship Id="rId34" Type="http://schemas.openxmlformats.org/officeDocument/2006/relationships/slideLayout" Target="../slideLayouts/slideLayout1184.xml"/><Relationship Id="rId42" Type="http://schemas.openxmlformats.org/officeDocument/2006/relationships/slideLayout" Target="../slideLayouts/slideLayout1192.xml"/><Relationship Id="rId47" Type="http://schemas.openxmlformats.org/officeDocument/2006/relationships/slideLayout" Target="../slideLayouts/slideLayout1197.xml"/><Relationship Id="rId50" Type="http://schemas.openxmlformats.org/officeDocument/2006/relationships/theme" Target="../theme/theme20.xml"/><Relationship Id="rId7" Type="http://schemas.openxmlformats.org/officeDocument/2006/relationships/slideLayout" Target="../slideLayouts/slideLayout1157.xml"/><Relationship Id="rId2" Type="http://schemas.openxmlformats.org/officeDocument/2006/relationships/slideLayout" Target="../slideLayouts/slideLayout1152.xml"/><Relationship Id="rId16" Type="http://schemas.openxmlformats.org/officeDocument/2006/relationships/slideLayout" Target="../slideLayouts/slideLayout1166.xml"/><Relationship Id="rId29" Type="http://schemas.openxmlformats.org/officeDocument/2006/relationships/slideLayout" Target="../slideLayouts/slideLayout1179.xml"/><Relationship Id="rId11" Type="http://schemas.openxmlformats.org/officeDocument/2006/relationships/slideLayout" Target="../slideLayouts/slideLayout1161.xml"/><Relationship Id="rId24" Type="http://schemas.openxmlformats.org/officeDocument/2006/relationships/slideLayout" Target="../slideLayouts/slideLayout1174.xml"/><Relationship Id="rId32" Type="http://schemas.openxmlformats.org/officeDocument/2006/relationships/slideLayout" Target="../slideLayouts/slideLayout1182.xml"/><Relationship Id="rId37" Type="http://schemas.openxmlformats.org/officeDocument/2006/relationships/slideLayout" Target="../slideLayouts/slideLayout1187.xml"/><Relationship Id="rId40" Type="http://schemas.openxmlformats.org/officeDocument/2006/relationships/slideLayout" Target="../slideLayouts/slideLayout1190.xml"/><Relationship Id="rId45" Type="http://schemas.openxmlformats.org/officeDocument/2006/relationships/slideLayout" Target="../slideLayouts/slideLayout1195.xml"/><Relationship Id="rId5" Type="http://schemas.openxmlformats.org/officeDocument/2006/relationships/slideLayout" Target="../slideLayouts/slideLayout1155.xml"/><Relationship Id="rId15" Type="http://schemas.openxmlformats.org/officeDocument/2006/relationships/slideLayout" Target="../slideLayouts/slideLayout1165.xml"/><Relationship Id="rId23" Type="http://schemas.openxmlformats.org/officeDocument/2006/relationships/slideLayout" Target="../slideLayouts/slideLayout1173.xml"/><Relationship Id="rId28" Type="http://schemas.openxmlformats.org/officeDocument/2006/relationships/slideLayout" Target="../slideLayouts/slideLayout1178.xml"/><Relationship Id="rId36" Type="http://schemas.openxmlformats.org/officeDocument/2006/relationships/slideLayout" Target="../slideLayouts/slideLayout1186.xml"/><Relationship Id="rId49" Type="http://schemas.openxmlformats.org/officeDocument/2006/relationships/slideLayout" Target="../slideLayouts/slideLayout1199.xml"/><Relationship Id="rId10" Type="http://schemas.openxmlformats.org/officeDocument/2006/relationships/slideLayout" Target="../slideLayouts/slideLayout1160.xml"/><Relationship Id="rId19" Type="http://schemas.openxmlformats.org/officeDocument/2006/relationships/slideLayout" Target="../slideLayouts/slideLayout1169.xml"/><Relationship Id="rId31" Type="http://schemas.openxmlformats.org/officeDocument/2006/relationships/slideLayout" Target="../slideLayouts/slideLayout1181.xml"/><Relationship Id="rId44" Type="http://schemas.openxmlformats.org/officeDocument/2006/relationships/slideLayout" Target="../slideLayouts/slideLayout1194.xml"/><Relationship Id="rId4" Type="http://schemas.openxmlformats.org/officeDocument/2006/relationships/slideLayout" Target="../slideLayouts/slideLayout1154.xml"/><Relationship Id="rId9" Type="http://schemas.openxmlformats.org/officeDocument/2006/relationships/slideLayout" Target="../slideLayouts/slideLayout1159.xml"/><Relationship Id="rId14" Type="http://schemas.openxmlformats.org/officeDocument/2006/relationships/slideLayout" Target="../slideLayouts/slideLayout1164.xml"/><Relationship Id="rId22" Type="http://schemas.openxmlformats.org/officeDocument/2006/relationships/slideLayout" Target="../slideLayouts/slideLayout1172.xml"/><Relationship Id="rId27" Type="http://schemas.openxmlformats.org/officeDocument/2006/relationships/slideLayout" Target="../slideLayouts/slideLayout1177.xml"/><Relationship Id="rId30" Type="http://schemas.openxmlformats.org/officeDocument/2006/relationships/slideLayout" Target="../slideLayouts/slideLayout1180.xml"/><Relationship Id="rId35" Type="http://schemas.openxmlformats.org/officeDocument/2006/relationships/slideLayout" Target="../slideLayouts/slideLayout1185.xml"/><Relationship Id="rId43" Type="http://schemas.openxmlformats.org/officeDocument/2006/relationships/slideLayout" Target="../slideLayouts/slideLayout1193.xml"/><Relationship Id="rId48" Type="http://schemas.openxmlformats.org/officeDocument/2006/relationships/slideLayout" Target="../slideLayouts/slideLayout1198.xml"/><Relationship Id="rId8" Type="http://schemas.openxmlformats.org/officeDocument/2006/relationships/slideLayout" Target="../slideLayouts/slideLayout1158.xml"/><Relationship Id="rId3" Type="http://schemas.openxmlformats.org/officeDocument/2006/relationships/slideLayout" Target="../slideLayouts/slideLayout1153.xml"/><Relationship Id="rId12" Type="http://schemas.openxmlformats.org/officeDocument/2006/relationships/slideLayout" Target="../slideLayouts/slideLayout1162.xml"/><Relationship Id="rId17" Type="http://schemas.openxmlformats.org/officeDocument/2006/relationships/slideLayout" Target="../slideLayouts/slideLayout1167.xml"/><Relationship Id="rId25" Type="http://schemas.openxmlformats.org/officeDocument/2006/relationships/slideLayout" Target="../slideLayouts/slideLayout1175.xml"/><Relationship Id="rId33" Type="http://schemas.openxmlformats.org/officeDocument/2006/relationships/slideLayout" Target="../slideLayouts/slideLayout1183.xml"/><Relationship Id="rId38" Type="http://schemas.openxmlformats.org/officeDocument/2006/relationships/slideLayout" Target="../slideLayouts/slideLayout1188.xml"/><Relationship Id="rId46" Type="http://schemas.openxmlformats.org/officeDocument/2006/relationships/slideLayout" Target="../slideLayouts/slideLayout1196.xml"/><Relationship Id="rId20" Type="http://schemas.openxmlformats.org/officeDocument/2006/relationships/slideLayout" Target="../slideLayouts/slideLayout1170.xml"/><Relationship Id="rId41" Type="http://schemas.openxmlformats.org/officeDocument/2006/relationships/slideLayout" Target="../slideLayouts/slideLayout1191.xml"/><Relationship Id="rId1" Type="http://schemas.openxmlformats.org/officeDocument/2006/relationships/slideLayout" Target="../slideLayouts/slideLayout1151.xml"/><Relationship Id="rId6" Type="http://schemas.openxmlformats.org/officeDocument/2006/relationships/slideLayout" Target="../slideLayouts/slideLayout1156.xml"/></Relationships>
</file>

<file path=ppt/slideMasters/_rels/slideMaster21.xml.rels><?xml version="1.0" encoding="UTF-8" standalone="yes"?>
<Relationships xmlns="http://schemas.openxmlformats.org/package/2006/relationships"><Relationship Id="rId26" Type="http://schemas.openxmlformats.org/officeDocument/2006/relationships/slideLayout" Target="../slideLayouts/slideLayout1225.xml"/><Relationship Id="rId21" Type="http://schemas.openxmlformats.org/officeDocument/2006/relationships/slideLayout" Target="../slideLayouts/slideLayout1220.xml"/><Relationship Id="rId42" Type="http://schemas.openxmlformats.org/officeDocument/2006/relationships/slideLayout" Target="../slideLayouts/slideLayout1241.xml"/><Relationship Id="rId47" Type="http://schemas.openxmlformats.org/officeDocument/2006/relationships/slideLayout" Target="../slideLayouts/slideLayout1246.xml"/><Relationship Id="rId63" Type="http://schemas.openxmlformats.org/officeDocument/2006/relationships/slideLayout" Target="../slideLayouts/slideLayout1262.xml"/><Relationship Id="rId68" Type="http://schemas.openxmlformats.org/officeDocument/2006/relationships/slideLayout" Target="../slideLayouts/slideLayout1267.xml"/><Relationship Id="rId84" Type="http://schemas.openxmlformats.org/officeDocument/2006/relationships/slideLayout" Target="../slideLayouts/slideLayout1283.xml"/><Relationship Id="rId16" Type="http://schemas.openxmlformats.org/officeDocument/2006/relationships/slideLayout" Target="../slideLayouts/slideLayout1215.xml"/><Relationship Id="rId11" Type="http://schemas.openxmlformats.org/officeDocument/2006/relationships/slideLayout" Target="../slideLayouts/slideLayout1210.xml"/><Relationship Id="rId32" Type="http://schemas.openxmlformats.org/officeDocument/2006/relationships/slideLayout" Target="../slideLayouts/slideLayout1231.xml"/><Relationship Id="rId37" Type="http://schemas.openxmlformats.org/officeDocument/2006/relationships/slideLayout" Target="../slideLayouts/slideLayout1236.xml"/><Relationship Id="rId53" Type="http://schemas.openxmlformats.org/officeDocument/2006/relationships/slideLayout" Target="../slideLayouts/slideLayout1252.xml"/><Relationship Id="rId58" Type="http://schemas.openxmlformats.org/officeDocument/2006/relationships/slideLayout" Target="../slideLayouts/slideLayout1257.xml"/><Relationship Id="rId74" Type="http://schemas.openxmlformats.org/officeDocument/2006/relationships/slideLayout" Target="../slideLayouts/slideLayout1273.xml"/><Relationship Id="rId79" Type="http://schemas.openxmlformats.org/officeDocument/2006/relationships/slideLayout" Target="../slideLayouts/slideLayout1278.xml"/><Relationship Id="rId5" Type="http://schemas.openxmlformats.org/officeDocument/2006/relationships/slideLayout" Target="../slideLayouts/slideLayout1204.xml"/><Relationship Id="rId19" Type="http://schemas.openxmlformats.org/officeDocument/2006/relationships/slideLayout" Target="../slideLayouts/slideLayout1218.xml"/><Relationship Id="rId14" Type="http://schemas.openxmlformats.org/officeDocument/2006/relationships/slideLayout" Target="../slideLayouts/slideLayout1213.xml"/><Relationship Id="rId22" Type="http://schemas.openxmlformats.org/officeDocument/2006/relationships/slideLayout" Target="../slideLayouts/slideLayout1221.xml"/><Relationship Id="rId27" Type="http://schemas.openxmlformats.org/officeDocument/2006/relationships/slideLayout" Target="../slideLayouts/slideLayout1226.xml"/><Relationship Id="rId30" Type="http://schemas.openxmlformats.org/officeDocument/2006/relationships/slideLayout" Target="../slideLayouts/slideLayout1229.xml"/><Relationship Id="rId35" Type="http://schemas.openxmlformats.org/officeDocument/2006/relationships/slideLayout" Target="../slideLayouts/slideLayout1234.xml"/><Relationship Id="rId43" Type="http://schemas.openxmlformats.org/officeDocument/2006/relationships/slideLayout" Target="../slideLayouts/slideLayout1242.xml"/><Relationship Id="rId48" Type="http://schemas.openxmlformats.org/officeDocument/2006/relationships/slideLayout" Target="../slideLayouts/slideLayout1247.xml"/><Relationship Id="rId56" Type="http://schemas.openxmlformats.org/officeDocument/2006/relationships/slideLayout" Target="../slideLayouts/slideLayout1255.xml"/><Relationship Id="rId64" Type="http://schemas.openxmlformats.org/officeDocument/2006/relationships/slideLayout" Target="../slideLayouts/slideLayout1263.xml"/><Relationship Id="rId69" Type="http://schemas.openxmlformats.org/officeDocument/2006/relationships/slideLayout" Target="../slideLayouts/slideLayout1268.xml"/><Relationship Id="rId77" Type="http://schemas.openxmlformats.org/officeDocument/2006/relationships/slideLayout" Target="../slideLayouts/slideLayout1276.xml"/><Relationship Id="rId8" Type="http://schemas.openxmlformats.org/officeDocument/2006/relationships/slideLayout" Target="../slideLayouts/slideLayout1207.xml"/><Relationship Id="rId51" Type="http://schemas.openxmlformats.org/officeDocument/2006/relationships/slideLayout" Target="../slideLayouts/slideLayout1250.xml"/><Relationship Id="rId72" Type="http://schemas.openxmlformats.org/officeDocument/2006/relationships/slideLayout" Target="../slideLayouts/slideLayout1271.xml"/><Relationship Id="rId80" Type="http://schemas.openxmlformats.org/officeDocument/2006/relationships/slideLayout" Target="../slideLayouts/slideLayout1279.xml"/><Relationship Id="rId85" Type="http://schemas.openxmlformats.org/officeDocument/2006/relationships/theme" Target="../theme/theme21.xml"/><Relationship Id="rId3" Type="http://schemas.openxmlformats.org/officeDocument/2006/relationships/slideLayout" Target="../slideLayouts/slideLayout1202.xml"/><Relationship Id="rId12" Type="http://schemas.openxmlformats.org/officeDocument/2006/relationships/slideLayout" Target="../slideLayouts/slideLayout1211.xml"/><Relationship Id="rId17" Type="http://schemas.openxmlformats.org/officeDocument/2006/relationships/slideLayout" Target="../slideLayouts/slideLayout1216.xml"/><Relationship Id="rId25" Type="http://schemas.openxmlformats.org/officeDocument/2006/relationships/slideLayout" Target="../slideLayouts/slideLayout1224.xml"/><Relationship Id="rId33" Type="http://schemas.openxmlformats.org/officeDocument/2006/relationships/slideLayout" Target="../slideLayouts/slideLayout1232.xml"/><Relationship Id="rId38" Type="http://schemas.openxmlformats.org/officeDocument/2006/relationships/slideLayout" Target="../slideLayouts/slideLayout1237.xml"/><Relationship Id="rId46" Type="http://schemas.openxmlformats.org/officeDocument/2006/relationships/slideLayout" Target="../slideLayouts/slideLayout1245.xml"/><Relationship Id="rId59" Type="http://schemas.openxmlformats.org/officeDocument/2006/relationships/slideLayout" Target="../slideLayouts/slideLayout1258.xml"/><Relationship Id="rId67" Type="http://schemas.openxmlformats.org/officeDocument/2006/relationships/slideLayout" Target="../slideLayouts/slideLayout1266.xml"/><Relationship Id="rId20" Type="http://schemas.openxmlformats.org/officeDocument/2006/relationships/slideLayout" Target="../slideLayouts/slideLayout1219.xml"/><Relationship Id="rId41" Type="http://schemas.openxmlformats.org/officeDocument/2006/relationships/slideLayout" Target="../slideLayouts/slideLayout1240.xml"/><Relationship Id="rId54" Type="http://schemas.openxmlformats.org/officeDocument/2006/relationships/slideLayout" Target="../slideLayouts/slideLayout1253.xml"/><Relationship Id="rId62" Type="http://schemas.openxmlformats.org/officeDocument/2006/relationships/slideLayout" Target="../slideLayouts/slideLayout1261.xml"/><Relationship Id="rId70" Type="http://schemas.openxmlformats.org/officeDocument/2006/relationships/slideLayout" Target="../slideLayouts/slideLayout1269.xml"/><Relationship Id="rId75" Type="http://schemas.openxmlformats.org/officeDocument/2006/relationships/slideLayout" Target="../slideLayouts/slideLayout1274.xml"/><Relationship Id="rId83" Type="http://schemas.openxmlformats.org/officeDocument/2006/relationships/slideLayout" Target="../slideLayouts/slideLayout1282.xml"/><Relationship Id="rId1" Type="http://schemas.openxmlformats.org/officeDocument/2006/relationships/slideLayout" Target="../slideLayouts/slideLayout1200.xml"/><Relationship Id="rId6" Type="http://schemas.openxmlformats.org/officeDocument/2006/relationships/slideLayout" Target="../slideLayouts/slideLayout1205.xml"/><Relationship Id="rId15" Type="http://schemas.openxmlformats.org/officeDocument/2006/relationships/slideLayout" Target="../slideLayouts/slideLayout1214.xml"/><Relationship Id="rId23" Type="http://schemas.openxmlformats.org/officeDocument/2006/relationships/slideLayout" Target="../slideLayouts/slideLayout1222.xml"/><Relationship Id="rId28" Type="http://schemas.openxmlformats.org/officeDocument/2006/relationships/slideLayout" Target="../slideLayouts/slideLayout1227.xml"/><Relationship Id="rId36" Type="http://schemas.openxmlformats.org/officeDocument/2006/relationships/slideLayout" Target="../slideLayouts/slideLayout1235.xml"/><Relationship Id="rId49" Type="http://schemas.openxmlformats.org/officeDocument/2006/relationships/slideLayout" Target="../slideLayouts/slideLayout1248.xml"/><Relationship Id="rId57" Type="http://schemas.openxmlformats.org/officeDocument/2006/relationships/slideLayout" Target="../slideLayouts/slideLayout1256.xml"/><Relationship Id="rId10" Type="http://schemas.openxmlformats.org/officeDocument/2006/relationships/slideLayout" Target="../slideLayouts/slideLayout1209.xml"/><Relationship Id="rId31" Type="http://schemas.openxmlformats.org/officeDocument/2006/relationships/slideLayout" Target="../slideLayouts/slideLayout1230.xml"/><Relationship Id="rId44" Type="http://schemas.openxmlformats.org/officeDocument/2006/relationships/slideLayout" Target="../slideLayouts/slideLayout1243.xml"/><Relationship Id="rId52" Type="http://schemas.openxmlformats.org/officeDocument/2006/relationships/slideLayout" Target="../slideLayouts/slideLayout1251.xml"/><Relationship Id="rId60" Type="http://schemas.openxmlformats.org/officeDocument/2006/relationships/slideLayout" Target="../slideLayouts/slideLayout1259.xml"/><Relationship Id="rId65" Type="http://schemas.openxmlformats.org/officeDocument/2006/relationships/slideLayout" Target="../slideLayouts/slideLayout1264.xml"/><Relationship Id="rId73" Type="http://schemas.openxmlformats.org/officeDocument/2006/relationships/slideLayout" Target="../slideLayouts/slideLayout1272.xml"/><Relationship Id="rId78" Type="http://schemas.openxmlformats.org/officeDocument/2006/relationships/slideLayout" Target="../slideLayouts/slideLayout1277.xml"/><Relationship Id="rId81" Type="http://schemas.openxmlformats.org/officeDocument/2006/relationships/slideLayout" Target="../slideLayouts/slideLayout1280.xml"/><Relationship Id="rId4" Type="http://schemas.openxmlformats.org/officeDocument/2006/relationships/slideLayout" Target="../slideLayouts/slideLayout1203.xml"/><Relationship Id="rId9" Type="http://schemas.openxmlformats.org/officeDocument/2006/relationships/slideLayout" Target="../slideLayouts/slideLayout1208.xml"/><Relationship Id="rId13" Type="http://schemas.openxmlformats.org/officeDocument/2006/relationships/slideLayout" Target="../slideLayouts/slideLayout1212.xml"/><Relationship Id="rId18" Type="http://schemas.openxmlformats.org/officeDocument/2006/relationships/slideLayout" Target="../slideLayouts/slideLayout1217.xml"/><Relationship Id="rId39" Type="http://schemas.openxmlformats.org/officeDocument/2006/relationships/slideLayout" Target="../slideLayouts/slideLayout1238.xml"/><Relationship Id="rId34" Type="http://schemas.openxmlformats.org/officeDocument/2006/relationships/slideLayout" Target="../slideLayouts/slideLayout1233.xml"/><Relationship Id="rId50" Type="http://schemas.openxmlformats.org/officeDocument/2006/relationships/slideLayout" Target="../slideLayouts/slideLayout1249.xml"/><Relationship Id="rId55" Type="http://schemas.openxmlformats.org/officeDocument/2006/relationships/slideLayout" Target="../slideLayouts/slideLayout1254.xml"/><Relationship Id="rId76" Type="http://schemas.openxmlformats.org/officeDocument/2006/relationships/slideLayout" Target="../slideLayouts/slideLayout1275.xml"/><Relationship Id="rId7" Type="http://schemas.openxmlformats.org/officeDocument/2006/relationships/slideLayout" Target="../slideLayouts/slideLayout1206.xml"/><Relationship Id="rId71" Type="http://schemas.openxmlformats.org/officeDocument/2006/relationships/slideLayout" Target="../slideLayouts/slideLayout1270.xml"/><Relationship Id="rId2" Type="http://schemas.openxmlformats.org/officeDocument/2006/relationships/slideLayout" Target="../slideLayouts/slideLayout1201.xml"/><Relationship Id="rId29" Type="http://schemas.openxmlformats.org/officeDocument/2006/relationships/slideLayout" Target="../slideLayouts/slideLayout1228.xml"/><Relationship Id="rId24" Type="http://schemas.openxmlformats.org/officeDocument/2006/relationships/slideLayout" Target="../slideLayouts/slideLayout1223.xml"/><Relationship Id="rId40" Type="http://schemas.openxmlformats.org/officeDocument/2006/relationships/slideLayout" Target="../slideLayouts/slideLayout1239.xml"/><Relationship Id="rId45" Type="http://schemas.openxmlformats.org/officeDocument/2006/relationships/slideLayout" Target="../slideLayouts/slideLayout1244.xml"/><Relationship Id="rId66" Type="http://schemas.openxmlformats.org/officeDocument/2006/relationships/slideLayout" Target="../slideLayouts/slideLayout1265.xml"/><Relationship Id="rId61" Type="http://schemas.openxmlformats.org/officeDocument/2006/relationships/slideLayout" Target="../slideLayouts/slideLayout1260.xml"/><Relationship Id="rId82" Type="http://schemas.openxmlformats.org/officeDocument/2006/relationships/slideLayout" Target="../slideLayouts/slideLayout1281.xml"/></Relationships>
</file>

<file path=ppt/slideMasters/_rels/slideMaster22.xml.rels><?xml version="1.0" encoding="UTF-8" standalone="yes"?>
<Relationships xmlns="http://schemas.openxmlformats.org/package/2006/relationships"><Relationship Id="rId13" Type="http://schemas.openxmlformats.org/officeDocument/2006/relationships/slideLayout" Target="../slideLayouts/slideLayout1296.xml"/><Relationship Id="rId18" Type="http://schemas.openxmlformats.org/officeDocument/2006/relationships/slideLayout" Target="../slideLayouts/slideLayout1301.xml"/><Relationship Id="rId26" Type="http://schemas.openxmlformats.org/officeDocument/2006/relationships/slideLayout" Target="../slideLayouts/slideLayout1309.xml"/><Relationship Id="rId39" Type="http://schemas.openxmlformats.org/officeDocument/2006/relationships/slideLayout" Target="../slideLayouts/slideLayout1322.xml"/><Relationship Id="rId21" Type="http://schemas.openxmlformats.org/officeDocument/2006/relationships/slideLayout" Target="../slideLayouts/slideLayout1304.xml"/><Relationship Id="rId34" Type="http://schemas.openxmlformats.org/officeDocument/2006/relationships/slideLayout" Target="../slideLayouts/slideLayout1317.xml"/><Relationship Id="rId42" Type="http://schemas.openxmlformats.org/officeDocument/2006/relationships/slideLayout" Target="../slideLayouts/slideLayout1325.xml"/><Relationship Id="rId47" Type="http://schemas.openxmlformats.org/officeDocument/2006/relationships/slideLayout" Target="../slideLayouts/slideLayout1330.xml"/><Relationship Id="rId50" Type="http://schemas.openxmlformats.org/officeDocument/2006/relationships/slideLayout" Target="../slideLayouts/slideLayout1333.xml"/><Relationship Id="rId7" Type="http://schemas.openxmlformats.org/officeDocument/2006/relationships/slideLayout" Target="../slideLayouts/slideLayout1290.xml"/><Relationship Id="rId2" Type="http://schemas.openxmlformats.org/officeDocument/2006/relationships/slideLayout" Target="../slideLayouts/slideLayout1285.xml"/><Relationship Id="rId16" Type="http://schemas.openxmlformats.org/officeDocument/2006/relationships/slideLayout" Target="../slideLayouts/slideLayout1299.xml"/><Relationship Id="rId29" Type="http://schemas.openxmlformats.org/officeDocument/2006/relationships/slideLayout" Target="../slideLayouts/slideLayout1312.xml"/><Relationship Id="rId11" Type="http://schemas.openxmlformats.org/officeDocument/2006/relationships/slideLayout" Target="../slideLayouts/slideLayout1294.xml"/><Relationship Id="rId24" Type="http://schemas.openxmlformats.org/officeDocument/2006/relationships/slideLayout" Target="../slideLayouts/slideLayout1307.xml"/><Relationship Id="rId32" Type="http://schemas.openxmlformats.org/officeDocument/2006/relationships/slideLayout" Target="../slideLayouts/slideLayout1315.xml"/><Relationship Id="rId37" Type="http://schemas.openxmlformats.org/officeDocument/2006/relationships/slideLayout" Target="../slideLayouts/slideLayout1320.xml"/><Relationship Id="rId40" Type="http://schemas.openxmlformats.org/officeDocument/2006/relationships/slideLayout" Target="../slideLayouts/slideLayout1323.xml"/><Relationship Id="rId45" Type="http://schemas.openxmlformats.org/officeDocument/2006/relationships/slideLayout" Target="../slideLayouts/slideLayout1328.xml"/><Relationship Id="rId5" Type="http://schemas.openxmlformats.org/officeDocument/2006/relationships/slideLayout" Target="../slideLayouts/slideLayout1288.xml"/><Relationship Id="rId15" Type="http://schemas.openxmlformats.org/officeDocument/2006/relationships/slideLayout" Target="../slideLayouts/slideLayout1298.xml"/><Relationship Id="rId23" Type="http://schemas.openxmlformats.org/officeDocument/2006/relationships/slideLayout" Target="../slideLayouts/slideLayout1306.xml"/><Relationship Id="rId28" Type="http://schemas.openxmlformats.org/officeDocument/2006/relationships/slideLayout" Target="../slideLayouts/slideLayout1311.xml"/><Relationship Id="rId36" Type="http://schemas.openxmlformats.org/officeDocument/2006/relationships/slideLayout" Target="../slideLayouts/slideLayout1319.xml"/><Relationship Id="rId49" Type="http://schemas.openxmlformats.org/officeDocument/2006/relationships/slideLayout" Target="../slideLayouts/slideLayout1332.xml"/><Relationship Id="rId10" Type="http://schemas.openxmlformats.org/officeDocument/2006/relationships/slideLayout" Target="../slideLayouts/slideLayout1293.xml"/><Relationship Id="rId19" Type="http://schemas.openxmlformats.org/officeDocument/2006/relationships/slideLayout" Target="../slideLayouts/slideLayout1302.xml"/><Relationship Id="rId31" Type="http://schemas.openxmlformats.org/officeDocument/2006/relationships/slideLayout" Target="../slideLayouts/slideLayout1314.xml"/><Relationship Id="rId44" Type="http://schemas.openxmlformats.org/officeDocument/2006/relationships/slideLayout" Target="../slideLayouts/slideLayout1327.xml"/><Relationship Id="rId52" Type="http://schemas.openxmlformats.org/officeDocument/2006/relationships/theme" Target="../theme/theme22.xml"/><Relationship Id="rId4" Type="http://schemas.openxmlformats.org/officeDocument/2006/relationships/slideLayout" Target="../slideLayouts/slideLayout1287.xml"/><Relationship Id="rId9" Type="http://schemas.openxmlformats.org/officeDocument/2006/relationships/slideLayout" Target="../slideLayouts/slideLayout1292.xml"/><Relationship Id="rId14" Type="http://schemas.openxmlformats.org/officeDocument/2006/relationships/slideLayout" Target="../slideLayouts/slideLayout1297.xml"/><Relationship Id="rId22" Type="http://schemas.openxmlformats.org/officeDocument/2006/relationships/slideLayout" Target="../slideLayouts/slideLayout1305.xml"/><Relationship Id="rId27" Type="http://schemas.openxmlformats.org/officeDocument/2006/relationships/slideLayout" Target="../slideLayouts/slideLayout1310.xml"/><Relationship Id="rId30" Type="http://schemas.openxmlformats.org/officeDocument/2006/relationships/slideLayout" Target="../slideLayouts/slideLayout1313.xml"/><Relationship Id="rId35" Type="http://schemas.openxmlformats.org/officeDocument/2006/relationships/slideLayout" Target="../slideLayouts/slideLayout1318.xml"/><Relationship Id="rId43" Type="http://schemas.openxmlformats.org/officeDocument/2006/relationships/slideLayout" Target="../slideLayouts/slideLayout1326.xml"/><Relationship Id="rId48" Type="http://schemas.openxmlformats.org/officeDocument/2006/relationships/slideLayout" Target="../slideLayouts/slideLayout1331.xml"/><Relationship Id="rId8" Type="http://schemas.openxmlformats.org/officeDocument/2006/relationships/slideLayout" Target="../slideLayouts/slideLayout1291.xml"/><Relationship Id="rId51" Type="http://schemas.openxmlformats.org/officeDocument/2006/relationships/slideLayout" Target="../slideLayouts/slideLayout1334.xml"/><Relationship Id="rId3" Type="http://schemas.openxmlformats.org/officeDocument/2006/relationships/slideLayout" Target="../slideLayouts/slideLayout1286.xml"/><Relationship Id="rId12" Type="http://schemas.openxmlformats.org/officeDocument/2006/relationships/slideLayout" Target="../slideLayouts/slideLayout1295.xml"/><Relationship Id="rId17" Type="http://schemas.openxmlformats.org/officeDocument/2006/relationships/slideLayout" Target="../slideLayouts/slideLayout1300.xml"/><Relationship Id="rId25" Type="http://schemas.openxmlformats.org/officeDocument/2006/relationships/slideLayout" Target="../slideLayouts/slideLayout1308.xml"/><Relationship Id="rId33" Type="http://schemas.openxmlformats.org/officeDocument/2006/relationships/slideLayout" Target="../slideLayouts/slideLayout1316.xml"/><Relationship Id="rId38" Type="http://schemas.openxmlformats.org/officeDocument/2006/relationships/slideLayout" Target="../slideLayouts/slideLayout1321.xml"/><Relationship Id="rId46" Type="http://schemas.openxmlformats.org/officeDocument/2006/relationships/slideLayout" Target="../slideLayouts/slideLayout1329.xml"/><Relationship Id="rId20" Type="http://schemas.openxmlformats.org/officeDocument/2006/relationships/slideLayout" Target="../slideLayouts/slideLayout1303.xml"/><Relationship Id="rId41" Type="http://schemas.openxmlformats.org/officeDocument/2006/relationships/slideLayout" Target="../slideLayouts/slideLayout1324.xml"/><Relationship Id="rId1" Type="http://schemas.openxmlformats.org/officeDocument/2006/relationships/slideLayout" Target="../slideLayouts/slideLayout1284.xml"/><Relationship Id="rId6" Type="http://schemas.openxmlformats.org/officeDocument/2006/relationships/slideLayout" Target="../slideLayouts/slideLayout1289.xml"/></Relationships>
</file>

<file path=ppt/slideMasters/_rels/slideMaster23.xml.rels><?xml version="1.0" encoding="UTF-8" standalone="yes"?>
<Relationships xmlns="http://schemas.openxmlformats.org/package/2006/relationships"><Relationship Id="rId13" Type="http://schemas.openxmlformats.org/officeDocument/2006/relationships/slideLayout" Target="../slideLayouts/slideLayout1347.xml"/><Relationship Id="rId18" Type="http://schemas.openxmlformats.org/officeDocument/2006/relationships/slideLayout" Target="../slideLayouts/slideLayout1352.xml"/><Relationship Id="rId26" Type="http://schemas.openxmlformats.org/officeDocument/2006/relationships/slideLayout" Target="../slideLayouts/slideLayout1360.xml"/><Relationship Id="rId39" Type="http://schemas.openxmlformats.org/officeDocument/2006/relationships/slideLayout" Target="../slideLayouts/slideLayout1373.xml"/><Relationship Id="rId21" Type="http://schemas.openxmlformats.org/officeDocument/2006/relationships/slideLayout" Target="../slideLayouts/slideLayout1355.xml"/><Relationship Id="rId34" Type="http://schemas.openxmlformats.org/officeDocument/2006/relationships/slideLayout" Target="../slideLayouts/slideLayout1368.xml"/><Relationship Id="rId42" Type="http://schemas.openxmlformats.org/officeDocument/2006/relationships/slideLayout" Target="../slideLayouts/slideLayout1376.xml"/><Relationship Id="rId47" Type="http://schemas.openxmlformats.org/officeDocument/2006/relationships/slideLayout" Target="../slideLayouts/slideLayout1381.xml"/><Relationship Id="rId50" Type="http://schemas.openxmlformats.org/officeDocument/2006/relationships/theme" Target="../theme/theme23.xml"/><Relationship Id="rId7" Type="http://schemas.openxmlformats.org/officeDocument/2006/relationships/slideLayout" Target="../slideLayouts/slideLayout1341.xml"/><Relationship Id="rId2" Type="http://schemas.openxmlformats.org/officeDocument/2006/relationships/slideLayout" Target="../slideLayouts/slideLayout1336.xml"/><Relationship Id="rId16" Type="http://schemas.openxmlformats.org/officeDocument/2006/relationships/slideLayout" Target="../slideLayouts/slideLayout1350.xml"/><Relationship Id="rId29" Type="http://schemas.openxmlformats.org/officeDocument/2006/relationships/slideLayout" Target="../slideLayouts/slideLayout1363.xml"/><Relationship Id="rId11" Type="http://schemas.openxmlformats.org/officeDocument/2006/relationships/slideLayout" Target="../slideLayouts/slideLayout1345.xml"/><Relationship Id="rId24" Type="http://schemas.openxmlformats.org/officeDocument/2006/relationships/slideLayout" Target="../slideLayouts/slideLayout1358.xml"/><Relationship Id="rId32" Type="http://schemas.openxmlformats.org/officeDocument/2006/relationships/slideLayout" Target="../slideLayouts/slideLayout1366.xml"/><Relationship Id="rId37" Type="http://schemas.openxmlformats.org/officeDocument/2006/relationships/slideLayout" Target="../slideLayouts/slideLayout1371.xml"/><Relationship Id="rId40" Type="http://schemas.openxmlformats.org/officeDocument/2006/relationships/slideLayout" Target="../slideLayouts/slideLayout1374.xml"/><Relationship Id="rId45" Type="http://schemas.openxmlformats.org/officeDocument/2006/relationships/slideLayout" Target="../slideLayouts/slideLayout1379.xml"/><Relationship Id="rId5" Type="http://schemas.openxmlformats.org/officeDocument/2006/relationships/slideLayout" Target="../slideLayouts/slideLayout1339.xml"/><Relationship Id="rId15" Type="http://schemas.openxmlformats.org/officeDocument/2006/relationships/slideLayout" Target="../slideLayouts/slideLayout1349.xml"/><Relationship Id="rId23" Type="http://schemas.openxmlformats.org/officeDocument/2006/relationships/slideLayout" Target="../slideLayouts/slideLayout1357.xml"/><Relationship Id="rId28" Type="http://schemas.openxmlformats.org/officeDocument/2006/relationships/slideLayout" Target="../slideLayouts/slideLayout1362.xml"/><Relationship Id="rId36" Type="http://schemas.openxmlformats.org/officeDocument/2006/relationships/slideLayout" Target="../slideLayouts/slideLayout1370.xml"/><Relationship Id="rId49" Type="http://schemas.openxmlformats.org/officeDocument/2006/relationships/slideLayout" Target="../slideLayouts/slideLayout1383.xml"/><Relationship Id="rId10" Type="http://schemas.openxmlformats.org/officeDocument/2006/relationships/slideLayout" Target="../slideLayouts/slideLayout1344.xml"/><Relationship Id="rId19" Type="http://schemas.openxmlformats.org/officeDocument/2006/relationships/slideLayout" Target="../slideLayouts/slideLayout1353.xml"/><Relationship Id="rId31" Type="http://schemas.openxmlformats.org/officeDocument/2006/relationships/slideLayout" Target="../slideLayouts/slideLayout1365.xml"/><Relationship Id="rId44" Type="http://schemas.openxmlformats.org/officeDocument/2006/relationships/slideLayout" Target="../slideLayouts/slideLayout1378.xml"/><Relationship Id="rId4" Type="http://schemas.openxmlformats.org/officeDocument/2006/relationships/slideLayout" Target="../slideLayouts/slideLayout1338.xml"/><Relationship Id="rId9" Type="http://schemas.openxmlformats.org/officeDocument/2006/relationships/slideLayout" Target="../slideLayouts/slideLayout1343.xml"/><Relationship Id="rId14" Type="http://schemas.openxmlformats.org/officeDocument/2006/relationships/slideLayout" Target="../slideLayouts/slideLayout1348.xml"/><Relationship Id="rId22" Type="http://schemas.openxmlformats.org/officeDocument/2006/relationships/slideLayout" Target="../slideLayouts/slideLayout1356.xml"/><Relationship Id="rId27" Type="http://schemas.openxmlformats.org/officeDocument/2006/relationships/slideLayout" Target="../slideLayouts/slideLayout1361.xml"/><Relationship Id="rId30" Type="http://schemas.openxmlformats.org/officeDocument/2006/relationships/slideLayout" Target="../slideLayouts/slideLayout1364.xml"/><Relationship Id="rId35" Type="http://schemas.openxmlformats.org/officeDocument/2006/relationships/slideLayout" Target="../slideLayouts/slideLayout1369.xml"/><Relationship Id="rId43" Type="http://schemas.openxmlformats.org/officeDocument/2006/relationships/slideLayout" Target="../slideLayouts/slideLayout1377.xml"/><Relationship Id="rId48" Type="http://schemas.openxmlformats.org/officeDocument/2006/relationships/slideLayout" Target="../slideLayouts/slideLayout1382.xml"/><Relationship Id="rId8" Type="http://schemas.openxmlformats.org/officeDocument/2006/relationships/slideLayout" Target="../slideLayouts/slideLayout1342.xml"/><Relationship Id="rId3" Type="http://schemas.openxmlformats.org/officeDocument/2006/relationships/slideLayout" Target="../slideLayouts/slideLayout1337.xml"/><Relationship Id="rId12" Type="http://schemas.openxmlformats.org/officeDocument/2006/relationships/slideLayout" Target="../slideLayouts/slideLayout1346.xml"/><Relationship Id="rId17" Type="http://schemas.openxmlformats.org/officeDocument/2006/relationships/slideLayout" Target="../slideLayouts/slideLayout1351.xml"/><Relationship Id="rId25" Type="http://schemas.openxmlformats.org/officeDocument/2006/relationships/slideLayout" Target="../slideLayouts/slideLayout1359.xml"/><Relationship Id="rId33" Type="http://schemas.openxmlformats.org/officeDocument/2006/relationships/slideLayout" Target="../slideLayouts/slideLayout1367.xml"/><Relationship Id="rId38" Type="http://schemas.openxmlformats.org/officeDocument/2006/relationships/slideLayout" Target="../slideLayouts/slideLayout1372.xml"/><Relationship Id="rId46" Type="http://schemas.openxmlformats.org/officeDocument/2006/relationships/slideLayout" Target="../slideLayouts/slideLayout1380.xml"/><Relationship Id="rId20" Type="http://schemas.openxmlformats.org/officeDocument/2006/relationships/slideLayout" Target="../slideLayouts/slideLayout1354.xml"/><Relationship Id="rId41" Type="http://schemas.openxmlformats.org/officeDocument/2006/relationships/slideLayout" Target="../slideLayouts/slideLayout1375.xml"/><Relationship Id="rId1" Type="http://schemas.openxmlformats.org/officeDocument/2006/relationships/slideLayout" Target="../slideLayouts/slideLayout1335.xml"/><Relationship Id="rId6" Type="http://schemas.openxmlformats.org/officeDocument/2006/relationships/slideLayout" Target="../slideLayouts/slideLayout1340.xml"/></Relationships>
</file>

<file path=ppt/slideMasters/_rels/slideMaster24.xml.rels><?xml version="1.0" encoding="UTF-8" standalone="yes"?>
<Relationships xmlns="http://schemas.openxmlformats.org/package/2006/relationships"><Relationship Id="rId26" Type="http://schemas.openxmlformats.org/officeDocument/2006/relationships/slideLayout" Target="../slideLayouts/slideLayout1409.xml"/><Relationship Id="rId21" Type="http://schemas.openxmlformats.org/officeDocument/2006/relationships/slideLayout" Target="../slideLayouts/slideLayout1404.xml"/><Relationship Id="rId42" Type="http://schemas.openxmlformats.org/officeDocument/2006/relationships/slideLayout" Target="../slideLayouts/slideLayout1425.xml"/><Relationship Id="rId47" Type="http://schemas.openxmlformats.org/officeDocument/2006/relationships/slideLayout" Target="../slideLayouts/slideLayout1430.xml"/><Relationship Id="rId63" Type="http://schemas.openxmlformats.org/officeDocument/2006/relationships/slideLayout" Target="../slideLayouts/slideLayout1446.xml"/><Relationship Id="rId68" Type="http://schemas.openxmlformats.org/officeDocument/2006/relationships/slideLayout" Target="../slideLayouts/slideLayout1451.xml"/><Relationship Id="rId84" Type="http://schemas.openxmlformats.org/officeDocument/2006/relationships/slideLayout" Target="../slideLayouts/slideLayout1467.xml"/><Relationship Id="rId16" Type="http://schemas.openxmlformats.org/officeDocument/2006/relationships/slideLayout" Target="../slideLayouts/slideLayout1399.xml"/><Relationship Id="rId11" Type="http://schemas.openxmlformats.org/officeDocument/2006/relationships/slideLayout" Target="../slideLayouts/slideLayout1394.xml"/><Relationship Id="rId32" Type="http://schemas.openxmlformats.org/officeDocument/2006/relationships/slideLayout" Target="../slideLayouts/slideLayout1415.xml"/><Relationship Id="rId37" Type="http://schemas.openxmlformats.org/officeDocument/2006/relationships/slideLayout" Target="../slideLayouts/slideLayout1420.xml"/><Relationship Id="rId53" Type="http://schemas.openxmlformats.org/officeDocument/2006/relationships/slideLayout" Target="../slideLayouts/slideLayout1436.xml"/><Relationship Id="rId58" Type="http://schemas.openxmlformats.org/officeDocument/2006/relationships/slideLayout" Target="../slideLayouts/slideLayout1441.xml"/><Relationship Id="rId74" Type="http://schemas.openxmlformats.org/officeDocument/2006/relationships/slideLayout" Target="../slideLayouts/slideLayout1457.xml"/><Relationship Id="rId79" Type="http://schemas.openxmlformats.org/officeDocument/2006/relationships/slideLayout" Target="../slideLayouts/slideLayout1462.xml"/><Relationship Id="rId5" Type="http://schemas.openxmlformats.org/officeDocument/2006/relationships/slideLayout" Target="../slideLayouts/slideLayout1388.xml"/><Relationship Id="rId19" Type="http://schemas.openxmlformats.org/officeDocument/2006/relationships/slideLayout" Target="../slideLayouts/slideLayout1402.xml"/><Relationship Id="rId14" Type="http://schemas.openxmlformats.org/officeDocument/2006/relationships/slideLayout" Target="../slideLayouts/slideLayout1397.xml"/><Relationship Id="rId22" Type="http://schemas.openxmlformats.org/officeDocument/2006/relationships/slideLayout" Target="../slideLayouts/slideLayout1405.xml"/><Relationship Id="rId27" Type="http://schemas.openxmlformats.org/officeDocument/2006/relationships/slideLayout" Target="../slideLayouts/slideLayout1410.xml"/><Relationship Id="rId30" Type="http://schemas.openxmlformats.org/officeDocument/2006/relationships/slideLayout" Target="../slideLayouts/slideLayout1413.xml"/><Relationship Id="rId35" Type="http://schemas.openxmlformats.org/officeDocument/2006/relationships/slideLayout" Target="../slideLayouts/slideLayout1418.xml"/><Relationship Id="rId43" Type="http://schemas.openxmlformats.org/officeDocument/2006/relationships/slideLayout" Target="../slideLayouts/slideLayout1426.xml"/><Relationship Id="rId48" Type="http://schemas.openxmlformats.org/officeDocument/2006/relationships/slideLayout" Target="../slideLayouts/slideLayout1431.xml"/><Relationship Id="rId56" Type="http://schemas.openxmlformats.org/officeDocument/2006/relationships/slideLayout" Target="../slideLayouts/slideLayout1439.xml"/><Relationship Id="rId64" Type="http://schemas.openxmlformats.org/officeDocument/2006/relationships/slideLayout" Target="../slideLayouts/slideLayout1447.xml"/><Relationship Id="rId69" Type="http://schemas.openxmlformats.org/officeDocument/2006/relationships/slideLayout" Target="../slideLayouts/slideLayout1452.xml"/><Relationship Id="rId77" Type="http://schemas.openxmlformats.org/officeDocument/2006/relationships/slideLayout" Target="../slideLayouts/slideLayout1460.xml"/><Relationship Id="rId8" Type="http://schemas.openxmlformats.org/officeDocument/2006/relationships/slideLayout" Target="../slideLayouts/slideLayout1391.xml"/><Relationship Id="rId51" Type="http://schemas.openxmlformats.org/officeDocument/2006/relationships/slideLayout" Target="../slideLayouts/slideLayout1434.xml"/><Relationship Id="rId72" Type="http://schemas.openxmlformats.org/officeDocument/2006/relationships/slideLayout" Target="../slideLayouts/slideLayout1455.xml"/><Relationship Id="rId80" Type="http://schemas.openxmlformats.org/officeDocument/2006/relationships/slideLayout" Target="../slideLayouts/slideLayout1463.xml"/><Relationship Id="rId85" Type="http://schemas.openxmlformats.org/officeDocument/2006/relationships/theme" Target="../theme/theme24.xml"/><Relationship Id="rId3" Type="http://schemas.openxmlformats.org/officeDocument/2006/relationships/slideLayout" Target="../slideLayouts/slideLayout1386.xml"/><Relationship Id="rId12" Type="http://schemas.openxmlformats.org/officeDocument/2006/relationships/slideLayout" Target="../slideLayouts/slideLayout1395.xml"/><Relationship Id="rId17" Type="http://schemas.openxmlformats.org/officeDocument/2006/relationships/slideLayout" Target="../slideLayouts/slideLayout1400.xml"/><Relationship Id="rId25" Type="http://schemas.openxmlformats.org/officeDocument/2006/relationships/slideLayout" Target="../slideLayouts/slideLayout1408.xml"/><Relationship Id="rId33" Type="http://schemas.openxmlformats.org/officeDocument/2006/relationships/slideLayout" Target="../slideLayouts/slideLayout1416.xml"/><Relationship Id="rId38" Type="http://schemas.openxmlformats.org/officeDocument/2006/relationships/slideLayout" Target="../slideLayouts/slideLayout1421.xml"/><Relationship Id="rId46" Type="http://schemas.openxmlformats.org/officeDocument/2006/relationships/slideLayout" Target="../slideLayouts/slideLayout1429.xml"/><Relationship Id="rId59" Type="http://schemas.openxmlformats.org/officeDocument/2006/relationships/slideLayout" Target="../slideLayouts/slideLayout1442.xml"/><Relationship Id="rId67" Type="http://schemas.openxmlformats.org/officeDocument/2006/relationships/slideLayout" Target="../slideLayouts/slideLayout1450.xml"/><Relationship Id="rId20" Type="http://schemas.openxmlformats.org/officeDocument/2006/relationships/slideLayout" Target="../slideLayouts/slideLayout1403.xml"/><Relationship Id="rId41" Type="http://schemas.openxmlformats.org/officeDocument/2006/relationships/slideLayout" Target="../slideLayouts/slideLayout1424.xml"/><Relationship Id="rId54" Type="http://schemas.openxmlformats.org/officeDocument/2006/relationships/slideLayout" Target="../slideLayouts/slideLayout1437.xml"/><Relationship Id="rId62" Type="http://schemas.openxmlformats.org/officeDocument/2006/relationships/slideLayout" Target="../slideLayouts/slideLayout1445.xml"/><Relationship Id="rId70" Type="http://schemas.openxmlformats.org/officeDocument/2006/relationships/slideLayout" Target="../slideLayouts/slideLayout1453.xml"/><Relationship Id="rId75" Type="http://schemas.openxmlformats.org/officeDocument/2006/relationships/slideLayout" Target="../slideLayouts/slideLayout1458.xml"/><Relationship Id="rId83" Type="http://schemas.openxmlformats.org/officeDocument/2006/relationships/slideLayout" Target="../slideLayouts/slideLayout1466.xml"/><Relationship Id="rId1" Type="http://schemas.openxmlformats.org/officeDocument/2006/relationships/slideLayout" Target="../slideLayouts/slideLayout1384.xml"/><Relationship Id="rId6" Type="http://schemas.openxmlformats.org/officeDocument/2006/relationships/slideLayout" Target="../slideLayouts/slideLayout1389.xml"/><Relationship Id="rId15" Type="http://schemas.openxmlformats.org/officeDocument/2006/relationships/slideLayout" Target="../slideLayouts/slideLayout1398.xml"/><Relationship Id="rId23" Type="http://schemas.openxmlformats.org/officeDocument/2006/relationships/slideLayout" Target="../slideLayouts/slideLayout1406.xml"/><Relationship Id="rId28" Type="http://schemas.openxmlformats.org/officeDocument/2006/relationships/slideLayout" Target="../slideLayouts/slideLayout1411.xml"/><Relationship Id="rId36" Type="http://schemas.openxmlformats.org/officeDocument/2006/relationships/slideLayout" Target="../slideLayouts/slideLayout1419.xml"/><Relationship Id="rId49" Type="http://schemas.openxmlformats.org/officeDocument/2006/relationships/slideLayout" Target="../slideLayouts/slideLayout1432.xml"/><Relationship Id="rId57" Type="http://schemas.openxmlformats.org/officeDocument/2006/relationships/slideLayout" Target="../slideLayouts/slideLayout1440.xml"/><Relationship Id="rId10" Type="http://schemas.openxmlformats.org/officeDocument/2006/relationships/slideLayout" Target="../slideLayouts/slideLayout1393.xml"/><Relationship Id="rId31" Type="http://schemas.openxmlformats.org/officeDocument/2006/relationships/slideLayout" Target="../slideLayouts/slideLayout1414.xml"/><Relationship Id="rId44" Type="http://schemas.openxmlformats.org/officeDocument/2006/relationships/slideLayout" Target="../slideLayouts/slideLayout1427.xml"/><Relationship Id="rId52" Type="http://schemas.openxmlformats.org/officeDocument/2006/relationships/slideLayout" Target="../slideLayouts/slideLayout1435.xml"/><Relationship Id="rId60" Type="http://schemas.openxmlformats.org/officeDocument/2006/relationships/slideLayout" Target="../slideLayouts/slideLayout1443.xml"/><Relationship Id="rId65" Type="http://schemas.openxmlformats.org/officeDocument/2006/relationships/slideLayout" Target="../slideLayouts/slideLayout1448.xml"/><Relationship Id="rId73" Type="http://schemas.openxmlformats.org/officeDocument/2006/relationships/slideLayout" Target="../slideLayouts/slideLayout1456.xml"/><Relationship Id="rId78" Type="http://schemas.openxmlformats.org/officeDocument/2006/relationships/slideLayout" Target="../slideLayouts/slideLayout1461.xml"/><Relationship Id="rId81" Type="http://schemas.openxmlformats.org/officeDocument/2006/relationships/slideLayout" Target="../slideLayouts/slideLayout1464.xml"/><Relationship Id="rId4" Type="http://schemas.openxmlformats.org/officeDocument/2006/relationships/slideLayout" Target="../slideLayouts/slideLayout1387.xml"/><Relationship Id="rId9" Type="http://schemas.openxmlformats.org/officeDocument/2006/relationships/slideLayout" Target="../slideLayouts/slideLayout1392.xml"/><Relationship Id="rId13" Type="http://schemas.openxmlformats.org/officeDocument/2006/relationships/slideLayout" Target="../slideLayouts/slideLayout1396.xml"/><Relationship Id="rId18" Type="http://schemas.openxmlformats.org/officeDocument/2006/relationships/slideLayout" Target="../slideLayouts/slideLayout1401.xml"/><Relationship Id="rId39" Type="http://schemas.openxmlformats.org/officeDocument/2006/relationships/slideLayout" Target="../slideLayouts/slideLayout1422.xml"/><Relationship Id="rId34" Type="http://schemas.openxmlformats.org/officeDocument/2006/relationships/slideLayout" Target="../slideLayouts/slideLayout1417.xml"/><Relationship Id="rId50" Type="http://schemas.openxmlformats.org/officeDocument/2006/relationships/slideLayout" Target="../slideLayouts/slideLayout1433.xml"/><Relationship Id="rId55" Type="http://schemas.openxmlformats.org/officeDocument/2006/relationships/slideLayout" Target="../slideLayouts/slideLayout1438.xml"/><Relationship Id="rId76" Type="http://schemas.openxmlformats.org/officeDocument/2006/relationships/slideLayout" Target="../slideLayouts/slideLayout1459.xml"/><Relationship Id="rId7" Type="http://schemas.openxmlformats.org/officeDocument/2006/relationships/slideLayout" Target="../slideLayouts/slideLayout1390.xml"/><Relationship Id="rId71" Type="http://schemas.openxmlformats.org/officeDocument/2006/relationships/slideLayout" Target="../slideLayouts/slideLayout1454.xml"/><Relationship Id="rId2" Type="http://schemas.openxmlformats.org/officeDocument/2006/relationships/slideLayout" Target="../slideLayouts/slideLayout1385.xml"/><Relationship Id="rId29" Type="http://schemas.openxmlformats.org/officeDocument/2006/relationships/slideLayout" Target="../slideLayouts/slideLayout1412.xml"/><Relationship Id="rId24" Type="http://schemas.openxmlformats.org/officeDocument/2006/relationships/slideLayout" Target="../slideLayouts/slideLayout1407.xml"/><Relationship Id="rId40" Type="http://schemas.openxmlformats.org/officeDocument/2006/relationships/slideLayout" Target="../slideLayouts/slideLayout1423.xml"/><Relationship Id="rId45" Type="http://schemas.openxmlformats.org/officeDocument/2006/relationships/slideLayout" Target="../slideLayouts/slideLayout1428.xml"/><Relationship Id="rId66" Type="http://schemas.openxmlformats.org/officeDocument/2006/relationships/slideLayout" Target="../slideLayouts/slideLayout1449.xml"/><Relationship Id="rId61" Type="http://schemas.openxmlformats.org/officeDocument/2006/relationships/slideLayout" Target="../slideLayouts/slideLayout1444.xml"/><Relationship Id="rId82" Type="http://schemas.openxmlformats.org/officeDocument/2006/relationships/slideLayout" Target="../slideLayouts/slideLayout1465.xml"/></Relationships>
</file>

<file path=ppt/slideMasters/_rels/slideMaster25.xml.rels><?xml version="1.0" encoding="UTF-8" standalone="yes"?>
<Relationships xmlns="http://schemas.openxmlformats.org/package/2006/relationships"><Relationship Id="rId13" Type="http://schemas.openxmlformats.org/officeDocument/2006/relationships/slideLayout" Target="../slideLayouts/slideLayout1480.xml"/><Relationship Id="rId18" Type="http://schemas.openxmlformats.org/officeDocument/2006/relationships/slideLayout" Target="../slideLayouts/slideLayout1485.xml"/><Relationship Id="rId26" Type="http://schemas.openxmlformats.org/officeDocument/2006/relationships/slideLayout" Target="../slideLayouts/slideLayout1493.xml"/><Relationship Id="rId39" Type="http://schemas.openxmlformats.org/officeDocument/2006/relationships/slideLayout" Target="../slideLayouts/slideLayout1506.xml"/><Relationship Id="rId21" Type="http://schemas.openxmlformats.org/officeDocument/2006/relationships/slideLayout" Target="../slideLayouts/slideLayout1488.xml"/><Relationship Id="rId34" Type="http://schemas.openxmlformats.org/officeDocument/2006/relationships/slideLayout" Target="../slideLayouts/slideLayout1501.xml"/><Relationship Id="rId42" Type="http://schemas.openxmlformats.org/officeDocument/2006/relationships/slideLayout" Target="../slideLayouts/slideLayout1509.xml"/><Relationship Id="rId47" Type="http://schemas.openxmlformats.org/officeDocument/2006/relationships/slideLayout" Target="../slideLayouts/slideLayout1514.xml"/><Relationship Id="rId50" Type="http://schemas.openxmlformats.org/officeDocument/2006/relationships/slideLayout" Target="../slideLayouts/slideLayout1517.xml"/><Relationship Id="rId7" Type="http://schemas.openxmlformats.org/officeDocument/2006/relationships/slideLayout" Target="../slideLayouts/slideLayout1474.xml"/><Relationship Id="rId2" Type="http://schemas.openxmlformats.org/officeDocument/2006/relationships/slideLayout" Target="../slideLayouts/slideLayout1469.xml"/><Relationship Id="rId16" Type="http://schemas.openxmlformats.org/officeDocument/2006/relationships/slideLayout" Target="../slideLayouts/slideLayout1483.xml"/><Relationship Id="rId29" Type="http://schemas.openxmlformats.org/officeDocument/2006/relationships/slideLayout" Target="../slideLayouts/slideLayout1496.xml"/><Relationship Id="rId11" Type="http://schemas.openxmlformats.org/officeDocument/2006/relationships/slideLayout" Target="../slideLayouts/slideLayout1478.xml"/><Relationship Id="rId24" Type="http://schemas.openxmlformats.org/officeDocument/2006/relationships/slideLayout" Target="../slideLayouts/slideLayout1491.xml"/><Relationship Id="rId32" Type="http://schemas.openxmlformats.org/officeDocument/2006/relationships/slideLayout" Target="../slideLayouts/slideLayout1499.xml"/><Relationship Id="rId37" Type="http://schemas.openxmlformats.org/officeDocument/2006/relationships/slideLayout" Target="../slideLayouts/slideLayout1504.xml"/><Relationship Id="rId40" Type="http://schemas.openxmlformats.org/officeDocument/2006/relationships/slideLayout" Target="../slideLayouts/slideLayout1507.xml"/><Relationship Id="rId45" Type="http://schemas.openxmlformats.org/officeDocument/2006/relationships/slideLayout" Target="../slideLayouts/slideLayout1512.xml"/><Relationship Id="rId5" Type="http://schemas.openxmlformats.org/officeDocument/2006/relationships/slideLayout" Target="../slideLayouts/slideLayout1472.xml"/><Relationship Id="rId15" Type="http://schemas.openxmlformats.org/officeDocument/2006/relationships/slideLayout" Target="../slideLayouts/slideLayout1482.xml"/><Relationship Id="rId23" Type="http://schemas.openxmlformats.org/officeDocument/2006/relationships/slideLayout" Target="../slideLayouts/slideLayout1490.xml"/><Relationship Id="rId28" Type="http://schemas.openxmlformats.org/officeDocument/2006/relationships/slideLayout" Target="../slideLayouts/slideLayout1495.xml"/><Relationship Id="rId36" Type="http://schemas.openxmlformats.org/officeDocument/2006/relationships/slideLayout" Target="../slideLayouts/slideLayout1503.xml"/><Relationship Id="rId49" Type="http://schemas.openxmlformats.org/officeDocument/2006/relationships/slideLayout" Target="../slideLayouts/slideLayout1516.xml"/><Relationship Id="rId10" Type="http://schemas.openxmlformats.org/officeDocument/2006/relationships/slideLayout" Target="../slideLayouts/slideLayout1477.xml"/><Relationship Id="rId19" Type="http://schemas.openxmlformats.org/officeDocument/2006/relationships/slideLayout" Target="../slideLayouts/slideLayout1486.xml"/><Relationship Id="rId31" Type="http://schemas.openxmlformats.org/officeDocument/2006/relationships/slideLayout" Target="../slideLayouts/slideLayout1498.xml"/><Relationship Id="rId44" Type="http://schemas.openxmlformats.org/officeDocument/2006/relationships/slideLayout" Target="../slideLayouts/slideLayout1511.xml"/><Relationship Id="rId4" Type="http://schemas.openxmlformats.org/officeDocument/2006/relationships/slideLayout" Target="../slideLayouts/slideLayout1471.xml"/><Relationship Id="rId9" Type="http://schemas.openxmlformats.org/officeDocument/2006/relationships/slideLayout" Target="../slideLayouts/slideLayout1476.xml"/><Relationship Id="rId14" Type="http://schemas.openxmlformats.org/officeDocument/2006/relationships/slideLayout" Target="../slideLayouts/slideLayout1481.xml"/><Relationship Id="rId22" Type="http://schemas.openxmlformats.org/officeDocument/2006/relationships/slideLayout" Target="../slideLayouts/slideLayout1489.xml"/><Relationship Id="rId27" Type="http://schemas.openxmlformats.org/officeDocument/2006/relationships/slideLayout" Target="../slideLayouts/slideLayout1494.xml"/><Relationship Id="rId30" Type="http://schemas.openxmlformats.org/officeDocument/2006/relationships/slideLayout" Target="../slideLayouts/slideLayout1497.xml"/><Relationship Id="rId35" Type="http://schemas.openxmlformats.org/officeDocument/2006/relationships/slideLayout" Target="../slideLayouts/slideLayout1502.xml"/><Relationship Id="rId43" Type="http://schemas.openxmlformats.org/officeDocument/2006/relationships/slideLayout" Target="../slideLayouts/slideLayout1510.xml"/><Relationship Id="rId48" Type="http://schemas.openxmlformats.org/officeDocument/2006/relationships/slideLayout" Target="../slideLayouts/slideLayout1515.xml"/><Relationship Id="rId8" Type="http://schemas.openxmlformats.org/officeDocument/2006/relationships/slideLayout" Target="../slideLayouts/slideLayout1475.xml"/><Relationship Id="rId51" Type="http://schemas.openxmlformats.org/officeDocument/2006/relationships/theme" Target="../theme/theme25.xml"/><Relationship Id="rId3" Type="http://schemas.openxmlformats.org/officeDocument/2006/relationships/slideLayout" Target="../slideLayouts/slideLayout1470.xml"/><Relationship Id="rId12" Type="http://schemas.openxmlformats.org/officeDocument/2006/relationships/slideLayout" Target="../slideLayouts/slideLayout1479.xml"/><Relationship Id="rId17" Type="http://schemas.openxmlformats.org/officeDocument/2006/relationships/slideLayout" Target="../slideLayouts/slideLayout1484.xml"/><Relationship Id="rId25" Type="http://schemas.openxmlformats.org/officeDocument/2006/relationships/slideLayout" Target="../slideLayouts/slideLayout1492.xml"/><Relationship Id="rId33" Type="http://schemas.openxmlformats.org/officeDocument/2006/relationships/slideLayout" Target="../slideLayouts/slideLayout1500.xml"/><Relationship Id="rId38" Type="http://schemas.openxmlformats.org/officeDocument/2006/relationships/slideLayout" Target="../slideLayouts/slideLayout1505.xml"/><Relationship Id="rId46" Type="http://schemas.openxmlformats.org/officeDocument/2006/relationships/slideLayout" Target="../slideLayouts/slideLayout1513.xml"/><Relationship Id="rId20" Type="http://schemas.openxmlformats.org/officeDocument/2006/relationships/slideLayout" Target="../slideLayouts/slideLayout1487.xml"/><Relationship Id="rId41" Type="http://schemas.openxmlformats.org/officeDocument/2006/relationships/slideLayout" Target="../slideLayouts/slideLayout1508.xml"/><Relationship Id="rId1" Type="http://schemas.openxmlformats.org/officeDocument/2006/relationships/slideLayout" Target="../slideLayouts/slideLayout1468.xml"/><Relationship Id="rId6" Type="http://schemas.openxmlformats.org/officeDocument/2006/relationships/slideLayout" Target="../slideLayouts/slideLayout1473.xml"/></Relationships>
</file>

<file path=ppt/slideMasters/_rels/slideMaster26.xml.rels><?xml version="1.0" encoding="UTF-8" standalone="yes"?>
<Relationships xmlns="http://schemas.openxmlformats.org/package/2006/relationships"><Relationship Id="rId13" Type="http://schemas.openxmlformats.org/officeDocument/2006/relationships/slideLayout" Target="../slideLayouts/slideLayout1530.xml"/><Relationship Id="rId18" Type="http://schemas.openxmlformats.org/officeDocument/2006/relationships/slideLayout" Target="../slideLayouts/slideLayout1535.xml"/><Relationship Id="rId26" Type="http://schemas.openxmlformats.org/officeDocument/2006/relationships/slideLayout" Target="../slideLayouts/slideLayout1543.xml"/><Relationship Id="rId39" Type="http://schemas.openxmlformats.org/officeDocument/2006/relationships/slideLayout" Target="../slideLayouts/slideLayout1556.xml"/><Relationship Id="rId21" Type="http://schemas.openxmlformats.org/officeDocument/2006/relationships/slideLayout" Target="../slideLayouts/slideLayout1538.xml"/><Relationship Id="rId34" Type="http://schemas.openxmlformats.org/officeDocument/2006/relationships/slideLayout" Target="../slideLayouts/slideLayout1551.xml"/><Relationship Id="rId42" Type="http://schemas.openxmlformats.org/officeDocument/2006/relationships/slideLayout" Target="../slideLayouts/slideLayout1559.xml"/><Relationship Id="rId47" Type="http://schemas.openxmlformats.org/officeDocument/2006/relationships/slideLayout" Target="../slideLayouts/slideLayout1564.xml"/><Relationship Id="rId50" Type="http://schemas.openxmlformats.org/officeDocument/2006/relationships/theme" Target="../theme/theme26.xml"/><Relationship Id="rId7" Type="http://schemas.openxmlformats.org/officeDocument/2006/relationships/slideLayout" Target="../slideLayouts/slideLayout1524.xml"/><Relationship Id="rId2" Type="http://schemas.openxmlformats.org/officeDocument/2006/relationships/slideLayout" Target="../slideLayouts/slideLayout1519.xml"/><Relationship Id="rId16" Type="http://schemas.openxmlformats.org/officeDocument/2006/relationships/slideLayout" Target="../slideLayouts/slideLayout1533.xml"/><Relationship Id="rId29" Type="http://schemas.openxmlformats.org/officeDocument/2006/relationships/slideLayout" Target="../slideLayouts/slideLayout1546.xml"/><Relationship Id="rId11" Type="http://schemas.openxmlformats.org/officeDocument/2006/relationships/slideLayout" Target="../slideLayouts/slideLayout1528.xml"/><Relationship Id="rId24" Type="http://schemas.openxmlformats.org/officeDocument/2006/relationships/slideLayout" Target="../slideLayouts/slideLayout1541.xml"/><Relationship Id="rId32" Type="http://schemas.openxmlformats.org/officeDocument/2006/relationships/slideLayout" Target="../slideLayouts/slideLayout1549.xml"/><Relationship Id="rId37" Type="http://schemas.openxmlformats.org/officeDocument/2006/relationships/slideLayout" Target="../slideLayouts/slideLayout1554.xml"/><Relationship Id="rId40" Type="http://schemas.openxmlformats.org/officeDocument/2006/relationships/slideLayout" Target="../slideLayouts/slideLayout1557.xml"/><Relationship Id="rId45" Type="http://schemas.openxmlformats.org/officeDocument/2006/relationships/slideLayout" Target="../slideLayouts/slideLayout1562.xml"/><Relationship Id="rId5" Type="http://schemas.openxmlformats.org/officeDocument/2006/relationships/slideLayout" Target="../slideLayouts/slideLayout1522.xml"/><Relationship Id="rId15" Type="http://schemas.openxmlformats.org/officeDocument/2006/relationships/slideLayout" Target="../slideLayouts/slideLayout1532.xml"/><Relationship Id="rId23" Type="http://schemas.openxmlformats.org/officeDocument/2006/relationships/slideLayout" Target="../slideLayouts/slideLayout1540.xml"/><Relationship Id="rId28" Type="http://schemas.openxmlformats.org/officeDocument/2006/relationships/slideLayout" Target="../slideLayouts/slideLayout1545.xml"/><Relationship Id="rId36" Type="http://schemas.openxmlformats.org/officeDocument/2006/relationships/slideLayout" Target="../slideLayouts/slideLayout1553.xml"/><Relationship Id="rId49" Type="http://schemas.openxmlformats.org/officeDocument/2006/relationships/slideLayout" Target="../slideLayouts/slideLayout1566.xml"/><Relationship Id="rId10" Type="http://schemas.openxmlformats.org/officeDocument/2006/relationships/slideLayout" Target="../slideLayouts/slideLayout1527.xml"/><Relationship Id="rId19" Type="http://schemas.openxmlformats.org/officeDocument/2006/relationships/slideLayout" Target="../slideLayouts/slideLayout1536.xml"/><Relationship Id="rId31" Type="http://schemas.openxmlformats.org/officeDocument/2006/relationships/slideLayout" Target="../slideLayouts/slideLayout1548.xml"/><Relationship Id="rId44" Type="http://schemas.openxmlformats.org/officeDocument/2006/relationships/slideLayout" Target="../slideLayouts/slideLayout1561.xml"/><Relationship Id="rId4" Type="http://schemas.openxmlformats.org/officeDocument/2006/relationships/slideLayout" Target="../slideLayouts/slideLayout1521.xml"/><Relationship Id="rId9" Type="http://schemas.openxmlformats.org/officeDocument/2006/relationships/slideLayout" Target="../slideLayouts/slideLayout1526.xml"/><Relationship Id="rId14" Type="http://schemas.openxmlformats.org/officeDocument/2006/relationships/slideLayout" Target="../slideLayouts/slideLayout1531.xml"/><Relationship Id="rId22" Type="http://schemas.openxmlformats.org/officeDocument/2006/relationships/slideLayout" Target="../slideLayouts/slideLayout1539.xml"/><Relationship Id="rId27" Type="http://schemas.openxmlformats.org/officeDocument/2006/relationships/slideLayout" Target="../slideLayouts/slideLayout1544.xml"/><Relationship Id="rId30" Type="http://schemas.openxmlformats.org/officeDocument/2006/relationships/slideLayout" Target="../slideLayouts/slideLayout1547.xml"/><Relationship Id="rId35" Type="http://schemas.openxmlformats.org/officeDocument/2006/relationships/slideLayout" Target="../slideLayouts/slideLayout1552.xml"/><Relationship Id="rId43" Type="http://schemas.openxmlformats.org/officeDocument/2006/relationships/slideLayout" Target="../slideLayouts/slideLayout1560.xml"/><Relationship Id="rId48" Type="http://schemas.openxmlformats.org/officeDocument/2006/relationships/slideLayout" Target="../slideLayouts/slideLayout1565.xml"/><Relationship Id="rId8" Type="http://schemas.openxmlformats.org/officeDocument/2006/relationships/slideLayout" Target="../slideLayouts/slideLayout1525.xml"/><Relationship Id="rId3" Type="http://schemas.openxmlformats.org/officeDocument/2006/relationships/slideLayout" Target="../slideLayouts/slideLayout1520.xml"/><Relationship Id="rId12" Type="http://schemas.openxmlformats.org/officeDocument/2006/relationships/slideLayout" Target="../slideLayouts/slideLayout1529.xml"/><Relationship Id="rId17" Type="http://schemas.openxmlformats.org/officeDocument/2006/relationships/slideLayout" Target="../slideLayouts/slideLayout1534.xml"/><Relationship Id="rId25" Type="http://schemas.openxmlformats.org/officeDocument/2006/relationships/slideLayout" Target="../slideLayouts/slideLayout1542.xml"/><Relationship Id="rId33" Type="http://schemas.openxmlformats.org/officeDocument/2006/relationships/slideLayout" Target="../slideLayouts/slideLayout1550.xml"/><Relationship Id="rId38" Type="http://schemas.openxmlformats.org/officeDocument/2006/relationships/slideLayout" Target="../slideLayouts/slideLayout1555.xml"/><Relationship Id="rId46" Type="http://schemas.openxmlformats.org/officeDocument/2006/relationships/slideLayout" Target="../slideLayouts/slideLayout1563.xml"/><Relationship Id="rId20" Type="http://schemas.openxmlformats.org/officeDocument/2006/relationships/slideLayout" Target="../slideLayouts/slideLayout1537.xml"/><Relationship Id="rId41" Type="http://schemas.openxmlformats.org/officeDocument/2006/relationships/slideLayout" Target="../slideLayouts/slideLayout1558.xml"/><Relationship Id="rId1" Type="http://schemas.openxmlformats.org/officeDocument/2006/relationships/slideLayout" Target="../slideLayouts/slideLayout1518.xml"/><Relationship Id="rId6" Type="http://schemas.openxmlformats.org/officeDocument/2006/relationships/slideLayout" Target="../slideLayouts/slideLayout1523.xml"/></Relationships>
</file>

<file path=ppt/slideMasters/_rels/slideMaster27.xml.rels><?xml version="1.0" encoding="UTF-8" standalone="yes"?>
<Relationships xmlns="http://schemas.openxmlformats.org/package/2006/relationships"><Relationship Id="rId26" Type="http://schemas.openxmlformats.org/officeDocument/2006/relationships/slideLayout" Target="../slideLayouts/slideLayout1592.xml"/><Relationship Id="rId21" Type="http://schemas.openxmlformats.org/officeDocument/2006/relationships/slideLayout" Target="../slideLayouts/slideLayout1587.xml"/><Relationship Id="rId42" Type="http://schemas.openxmlformats.org/officeDocument/2006/relationships/slideLayout" Target="../slideLayouts/slideLayout1608.xml"/><Relationship Id="rId47" Type="http://schemas.openxmlformats.org/officeDocument/2006/relationships/slideLayout" Target="../slideLayouts/slideLayout1613.xml"/><Relationship Id="rId63" Type="http://schemas.openxmlformats.org/officeDocument/2006/relationships/slideLayout" Target="../slideLayouts/slideLayout1629.xml"/><Relationship Id="rId68" Type="http://schemas.openxmlformats.org/officeDocument/2006/relationships/slideLayout" Target="../slideLayouts/slideLayout1634.xml"/><Relationship Id="rId84" Type="http://schemas.openxmlformats.org/officeDocument/2006/relationships/slideLayout" Target="../slideLayouts/slideLayout1650.xml"/><Relationship Id="rId16" Type="http://schemas.openxmlformats.org/officeDocument/2006/relationships/slideLayout" Target="../slideLayouts/slideLayout1582.xml"/><Relationship Id="rId11" Type="http://schemas.openxmlformats.org/officeDocument/2006/relationships/slideLayout" Target="../slideLayouts/slideLayout1577.xml"/><Relationship Id="rId32" Type="http://schemas.openxmlformats.org/officeDocument/2006/relationships/slideLayout" Target="../slideLayouts/slideLayout1598.xml"/><Relationship Id="rId37" Type="http://schemas.openxmlformats.org/officeDocument/2006/relationships/slideLayout" Target="../slideLayouts/slideLayout1603.xml"/><Relationship Id="rId53" Type="http://schemas.openxmlformats.org/officeDocument/2006/relationships/slideLayout" Target="../slideLayouts/slideLayout1619.xml"/><Relationship Id="rId58" Type="http://schemas.openxmlformats.org/officeDocument/2006/relationships/slideLayout" Target="../slideLayouts/slideLayout1624.xml"/><Relationship Id="rId74" Type="http://schemas.openxmlformats.org/officeDocument/2006/relationships/slideLayout" Target="../slideLayouts/slideLayout1640.xml"/><Relationship Id="rId79" Type="http://schemas.openxmlformats.org/officeDocument/2006/relationships/slideLayout" Target="../slideLayouts/slideLayout1645.xml"/><Relationship Id="rId5" Type="http://schemas.openxmlformats.org/officeDocument/2006/relationships/slideLayout" Target="../slideLayouts/slideLayout1571.xml"/><Relationship Id="rId19" Type="http://schemas.openxmlformats.org/officeDocument/2006/relationships/slideLayout" Target="../slideLayouts/slideLayout1585.xml"/><Relationship Id="rId14" Type="http://schemas.openxmlformats.org/officeDocument/2006/relationships/slideLayout" Target="../slideLayouts/slideLayout1580.xml"/><Relationship Id="rId22" Type="http://schemas.openxmlformats.org/officeDocument/2006/relationships/slideLayout" Target="../slideLayouts/slideLayout1588.xml"/><Relationship Id="rId27" Type="http://schemas.openxmlformats.org/officeDocument/2006/relationships/slideLayout" Target="../slideLayouts/slideLayout1593.xml"/><Relationship Id="rId30" Type="http://schemas.openxmlformats.org/officeDocument/2006/relationships/slideLayout" Target="../slideLayouts/slideLayout1596.xml"/><Relationship Id="rId35" Type="http://schemas.openxmlformats.org/officeDocument/2006/relationships/slideLayout" Target="../slideLayouts/slideLayout1601.xml"/><Relationship Id="rId43" Type="http://schemas.openxmlformats.org/officeDocument/2006/relationships/slideLayout" Target="../slideLayouts/slideLayout1609.xml"/><Relationship Id="rId48" Type="http://schemas.openxmlformats.org/officeDocument/2006/relationships/slideLayout" Target="../slideLayouts/slideLayout1614.xml"/><Relationship Id="rId56" Type="http://schemas.openxmlformats.org/officeDocument/2006/relationships/slideLayout" Target="../slideLayouts/slideLayout1622.xml"/><Relationship Id="rId64" Type="http://schemas.openxmlformats.org/officeDocument/2006/relationships/slideLayout" Target="../slideLayouts/slideLayout1630.xml"/><Relationship Id="rId69" Type="http://schemas.openxmlformats.org/officeDocument/2006/relationships/slideLayout" Target="../slideLayouts/slideLayout1635.xml"/><Relationship Id="rId77" Type="http://schemas.openxmlformats.org/officeDocument/2006/relationships/slideLayout" Target="../slideLayouts/slideLayout1643.xml"/><Relationship Id="rId8" Type="http://schemas.openxmlformats.org/officeDocument/2006/relationships/slideLayout" Target="../slideLayouts/slideLayout1574.xml"/><Relationship Id="rId51" Type="http://schemas.openxmlformats.org/officeDocument/2006/relationships/slideLayout" Target="../slideLayouts/slideLayout1617.xml"/><Relationship Id="rId72" Type="http://schemas.openxmlformats.org/officeDocument/2006/relationships/slideLayout" Target="../slideLayouts/slideLayout1638.xml"/><Relationship Id="rId80" Type="http://schemas.openxmlformats.org/officeDocument/2006/relationships/slideLayout" Target="../slideLayouts/slideLayout1646.xml"/><Relationship Id="rId85" Type="http://schemas.openxmlformats.org/officeDocument/2006/relationships/theme" Target="../theme/theme27.xml"/><Relationship Id="rId3" Type="http://schemas.openxmlformats.org/officeDocument/2006/relationships/slideLayout" Target="../slideLayouts/slideLayout1569.xml"/><Relationship Id="rId12" Type="http://schemas.openxmlformats.org/officeDocument/2006/relationships/slideLayout" Target="../slideLayouts/slideLayout1578.xml"/><Relationship Id="rId17" Type="http://schemas.openxmlformats.org/officeDocument/2006/relationships/slideLayout" Target="../slideLayouts/slideLayout1583.xml"/><Relationship Id="rId25" Type="http://schemas.openxmlformats.org/officeDocument/2006/relationships/slideLayout" Target="../slideLayouts/slideLayout1591.xml"/><Relationship Id="rId33" Type="http://schemas.openxmlformats.org/officeDocument/2006/relationships/slideLayout" Target="../slideLayouts/slideLayout1599.xml"/><Relationship Id="rId38" Type="http://schemas.openxmlformats.org/officeDocument/2006/relationships/slideLayout" Target="../slideLayouts/slideLayout1604.xml"/><Relationship Id="rId46" Type="http://schemas.openxmlformats.org/officeDocument/2006/relationships/slideLayout" Target="../slideLayouts/slideLayout1612.xml"/><Relationship Id="rId59" Type="http://schemas.openxmlformats.org/officeDocument/2006/relationships/slideLayout" Target="../slideLayouts/slideLayout1625.xml"/><Relationship Id="rId67" Type="http://schemas.openxmlformats.org/officeDocument/2006/relationships/slideLayout" Target="../slideLayouts/slideLayout1633.xml"/><Relationship Id="rId20" Type="http://schemas.openxmlformats.org/officeDocument/2006/relationships/slideLayout" Target="../slideLayouts/slideLayout1586.xml"/><Relationship Id="rId41" Type="http://schemas.openxmlformats.org/officeDocument/2006/relationships/slideLayout" Target="../slideLayouts/slideLayout1607.xml"/><Relationship Id="rId54" Type="http://schemas.openxmlformats.org/officeDocument/2006/relationships/slideLayout" Target="../slideLayouts/slideLayout1620.xml"/><Relationship Id="rId62" Type="http://schemas.openxmlformats.org/officeDocument/2006/relationships/slideLayout" Target="../slideLayouts/slideLayout1628.xml"/><Relationship Id="rId70" Type="http://schemas.openxmlformats.org/officeDocument/2006/relationships/slideLayout" Target="../slideLayouts/slideLayout1636.xml"/><Relationship Id="rId75" Type="http://schemas.openxmlformats.org/officeDocument/2006/relationships/slideLayout" Target="../slideLayouts/slideLayout1641.xml"/><Relationship Id="rId83" Type="http://schemas.openxmlformats.org/officeDocument/2006/relationships/slideLayout" Target="../slideLayouts/slideLayout1649.xml"/><Relationship Id="rId1" Type="http://schemas.openxmlformats.org/officeDocument/2006/relationships/slideLayout" Target="../slideLayouts/slideLayout1567.xml"/><Relationship Id="rId6" Type="http://schemas.openxmlformats.org/officeDocument/2006/relationships/slideLayout" Target="../slideLayouts/slideLayout1572.xml"/><Relationship Id="rId15" Type="http://schemas.openxmlformats.org/officeDocument/2006/relationships/slideLayout" Target="../slideLayouts/slideLayout1581.xml"/><Relationship Id="rId23" Type="http://schemas.openxmlformats.org/officeDocument/2006/relationships/slideLayout" Target="../slideLayouts/slideLayout1589.xml"/><Relationship Id="rId28" Type="http://schemas.openxmlformats.org/officeDocument/2006/relationships/slideLayout" Target="../slideLayouts/slideLayout1594.xml"/><Relationship Id="rId36" Type="http://schemas.openxmlformats.org/officeDocument/2006/relationships/slideLayout" Target="../slideLayouts/slideLayout1602.xml"/><Relationship Id="rId49" Type="http://schemas.openxmlformats.org/officeDocument/2006/relationships/slideLayout" Target="../slideLayouts/slideLayout1615.xml"/><Relationship Id="rId57" Type="http://schemas.openxmlformats.org/officeDocument/2006/relationships/slideLayout" Target="../slideLayouts/slideLayout1623.xml"/><Relationship Id="rId10" Type="http://schemas.openxmlformats.org/officeDocument/2006/relationships/slideLayout" Target="../slideLayouts/slideLayout1576.xml"/><Relationship Id="rId31" Type="http://schemas.openxmlformats.org/officeDocument/2006/relationships/slideLayout" Target="../slideLayouts/slideLayout1597.xml"/><Relationship Id="rId44" Type="http://schemas.openxmlformats.org/officeDocument/2006/relationships/slideLayout" Target="../slideLayouts/slideLayout1610.xml"/><Relationship Id="rId52" Type="http://schemas.openxmlformats.org/officeDocument/2006/relationships/slideLayout" Target="../slideLayouts/slideLayout1618.xml"/><Relationship Id="rId60" Type="http://schemas.openxmlformats.org/officeDocument/2006/relationships/slideLayout" Target="../slideLayouts/slideLayout1626.xml"/><Relationship Id="rId65" Type="http://schemas.openxmlformats.org/officeDocument/2006/relationships/slideLayout" Target="../slideLayouts/slideLayout1631.xml"/><Relationship Id="rId73" Type="http://schemas.openxmlformats.org/officeDocument/2006/relationships/slideLayout" Target="../slideLayouts/slideLayout1639.xml"/><Relationship Id="rId78" Type="http://schemas.openxmlformats.org/officeDocument/2006/relationships/slideLayout" Target="../slideLayouts/slideLayout1644.xml"/><Relationship Id="rId81" Type="http://schemas.openxmlformats.org/officeDocument/2006/relationships/slideLayout" Target="../slideLayouts/slideLayout1647.xml"/><Relationship Id="rId4" Type="http://schemas.openxmlformats.org/officeDocument/2006/relationships/slideLayout" Target="../slideLayouts/slideLayout1570.xml"/><Relationship Id="rId9" Type="http://schemas.openxmlformats.org/officeDocument/2006/relationships/slideLayout" Target="../slideLayouts/slideLayout1575.xml"/><Relationship Id="rId13" Type="http://schemas.openxmlformats.org/officeDocument/2006/relationships/slideLayout" Target="../slideLayouts/slideLayout1579.xml"/><Relationship Id="rId18" Type="http://schemas.openxmlformats.org/officeDocument/2006/relationships/slideLayout" Target="../slideLayouts/slideLayout1584.xml"/><Relationship Id="rId39" Type="http://schemas.openxmlformats.org/officeDocument/2006/relationships/slideLayout" Target="../slideLayouts/slideLayout1605.xml"/><Relationship Id="rId34" Type="http://schemas.openxmlformats.org/officeDocument/2006/relationships/slideLayout" Target="../slideLayouts/slideLayout1600.xml"/><Relationship Id="rId50" Type="http://schemas.openxmlformats.org/officeDocument/2006/relationships/slideLayout" Target="../slideLayouts/slideLayout1616.xml"/><Relationship Id="rId55" Type="http://schemas.openxmlformats.org/officeDocument/2006/relationships/slideLayout" Target="../slideLayouts/slideLayout1621.xml"/><Relationship Id="rId76" Type="http://schemas.openxmlformats.org/officeDocument/2006/relationships/slideLayout" Target="../slideLayouts/slideLayout1642.xml"/><Relationship Id="rId7" Type="http://schemas.openxmlformats.org/officeDocument/2006/relationships/slideLayout" Target="../slideLayouts/slideLayout1573.xml"/><Relationship Id="rId71" Type="http://schemas.openxmlformats.org/officeDocument/2006/relationships/slideLayout" Target="../slideLayouts/slideLayout1637.xml"/><Relationship Id="rId2" Type="http://schemas.openxmlformats.org/officeDocument/2006/relationships/slideLayout" Target="../slideLayouts/slideLayout1568.xml"/><Relationship Id="rId29" Type="http://schemas.openxmlformats.org/officeDocument/2006/relationships/slideLayout" Target="../slideLayouts/slideLayout1595.xml"/><Relationship Id="rId24" Type="http://schemas.openxmlformats.org/officeDocument/2006/relationships/slideLayout" Target="../slideLayouts/slideLayout1590.xml"/><Relationship Id="rId40" Type="http://schemas.openxmlformats.org/officeDocument/2006/relationships/slideLayout" Target="../slideLayouts/slideLayout1606.xml"/><Relationship Id="rId45" Type="http://schemas.openxmlformats.org/officeDocument/2006/relationships/slideLayout" Target="../slideLayouts/slideLayout1611.xml"/><Relationship Id="rId66" Type="http://schemas.openxmlformats.org/officeDocument/2006/relationships/slideLayout" Target="../slideLayouts/slideLayout1632.xml"/><Relationship Id="rId61" Type="http://schemas.openxmlformats.org/officeDocument/2006/relationships/slideLayout" Target="../slideLayouts/slideLayout1627.xml"/><Relationship Id="rId82" Type="http://schemas.openxmlformats.org/officeDocument/2006/relationships/slideLayout" Target="../slideLayouts/slideLayout1648.xml"/></Relationships>
</file>

<file path=ppt/slideMasters/_rels/slideMaster28.xml.rels><?xml version="1.0" encoding="UTF-8" standalone="yes"?>
<Relationships xmlns="http://schemas.openxmlformats.org/package/2006/relationships"><Relationship Id="rId13" Type="http://schemas.openxmlformats.org/officeDocument/2006/relationships/slideLayout" Target="../slideLayouts/slideLayout1663.xml"/><Relationship Id="rId18" Type="http://schemas.openxmlformats.org/officeDocument/2006/relationships/slideLayout" Target="../slideLayouts/slideLayout1668.xml"/><Relationship Id="rId26" Type="http://schemas.openxmlformats.org/officeDocument/2006/relationships/slideLayout" Target="../slideLayouts/slideLayout1676.xml"/><Relationship Id="rId39" Type="http://schemas.openxmlformats.org/officeDocument/2006/relationships/slideLayout" Target="../slideLayouts/slideLayout1689.xml"/><Relationship Id="rId21" Type="http://schemas.openxmlformats.org/officeDocument/2006/relationships/slideLayout" Target="../slideLayouts/slideLayout1671.xml"/><Relationship Id="rId34" Type="http://schemas.openxmlformats.org/officeDocument/2006/relationships/slideLayout" Target="../slideLayouts/slideLayout1684.xml"/><Relationship Id="rId42" Type="http://schemas.openxmlformats.org/officeDocument/2006/relationships/slideLayout" Target="../slideLayouts/slideLayout1692.xml"/><Relationship Id="rId47" Type="http://schemas.openxmlformats.org/officeDocument/2006/relationships/slideLayout" Target="../slideLayouts/slideLayout1697.xml"/><Relationship Id="rId50" Type="http://schemas.openxmlformats.org/officeDocument/2006/relationships/slideLayout" Target="../slideLayouts/slideLayout1700.xml"/><Relationship Id="rId7" Type="http://schemas.openxmlformats.org/officeDocument/2006/relationships/slideLayout" Target="../slideLayouts/slideLayout1657.xml"/><Relationship Id="rId2" Type="http://schemas.openxmlformats.org/officeDocument/2006/relationships/slideLayout" Target="../slideLayouts/slideLayout1652.xml"/><Relationship Id="rId16" Type="http://schemas.openxmlformats.org/officeDocument/2006/relationships/slideLayout" Target="../slideLayouts/slideLayout1666.xml"/><Relationship Id="rId29" Type="http://schemas.openxmlformats.org/officeDocument/2006/relationships/slideLayout" Target="../slideLayouts/slideLayout1679.xml"/><Relationship Id="rId11" Type="http://schemas.openxmlformats.org/officeDocument/2006/relationships/slideLayout" Target="../slideLayouts/slideLayout1661.xml"/><Relationship Id="rId24" Type="http://schemas.openxmlformats.org/officeDocument/2006/relationships/slideLayout" Target="../slideLayouts/slideLayout1674.xml"/><Relationship Id="rId32" Type="http://schemas.openxmlformats.org/officeDocument/2006/relationships/slideLayout" Target="../slideLayouts/slideLayout1682.xml"/><Relationship Id="rId37" Type="http://schemas.openxmlformats.org/officeDocument/2006/relationships/slideLayout" Target="../slideLayouts/slideLayout1687.xml"/><Relationship Id="rId40" Type="http://schemas.openxmlformats.org/officeDocument/2006/relationships/slideLayout" Target="../slideLayouts/slideLayout1690.xml"/><Relationship Id="rId45" Type="http://schemas.openxmlformats.org/officeDocument/2006/relationships/slideLayout" Target="../slideLayouts/slideLayout1695.xml"/><Relationship Id="rId5" Type="http://schemas.openxmlformats.org/officeDocument/2006/relationships/slideLayout" Target="../slideLayouts/slideLayout1655.xml"/><Relationship Id="rId15" Type="http://schemas.openxmlformats.org/officeDocument/2006/relationships/slideLayout" Target="../slideLayouts/slideLayout1665.xml"/><Relationship Id="rId23" Type="http://schemas.openxmlformats.org/officeDocument/2006/relationships/slideLayout" Target="../slideLayouts/slideLayout1673.xml"/><Relationship Id="rId28" Type="http://schemas.openxmlformats.org/officeDocument/2006/relationships/slideLayout" Target="../slideLayouts/slideLayout1678.xml"/><Relationship Id="rId36" Type="http://schemas.openxmlformats.org/officeDocument/2006/relationships/slideLayout" Target="../slideLayouts/slideLayout1686.xml"/><Relationship Id="rId49" Type="http://schemas.openxmlformats.org/officeDocument/2006/relationships/slideLayout" Target="../slideLayouts/slideLayout1699.xml"/><Relationship Id="rId10" Type="http://schemas.openxmlformats.org/officeDocument/2006/relationships/slideLayout" Target="../slideLayouts/slideLayout1660.xml"/><Relationship Id="rId19" Type="http://schemas.openxmlformats.org/officeDocument/2006/relationships/slideLayout" Target="../slideLayouts/slideLayout1669.xml"/><Relationship Id="rId31" Type="http://schemas.openxmlformats.org/officeDocument/2006/relationships/slideLayout" Target="../slideLayouts/slideLayout1681.xml"/><Relationship Id="rId44" Type="http://schemas.openxmlformats.org/officeDocument/2006/relationships/slideLayout" Target="../slideLayouts/slideLayout1694.xml"/><Relationship Id="rId4" Type="http://schemas.openxmlformats.org/officeDocument/2006/relationships/slideLayout" Target="../slideLayouts/slideLayout1654.xml"/><Relationship Id="rId9" Type="http://schemas.openxmlformats.org/officeDocument/2006/relationships/slideLayout" Target="../slideLayouts/slideLayout1659.xml"/><Relationship Id="rId14" Type="http://schemas.openxmlformats.org/officeDocument/2006/relationships/slideLayout" Target="../slideLayouts/slideLayout1664.xml"/><Relationship Id="rId22" Type="http://schemas.openxmlformats.org/officeDocument/2006/relationships/slideLayout" Target="../slideLayouts/slideLayout1672.xml"/><Relationship Id="rId27" Type="http://schemas.openxmlformats.org/officeDocument/2006/relationships/slideLayout" Target="../slideLayouts/slideLayout1677.xml"/><Relationship Id="rId30" Type="http://schemas.openxmlformats.org/officeDocument/2006/relationships/slideLayout" Target="../slideLayouts/slideLayout1680.xml"/><Relationship Id="rId35" Type="http://schemas.openxmlformats.org/officeDocument/2006/relationships/slideLayout" Target="../slideLayouts/slideLayout1685.xml"/><Relationship Id="rId43" Type="http://schemas.openxmlformats.org/officeDocument/2006/relationships/slideLayout" Target="../slideLayouts/slideLayout1693.xml"/><Relationship Id="rId48" Type="http://schemas.openxmlformats.org/officeDocument/2006/relationships/slideLayout" Target="../slideLayouts/slideLayout1698.xml"/><Relationship Id="rId8" Type="http://schemas.openxmlformats.org/officeDocument/2006/relationships/slideLayout" Target="../slideLayouts/slideLayout1658.xml"/><Relationship Id="rId51" Type="http://schemas.openxmlformats.org/officeDocument/2006/relationships/theme" Target="../theme/theme28.xml"/><Relationship Id="rId3" Type="http://schemas.openxmlformats.org/officeDocument/2006/relationships/slideLayout" Target="../slideLayouts/slideLayout1653.xml"/><Relationship Id="rId12" Type="http://schemas.openxmlformats.org/officeDocument/2006/relationships/slideLayout" Target="../slideLayouts/slideLayout1662.xml"/><Relationship Id="rId17" Type="http://schemas.openxmlformats.org/officeDocument/2006/relationships/slideLayout" Target="../slideLayouts/slideLayout1667.xml"/><Relationship Id="rId25" Type="http://schemas.openxmlformats.org/officeDocument/2006/relationships/slideLayout" Target="../slideLayouts/slideLayout1675.xml"/><Relationship Id="rId33" Type="http://schemas.openxmlformats.org/officeDocument/2006/relationships/slideLayout" Target="../slideLayouts/slideLayout1683.xml"/><Relationship Id="rId38" Type="http://schemas.openxmlformats.org/officeDocument/2006/relationships/slideLayout" Target="../slideLayouts/slideLayout1688.xml"/><Relationship Id="rId46" Type="http://schemas.openxmlformats.org/officeDocument/2006/relationships/slideLayout" Target="../slideLayouts/slideLayout1696.xml"/><Relationship Id="rId20" Type="http://schemas.openxmlformats.org/officeDocument/2006/relationships/slideLayout" Target="../slideLayouts/slideLayout1670.xml"/><Relationship Id="rId41" Type="http://schemas.openxmlformats.org/officeDocument/2006/relationships/slideLayout" Target="../slideLayouts/slideLayout1691.xml"/><Relationship Id="rId1" Type="http://schemas.openxmlformats.org/officeDocument/2006/relationships/slideLayout" Target="../slideLayouts/slideLayout1651.xml"/><Relationship Id="rId6" Type="http://schemas.openxmlformats.org/officeDocument/2006/relationships/slideLayout" Target="../slideLayouts/slideLayout1656.xml"/></Relationships>
</file>

<file path=ppt/slideMasters/_rels/slideMaster29.xml.rels><?xml version="1.0" encoding="UTF-8" standalone="yes"?>
<Relationships xmlns="http://schemas.openxmlformats.org/package/2006/relationships"><Relationship Id="rId13" Type="http://schemas.openxmlformats.org/officeDocument/2006/relationships/slideLayout" Target="../slideLayouts/slideLayout1713.xml"/><Relationship Id="rId18" Type="http://schemas.openxmlformats.org/officeDocument/2006/relationships/slideLayout" Target="../slideLayouts/slideLayout1718.xml"/><Relationship Id="rId26" Type="http://schemas.openxmlformats.org/officeDocument/2006/relationships/slideLayout" Target="../slideLayouts/slideLayout1726.xml"/><Relationship Id="rId39" Type="http://schemas.openxmlformats.org/officeDocument/2006/relationships/slideLayout" Target="../slideLayouts/slideLayout1739.xml"/><Relationship Id="rId21" Type="http://schemas.openxmlformats.org/officeDocument/2006/relationships/slideLayout" Target="../slideLayouts/slideLayout1721.xml"/><Relationship Id="rId34" Type="http://schemas.openxmlformats.org/officeDocument/2006/relationships/slideLayout" Target="../slideLayouts/slideLayout1734.xml"/><Relationship Id="rId42" Type="http://schemas.openxmlformats.org/officeDocument/2006/relationships/slideLayout" Target="../slideLayouts/slideLayout1742.xml"/><Relationship Id="rId47" Type="http://schemas.openxmlformats.org/officeDocument/2006/relationships/slideLayout" Target="../slideLayouts/slideLayout1747.xml"/><Relationship Id="rId50" Type="http://schemas.openxmlformats.org/officeDocument/2006/relationships/theme" Target="../theme/theme29.xml"/><Relationship Id="rId7" Type="http://schemas.openxmlformats.org/officeDocument/2006/relationships/slideLayout" Target="../slideLayouts/slideLayout1707.xml"/><Relationship Id="rId2" Type="http://schemas.openxmlformats.org/officeDocument/2006/relationships/slideLayout" Target="../slideLayouts/slideLayout1702.xml"/><Relationship Id="rId16" Type="http://schemas.openxmlformats.org/officeDocument/2006/relationships/slideLayout" Target="../slideLayouts/slideLayout1716.xml"/><Relationship Id="rId29" Type="http://schemas.openxmlformats.org/officeDocument/2006/relationships/slideLayout" Target="../slideLayouts/slideLayout1729.xml"/><Relationship Id="rId11" Type="http://schemas.openxmlformats.org/officeDocument/2006/relationships/slideLayout" Target="../slideLayouts/slideLayout1711.xml"/><Relationship Id="rId24" Type="http://schemas.openxmlformats.org/officeDocument/2006/relationships/slideLayout" Target="../slideLayouts/slideLayout1724.xml"/><Relationship Id="rId32" Type="http://schemas.openxmlformats.org/officeDocument/2006/relationships/slideLayout" Target="../slideLayouts/slideLayout1732.xml"/><Relationship Id="rId37" Type="http://schemas.openxmlformats.org/officeDocument/2006/relationships/slideLayout" Target="../slideLayouts/slideLayout1737.xml"/><Relationship Id="rId40" Type="http://schemas.openxmlformats.org/officeDocument/2006/relationships/slideLayout" Target="../slideLayouts/slideLayout1740.xml"/><Relationship Id="rId45" Type="http://schemas.openxmlformats.org/officeDocument/2006/relationships/slideLayout" Target="../slideLayouts/slideLayout1745.xml"/><Relationship Id="rId5" Type="http://schemas.openxmlformats.org/officeDocument/2006/relationships/slideLayout" Target="../slideLayouts/slideLayout1705.xml"/><Relationship Id="rId15" Type="http://schemas.openxmlformats.org/officeDocument/2006/relationships/slideLayout" Target="../slideLayouts/slideLayout1715.xml"/><Relationship Id="rId23" Type="http://schemas.openxmlformats.org/officeDocument/2006/relationships/slideLayout" Target="../slideLayouts/slideLayout1723.xml"/><Relationship Id="rId28" Type="http://schemas.openxmlformats.org/officeDocument/2006/relationships/slideLayout" Target="../slideLayouts/slideLayout1728.xml"/><Relationship Id="rId36" Type="http://schemas.openxmlformats.org/officeDocument/2006/relationships/slideLayout" Target="../slideLayouts/slideLayout1736.xml"/><Relationship Id="rId49" Type="http://schemas.openxmlformats.org/officeDocument/2006/relationships/slideLayout" Target="../slideLayouts/slideLayout1749.xml"/><Relationship Id="rId10" Type="http://schemas.openxmlformats.org/officeDocument/2006/relationships/slideLayout" Target="../slideLayouts/slideLayout1710.xml"/><Relationship Id="rId19" Type="http://schemas.openxmlformats.org/officeDocument/2006/relationships/slideLayout" Target="../slideLayouts/slideLayout1719.xml"/><Relationship Id="rId31" Type="http://schemas.openxmlformats.org/officeDocument/2006/relationships/slideLayout" Target="../slideLayouts/slideLayout1731.xml"/><Relationship Id="rId44" Type="http://schemas.openxmlformats.org/officeDocument/2006/relationships/slideLayout" Target="../slideLayouts/slideLayout1744.xml"/><Relationship Id="rId4" Type="http://schemas.openxmlformats.org/officeDocument/2006/relationships/slideLayout" Target="../slideLayouts/slideLayout1704.xml"/><Relationship Id="rId9" Type="http://schemas.openxmlformats.org/officeDocument/2006/relationships/slideLayout" Target="../slideLayouts/slideLayout1709.xml"/><Relationship Id="rId14" Type="http://schemas.openxmlformats.org/officeDocument/2006/relationships/slideLayout" Target="../slideLayouts/slideLayout1714.xml"/><Relationship Id="rId22" Type="http://schemas.openxmlformats.org/officeDocument/2006/relationships/slideLayout" Target="../slideLayouts/slideLayout1722.xml"/><Relationship Id="rId27" Type="http://schemas.openxmlformats.org/officeDocument/2006/relationships/slideLayout" Target="../slideLayouts/slideLayout1727.xml"/><Relationship Id="rId30" Type="http://schemas.openxmlformats.org/officeDocument/2006/relationships/slideLayout" Target="../slideLayouts/slideLayout1730.xml"/><Relationship Id="rId35" Type="http://schemas.openxmlformats.org/officeDocument/2006/relationships/slideLayout" Target="../slideLayouts/slideLayout1735.xml"/><Relationship Id="rId43" Type="http://schemas.openxmlformats.org/officeDocument/2006/relationships/slideLayout" Target="../slideLayouts/slideLayout1743.xml"/><Relationship Id="rId48" Type="http://schemas.openxmlformats.org/officeDocument/2006/relationships/slideLayout" Target="../slideLayouts/slideLayout1748.xml"/><Relationship Id="rId8" Type="http://schemas.openxmlformats.org/officeDocument/2006/relationships/slideLayout" Target="../slideLayouts/slideLayout1708.xml"/><Relationship Id="rId3" Type="http://schemas.openxmlformats.org/officeDocument/2006/relationships/slideLayout" Target="../slideLayouts/slideLayout1703.xml"/><Relationship Id="rId12" Type="http://schemas.openxmlformats.org/officeDocument/2006/relationships/slideLayout" Target="../slideLayouts/slideLayout1712.xml"/><Relationship Id="rId17" Type="http://schemas.openxmlformats.org/officeDocument/2006/relationships/slideLayout" Target="../slideLayouts/slideLayout1717.xml"/><Relationship Id="rId25" Type="http://schemas.openxmlformats.org/officeDocument/2006/relationships/slideLayout" Target="../slideLayouts/slideLayout1725.xml"/><Relationship Id="rId33" Type="http://schemas.openxmlformats.org/officeDocument/2006/relationships/slideLayout" Target="../slideLayouts/slideLayout1733.xml"/><Relationship Id="rId38" Type="http://schemas.openxmlformats.org/officeDocument/2006/relationships/slideLayout" Target="../slideLayouts/slideLayout1738.xml"/><Relationship Id="rId46" Type="http://schemas.openxmlformats.org/officeDocument/2006/relationships/slideLayout" Target="../slideLayouts/slideLayout1746.xml"/><Relationship Id="rId20" Type="http://schemas.openxmlformats.org/officeDocument/2006/relationships/slideLayout" Target="../slideLayouts/slideLayout1720.xml"/><Relationship Id="rId41" Type="http://schemas.openxmlformats.org/officeDocument/2006/relationships/slideLayout" Target="../slideLayouts/slideLayout1741.xml"/><Relationship Id="rId1" Type="http://schemas.openxmlformats.org/officeDocument/2006/relationships/slideLayout" Target="../slideLayouts/slideLayout1701.xml"/><Relationship Id="rId6" Type="http://schemas.openxmlformats.org/officeDocument/2006/relationships/slideLayout" Target="../slideLayouts/slideLayout1706.xml"/></Relationships>
</file>

<file path=ppt/slideMasters/_rels/slideMaster30.xml.rels><?xml version="1.0" encoding="UTF-8" standalone="yes"?>
<Relationships xmlns="http://schemas.openxmlformats.org/package/2006/relationships"><Relationship Id="rId26" Type="http://schemas.openxmlformats.org/officeDocument/2006/relationships/slideLayout" Target="../slideLayouts/slideLayout1775.xml"/><Relationship Id="rId21" Type="http://schemas.openxmlformats.org/officeDocument/2006/relationships/slideLayout" Target="../slideLayouts/slideLayout1770.xml"/><Relationship Id="rId42" Type="http://schemas.openxmlformats.org/officeDocument/2006/relationships/slideLayout" Target="../slideLayouts/slideLayout1791.xml"/><Relationship Id="rId47" Type="http://schemas.openxmlformats.org/officeDocument/2006/relationships/slideLayout" Target="../slideLayouts/slideLayout1796.xml"/><Relationship Id="rId63" Type="http://schemas.openxmlformats.org/officeDocument/2006/relationships/slideLayout" Target="../slideLayouts/slideLayout1812.xml"/><Relationship Id="rId68" Type="http://schemas.openxmlformats.org/officeDocument/2006/relationships/slideLayout" Target="../slideLayouts/slideLayout1817.xml"/><Relationship Id="rId84" Type="http://schemas.openxmlformats.org/officeDocument/2006/relationships/slideLayout" Target="../slideLayouts/slideLayout1833.xml"/><Relationship Id="rId16" Type="http://schemas.openxmlformats.org/officeDocument/2006/relationships/slideLayout" Target="../slideLayouts/slideLayout1765.xml"/><Relationship Id="rId11" Type="http://schemas.openxmlformats.org/officeDocument/2006/relationships/slideLayout" Target="../slideLayouts/slideLayout1760.xml"/><Relationship Id="rId32" Type="http://schemas.openxmlformats.org/officeDocument/2006/relationships/slideLayout" Target="../slideLayouts/slideLayout1781.xml"/><Relationship Id="rId37" Type="http://schemas.openxmlformats.org/officeDocument/2006/relationships/slideLayout" Target="../slideLayouts/slideLayout1786.xml"/><Relationship Id="rId53" Type="http://schemas.openxmlformats.org/officeDocument/2006/relationships/slideLayout" Target="../slideLayouts/slideLayout1802.xml"/><Relationship Id="rId58" Type="http://schemas.openxmlformats.org/officeDocument/2006/relationships/slideLayout" Target="../slideLayouts/slideLayout1807.xml"/><Relationship Id="rId74" Type="http://schemas.openxmlformats.org/officeDocument/2006/relationships/slideLayout" Target="../slideLayouts/slideLayout1823.xml"/><Relationship Id="rId79" Type="http://schemas.openxmlformats.org/officeDocument/2006/relationships/slideLayout" Target="../slideLayouts/slideLayout1828.xml"/><Relationship Id="rId5" Type="http://schemas.openxmlformats.org/officeDocument/2006/relationships/slideLayout" Target="../slideLayouts/slideLayout1754.xml"/><Relationship Id="rId19" Type="http://schemas.openxmlformats.org/officeDocument/2006/relationships/slideLayout" Target="../slideLayouts/slideLayout1768.xml"/><Relationship Id="rId14" Type="http://schemas.openxmlformats.org/officeDocument/2006/relationships/slideLayout" Target="../slideLayouts/slideLayout1763.xml"/><Relationship Id="rId22" Type="http://schemas.openxmlformats.org/officeDocument/2006/relationships/slideLayout" Target="../slideLayouts/slideLayout1771.xml"/><Relationship Id="rId27" Type="http://schemas.openxmlformats.org/officeDocument/2006/relationships/slideLayout" Target="../slideLayouts/slideLayout1776.xml"/><Relationship Id="rId30" Type="http://schemas.openxmlformats.org/officeDocument/2006/relationships/slideLayout" Target="../slideLayouts/slideLayout1779.xml"/><Relationship Id="rId35" Type="http://schemas.openxmlformats.org/officeDocument/2006/relationships/slideLayout" Target="../slideLayouts/slideLayout1784.xml"/><Relationship Id="rId43" Type="http://schemas.openxmlformats.org/officeDocument/2006/relationships/slideLayout" Target="../slideLayouts/slideLayout1792.xml"/><Relationship Id="rId48" Type="http://schemas.openxmlformats.org/officeDocument/2006/relationships/slideLayout" Target="../slideLayouts/slideLayout1797.xml"/><Relationship Id="rId56" Type="http://schemas.openxmlformats.org/officeDocument/2006/relationships/slideLayout" Target="../slideLayouts/slideLayout1805.xml"/><Relationship Id="rId64" Type="http://schemas.openxmlformats.org/officeDocument/2006/relationships/slideLayout" Target="../slideLayouts/slideLayout1813.xml"/><Relationship Id="rId69" Type="http://schemas.openxmlformats.org/officeDocument/2006/relationships/slideLayout" Target="../slideLayouts/slideLayout1818.xml"/><Relationship Id="rId77" Type="http://schemas.openxmlformats.org/officeDocument/2006/relationships/slideLayout" Target="../slideLayouts/slideLayout1826.xml"/><Relationship Id="rId8" Type="http://schemas.openxmlformats.org/officeDocument/2006/relationships/slideLayout" Target="../slideLayouts/slideLayout1757.xml"/><Relationship Id="rId51" Type="http://schemas.openxmlformats.org/officeDocument/2006/relationships/slideLayout" Target="../slideLayouts/slideLayout1800.xml"/><Relationship Id="rId72" Type="http://schemas.openxmlformats.org/officeDocument/2006/relationships/slideLayout" Target="../slideLayouts/slideLayout1821.xml"/><Relationship Id="rId80" Type="http://schemas.openxmlformats.org/officeDocument/2006/relationships/slideLayout" Target="../slideLayouts/slideLayout1829.xml"/><Relationship Id="rId85" Type="http://schemas.openxmlformats.org/officeDocument/2006/relationships/theme" Target="../theme/theme30.xml"/><Relationship Id="rId3" Type="http://schemas.openxmlformats.org/officeDocument/2006/relationships/slideLayout" Target="../slideLayouts/slideLayout1752.xml"/><Relationship Id="rId12" Type="http://schemas.openxmlformats.org/officeDocument/2006/relationships/slideLayout" Target="../slideLayouts/slideLayout1761.xml"/><Relationship Id="rId17" Type="http://schemas.openxmlformats.org/officeDocument/2006/relationships/slideLayout" Target="../slideLayouts/slideLayout1766.xml"/><Relationship Id="rId25" Type="http://schemas.openxmlformats.org/officeDocument/2006/relationships/slideLayout" Target="../slideLayouts/slideLayout1774.xml"/><Relationship Id="rId33" Type="http://schemas.openxmlformats.org/officeDocument/2006/relationships/slideLayout" Target="../slideLayouts/slideLayout1782.xml"/><Relationship Id="rId38" Type="http://schemas.openxmlformats.org/officeDocument/2006/relationships/slideLayout" Target="../slideLayouts/slideLayout1787.xml"/><Relationship Id="rId46" Type="http://schemas.openxmlformats.org/officeDocument/2006/relationships/slideLayout" Target="../slideLayouts/slideLayout1795.xml"/><Relationship Id="rId59" Type="http://schemas.openxmlformats.org/officeDocument/2006/relationships/slideLayout" Target="../slideLayouts/slideLayout1808.xml"/><Relationship Id="rId67" Type="http://schemas.openxmlformats.org/officeDocument/2006/relationships/slideLayout" Target="../slideLayouts/slideLayout1816.xml"/><Relationship Id="rId20" Type="http://schemas.openxmlformats.org/officeDocument/2006/relationships/slideLayout" Target="../slideLayouts/slideLayout1769.xml"/><Relationship Id="rId41" Type="http://schemas.openxmlformats.org/officeDocument/2006/relationships/slideLayout" Target="../slideLayouts/slideLayout1790.xml"/><Relationship Id="rId54" Type="http://schemas.openxmlformats.org/officeDocument/2006/relationships/slideLayout" Target="../slideLayouts/slideLayout1803.xml"/><Relationship Id="rId62" Type="http://schemas.openxmlformats.org/officeDocument/2006/relationships/slideLayout" Target="../slideLayouts/slideLayout1811.xml"/><Relationship Id="rId70" Type="http://schemas.openxmlformats.org/officeDocument/2006/relationships/slideLayout" Target="../slideLayouts/slideLayout1819.xml"/><Relationship Id="rId75" Type="http://schemas.openxmlformats.org/officeDocument/2006/relationships/slideLayout" Target="../slideLayouts/slideLayout1824.xml"/><Relationship Id="rId83" Type="http://schemas.openxmlformats.org/officeDocument/2006/relationships/slideLayout" Target="../slideLayouts/slideLayout1832.xml"/><Relationship Id="rId1" Type="http://schemas.openxmlformats.org/officeDocument/2006/relationships/slideLayout" Target="../slideLayouts/slideLayout1750.xml"/><Relationship Id="rId6" Type="http://schemas.openxmlformats.org/officeDocument/2006/relationships/slideLayout" Target="../slideLayouts/slideLayout1755.xml"/><Relationship Id="rId15" Type="http://schemas.openxmlformats.org/officeDocument/2006/relationships/slideLayout" Target="../slideLayouts/slideLayout1764.xml"/><Relationship Id="rId23" Type="http://schemas.openxmlformats.org/officeDocument/2006/relationships/slideLayout" Target="../slideLayouts/slideLayout1772.xml"/><Relationship Id="rId28" Type="http://schemas.openxmlformats.org/officeDocument/2006/relationships/slideLayout" Target="../slideLayouts/slideLayout1777.xml"/><Relationship Id="rId36" Type="http://schemas.openxmlformats.org/officeDocument/2006/relationships/slideLayout" Target="../slideLayouts/slideLayout1785.xml"/><Relationship Id="rId49" Type="http://schemas.openxmlformats.org/officeDocument/2006/relationships/slideLayout" Target="../slideLayouts/slideLayout1798.xml"/><Relationship Id="rId57" Type="http://schemas.openxmlformats.org/officeDocument/2006/relationships/slideLayout" Target="../slideLayouts/slideLayout1806.xml"/><Relationship Id="rId10" Type="http://schemas.openxmlformats.org/officeDocument/2006/relationships/slideLayout" Target="../slideLayouts/slideLayout1759.xml"/><Relationship Id="rId31" Type="http://schemas.openxmlformats.org/officeDocument/2006/relationships/slideLayout" Target="../slideLayouts/slideLayout1780.xml"/><Relationship Id="rId44" Type="http://schemas.openxmlformats.org/officeDocument/2006/relationships/slideLayout" Target="../slideLayouts/slideLayout1793.xml"/><Relationship Id="rId52" Type="http://schemas.openxmlformats.org/officeDocument/2006/relationships/slideLayout" Target="../slideLayouts/slideLayout1801.xml"/><Relationship Id="rId60" Type="http://schemas.openxmlformats.org/officeDocument/2006/relationships/slideLayout" Target="../slideLayouts/slideLayout1809.xml"/><Relationship Id="rId65" Type="http://schemas.openxmlformats.org/officeDocument/2006/relationships/slideLayout" Target="../slideLayouts/slideLayout1814.xml"/><Relationship Id="rId73" Type="http://schemas.openxmlformats.org/officeDocument/2006/relationships/slideLayout" Target="../slideLayouts/slideLayout1822.xml"/><Relationship Id="rId78" Type="http://schemas.openxmlformats.org/officeDocument/2006/relationships/slideLayout" Target="../slideLayouts/slideLayout1827.xml"/><Relationship Id="rId81" Type="http://schemas.openxmlformats.org/officeDocument/2006/relationships/slideLayout" Target="../slideLayouts/slideLayout1830.xml"/><Relationship Id="rId4" Type="http://schemas.openxmlformats.org/officeDocument/2006/relationships/slideLayout" Target="../slideLayouts/slideLayout1753.xml"/><Relationship Id="rId9" Type="http://schemas.openxmlformats.org/officeDocument/2006/relationships/slideLayout" Target="../slideLayouts/slideLayout1758.xml"/><Relationship Id="rId13" Type="http://schemas.openxmlformats.org/officeDocument/2006/relationships/slideLayout" Target="../slideLayouts/slideLayout1762.xml"/><Relationship Id="rId18" Type="http://schemas.openxmlformats.org/officeDocument/2006/relationships/slideLayout" Target="../slideLayouts/slideLayout1767.xml"/><Relationship Id="rId39" Type="http://schemas.openxmlformats.org/officeDocument/2006/relationships/slideLayout" Target="../slideLayouts/slideLayout1788.xml"/><Relationship Id="rId34" Type="http://schemas.openxmlformats.org/officeDocument/2006/relationships/slideLayout" Target="../slideLayouts/slideLayout1783.xml"/><Relationship Id="rId50" Type="http://schemas.openxmlformats.org/officeDocument/2006/relationships/slideLayout" Target="../slideLayouts/slideLayout1799.xml"/><Relationship Id="rId55" Type="http://schemas.openxmlformats.org/officeDocument/2006/relationships/slideLayout" Target="../slideLayouts/slideLayout1804.xml"/><Relationship Id="rId76" Type="http://schemas.openxmlformats.org/officeDocument/2006/relationships/slideLayout" Target="../slideLayouts/slideLayout1825.xml"/><Relationship Id="rId7" Type="http://schemas.openxmlformats.org/officeDocument/2006/relationships/slideLayout" Target="../slideLayouts/slideLayout1756.xml"/><Relationship Id="rId71" Type="http://schemas.openxmlformats.org/officeDocument/2006/relationships/slideLayout" Target="../slideLayouts/slideLayout1820.xml"/><Relationship Id="rId2" Type="http://schemas.openxmlformats.org/officeDocument/2006/relationships/slideLayout" Target="../slideLayouts/slideLayout1751.xml"/><Relationship Id="rId29" Type="http://schemas.openxmlformats.org/officeDocument/2006/relationships/slideLayout" Target="../slideLayouts/slideLayout1778.xml"/><Relationship Id="rId24" Type="http://schemas.openxmlformats.org/officeDocument/2006/relationships/slideLayout" Target="../slideLayouts/slideLayout1773.xml"/><Relationship Id="rId40" Type="http://schemas.openxmlformats.org/officeDocument/2006/relationships/slideLayout" Target="../slideLayouts/slideLayout1789.xml"/><Relationship Id="rId45" Type="http://schemas.openxmlformats.org/officeDocument/2006/relationships/slideLayout" Target="../slideLayouts/slideLayout1794.xml"/><Relationship Id="rId66" Type="http://schemas.openxmlformats.org/officeDocument/2006/relationships/slideLayout" Target="../slideLayouts/slideLayout1815.xml"/><Relationship Id="rId61" Type="http://schemas.openxmlformats.org/officeDocument/2006/relationships/slideLayout" Target="../slideLayouts/slideLayout1810.xml"/><Relationship Id="rId82" Type="http://schemas.openxmlformats.org/officeDocument/2006/relationships/slideLayout" Target="../slideLayouts/slideLayout1831.xml"/></Relationships>
</file>

<file path=ppt/slideMasters/_rels/slideMaster31.xml.rels><?xml version="1.0" encoding="UTF-8" standalone="yes"?>
<Relationships xmlns="http://schemas.openxmlformats.org/package/2006/relationships"><Relationship Id="rId13" Type="http://schemas.openxmlformats.org/officeDocument/2006/relationships/slideLayout" Target="../slideLayouts/slideLayout1846.xml"/><Relationship Id="rId18" Type="http://schemas.openxmlformats.org/officeDocument/2006/relationships/slideLayout" Target="../slideLayouts/slideLayout1851.xml"/><Relationship Id="rId26" Type="http://schemas.openxmlformats.org/officeDocument/2006/relationships/slideLayout" Target="../slideLayouts/slideLayout1859.xml"/><Relationship Id="rId39" Type="http://schemas.openxmlformats.org/officeDocument/2006/relationships/slideLayout" Target="../slideLayouts/slideLayout1872.xml"/><Relationship Id="rId21" Type="http://schemas.openxmlformats.org/officeDocument/2006/relationships/slideLayout" Target="../slideLayouts/slideLayout1854.xml"/><Relationship Id="rId34" Type="http://schemas.openxmlformats.org/officeDocument/2006/relationships/slideLayout" Target="../slideLayouts/slideLayout1867.xml"/><Relationship Id="rId42" Type="http://schemas.openxmlformats.org/officeDocument/2006/relationships/slideLayout" Target="../slideLayouts/slideLayout1875.xml"/><Relationship Id="rId47" Type="http://schemas.openxmlformats.org/officeDocument/2006/relationships/slideLayout" Target="../slideLayouts/slideLayout1880.xml"/><Relationship Id="rId50" Type="http://schemas.openxmlformats.org/officeDocument/2006/relationships/slideLayout" Target="../slideLayouts/slideLayout1883.xml"/><Relationship Id="rId7" Type="http://schemas.openxmlformats.org/officeDocument/2006/relationships/slideLayout" Target="../slideLayouts/slideLayout1840.xml"/><Relationship Id="rId2" Type="http://schemas.openxmlformats.org/officeDocument/2006/relationships/slideLayout" Target="../slideLayouts/slideLayout1835.xml"/><Relationship Id="rId16" Type="http://schemas.openxmlformats.org/officeDocument/2006/relationships/slideLayout" Target="../slideLayouts/slideLayout1849.xml"/><Relationship Id="rId29" Type="http://schemas.openxmlformats.org/officeDocument/2006/relationships/slideLayout" Target="../slideLayouts/slideLayout1862.xml"/><Relationship Id="rId11" Type="http://schemas.openxmlformats.org/officeDocument/2006/relationships/slideLayout" Target="../slideLayouts/slideLayout1844.xml"/><Relationship Id="rId24" Type="http://schemas.openxmlformats.org/officeDocument/2006/relationships/slideLayout" Target="../slideLayouts/slideLayout1857.xml"/><Relationship Id="rId32" Type="http://schemas.openxmlformats.org/officeDocument/2006/relationships/slideLayout" Target="../slideLayouts/slideLayout1865.xml"/><Relationship Id="rId37" Type="http://schemas.openxmlformats.org/officeDocument/2006/relationships/slideLayout" Target="../slideLayouts/slideLayout1870.xml"/><Relationship Id="rId40" Type="http://schemas.openxmlformats.org/officeDocument/2006/relationships/slideLayout" Target="../slideLayouts/slideLayout1873.xml"/><Relationship Id="rId45" Type="http://schemas.openxmlformats.org/officeDocument/2006/relationships/slideLayout" Target="../slideLayouts/slideLayout1878.xml"/><Relationship Id="rId5" Type="http://schemas.openxmlformats.org/officeDocument/2006/relationships/slideLayout" Target="../slideLayouts/slideLayout1838.xml"/><Relationship Id="rId15" Type="http://schemas.openxmlformats.org/officeDocument/2006/relationships/slideLayout" Target="../slideLayouts/slideLayout1848.xml"/><Relationship Id="rId23" Type="http://schemas.openxmlformats.org/officeDocument/2006/relationships/slideLayout" Target="../slideLayouts/slideLayout1856.xml"/><Relationship Id="rId28" Type="http://schemas.openxmlformats.org/officeDocument/2006/relationships/slideLayout" Target="../slideLayouts/slideLayout1861.xml"/><Relationship Id="rId36" Type="http://schemas.openxmlformats.org/officeDocument/2006/relationships/slideLayout" Target="../slideLayouts/slideLayout1869.xml"/><Relationship Id="rId49" Type="http://schemas.openxmlformats.org/officeDocument/2006/relationships/slideLayout" Target="../slideLayouts/slideLayout1882.xml"/><Relationship Id="rId10" Type="http://schemas.openxmlformats.org/officeDocument/2006/relationships/slideLayout" Target="../slideLayouts/slideLayout1843.xml"/><Relationship Id="rId19" Type="http://schemas.openxmlformats.org/officeDocument/2006/relationships/slideLayout" Target="../slideLayouts/slideLayout1852.xml"/><Relationship Id="rId31" Type="http://schemas.openxmlformats.org/officeDocument/2006/relationships/slideLayout" Target="../slideLayouts/slideLayout1864.xml"/><Relationship Id="rId44" Type="http://schemas.openxmlformats.org/officeDocument/2006/relationships/slideLayout" Target="../slideLayouts/slideLayout1877.xml"/><Relationship Id="rId4" Type="http://schemas.openxmlformats.org/officeDocument/2006/relationships/slideLayout" Target="../slideLayouts/slideLayout1837.xml"/><Relationship Id="rId9" Type="http://schemas.openxmlformats.org/officeDocument/2006/relationships/slideLayout" Target="../slideLayouts/slideLayout1842.xml"/><Relationship Id="rId14" Type="http://schemas.openxmlformats.org/officeDocument/2006/relationships/slideLayout" Target="../slideLayouts/slideLayout1847.xml"/><Relationship Id="rId22" Type="http://schemas.openxmlformats.org/officeDocument/2006/relationships/slideLayout" Target="../slideLayouts/slideLayout1855.xml"/><Relationship Id="rId27" Type="http://schemas.openxmlformats.org/officeDocument/2006/relationships/slideLayout" Target="../slideLayouts/slideLayout1860.xml"/><Relationship Id="rId30" Type="http://schemas.openxmlformats.org/officeDocument/2006/relationships/slideLayout" Target="../slideLayouts/slideLayout1863.xml"/><Relationship Id="rId35" Type="http://schemas.openxmlformats.org/officeDocument/2006/relationships/slideLayout" Target="../slideLayouts/slideLayout1868.xml"/><Relationship Id="rId43" Type="http://schemas.openxmlformats.org/officeDocument/2006/relationships/slideLayout" Target="../slideLayouts/slideLayout1876.xml"/><Relationship Id="rId48" Type="http://schemas.openxmlformats.org/officeDocument/2006/relationships/slideLayout" Target="../slideLayouts/slideLayout1881.xml"/><Relationship Id="rId8" Type="http://schemas.openxmlformats.org/officeDocument/2006/relationships/slideLayout" Target="../slideLayouts/slideLayout1841.xml"/><Relationship Id="rId51" Type="http://schemas.openxmlformats.org/officeDocument/2006/relationships/theme" Target="../theme/theme31.xml"/><Relationship Id="rId3" Type="http://schemas.openxmlformats.org/officeDocument/2006/relationships/slideLayout" Target="../slideLayouts/slideLayout1836.xml"/><Relationship Id="rId12" Type="http://schemas.openxmlformats.org/officeDocument/2006/relationships/slideLayout" Target="../slideLayouts/slideLayout1845.xml"/><Relationship Id="rId17" Type="http://schemas.openxmlformats.org/officeDocument/2006/relationships/slideLayout" Target="../slideLayouts/slideLayout1850.xml"/><Relationship Id="rId25" Type="http://schemas.openxmlformats.org/officeDocument/2006/relationships/slideLayout" Target="../slideLayouts/slideLayout1858.xml"/><Relationship Id="rId33" Type="http://schemas.openxmlformats.org/officeDocument/2006/relationships/slideLayout" Target="../slideLayouts/slideLayout1866.xml"/><Relationship Id="rId38" Type="http://schemas.openxmlformats.org/officeDocument/2006/relationships/slideLayout" Target="../slideLayouts/slideLayout1871.xml"/><Relationship Id="rId46" Type="http://schemas.openxmlformats.org/officeDocument/2006/relationships/slideLayout" Target="../slideLayouts/slideLayout1879.xml"/><Relationship Id="rId20" Type="http://schemas.openxmlformats.org/officeDocument/2006/relationships/slideLayout" Target="../slideLayouts/slideLayout1853.xml"/><Relationship Id="rId41" Type="http://schemas.openxmlformats.org/officeDocument/2006/relationships/slideLayout" Target="../slideLayouts/slideLayout1874.xml"/><Relationship Id="rId1" Type="http://schemas.openxmlformats.org/officeDocument/2006/relationships/slideLayout" Target="../slideLayouts/slideLayout1834.xml"/><Relationship Id="rId6" Type="http://schemas.openxmlformats.org/officeDocument/2006/relationships/slideLayout" Target="../slideLayouts/slideLayout1839.xml"/></Relationships>
</file>

<file path=ppt/slideMasters/_rels/slideMaster32.xml.rels><?xml version="1.0" encoding="UTF-8" standalone="yes"?>
<Relationships xmlns="http://schemas.openxmlformats.org/package/2006/relationships"><Relationship Id="rId13" Type="http://schemas.openxmlformats.org/officeDocument/2006/relationships/slideLayout" Target="../slideLayouts/slideLayout1896.xml"/><Relationship Id="rId18" Type="http://schemas.openxmlformats.org/officeDocument/2006/relationships/slideLayout" Target="../slideLayouts/slideLayout1901.xml"/><Relationship Id="rId26" Type="http://schemas.openxmlformats.org/officeDocument/2006/relationships/slideLayout" Target="../slideLayouts/slideLayout1909.xml"/><Relationship Id="rId39" Type="http://schemas.openxmlformats.org/officeDocument/2006/relationships/slideLayout" Target="../slideLayouts/slideLayout1922.xml"/><Relationship Id="rId21" Type="http://schemas.openxmlformats.org/officeDocument/2006/relationships/slideLayout" Target="../slideLayouts/slideLayout1904.xml"/><Relationship Id="rId34" Type="http://schemas.openxmlformats.org/officeDocument/2006/relationships/slideLayout" Target="../slideLayouts/slideLayout1917.xml"/><Relationship Id="rId42" Type="http://schemas.openxmlformats.org/officeDocument/2006/relationships/slideLayout" Target="../slideLayouts/slideLayout1925.xml"/><Relationship Id="rId47" Type="http://schemas.openxmlformats.org/officeDocument/2006/relationships/slideLayout" Target="../slideLayouts/slideLayout1930.xml"/><Relationship Id="rId50" Type="http://schemas.openxmlformats.org/officeDocument/2006/relationships/theme" Target="../theme/theme32.xml"/><Relationship Id="rId7" Type="http://schemas.openxmlformats.org/officeDocument/2006/relationships/slideLayout" Target="../slideLayouts/slideLayout1890.xml"/><Relationship Id="rId2" Type="http://schemas.openxmlformats.org/officeDocument/2006/relationships/slideLayout" Target="../slideLayouts/slideLayout1885.xml"/><Relationship Id="rId16" Type="http://schemas.openxmlformats.org/officeDocument/2006/relationships/slideLayout" Target="../slideLayouts/slideLayout1899.xml"/><Relationship Id="rId29" Type="http://schemas.openxmlformats.org/officeDocument/2006/relationships/slideLayout" Target="../slideLayouts/slideLayout1912.xml"/><Relationship Id="rId11" Type="http://schemas.openxmlformats.org/officeDocument/2006/relationships/slideLayout" Target="../slideLayouts/slideLayout1894.xml"/><Relationship Id="rId24" Type="http://schemas.openxmlformats.org/officeDocument/2006/relationships/slideLayout" Target="../slideLayouts/slideLayout1907.xml"/><Relationship Id="rId32" Type="http://schemas.openxmlformats.org/officeDocument/2006/relationships/slideLayout" Target="../slideLayouts/slideLayout1915.xml"/><Relationship Id="rId37" Type="http://schemas.openxmlformats.org/officeDocument/2006/relationships/slideLayout" Target="../slideLayouts/slideLayout1920.xml"/><Relationship Id="rId40" Type="http://schemas.openxmlformats.org/officeDocument/2006/relationships/slideLayout" Target="../slideLayouts/slideLayout1923.xml"/><Relationship Id="rId45" Type="http://schemas.openxmlformats.org/officeDocument/2006/relationships/slideLayout" Target="../slideLayouts/slideLayout1928.xml"/><Relationship Id="rId5" Type="http://schemas.openxmlformats.org/officeDocument/2006/relationships/slideLayout" Target="../slideLayouts/slideLayout1888.xml"/><Relationship Id="rId15" Type="http://schemas.openxmlformats.org/officeDocument/2006/relationships/slideLayout" Target="../slideLayouts/slideLayout1898.xml"/><Relationship Id="rId23" Type="http://schemas.openxmlformats.org/officeDocument/2006/relationships/slideLayout" Target="../slideLayouts/slideLayout1906.xml"/><Relationship Id="rId28" Type="http://schemas.openxmlformats.org/officeDocument/2006/relationships/slideLayout" Target="../slideLayouts/slideLayout1911.xml"/><Relationship Id="rId36" Type="http://schemas.openxmlformats.org/officeDocument/2006/relationships/slideLayout" Target="../slideLayouts/slideLayout1919.xml"/><Relationship Id="rId49" Type="http://schemas.openxmlformats.org/officeDocument/2006/relationships/slideLayout" Target="../slideLayouts/slideLayout1932.xml"/><Relationship Id="rId10" Type="http://schemas.openxmlformats.org/officeDocument/2006/relationships/slideLayout" Target="../slideLayouts/slideLayout1893.xml"/><Relationship Id="rId19" Type="http://schemas.openxmlformats.org/officeDocument/2006/relationships/slideLayout" Target="../slideLayouts/slideLayout1902.xml"/><Relationship Id="rId31" Type="http://schemas.openxmlformats.org/officeDocument/2006/relationships/slideLayout" Target="../slideLayouts/slideLayout1914.xml"/><Relationship Id="rId44" Type="http://schemas.openxmlformats.org/officeDocument/2006/relationships/slideLayout" Target="../slideLayouts/slideLayout1927.xml"/><Relationship Id="rId4" Type="http://schemas.openxmlformats.org/officeDocument/2006/relationships/slideLayout" Target="../slideLayouts/slideLayout1887.xml"/><Relationship Id="rId9" Type="http://schemas.openxmlformats.org/officeDocument/2006/relationships/slideLayout" Target="../slideLayouts/slideLayout1892.xml"/><Relationship Id="rId14" Type="http://schemas.openxmlformats.org/officeDocument/2006/relationships/slideLayout" Target="../slideLayouts/slideLayout1897.xml"/><Relationship Id="rId22" Type="http://schemas.openxmlformats.org/officeDocument/2006/relationships/slideLayout" Target="../slideLayouts/slideLayout1905.xml"/><Relationship Id="rId27" Type="http://schemas.openxmlformats.org/officeDocument/2006/relationships/slideLayout" Target="../slideLayouts/slideLayout1910.xml"/><Relationship Id="rId30" Type="http://schemas.openxmlformats.org/officeDocument/2006/relationships/slideLayout" Target="../slideLayouts/slideLayout1913.xml"/><Relationship Id="rId35" Type="http://schemas.openxmlformats.org/officeDocument/2006/relationships/slideLayout" Target="../slideLayouts/slideLayout1918.xml"/><Relationship Id="rId43" Type="http://schemas.openxmlformats.org/officeDocument/2006/relationships/slideLayout" Target="../slideLayouts/slideLayout1926.xml"/><Relationship Id="rId48" Type="http://schemas.openxmlformats.org/officeDocument/2006/relationships/slideLayout" Target="../slideLayouts/slideLayout1931.xml"/><Relationship Id="rId8" Type="http://schemas.openxmlformats.org/officeDocument/2006/relationships/slideLayout" Target="../slideLayouts/slideLayout1891.xml"/><Relationship Id="rId3" Type="http://schemas.openxmlformats.org/officeDocument/2006/relationships/slideLayout" Target="../slideLayouts/slideLayout1886.xml"/><Relationship Id="rId12" Type="http://schemas.openxmlformats.org/officeDocument/2006/relationships/slideLayout" Target="../slideLayouts/slideLayout1895.xml"/><Relationship Id="rId17" Type="http://schemas.openxmlformats.org/officeDocument/2006/relationships/slideLayout" Target="../slideLayouts/slideLayout1900.xml"/><Relationship Id="rId25" Type="http://schemas.openxmlformats.org/officeDocument/2006/relationships/slideLayout" Target="../slideLayouts/slideLayout1908.xml"/><Relationship Id="rId33" Type="http://schemas.openxmlformats.org/officeDocument/2006/relationships/slideLayout" Target="../slideLayouts/slideLayout1916.xml"/><Relationship Id="rId38" Type="http://schemas.openxmlformats.org/officeDocument/2006/relationships/slideLayout" Target="../slideLayouts/slideLayout1921.xml"/><Relationship Id="rId46" Type="http://schemas.openxmlformats.org/officeDocument/2006/relationships/slideLayout" Target="../slideLayouts/slideLayout1929.xml"/><Relationship Id="rId20" Type="http://schemas.openxmlformats.org/officeDocument/2006/relationships/slideLayout" Target="../slideLayouts/slideLayout1903.xml"/><Relationship Id="rId41" Type="http://schemas.openxmlformats.org/officeDocument/2006/relationships/slideLayout" Target="../slideLayouts/slideLayout1924.xml"/><Relationship Id="rId1" Type="http://schemas.openxmlformats.org/officeDocument/2006/relationships/slideLayout" Target="../slideLayouts/slideLayout1884.xml"/><Relationship Id="rId6" Type="http://schemas.openxmlformats.org/officeDocument/2006/relationships/slideLayout" Target="../slideLayouts/slideLayout1889.xml"/></Relationships>
</file>

<file path=ppt/slideMasters/_rels/slideMaster33.xml.rels><?xml version="1.0" encoding="UTF-8" standalone="yes"?>
<Relationships xmlns="http://schemas.openxmlformats.org/package/2006/relationships"><Relationship Id="rId26" Type="http://schemas.openxmlformats.org/officeDocument/2006/relationships/slideLayout" Target="../slideLayouts/slideLayout1958.xml"/><Relationship Id="rId21" Type="http://schemas.openxmlformats.org/officeDocument/2006/relationships/slideLayout" Target="../slideLayouts/slideLayout1953.xml"/><Relationship Id="rId42" Type="http://schemas.openxmlformats.org/officeDocument/2006/relationships/slideLayout" Target="../slideLayouts/slideLayout1974.xml"/><Relationship Id="rId47" Type="http://schemas.openxmlformats.org/officeDocument/2006/relationships/slideLayout" Target="../slideLayouts/slideLayout1979.xml"/><Relationship Id="rId63" Type="http://schemas.openxmlformats.org/officeDocument/2006/relationships/slideLayout" Target="../slideLayouts/slideLayout1995.xml"/><Relationship Id="rId68" Type="http://schemas.openxmlformats.org/officeDocument/2006/relationships/slideLayout" Target="../slideLayouts/slideLayout2000.xml"/><Relationship Id="rId84" Type="http://schemas.openxmlformats.org/officeDocument/2006/relationships/slideLayout" Target="../slideLayouts/slideLayout2016.xml"/><Relationship Id="rId16" Type="http://schemas.openxmlformats.org/officeDocument/2006/relationships/slideLayout" Target="../slideLayouts/slideLayout1948.xml"/><Relationship Id="rId11" Type="http://schemas.openxmlformats.org/officeDocument/2006/relationships/slideLayout" Target="../slideLayouts/slideLayout1943.xml"/><Relationship Id="rId32" Type="http://schemas.openxmlformats.org/officeDocument/2006/relationships/slideLayout" Target="../slideLayouts/slideLayout1964.xml"/><Relationship Id="rId37" Type="http://schemas.openxmlformats.org/officeDocument/2006/relationships/slideLayout" Target="../slideLayouts/slideLayout1969.xml"/><Relationship Id="rId53" Type="http://schemas.openxmlformats.org/officeDocument/2006/relationships/slideLayout" Target="../slideLayouts/slideLayout1985.xml"/><Relationship Id="rId58" Type="http://schemas.openxmlformats.org/officeDocument/2006/relationships/slideLayout" Target="../slideLayouts/slideLayout1990.xml"/><Relationship Id="rId74" Type="http://schemas.openxmlformats.org/officeDocument/2006/relationships/slideLayout" Target="../slideLayouts/slideLayout2006.xml"/><Relationship Id="rId79" Type="http://schemas.openxmlformats.org/officeDocument/2006/relationships/slideLayout" Target="../slideLayouts/slideLayout2011.xml"/><Relationship Id="rId5" Type="http://schemas.openxmlformats.org/officeDocument/2006/relationships/slideLayout" Target="../slideLayouts/slideLayout1937.xml"/><Relationship Id="rId19" Type="http://schemas.openxmlformats.org/officeDocument/2006/relationships/slideLayout" Target="../slideLayouts/slideLayout1951.xml"/><Relationship Id="rId14" Type="http://schemas.openxmlformats.org/officeDocument/2006/relationships/slideLayout" Target="../slideLayouts/slideLayout1946.xml"/><Relationship Id="rId22" Type="http://schemas.openxmlformats.org/officeDocument/2006/relationships/slideLayout" Target="../slideLayouts/slideLayout1954.xml"/><Relationship Id="rId27" Type="http://schemas.openxmlformats.org/officeDocument/2006/relationships/slideLayout" Target="../slideLayouts/slideLayout1959.xml"/><Relationship Id="rId30" Type="http://schemas.openxmlformats.org/officeDocument/2006/relationships/slideLayout" Target="../slideLayouts/slideLayout1962.xml"/><Relationship Id="rId35" Type="http://schemas.openxmlformats.org/officeDocument/2006/relationships/slideLayout" Target="../slideLayouts/slideLayout1967.xml"/><Relationship Id="rId43" Type="http://schemas.openxmlformats.org/officeDocument/2006/relationships/slideLayout" Target="../slideLayouts/slideLayout1975.xml"/><Relationship Id="rId48" Type="http://schemas.openxmlformats.org/officeDocument/2006/relationships/slideLayout" Target="../slideLayouts/slideLayout1980.xml"/><Relationship Id="rId56" Type="http://schemas.openxmlformats.org/officeDocument/2006/relationships/slideLayout" Target="../slideLayouts/slideLayout1988.xml"/><Relationship Id="rId64" Type="http://schemas.openxmlformats.org/officeDocument/2006/relationships/slideLayout" Target="../slideLayouts/slideLayout1996.xml"/><Relationship Id="rId69" Type="http://schemas.openxmlformats.org/officeDocument/2006/relationships/slideLayout" Target="../slideLayouts/slideLayout2001.xml"/><Relationship Id="rId77" Type="http://schemas.openxmlformats.org/officeDocument/2006/relationships/slideLayout" Target="../slideLayouts/slideLayout2009.xml"/><Relationship Id="rId8" Type="http://schemas.openxmlformats.org/officeDocument/2006/relationships/slideLayout" Target="../slideLayouts/slideLayout1940.xml"/><Relationship Id="rId51" Type="http://schemas.openxmlformats.org/officeDocument/2006/relationships/slideLayout" Target="../slideLayouts/slideLayout1983.xml"/><Relationship Id="rId72" Type="http://schemas.openxmlformats.org/officeDocument/2006/relationships/slideLayout" Target="../slideLayouts/slideLayout2004.xml"/><Relationship Id="rId80" Type="http://schemas.openxmlformats.org/officeDocument/2006/relationships/slideLayout" Target="../slideLayouts/slideLayout2012.xml"/><Relationship Id="rId85" Type="http://schemas.openxmlformats.org/officeDocument/2006/relationships/theme" Target="../theme/theme33.xml"/><Relationship Id="rId3" Type="http://schemas.openxmlformats.org/officeDocument/2006/relationships/slideLayout" Target="../slideLayouts/slideLayout1935.xml"/><Relationship Id="rId12" Type="http://schemas.openxmlformats.org/officeDocument/2006/relationships/slideLayout" Target="../slideLayouts/slideLayout1944.xml"/><Relationship Id="rId17" Type="http://schemas.openxmlformats.org/officeDocument/2006/relationships/slideLayout" Target="../slideLayouts/slideLayout1949.xml"/><Relationship Id="rId25" Type="http://schemas.openxmlformats.org/officeDocument/2006/relationships/slideLayout" Target="../slideLayouts/slideLayout1957.xml"/><Relationship Id="rId33" Type="http://schemas.openxmlformats.org/officeDocument/2006/relationships/slideLayout" Target="../slideLayouts/slideLayout1965.xml"/><Relationship Id="rId38" Type="http://schemas.openxmlformats.org/officeDocument/2006/relationships/slideLayout" Target="../slideLayouts/slideLayout1970.xml"/><Relationship Id="rId46" Type="http://schemas.openxmlformats.org/officeDocument/2006/relationships/slideLayout" Target="../slideLayouts/slideLayout1978.xml"/><Relationship Id="rId59" Type="http://schemas.openxmlformats.org/officeDocument/2006/relationships/slideLayout" Target="../slideLayouts/slideLayout1991.xml"/><Relationship Id="rId67" Type="http://schemas.openxmlformats.org/officeDocument/2006/relationships/slideLayout" Target="../slideLayouts/slideLayout1999.xml"/><Relationship Id="rId20" Type="http://schemas.openxmlformats.org/officeDocument/2006/relationships/slideLayout" Target="../slideLayouts/slideLayout1952.xml"/><Relationship Id="rId41" Type="http://schemas.openxmlformats.org/officeDocument/2006/relationships/slideLayout" Target="../slideLayouts/slideLayout1973.xml"/><Relationship Id="rId54" Type="http://schemas.openxmlformats.org/officeDocument/2006/relationships/slideLayout" Target="../slideLayouts/slideLayout1986.xml"/><Relationship Id="rId62" Type="http://schemas.openxmlformats.org/officeDocument/2006/relationships/slideLayout" Target="../slideLayouts/slideLayout1994.xml"/><Relationship Id="rId70" Type="http://schemas.openxmlformats.org/officeDocument/2006/relationships/slideLayout" Target="../slideLayouts/slideLayout2002.xml"/><Relationship Id="rId75" Type="http://schemas.openxmlformats.org/officeDocument/2006/relationships/slideLayout" Target="../slideLayouts/slideLayout2007.xml"/><Relationship Id="rId83" Type="http://schemas.openxmlformats.org/officeDocument/2006/relationships/slideLayout" Target="../slideLayouts/slideLayout2015.xml"/><Relationship Id="rId1" Type="http://schemas.openxmlformats.org/officeDocument/2006/relationships/slideLayout" Target="../slideLayouts/slideLayout1933.xml"/><Relationship Id="rId6" Type="http://schemas.openxmlformats.org/officeDocument/2006/relationships/slideLayout" Target="../slideLayouts/slideLayout1938.xml"/><Relationship Id="rId15" Type="http://schemas.openxmlformats.org/officeDocument/2006/relationships/slideLayout" Target="../slideLayouts/slideLayout1947.xml"/><Relationship Id="rId23" Type="http://schemas.openxmlformats.org/officeDocument/2006/relationships/slideLayout" Target="../slideLayouts/slideLayout1955.xml"/><Relationship Id="rId28" Type="http://schemas.openxmlformats.org/officeDocument/2006/relationships/slideLayout" Target="../slideLayouts/slideLayout1960.xml"/><Relationship Id="rId36" Type="http://schemas.openxmlformats.org/officeDocument/2006/relationships/slideLayout" Target="../slideLayouts/slideLayout1968.xml"/><Relationship Id="rId49" Type="http://schemas.openxmlformats.org/officeDocument/2006/relationships/slideLayout" Target="../slideLayouts/slideLayout1981.xml"/><Relationship Id="rId57" Type="http://schemas.openxmlformats.org/officeDocument/2006/relationships/slideLayout" Target="../slideLayouts/slideLayout1989.xml"/><Relationship Id="rId10" Type="http://schemas.openxmlformats.org/officeDocument/2006/relationships/slideLayout" Target="../slideLayouts/slideLayout1942.xml"/><Relationship Id="rId31" Type="http://schemas.openxmlformats.org/officeDocument/2006/relationships/slideLayout" Target="../slideLayouts/slideLayout1963.xml"/><Relationship Id="rId44" Type="http://schemas.openxmlformats.org/officeDocument/2006/relationships/slideLayout" Target="../slideLayouts/slideLayout1976.xml"/><Relationship Id="rId52" Type="http://schemas.openxmlformats.org/officeDocument/2006/relationships/slideLayout" Target="../slideLayouts/slideLayout1984.xml"/><Relationship Id="rId60" Type="http://schemas.openxmlformats.org/officeDocument/2006/relationships/slideLayout" Target="../slideLayouts/slideLayout1992.xml"/><Relationship Id="rId65" Type="http://schemas.openxmlformats.org/officeDocument/2006/relationships/slideLayout" Target="../slideLayouts/slideLayout1997.xml"/><Relationship Id="rId73" Type="http://schemas.openxmlformats.org/officeDocument/2006/relationships/slideLayout" Target="../slideLayouts/slideLayout2005.xml"/><Relationship Id="rId78" Type="http://schemas.openxmlformats.org/officeDocument/2006/relationships/slideLayout" Target="../slideLayouts/slideLayout2010.xml"/><Relationship Id="rId81" Type="http://schemas.openxmlformats.org/officeDocument/2006/relationships/slideLayout" Target="../slideLayouts/slideLayout2013.xml"/><Relationship Id="rId4" Type="http://schemas.openxmlformats.org/officeDocument/2006/relationships/slideLayout" Target="../slideLayouts/slideLayout1936.xml"/><Relationship Id="rId9" Type="http://schemas.openxmlformats.org/officeDocument/2006/relationships/slideLayout" Target="../slideLayouts/slideLayout1941.xml"/><Relationship Id="rId13" Type="http://schemas.openxmlformats.org/officeDocument/2006/relationships/slideLayout" Target="../slideLayouts/slideLayout1945.xml"/><Relationship Id="rId18" Type="http://schemas.openxmlformats.org/officeDocument/2006/relationships/slideLayout" Target="../slideLayouts/slideLayout1950.xml"/><Relationship Id="rId39" Type="http://schemas.openxmlformats.org/officeDocument/2006/relationships/slideLayout" Target="../slideLayouts/slideLayout1971.xml"/><Relationship Id="rId34" Type="http://schemas.openxmlformats.org/officeDocument/2006/relationships/slideLayout" Target="../slideLayouts/slideLayout1966.xml"/><Relationship Id="rId50" Type="http://schemas.openxmlformats.org/officeDocument/2006/relationships/slideLayout" Target="../slideLayouts/slideLayout1982.xml"/><Relationship Id="rId55" Type="http://schemas.openxmlformats.org/officeDocument/2006/relationships/slideLayout" Target="../slideLayouts/slideLayout1987.xml"/><Relationship Id="rId76" Type="http://schemas.openxmlformats.org/officeDocument/2006/relationships/slideLayout" Target="../slideLayouts/slideLayout2008.xml"/><Relationship Id="rId7" Type="http://schemas.openxmlformats.org/officeDocument/2006/relationships/slideLayout" Target="../slideLayouts/slideLayout1939.xml"/><Relationship Id="rId71" Type="http://schemas.openxmlformats.org/officeDocument/2006/relationships/slideLayout" Target="../slideLayouts/slideLayout2003.xml"/><Relationship Id="rId2" Type="http://schemas.openxmlformats.org/officeDocument/2006/relationships/slideLayout" Target="../slideLayouts/slideLayout1934.xml"/><Relationship Id="rId29" Type="http://schemas.openxmlformats.org/officeDocument/2006/relationships/slideLayout" Target="../slideLayouts/slideLayout1961.xml"/><Relationship Id="rId24" Type="http://schemas.openxmlformats.org/officeDocument/2006/relationships/slideLayout" Target="../slideLayouts/slideLayout1956.xml"/><Relationship Id="rId40" Type="http://schemas.openxmlformats.org/officeDocument/2006/relationships/slideLayout" Target="../slideLayouts/slideLayout1972.xml"/><Relationship Id="rId45" Type="http://schemas.openxmlformats.org/officeDocument/2006/relationships/slideLayout" Target="../slideLayouts/slideLayout1977.xml"/><Relationship Id="rId66" Type="http://schemas.openxmlformats.org/officeDocument/2006/relationships/slideLayout" Target="../slideLayouts/slideLayout1998.xml"/><Relationship Id="rId61" Type="http://schemas.openxmlformats.org/officeDocument/2006/relationships/slideLayout" Target="../slideLayouts/slideLayout1993.xml"/><Relationship Id="rId82" Type="http://schemas.openxmlformats.org/officeDocument/2006/relationships/slideLayout" Target="../slideLayouts/slideLayout20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4830" r:id="rId1"/>
    <p:sldLayoutId id="2147484884" r:id="rId2"/>
    <p:sldLayoutId id="2147484845" r:id="rId3"/>
    <p:sldLayoutId id="2147484870" r:id="rId4"/>
    <p:sldLayoutId id="2147484872" r:id="rId5"/>
    <p:sldLayoutId id="2147484867" r:id="rId6"/>
    <p:sldLayoutId id="2147484839" r:id="rId7"/>
    <p:sldLayoutId id="2147484742" r:id="rId8"/>
    <p:sldLayoutId id="2147484910" r:id="rId9"/>
    <p:sldLayoutId id="2147484817" r:id="rId10"/>
    <p:sldLayoutId id="2147484741" r:id="rId11"/>
    <p:sldLayoutId id="2147484807" r:id="rId12"/>
    <p:sldLayoutId id="2147484753" r:id="rId13"/>
    <p:sldLayoutId id="2147484808" r:id="rId14"/>
    <p:sldLayoutId id="2147484912" r:id="rId15"/>
    <p:sldLayoutId id="2147484914" r:id="rId16"/>
    <p:sldLayoutId id="2147484917" r:id="rId17"/>
    <p:sldLayoutId id="2147484915" r:id="rId18"/>
    <p:sldLayoutId id="2147484873" r:id="rId19"/>
    <p:sldLayoutId id="2147484886" r:id="rId20"/>
    <p:sldLayoutId id="2147484885" r:id="rId21"/>
    <p:sldLayoutId id="2147484874" r:id="rId22"/>
    <p:sldLayoutId id="2147484745" r:id="rId23"/>
    <p:sldLayoutId id="2147484743" r:id="rId24"/>
    <p:sldLayoutId id="2147484827" r:id="rId25"/>
    <p:sldLayoutId id="2147484828" r:id="rId26"/>
    <p:sldLayoutId id="2147484829" r:id="rId27"/>
    <p:sldLayoutId id="2147484749" r:id="rId28"/>
    <p:sldLayoutId id="2147484875" r:id="rId29"/>
    <p:sldLayoutId id="2147484840" r:id="rId30"/>
    <p:sldLayoutId id="2147484887" r:id="rId31"/>
    <p:sldLayoutId id="2147484909" r:id="rId32"/>
    <p:sldLayoutId id="2147484907" r:id="rId33"/>
    <p:sldLayoutId id="2147484911" r:id="rId34"/>
    <p:sldLayoutId id="2147484899" r:id="rId35"/>
    <p:sldLayoutId id="2147484903" r:id="rId36"/>
    <p:sldLayoutId id="2147484905" r:id="rId37"/>
    <p:sldLayoutId id="2147484900" r:id="rId38"/>
    <p:sldLayoutId id="2147484906" r:id="rId39"/>
    <p:sldLayoutId id="2147484821" r:id="rId40"/>
    <p:sldLayoutId id="2147484728" r:id="rId41"/>
    <p:sldLayoutId id="2147484859" r:id="rId42"/>
    <p:sldLayoutId id="2147484894" r:id="rId43"/>
    <p:sldLayoutId id="2147484895" r:id="rId44"/>
    <p:sldLayoutId id="2147484916" r:id="rId45"/>
    <p:sldLayoutId id="2147484918" r:id="rId46"/>
    <p:sldLayoutId id="2147484919" r:id="rId47"/>
    <p:sldLayoutId id="2147484920" r:id="rId48"/>
    <p:sldLayoutId id="2147484921"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4923" r:id="rId1"/>
    <p:sldLayoutId id="2147484924" r:id="rId2"/>
    <p:sldLayoutId id="2147484925" r:id="rId3"/>
    <p:sldLayoutId id="2147484926" r:id="rId4"/>
    <p:sldLayoutId id="2147484927" r:id="rId5"/>
    <p:sldLayoutId id="2147484928" r:id="rId6"/>
    <p:sldLayoutId id="2147484930" r:id="rId7"/>
    <p:sldLayoutId id="2147484931" r:id="rId8"/>
    <p:sldLayoutId id="2147484932" r:id="rId9"/>
    <p:sldLayoutId id="2147484933" r:id="rId10"/>
    <p:sldLayoutId id="2147484934" r:id="rId11"/>
    <p:sldLayoutId id="2147484935" r:id="rId12"/>
    <p:sldLayoutId id="2147484936" r:id="rId13"/>
    <p:sldLayoutId id="2147484937" r:id="rId14"/>
    <p:sldLayoutId id="2147484938" r:id="rId15"/>
    <p:sldLayoutId id="2147484939" r:id="rId16"/>
    <p:sldLayoutId id="2147484940" r:id="rId17"/>
    <p:sldLayoutId id="2147484941" r:id="rId18"/>
    <p:sldLayoutId id="2147484942" r:id="rId19"/>
    <p:sldLayoutId id="2147484943" r:id="rId20"/>
    <p:sldLayoutId id="2147484944" r:id="rId21"/>
    <p:sldLayoutId id="2147484945" r:id="rId22"/>
    <p:sldLayoutId id="2147484946" r:id="rId23"/>
    <p:sldLayoutId id="2147484947" r:id="rId24"/>
    <p:sldLayoutId id="2147484948" r:id="rId25"/>
    <p:sldLayoutId id="2147484949" r:id="rId26"/>
    <p:sldLayoutId id="2147484950" r:id="rId27"/>
    <p:sldLayoutId id="2147484951" r:id="rId28"/>
    <p:sldLayoutId id="2147484952" r:id="rId29"/>
    <p:sldLayoutId id="2147484953" r:id="rId30"/>
    <p:sldLayoutId id="2147484954" r:id="rId31"/>
    <p:sldLayoutId id="2147484955" r:id="rId32"/>
    <p:sldLayoutId id="2147484956" r:id="rId33"/>
    <p:sldLayoutId id="2147484957" r:id="rId34"/>
    <p:sldLayoutId id="2147484958" r:id="rId35"/>
    <p:sldLayoutId id="2147484959" r:id="rId36"/>
    <p:sldLayoutId id="2147484960" r:id="rId37"/>
    <p:sldLayoutId id="2147484961" r:id="rId38"/>
    <p:sldLayoutId id="2147484962" r:id="rId39"/>
    <p:sldLayoutId id="2147484963" r:id="rId40"/>
    <p:sldLayoutId id="2147484964" r:id="rId41"/>
    <p:sldLayoutId id="2147484965" r:id="rId42"/>
    <p:sldLayoutId id="2147484966" r:id="rId43"/>
    <p:sldLayoutId id="2147484967" r:id="rId44"/>
    <p:sldLayoutId id="2147484968" r:id="rId45"/>
    <p:sldLayoutId id="2147484969" r:id="rId46"/>
    <p:sldLayoutId id="2147484970" r:id="rId47"/>
    <p:sldLayoutId id="2147484971" r:id="rId48"/>
    <p:sldLayoutId id="2147484972"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4974" r:id="rId1"/>
    <p:sldLayoutId id="2147484975" r:id="rId2"/>
    <p:sldLayoutId id="2147484976" r:id="rId3"/>
    <p:sldLayoutId id="2147484977" r:id="rId4"/>
    <p:sldLayoutId id="2147484978" r:id="rId5"/>
    <p:sldLayoutId id="2147484979" r:id="rId6"/>
    <p:sldLayoutId id="2147484980" r:id="rId7"/>
    <p:sldLayoutId id="2147484981" r:id="rId8"/>
    <p:sldLayoutId id="2147484982" r:id="rId9"/>
    <p:sldLayoutId id="2147484983" r:id="rId10"/>
    <p:sldLayoutId id="2147484984" r:id="rId11"/>
    <p:sldLayoutId id="2147484985" r:id="rId12"/>
    <p:sldLayoutId id="2147484986" r:id="rId13"/>
    <p:sldLayoutId id="2147484987" r:id="rId14"/>
    <p:sldLayoutId id="2147484988" r:id="rId15"/>
    <p:sldLayoutId id="2147484989" r:id="rId16"/>
    <p:sldLayoutId id="2147484990" r:id="rId17"/>
    <p:sldLayoutId id="2147484991" r:id="rId18"/>
    <p:sldLayoutId id="2147484992" r:id="rId19"/>
    <p:sldLayoutId id="2147484993" r:id="rId20"/>
    <p:sldLayoutId id="2147484994" r:id="rId21"/>
    <p:sldLayoutId id="2147484995" r:id="rId22"/>
    <p:sldLayoutId id="2147484996" r:id="rId23"/>
    <p:sldLayoutId id="2147484997" r:id="rId24"/>
    <p:sldLayoutId id="2147484998" r:id="rId25"/>
    <p:sldLayoutId id="2147484999" r:id="rId26"/>
    <p:sldLayoutId id="2147485000" r:id="rId27"/>
    <p:sldLayoutId id="2147485001" r:id="rId28"/>
    <p:sldLayoutId id="2147485002" r:id="rId29"/>
    <p:sldLayoutId id="2147485003" r:id="rId30"/>
    <p:sldLayoutId id="2147485004" r:id="rId31"/>
    <p:sldLayoutId id="2147485005" r:id="rId32"/>
    <p:sldLayoutId id="2147485006" r:id="rId33"/>
    <p:sldLayoutId id="2147485007" r:id="rId34"/>
    <p:sldLayoutId id="2147485008" r:id="rId35"/>
    <p:sldLayoutId id="2147485009" r:id="rId36"/>
    <p:sldLayoutId id="2147485010" r:id="rId37"/>
    <p:sldLayoutId id="2147485011" r:id="rId38"/>
    <p:sldLayoutId id="2147485012" r:id="rId39"/>
    <p:sldLayoutId id="2147485013" r:id="rId40"/>
    <p:sldLayoutId id="2147485014" r:id="rId41"/>
    <p:sldLayoutId id="2147485015" r:id="rId42"/>
    <p:sldLayoutId id="2147485016" r:id="rId43"/>
    <p:sldLayoutId id="2147485017" r:id="rId44"/>
    <p:sldLayoutId id="2147485018" r:id="rId45"/>
    <p:sldLayoutId id="2147485019" r:id="rId46"/>
    <p:sldLayoutId id="2147485020" r:id="rId47"/>
    <p:sldLayoutId id="2147485021" r:id="rId48"/>
    <p:sldLayoutId id="2147485022" r:id="rId49"/>
    <p:sldLayoutId id="2147485023" r:id="rId50"/>
    <p:sldLayoutId id="2147485024" r:id="rId51"/>
    <p:sldLayoutId id="2147485025" r:id="rId52"/>
    <p:sldLayoutId id="2147485026" r:id="rId53"/>
    <p:sldLayoutId id="2147485027" r:id="rId54"/>
    <p:sldLayoutId id="2147485028" r:id="rId55"/>
    <p:sldLayoutId id="2147485029" r:id="rId56"/>
    <p:sldLayoutId id="2147485030" r:id="rId57"/>
    <p:sldLayoutId id="2147485031" r:id="rId58"/>
    <p:sldLayoutId id="2147485032" r:id="rId59"/>
    <p:sldLayoutId id="2147485033" r:id="rId60"/>
    <p:sldLayoutId id="2147485034" r:id="rId61"/>
    <p:sldLayoutId id="2147485035" r:id="rId62"/>
    <p:sldLayoutId id="2147485036" r:id="rId63"/>
    <p:sldLayoutId id="2147485037" r:id="rId64"/>
    <p:sldLayoutId id="2147485038" r:id="rId65"/>
    <p:sldLayoutId id="2147485039" r:id="rId66"/>
    <p:sldLayoutId id="2147485040" r:id="rId67"/>
    <p:sldLayoutId id="2147485041" r:id="rId68"/>
    <p:sldLayoutId id="2147485042" r:id="rId69"/>
    <p:sldLayoutId id="2147485043" r:id="rId70"/>
    <p:sldLayoutId id="2147485044" r:id="rId71"/>
    <p:sldLayoutId id="2147485045" r:id="rId72"/>
    <p:sldLayoutId id="2147485046" r:id="rId73"/>
    <p:sldLayoutId id="2147485047" r:id="rId74"/>
    <p:sldLayoutId id="2147485048" r:id="rId75"/>
    <p:sldLayoutId id="2147485049" r:id="rId76"/>
    <p:sldLayoutId id="2147485050" r:id="rId77"/>
    <p:sldLayoutId id="2147485051" r:id="rId78"/>
    <p:sldLayoutId id="2147485052" r:id="rId79"/>
    <p:sldLayoutId id="2147485053" r:id="rId80"/>
    <p:sldLayoutId id="2147485054" r:id="rId81"/>
    <p:sldLayoutId id="2147485055" r:id="rId82"/>
    <p:sldLayoutId id="2147485056" r:id="rId83"/>
    <p:sldLayoutId id="2147485057"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059" r:id="rId1"/>
    <p:sldLayoutId id="2147485060" r:id="rId2"/>
    <p:sldLayoutId id="2147485061" r:id="rId3"/>
    <p:sldLayoutId id="2147485062" r:id="rId4"/>
    <p:sldLayoutId id="2147485063" r:id="rId5"/>
    <p:sldLayoutId id="2147485064" r:id="rId6"/>
    <p:sldLayoutId id="2147485065" r:id="rId7"/>
    <p:sldLayoutId id="2147485066" r:id="rId8"/>
    <p:sldLayoutId id="2147485067" r:id="rId9"/>
    <p:sldLayoutId id="2147485068" r:id="rId10"/>
    <p:sldLayoutId id="2147485069" r:id="rId11"/>
    <p:sldLayoutId id="2147485070" r:id="rId12"/>
    <p:sldLayoutId id="2147485071" r:id="rId13"/>
    <p:sldLayoutId id="2147485072" r:id="rId14"/>
    <p:sldLayoutId id="2147485073" r:id="rId15"/>
    <p:sldLayoutId id="2147485074" r:id="rId16"/>
    <p:sldLayoutId id="2147485075" r:id="rId17"/>
    <p:sldLayoutId id="2147485076" r:id="rId18"/>
    <p:sldLayoutId id="2147485077" r:id="rId19"/>
    <p:sldLayoutId id="2147485078" r:id="rId20"/>
    <p:sldLayoutId id="2147485079" r:id="rId21"/>
    <p:sldLayoutId id="2147485080" r:id="rId22"/>
    <p:sldLayoutId id="2147485082" r:id="rId23"/>
    <p:sldLayoutId id="2147485083" r:id="rId24"/>
    <p:sldLayoutId id="2147485084" r:id="rId25"/>
    <p:sldLayoutId id="2147485085" r:id="rId26"/>
    <p:sldLayoutId id="2147485086" r:id="rId27"/>
    <p:sldLayoutId id="2147485087" r:id="rId28"/>
    <p:sldLayoutId id="2147485088" r:id="rId29"/>
    <p:sldLayoutId id="2147485089" r:id="rId30"/>
    <p:sldLayoutId id="2147485090" r:id="rId31"/>
    <p:sldLayoutId id="2147485091" r:id="rId32"/>
    <p:sldLayoutId id="2147485092" r:id="rId33"/>
    <p:sldLayoutId id="2147485093" r:id="rId34"/>
    <p:sldLayoutId id="2147485094" r:id="rId35"/>
    <p:sldLayoutId id="2147485095" r:id="rId36"/>
    <p:sldLayoutId id="2147485096" r:id="rId37"/>
    <p:sldLayoutId id="2147485097" r:id="rId38"/>
    <p:sldLayoutId id="2147485098" r:id="rId39"/>
    <p:sldLayoutId id="2147485099" r:id="rId40"/>
    <p:sldLayoutId id="2147485100" r:id="rId41"/>
    <p:sldLayoutId id="2147485101" r:id="rId42"/>
    <p:sldLayoutId id="2147485102" r:id="rId43"/>
    <p:sldLayoutId id="2147485103" r:id="rId44"/>
    <p:sldLayoutId id="2147485104" r:id="rId45"/>
    <p:sldLayoutId id="2147485105" r:id="rId46"/>
    <p:sldLayoutId id="2147485106" r:id="rId47"/>
    <p:sldLayoutId id="2147485107" r:id="rId48"/>
    <p:sldLayoutId id="2147485108" r:id="rId49"/>
    <p:sldLayoutId id="2147485109"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111" r:id="rId1"/>
    <p:sldLayoutId id="2147485112" r:id="rId2"/>
    <p:sldLayoutId id="2147485113" r:id="rId3"/>
    <p:sldLayoutId id="2147485114" r:id="rId4"/>
    <p:sldLayoutId id="2147485115" r:id="rId5"/>
    <p:sldLayoutId id="2147485116" r:id="rId6"/>
    <p:sldLayoutId id="2147485117" r:id="rId7"/>
    <p:sldLayoutId id="2147485118" r:id="rId8"/>
    <p:sldLayoutId id="2147485119" r:id="rId9"/>
    <p:sldLayoutId id="2147485120" r:id="rId10"/>
    <p:sldLayoutId id="2147485121" r:id="rId11"/>
    <p:sldLayoutId id="2147485122" r:id="rId12"/>
    <p:sldLayoutId id="2147485123" r:id="rId13"/>
    <p:sldLayoutId id="2147485124" r:id="rId14"/>
    <p:sldLayoutId id="2147485125" r:id="rId15"/>
    <p:sldLayoutId id="2147485126" r:id="rId16"/>
    <p:sldLayoutId id="2147485127" r:id="rId17"/>
    <p:sldLayoutId id="2147485128" r:id="rId18"/>
    <p:sldLayoutId id="2147485129" r:id="rId19"/>
    <p:sldLayoutId id="2147485130" r:id="rId20"/>
    <p:sldLayoutId id="2147485131" r:id="rId21"/>
    <p:sldLayoutId id="2147485132" r:id="rId22"/>
    <p:sldLayoutId id="2147485133" r:id="rId23"/>
    <p:sldLayoutId id="2147485134" r:id="rId24"/>
    <p:sldLayoutId id="2147485135" r:id="rId25"/>
    <p:sldLayoutId id="2147485136" r:id="rId26"/>
    <p:sldLayoutId id="2147485137" r:id="rId27"/>
    <p:sldLayoutId id="2147485138" r:id="rId28"/>
    <p:sldLayoutId id="2147485139" r:id="rId29"/>
    <p:sldLayoutId id="2147485140" r:id="rId30"/>
    <p:sldLayoutId id="2147485141" r:id="rId31"/>
    <p:sldLayoutId id="2147485142" r:id="rId32"/>
    <p:sldLayoutId id="2147485143" r:id="rId33"/>
    <p:sldLayoutId id="2147485144" r:id="rId34"/>
    <p:sldLayoutId id="2147485145" r:id="rId35"/>
    <p:sldLayoutId id="2147485146" r:id="rId36"/>
    <p:sldLayoutId id="2147485147" r:id="rId37"/>
    <p:sldLayoutId id="2147485148" r:id="rId38"/>
    <p:sldLayoutId id="2147485149" r:id="rId39"/>
    <p:sldLayoutId id="2147485150" r:id="rId40"/>
    <p:sldLayoutId id="2147485151" r:id="rId41"/>
    <p:sldLayoutId id="2147485152" r:id="rId42"/>
    <p:sldLayoutId id="2147485153" r:id="rId43"/>
    <p:sldLayoutId id="2147485154" r:id="rId44"/>
    <p:sldLayoutId id="2147485155" r:id="rId45"/>
    <p:sldLayoutId id="2147485156" r:id="rId46"/>
    <p:sldLayoutId id="2147485157" r:id="rId47"/>
    <p:sldLayoutId id="2147485158" r:id="rId48"/>
    <p:sldLayoutId id="2147485159"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161" r:id="rId1"/>
    <p:sldLayoutId id="2147485162" r:id="rId2"/>
    <p:sldLayoutId id="2147485163" r:id="rId3"/>
    <p:sldLayoutId id="2147485164" r:id="rId4"/>
    <p:sldLayoutId id="2147485165" r:id="rId5"/>
    <p:sldLayoutId id="2147485166" r:id="rId6"/>
    <p:sldLayoutId id="2147485167" r:id="rId7"/>
    <p:sldLayoutId id="2147485168" r:id="rId8"/>
    <p:sldLayoutId id="2147485169" r:id="rId9"/>
    <p:sldLayoutId id="2147485170" r:id="rId10"/>
    <p:sldLayoutId id="2147485171" r:id="rId11"/>
    <p:sldLayoutId id="2147485172" r:id="rId12"/>
    <p:sldLayoutId id="2147485173" r:id="rId13"/>
    <p:sldLayoutId id="2147485174" r:id="rId14"/>
    <p:sldLayoutId id="2147485175" r:id="rId15"/>
    <p:sldLayoutId id="2147485176" r:id="rId16"/>
    <p:sldLayoutId id="2147485177" r:id="rId17"/>
    <p:sldLayoutId id="2147485178" r:id="rId18"/>
    <p:sldLayoutId id="2147485179" r:id="rId19"/>
    <p:sldLayoutId id="2147485180" r:id="rId20"/>
    <p:sldLayoutId id="2147485181" r:id="rId21"/>
    <p:sldLayoutId id="2147485182" r:id="rId22"/>
    <p:sldLayoutId id="2147485183" r:id="rId23"/>
    <p:sldLayoutId id="2147485184" r:id="rId24"/>
    <p:sldLayoutId id="2147485185" r:id="rId25"/>
    <p:sldLayoutId id="2147485186" r:id="rId26"/>
    <p:sldLayoutId id="2147485187" r:id="rId27"/>
    <p:sldLayoutId id="2147485188" r:id="rId28"/>
    <p:sldLayoutId id="2147485189" r:id="rId29"/>
    <p:sldLayoutId id="2147485190" r:id="rId30"/>
    <p:sldLayoutId id="2147485191" r:id="rId31"/>
    <p:sldLayoutId id="2147485192" r:id="rId32"/>
    <p:sldLayoutId id="2147485193" r:id="rId33"/>
    <p:sldLayoutId id="2147485194" r:id="rId34"/>
    <p:sldLayoutId id="2147485195" r:id="rId35"/>
    <p:sldLayoutId id="2147485196" r:id="rId36"/>
    <p:sldLayoutId id="2147485197" r:id="rId37"/>
    <p:sldLayoutId id="2147485198" r:id="rId38"/>
    <p:sldLayoutId id="2147485199" r:id="rId39"/>
    <p:sldLayoutId id="2147485200" r:id="rId40"/>
    <p:sldLayoutId id="2147485201" r:id="rId41"/>
    <p:sldLayoutId id="2147485202" r:id="rId42"/>
    <p:sldLayoutId id="2147485203" r:id="rId43"/>
    <p:sldLayoutId id="2147485204" r:id="rId44"/>
    <p:sldLayoutId id="2147485205" r:id="rId45"/>
    <p:sldLayoutId id="2147485206" r:id="rId46"/>
    <p:sldLayoutId id="2147485207" r:id="rId47"/>
    <p:sldLayoutId id="2147485208" r:id="rId48"/>
    <p:sldLayoutId id="2147485209" r:id="rId49"/>
    <p:sldLayoutId id="2147485210" r:id="rId50"/>
    <p:sldLayoutId id="2147485211" r:id="rId51"/>
    <p:sldLayoutId id="2147485212" r:id="rId52"/>
    <p:sldLayoutId id="2147485213" r:id="rId53"/>
    <p:sldLayoutId id="2147485214" r:id="rId54"/>
    <p:sldLayoutId id="2147485215" r:id="rId55"/>
    <p:sldLayoutId id="2147485216" r:id="rId56"/>
    <p:sldLayoutId id="2147485217" r:id="rId57"/>
    <p:sldLayoutId id="2147485218" r:id="rId58"/>
    <p:sldLayoutId id="2147485219" r:id="rId59"/>
    <p:sldLayoutId id="2147485220" r:id="rId60"/>
    <p:sldLayoutId id="2147485221" r:id="rId61"/>
    <p:sldLayoutId id="2147485222" r:id="rId62"/>
    <p:sldLayoutId id="2147485223" r:id="rId63"/>
    <p:sldLayoutId id="2147485224" r:id="rId64"/>
    <p:sldLayoutId id="2147485225" r:id="rId65"/>
    <p:sldLayoutId id="2147485226" r:id="rId66"/>
    <p:sldLayoutId id="2147485227" r:id="rId67"/>
    <p:sldLayoutId id="2147485228" r:id="rId68"/>
    <p:sldLayoutId id="2147485229" r:id="rId69"/>
    <p:sldLayoutId id="2147485230" r:id="rId70"/>
    <p:sldLayoutId id="2147485231" r:id="rId71"/>
    <p:sldLayoutId id="2147485232" r:id="rId72"/>
    <p:sldLayoutId id="2147485233" r:id="rId73"/>
    <p:sldLayoutId id="2147485234" r:id="rId74"/>
    <p:sldLayoutId id="2147485235" r:id="rId75"/>
    <p:sldLayoutId id="2147485236" r:id="rId76"/>
    <p:sldLayoutId id="2147485237" r:id="rId77"/>
    <p:sldLayoutId id="2147485238" r:id="rId78"/>
    <p:sldLayoutId id="2147485239" r:id="rId79"/>
    <p:sldLayoutId id="2147485240" r:id="rId80"/>
    <p:sldLayoutId id="2147485241" r:id="rId81"/>
    <p:sldLayoutId id="2147485242" r:id="rId82"/>
    <p:sldLayoutId id="2147485243" r:id="rId83"/>
    <p:sldLayoutId id="2147485244"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246" r:id="rId1"/>
    <p:sldLayoutId id="2147485247" r:id="rId2"/>
    <p:sldLayoutId id="2147485248" r:id="rId3"/>
    <p:sldLayoutId id="2147485249" r:id="rId4"/>
    <p:sldLayoutId id="2147485250" r:id="rId5"/>
    <p:sldLayoutId id="2147485251" r:id="rId6"/>
    <p:sldLayoutId id="2147485252" r:id="rId7"/>
    <p:sldLayoutId id="2147485253" r:id="rId8"/>
    <p:sldLayoutId id="2147485254" r:id="rId9"/>
    <p:sldLayoutId id="2147485255" r:id="rId10"/>
    <p:sldLayoutId id="2147485256" r:id="rId11"/>
    <p:sldLayoutId id="2147485257" r:id="rId12"/>
    <p:sldLayoutId id="2147485258" r:id="rId13"/>
    <p:sldLayoutId id="2147485259" r:id="rId14"/>
    <p:sldLayoutId id="2147485260" r:id="rId15"/>
    <p:sldLayoutId id="2147485261" r:id="rId16"/>
    <p:sldLayoutId id="2147485262" r:id="rId17"/>
    <p:sldLayoutId id="2147485263" r:id="rId18"/>
    <p:sldLayoutId id="2147485264" r:id="rId19"/>
    <p:sldLayoutId id="2147485265" r:id="rId20"/>
    <p:sldLayoutId id="2147485266" r:id="rId21"/>
    <p:sldLayoutId id="2147485267" r:id="rId22"/>
    <p:sldLayoutId id="2147485269" r:id="rId23"/>
    <p:sldLayoutId id="2147485270" r:id="rId24"/>
    <p:sldLayoutId id="2147485271" r:id="rId25"/>
    <p:sldLayoutId id="2147485272" r:id="rId26"/>
    <p:sldLayoutId id="2147485273" r:id="rId27"/>
    <p:sldLayoutId id="2147485274" r:id="rId28"/>
    <p:sldLayoutId id="2147485275" r:id="rId29"/>
    <p:sldLayoutId id="2147485276" r:id="rId30"/>
    <p:sldLayoutId id="2147485277" r:id="rId31"/>
    <p:sldLayoutId id="2147485278" r:id="rId32"/>
    <p:sldLayoutId id="2147485279" r:id="rId33"/>
    <p:sldLayoutId id="2147485280" r:id="rId34"/>
    <p:sldLayoutId id="2147485281" r:id="rId35"/>
    <p:sldLayoutId id="2147485282" r:id="rId36"/>
    <p:sldLayoutId id="2147485283" r:id="rId37"/>
    <p:sldLayoutId id="2147485284" r:id="rId38"/>
    <p:sldLayoutId id="2147485285" r:id="rId39"/>
    <p:sldLayoutId id="2147485286" r:id="rId40"/>
    <p:sldLayoutId id="2147485287" r:id="rId41"/>
    <p:sldLayoutId id="2147485288" r:id="rId42"/>
    <p:sldLayoutId id="2147485289" r:id="rId43"/>
    <p:sldLayoutId id="2147485290" r:id="rId44"/>
    <p:sldLayoutId id="2147485291" r:id="rId45"/>
    <p:sldLayoutId id="2147485292" r:id="rId46"/>
    <p:sldLayoutId id="2147485293" r:id="rId47"/>
    <p:sldLayoutId id="2147485294" r:id="rId48"/>
    <p:sldLayoutId id="2147485295" r:id="rId49"/>
    <p:sldLayoutId id="2147485296"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298" r:id="rId1"/>
    <p:sldLayoutId id="2147485299" r:id="rId2"/>
    <p:sldLayoutId id="2147485300" r:id="rId3"/>
    <p:sldLayoutId id="2147485301" r:id="rId4"/>
    <p:sldLayoutId id="2147485302" r:id="rId5"/>
    <p:sldLayoutId id="2147485303" r:id="rId6"/>
    <p:sldLayoutId id="2147485304" r:id="rId7"/>
    <p:sldLayoutId id="2147485305" r:id="rId8"/>
    <p:sldLayoutId id="2147485306" r:id="rId9"/>
    <p:sldLayoutId id="2147485307" r:id="rId10"/>
    <p:sldLayoutId id="2147485308" r:id="rId11"/>
    <p:sldLayoutId id="2147485309" r:id="rId12"/>
    <p:sldLayoutId id="2147485310" r:id="rId13"/>
    <p:sldLayoutId id="2147485311" r:id="rId14"/>
    <p:sldLayoutId id="2147485312" r:id="rId15"/>
    <p:sldLayoutId id="2147485313" r:id="rId16"/>
    <p:sldLayoutId id="2147485314" r:id="rId17"/>
    <p:sldLayoutId id="2147485315" r:id="rId18"/>
    <p:sldLayoutId id="2147485316" r:id="rId19"/>
    <p:sldLayoutId id="2147485317" r:id="rId20"/>
    <p:sldLayoutId id="2147485318" r:id="rId21"/>
    <p:sldLayoutId id="2147485319" r:id="rId22"/>
    <p:sldLayoutId id="2147485320" r:id="rId23"/>
    <p:sldLayoutId id="2147485321" r:id="rId24"/>
    <p:sldLayoutId id="2147485322" r:id="rId25"/>
    <p:sldLayoutId id="2147485323" r:id="rId26"/>
    <p:sldLayoutId id="2147485324" r:id="rId27"/>
    <p:sldLayoutId id="2147485325" r:id="rId28"/>
    <p:sldLayoutId id="2147485326" r:id="rId29"/>
    <p:sldLayoutId id="2147485327" r:id="rId30"/>
    <p:sldLayoutId id="2147485328" r:id="rId31"/>
    <p:sldLayoutId id="2147485329" r:id="rId32"/>
    <p:sldLayoutId id="2147485330" r:id="rId33"/>
    <p:sldLayoutId id="2147485331" r:id="rId34"/>
    <p:sldLayoutId id="2147485332" r:id="rId35"/>
    <p:sldLayoutId id="2147485333" r:id="rId36"/>
    <p:sldLayoutId id="2147485334" r:id="rId37"/>
    <p:sldLayoutId id="2147485335" r:id="rId38"/>
    <p:sldLayoutId id="2147485336" r:id="rId39"/>
    <p:sldLayoutId id="2147485337" r:id="rId40"/>
    <p:sldLayoutId id="2147485338" r:id="rId41"/>
    <p:sldLayoutId id="2147485339" r:id="rId42"/>
    <p:sldLayoutId id="2147485340" r:id="rId43"/>
    <p:sldLayoutId id="2147485341" r:id="rId44"/>
    <p:sldLayoutId id="2147485342" r:id="rId45"/>
    <p:sldLayoutId id="2147485343" r:id="rId46"/>
    <p:sldLayoutId id="2147485344" r:id="rId47"/>
    <p:sldLayoutId id="2147485345" r:id="rId48"/>
    <p:sldLayoutId id="2147485346"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 id="2147485359" r:id="rId12"/>
    <p:sldLayoutId id="2147485360" r:id="rId13"/>
    <p:sldLayoutId id="2147485361" r:id="rId14"/>
    <p:sldLayoutId id="2147485362" r:id="rId15"/>
    <p:sldLayoutId id="2147485363" r:id="rId16"/>
    <p:sldLayoutId id="2147485364" r:id="rId17"/>
    <p:sldLayoutId id="2147485365" r:id="rId18"/>
    <p:sldLayoutId id="2147485366" r:id="rId19"/>
    <p:sldLayoutId id="2147485367" r:id="rId20"/>
    <p:sldLayoutId id="2147485368" r:id="rId21"/>
    <p:sldLayoutId id="2147485369" r:id="rId22"/>
    <p:sldLayoutId id="2147485370" r:id="rId23"/>
    <p:sldLayoutId id="2147485371" r:id="rId24"/>
    <p:sldLayoutId id="2147485372" r:id="rId25"/>
    <p:sldLayoutId id="2147485373" r:id="rId26"/>
    <p:sldLayoutId id="2147485374" r:id="rId27"/>
    <p:sldLayoutId id="2147485375" r:id="rId28"/>
    <p:sldLayoutId id="2147485376" r:id="rId29"/>
    <p:sldLayoutId id="2147485377" r:id="rId30"/>
    <p:sldLayoutId id="2147485378" r:id="rId31"/>
    <p:sldLayoutId id="2147485379" r:id="rId32"/>
    <p:sldLayoutId id="2147485380" r:id="rId33"/>
    <p:sldLayoutId id="2147485381" r:id="rId34"/>
    <p:sldLayoutId id="2147485382" r:id="rId35"/>
    <p:sldLayoutId id="2147485383" r:id="rId36"/>
    <p:sldLayoutId id="2147485384" r:id="rId37"/>
    <p:sldLayoutId id="2147485385" r:id="rId38"/>
    <p:sldLayoutId id="2147485386" r:id="rId39"/>
    <p:sldLayoutId id="2147485387" r:id="rId40"/>
    <p:sldLayoutId id="2147485388" r:id="rId41"/>
    <p:sldLayoutId id="2147485389" r:id="rId42"/>
    <p:sldLayoutId id="2147485390" r:id="rId43"/>
    <p:sldLayoutId id="2147485391" r:id="rId44"/>
    <p:sldLayoutId id="2147485392" r:id="rId45"/>
    <p:sldLayoutId id="2147485393" r:id="rId46"/>
    <p:sldLayoutId id="2147485394" r:id="rId47"/>
    <p:sldLayoutId id="2147485395" r:id="rId48"/>
    <p:sldLayoutId id="2147485396" r:id="rId49"/>
    <p:sldLayoutId id="2147485397" r:id="rId50"/>
    <p:sldLayoutId id="2147485398" r:id="rId51"/>
    <p:sldLayoutId id="2147485399" r:id="rId52"/>
    <p:sldLayoutId id="2147485400" r:id="rId53"/>
    <p:sldLayoutId id="2147485401" r:id="rId54"/>
    <p:sldLayoutId id="2147485402" r:id="rId55"/>
    <p:sldLayoutId id="2147485403" r:id="rId56"/>
    <p:sldLayoutId id="2147485404" r:id="rId57"/>
    <p:sldLayoutId id="2147485405" r:id="rId58"/>
    <p:sldLayoutId id="2147485406" r:id="rId59"/>
    <p:sldLayoutId id="2147485407" r:id="rId60"/>
    <p:sldLayoutId id="2147485408" r:id="rId61"/>
    <p:sldLayoutId id="2147485409" r:id="rId62"/>
    <p:sldLayoutId id="2147485410" r:id="rId63"/>
    <p:sldLayoutId id="2147485411" r:id="rId64"/>
    <p:sldLayoutId id="2147485412" r:id="rId65"/>
    <p:sldLayoutId id="2147485413" r:id="rId66"/>
    <p:sldLayoutId id="2147485414" r:id="rId67"/>
    <p:sldLayoutId id="2147485415" r:id="rId68"/>
    <p:sldLayoutId id="2147485416" r:id="rId69"/>
    <p:sldLayoutId id="2147485417" r:id="rId70"/>
    <p:sldLayoutId id="2147485418" r:id="rId71"/>
    <p:sldLayoutId id="2147485419" r:id="rId72"/>
    <p:sldLayoutId id="2147485420" r:id="rId73"/>
    <p:sldLayoutId id="2147485421" r:id="rId74"/>
    <p:sldLayoutId id="2147485422" r:id="rId75"/>
    <p:sldLayoutId id="2147485423" r:id="rId76"/>
    <p:sldLayoutId id="2147485424" r:id="rId77"/>
    <p:sldLayoutId id="2147485425" r:id="rId78"/>
    <p:sldLayoutId id="2147485426" r:id="rId79"/>
    <p:sldLayoutId id="2147485427" r:id="rId80"/>
    <p:sldLayoutId id="2147485428" r:id="rId81"/>
    <p:sldLayoutId id="2147485429" r:id="rId82"/>
    <p:sldLayoutId id="2147485430" r:id="rId83"/>
    <p:sldLayoutId id="2147485431"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433" r:id="rId1"/>
    <p:sldLayoutId id="2147485434" r:id="rId2"/>
    <p:sldLayoutId id="2147485435" r:id="rId3"/>
    <p:sldLayoutId id="2147485436" r:id="rId4"/>
    <p:sldLayoutId id="2147485437" r:id="rId5"/>
    <p:sldLayoutId id="2147485438" r:id="rId6"/>
    <p:sldLayoutId id="2147485439" r:id="rId7"/>
    <p:sldLayoutId id="2147485440" r:id="rId8"/>
    <p:sldLayoutId id="2147485441" r:id="rId9"/>
    <p:sldLayoutId id="2147485442" r:id="rId10"/>
    <p:sldLayoutId id="2147485443" r:id="rId11"/>
    <p:sldLayoutId id="2147485444" r:id="rId12"/>
    <p:sldLayoutId id="2147485445" r:id="rId13"/>
    <p:sldLayoutId id="2147485446" r:id="rId14"/>
    <p:sldLayoutId id="2147485447" r:id="rId15"/>
    <p:sldLayoutId id="2147485448" r:id="rId16"/>
    <p:sldLayoutId id="2147485449" r:id="rId17"/>
    <p:sldLayoutId id="2147485450" r:id="rId18"/>
    <p:sldLayoutId id="2147485451" r:id="rId19"/>
    <p:sldLayoutId id="2147485452" r:id="rId20"/>
    <p:sldLayoutId id="2147485453" r:id="rId21"/>
    <p:sldLayoutId id="2147485454" r:id="rId22"/>
    <p:sldLayoutId id="2147485456" r:id="rId23"/>
    <p:sldLayoutId id="2147485457" r:id="rId24"/>
    <p:sldLayoutId id="2147485458" r:id="rId25"/>
    <p:sldLayoutId id="2147485459" r:id="rId26"/>
    <p:sldLayoutId id="2147485460" r:id="rId27"/>
    <p:sldLayoutId id="2147485461" r:id="rId28"/>
    <p:sldLayoutId id="2147485462" r:id="rId29"/>
    <p:sldLayoutId id="2147485463" r:id="rId30"/>
    <p:sldLayoutId id="2147485464" r:id="rId31"/>
    <p:sldLayoutId id="2147485465" r:id="rId32"/>
    <p:sldLayoutId id="2147485466" r:id="rId33"/>
    <p:sldLayoutId id="2147485467" r:id="rId34"/>
    <p:sldLayoutId id="2147485468" r:id="rId35"/>
    <p:sldLayoutId id="2147485469" r:id="rId36"/>
    <p:sldLayoutId id="2147485470" r:id="rId37"/>
    <p:sldLayoutId id="2147485471" r:id="rId38"/>
    <p:sldLayoutId id="2147485472" r:id="rId39"/>
    <p:sldLayoutId id="2147485473" r:id="rId40"/>
    <p:sldLayoutId id="2147485474" r:id="rId41"/>
    <p:sldLayoutId id="2147485475" r:id="rId42"/>
    <p:sldLayoutId id="2147485476" r:id="rId43"/>
    <p:sldLayoutId id="2147485477" r:id="rId44"/>
    <p:sldLayoutId id="2147485478" r:id="rId45"/>
    <p:sldLayoutId id="2147485479" r:id="rId46"/>
    <p:sldLayoutId id="2147485480" r:id="rId47"/>
    <p:sldLayoutId id="2147485481" r:id="rId48"/>
    <p:sldLayoutId id="2147485482" r:id="rId49"/>
    <p:sldLayoutId id="2147485483"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 id="2147485496" r:id="rId12"/>
    <p:sldLayoutId id="2147485497" r:id="rId13"/>
    <p:sldLayoutId id="2147485498" r:id="rId14"/>
    <p:sldLayoutId id="2147485499" r:id="rId15"/>
    <p:sldLayoutId id="2147485500" r:id="rId16"/>
    <p:sldLayoutId id="2147485501" r:id="rId17"/>
    <p:sldLayoutId id="2147485502" r:id="rId18"/>
    <p:sldLayoutId id="2147485503" r:id="rId19"/>
    <p:sldLayoutId id="2147485504" r:id="rId20"/>
    <p:sldLayoutId id="2147485505" r:id="rId21"/>
    <p:sldLayoutId id="2147485506" r:id="rId22"/>
    <p:sldLayoutId id="2147485507" r:id="rId23"/>
    <p:sldLayoutId id="2147485508" r:id="rId24"/>
    <p:sldLayoutId id="2147485509" r:id="rId25"/>
    <p:sldLayoutId id="2147485510" r:id="rId26"/>
    <p:sldLayoutId id="2147485511" r:id="rId27"/>
    <p:sldLayoutId id="2147485512" r:id="rId28"/>
    <p:sldLayoutId id="2147485513" r:id="rId29"/>
    <p:sldLayoutId id="2147485514" r:id="rId30"/>
    <p:sldLayoutId id="2147485515" r:id="rId31"/>
    <p:sldLayoutId id="2147485516" r:id="rId32"/>
    <p:sldLayoutId id="2147485517" r:id="rId33"/>
    <p:sldLayoutId id="2147485518" r:id="rId34"/>
    <p:sldLayoutId id="2147485519" r:id="rId35"/>
    <p:sldLayoutId id="2147485520" r:id="rId36"/>
    <p:sldLayoutId id="2147485521" r:id="rId37"/>
    <p:sldLayoutId id="2147485522" r:id="rId38"/>
    <p:sldLayoutId id="2147485523" r:id="rId39"/>
    <p:sldLayoutId id="2147485524" r:id="rId40"/>
    <p:sldLayoutId id="2147485525" r:id="rId41"/>
    <p:sldLayoutId id="2147485526" r:id="rId42"/>
    <p:sldLayoutId id="2147485527" r:id="rId43"/>
    <p:sldLayoutId id="2147485528" r:id="rId44"/>
    <p:sldLayoutId id="2147485529" r:id="rId45"/>
    <p:sldLayoutId id="2147485530" r:id="rId46"/>
    <p:sldLayoutId id="2147485531" r:id="rId47"/>
    <p:sldLayoutId id="2147485532" r:id="rId48"/>
    <p:sldLayoutId id="2147485533"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535" r:id="rId1"/>
    <p:sldLayoutId id="2147485536" r:id="rId2"/>
    <p:sldLayoutId id="2147485537" r:id="rId3"/>
    <p:sldLayoutId id="2147485538" r:id="rId4"/>
    <p:sldLayoutId id="2147485539" r:id="rId5"/>
    <p:sldLayoutId id="2147485540" r:id="rId6"/>
    <p:sldLayoutId id="2147485541" r:id="rId7"/>
    <p:sldLayoutId id="2147485542" r:id="rId8"/>
    <p:sldLayoutId id="2147485543" r:id="rId9"/>
    <p:sldLayoutId id="2147485544" r:id="rId10"/>
    <p:sldLayoutId id="2147485545" r:id="rId11"/>
    <p:sldLayoutId id="2147485546" r:id="rId12"/>
    <p:sldLayoutId id="2147485547" r:id="rId13"/>
    <p:sldLayoutId id="2147485548" r:id="rId14"/>
    <p:sldLayoutId id="2147485549" r:id="rId15"/>
    <p:sldLayoutId id="2147485550" r:id="rId16"/>
    <p:sldLayoutId id="2147485551" r:id="rId17"/>
    <p:sldLayoutId id="2147485552" r:id="rId18"/>
    <p:sldLayoutId id="2147485553" r:id="rId19"/>
    <p:sldLayoutId id="2147485554" r:id="rId20"/>
    <p:sldLayoutId id="2147485555" r:id="rId21"/>
    <p:sldLayoutId id="2147485556" r:id="rId22"/>
    <p:sldLayoutId id="2147485557" r:id="rId23"/>
    <p:sldLayoutId id="2147485558" r:id="rId24"/>
    <p:sldLayoutId id="2147485559" r:id="rId25"/>
    <p:sldLayoutId id="2147485560" r:id="rId26"/>
    <p:sldLayoutId id="2147485561" r:id="rId27"/>
    <p:sldLayoutId id="2147485562" r:id="rId28"/>
    <p:sldLayoutId id="2147485563" r:id="rId29"/>
    <p:sldLayoutId id="2147485564" r:id="rId30"/>
    <p:sldLayoutId id="2147485565" r:id="rId31"/>
    <p:sldLayoutId id="2147485566" r:id="rId32"/>
    <p:sldLayoutId id="2147485567" r:id="rId33"/>
    <p:sldLayoutId id="2147485568" r:id="rId34"/>
    <p:sldLayoutId id="2147485569" r:id="rId35"/>
    <p:sldLayoutId id="2147485570" r:id="rId36"/>
    <p:sldLayoutId id="2147485571" r:id="rId37"/>
    <p:sldLayoutId id="2147485572" r:id="rId38"/>
    <p:sldLayoutId id="2147485573" r:id="rId39"/>
    <p:sldLayoutId id="2147485574" r:id="rId40"/>
    <p:sldLayoutId id="2147485575" r:id="rId41"/>
    <p:sldLayoutId id="2147485576" r:id="rId42"/>
    <p:sldLayoutId id="2147485577" r:id="rId43"/>
    <p:sldLayoutId id="2147485578" r:id="rId44"/>
    <p:sldLayoutId id="2147485579" r:id="rId45"/>
    <p:sldLayoutId id="2147485580" r:id="rId46"/>
    <p:sldLayoutId id="2147485581" r:id="rId47"/>
    <p:sldLayoutId id="2147485582" r:id="rId48"/>
    <p:sldLayoutId id="2147485583" r:id="rId49"/>
    <p:sldLayoutId id="2147485584" r:id="rId50"/>
    <p:sldLayoutId id="2147485585" r:id="rId51"/>
    <p:sldLayoutId id="2147485586" r:id="rId52"/>
    <p:sldLayoutId id="2147485587" r:id="rId53"/>
    <p:sldLayoutId id="2147485588" r:id="rId54"/>
    <p:sldLayoutId id="2147485589" r:id="rId55"/>
    <p:sldLayoutId id="2147485590" r:id="rId56"/>
    <p:sldLayoutId id="2147485591" r:id="rId57"/>
    <p:sldLayoutId id="2147485592" r:id="rId58"/>
    <p:sldLayoutId id="2147485593" r:id="rId59"/>
    <p:sldLayoutId id="2147485594" r:id="rId60"/>
    <p:sldLayoutId id="2147485595" r:id="rId61"/>
    <p:sldLayoutId id="2147485596" r:id="rId62"/>
    <p:sldLayoutId id="2147485597" r:id="rId63"/>
    <p:sldLayoutId id="2147485598" r:id="rId64"/>
    <p:sldLayoutId id="2147485599" r:id="rId65"/>
    <p:sldLayoutId id="2147485600" r:id="rId66"/>
    <p:sldLayoutId id="2147485601" r:id="rId67"/>
    <p:sldLayoutId id="2147485602" r:id="rId68"/>
    <p:sldLayoutId id="2147485603" r:id="rId69"/>
    <p:sldLayoutId id="2147485604" r:id="rId70"/>
    <p:sldLayoutId id="2147485605" r:id="rId71"/>
    <p:sldLayoutId id="2147485606" r:id="rId72"/>
    <p:sldLayoutId id="2147485607" r:id="rId73"/>
    <p:sldLayoutId id="2147485608" r:id="rId74"/>
    <p:sldLayoutId id="2147485609" r:id="rId75"/>
    <p:sldLayoutId id="2147485610" r:id="rId76"/>
    <p:sldLayoutId id="2147485611" r:id="rId77"/>
    <p:sldLayoutId id="2147485612" r:id="rId78"/>
    <p:sldLayoutId id="2147485613" r:id="rId79"/>
    <p:sldLayoutId id="2147485614" r:id="rId80"/>
    <p:sldLayoutId id="2147485615" r:id="rId81"/>
    <p:sldLayoutId id="2147485616" r:id="rId82"/>
    <p:sldLayoutId id="2147485617" r:id="rId83"/>
    <p:sldLayoutId id="2147485618"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620" r:id="rId1"/>
    <p:sldLayoutId id="2147485621" r:id="rId2"/>
    <p:sldLayoutId id="2147485622" r:id="rId3"/>
    <p:sldLayoutId id="2147485623" r:id="rId4"/>
    <p:sldLayoutId id="2147485624" r:id="rId5"/>
    <p:sldLayoutId id="2147485625" r:id="rId6"/>
    <p:sldLayoutId id="2147485626" r:id="rId7"/>
    <p:sldLayoutId id="2147485627" r:id="rId8"/>
    <p:sldLayoutId id="2147485628" r:id="rId9"/>
    <p:sldLayoutId id="2147485629" r:id="rId10"/>
    <p:sldLayoutId id="2147485630" r:id="rId11"/>
    <p:sldLayoutId id="2147485631" r:id="rId12"/>
    <p:sldLayoutId id="2147485632" r:id="rId13"/>
    <p:sldLayoutId id="2147485633" r:id="rId14"/>
    <p:sldLayoutId id="2147485634" r:id="rId15"/>
    <p:sldLayoutId id="2147485635" r:id="rId16"/>
    <p:sldLayoutId id="2147485636" r:id="rId17"/>
    <p:sldLayoutId id="2147485637" r:id="rId18"/>
    <p:sldLayoutId id="2147485638" r:id="rId19"/>
    <p:sldLayoutId id="2147485639" r:id="rId20"/>
    <p:sldLayoutId id="2147485640" r:id="rId21"/>
    <p:sldLayoutId id="2147485641" r:id="rId22"/>
    <p:sldLayoutId id="2147485642" r:id="rId23"/>
    <p:sldLayoutId id="2147485643" r:id="rId24"/>
    <p:sldLayoutId id="2147485644" r:id="rId25"/>
    <p:sldLayoutId id="2147485645" r:id="rId26"/>
    <p:sldLayoutId id="2147485646" r:id="rId27"/>
    <p:sldLayoutId id="2147485647" r:id="rId28"/>
    <p:sldLayoutId id="2147485648" r:id="rId29"/>
    <p:sldLayoutId id="2147485649" r:id="rId30"/>
    <p:sldLayoutId id="2147485650" r:id="rId31"/>
    <p:sldLayoutId id="2147485651" r:id="rId32"/>
    <p:sldLayoutId id="2147485652" r:id="rId33"/>
    <p:sldLayoutId id="2147485653" r:id="rId34"/>
    <p:sldLayoutId id="2147485654" r:id="rId35"/>
    <p:sldLayoutId id="2147485655" r:id="rId36"/>
    <p:sldLayoutId id="2147485656" r:id="rId37"/>
    <p:sldLayoutId id="2147485657" r:id="rId38"/>
    <p:sldLayoutId id="2147485658" r:id="rId39"/>
    <p:sldLayoutId id="2147485659" r:id="rId40"/>
    <p:sldLayoutId id="2147485660" r:id="rId41"/>
    <p:sldLayoutId id="2147485661" r:id="rId42"/>
    <p:sldLayoutId id="2147485662" r:id="rId43"/>
    <p:sldLayoutId id="2147485663" r:id="rId44"/>
    <p:sldLayoutId id="2147485664" r:id="rId45"/>
    <p:sldLayoutId id="2147485665" r:id="rId46"/>
    <p:sldLayoutId id="2147485666" r:id="rId47"/>
    <p:sldLayoutId id="2147485667" r:id="rId48"/>
    <p:sldLayoutId id="2147485668" r:id="rId49"/>
    <p:sldLayoutId id="2147485669" r:id="rId50"/>
    <p:sldLayoutId id="2147485670"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672" r:id="rId1"/>
    <p:sldLayoutId id="2147485673" r:id="rId2"/>
    <p:sldLayoutId id="2147485674" r:id="rId3"/>
    <p:sldLayoutId id="2147485675" r:id="rId4"/>
    <p:sldLayoutId id="2147485676" r:id="rId5"/>
    <p:sldLayoutId id="2147485677" r:id="rId6"/>
    <p:sldLayoutId id="2147485678" r:id="rId7"/>
    <p:sldLayoutId id="2147485679" r:id="rId8"/>
    <p:sldLayoutId id="2147485680" r:id="rId9"/>
    <p:sldLayoutId id="2147485681" r:id="rId10"/>
    <p:sldLayoutId id="2147485682" r:id="rId11"/>
    <p:sldLayoutId id="2147485683" r:id="rId12"/>
    <p:sldLayoutId id="2147485684" r:id="rId13"/>
    <p:sldLayoutId id="2147485685" r:id="rId14"/>
    <p:sldLayoutId id="2147485686" r:id="rId15"/>
    <p:sldLayoutId id="2147485687" r:id="rId16"/>
    <p:sldLayoutId id="2147485688" r:id="rId17"/>
    <p:sldLayoutId id="2147485689" r:id="rId18"/>
    <p:sldLayoutId id="2147485690" r:id="rId19"/>
    <p:sldLayoutId id="2147485691" r:id="rId20"/>
    <p:sldLayoutId id="2147485692" r:id="rId21"/>
    <p:sldLayoutId id="2147485693" r:id="rId22"/>
    <p:sldLayoutId id="2147485694" r:id="rId23"/>
    <p:sldLayoutId id="2147485695" r:id="rId24"/>
    <p:sldLayoutId id="2147485696" r:id="rId25"/>
    <p:sldLayoutId id="2147485697" r:id="rId26"/>
    <p:sldLayoutId id="2147485698" r:id="rId27"/>
    <p:sldLayoutId id="2147485699" r:id="rId28"/>
    <p:sldLayoutId id="2147485700" r:id="rId29"/>
    <p:sldLayoutId id="2147485701" r:id="rId30"/>
    <p:sldLayoutId id="2147485702" r:id="rId31"/>
    <p:sldLayoutId id="2147485703" r:id="rId32"/>
    <p:sldLayoutId id="2147485704" r:id="rId33"/>
    <p:sldLayoutId id="2147485705" r:id="rId34"/>
    <p:sldLayoutId id="2147485706" r:id="rId35"/>
    <p:sldLayoutId id="2147485707" r:id="rId36"/>
    <p:sldLayoutId id="2147485708" r:id="rId37"/>
    <p:sldLayoutId id="2147485709" r:id="rId38"/>
    <p:sldLayoutId id="2147485710" r:id="rId39"/>
    <p:sldLayoutId id="2147485711" r:id="rId40"/>
    <p:sldLayoutId id="2147485712" r:id="rId41"/>
    <p:sldLayoutId id="2147485713" r:id="rId42"/>
    <p:sldLayoutId id="2147485714" r:id="rId43"/>
    <p:sldLayoutId id="2147485715" r:id="rId44"/>
    <p:sldLayoutId id="2147485716" r:id="rId45"/>
    <p:sldLayoutId id="2147485717" r:id="rId46"/>
    <p:sldLayoutId id="2147485718" r:id="rId47"/>
    <p:sldLayoutId id="2147485719" r:id="rId48"/>
    <p:sldLayoutId id="2147485720"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722" r:id="rId1"/>
    <p:sldLayoutId id="2147485723" r:id="rId2"/>
    <p:sldLayoutId id="2147485724" r:id="rId3"/>
    <p:sldLayoutId id="2147485725" r:id="rId4"/>
    <p:sldLayoutId id="2147485726" r:id="rId5"/>
    <p:sldLayoutId id="2147485727" r:id="rId6"/>
    <p:sldLayoutId id="2147485728" r:id="rId7"/>
    <p:sldLayoutId id="2147485729" r:id="rId8"/>
    <p:sldLayoutId id="2147485730" r:id="rId9"/>
    <p:sldLayoutId id="2147485731" r:id="rId10"/>
    <p:sldLayoutId id="2147485732" r:id="rId11"/>
    <p:sldLayoutId id="2147485733" r:id="rId12"/>
    <p:sldLayoutId id="2147485734" r:id="rId13"/>
    <p:sldLayoutId id="2147485735" r:id="rId14"/>
    <p:sldLayoutId id="2147485736" r:id="rId15"/>
    <p:sldLayoutId id="2147485737" r:id="rId16"/>
    <p:sldLayoutId id="2147485738" r:id="rId17"/>
    <p:sldLayoutId id="2147485739" r:id="rId18"/>
    <p:sldLayoutId id="2147485740" r:id="rId19"/>
    <p:sldLayoutId id="2147485741" r:id="rId20"/>
    <p:sldLayoutId id="2147485742" r:id="rId21"/>
    <p:sldLayoutId id="2147485743" r:id="rId22"/>
    <p:sldLayoutId id="2147485744" r:id="rId23"/>
    <p:sldLayoutId id="2147485745" r:id="rId24"/>
    <p:sldLayoutId id="2147485746" r:id="rId25"/>
    <p:sldLayoutId id="2147485747" r:id="rId26"/>
    <p:sldLayoutId id="2147485748" r:id="rId27"/>
    <p:sldLayoutId id="2147485749" r:id="rId28"/>
    <p:sldLayoutId id="2147485750" r:id="rId29"/>
    <p:sldLayoutId id="2147485751" r:id="rId30"/>
    <p:sldLayoutId id="2147485752" r:id="rId31"/>
    <p:sldLayoutId id="2147485753" r:id="rId32"/>
    <p:sldLayoutId id="2147485754" r:id="rId33"/>
    <p:sldLayoutId id="2147485755" r:id="rId34"/>
    <p:sldLayoutId id="2147485756" r:id="rId35"/>
    <p:sldLayoutId id="2147485757" r:id="rId36"/>
    <p:sldLayoutId id="2147485758" r:id="rId37"/>
    <p:sldLayoutId id="2147485759" r:id="rId38"/>
    <p:sldLayoutId id="2147485760" r:id="rId39"/>
    <p:sldLayoutId id="2147485761" r:id="rId40"/>
    <p:sldLayoutId id="2147485762" r:id="rId41"/>
    <p:sldLayoutId id="2147485763" r:id="rId42"/>
    <p:sldLayoutId id="2147485764" r:id="rId43"/>
    <p:sldLayoutId id="2147485765" r:id="rId44"/>
    <p:sldLayoutId id="2147485766" r:id="rId45"/>
    <p:sldLayoutId id="2147485767" r:id="rId46"/>
    <p:sldLayoutId id="2147485768" r:id="rId47"/>
    <p:sldLayoutId id="2147485769" r:id="rId48"/>
    <p:sldLayoutId id="2147485770" r:id="rId49"/>
    <p:sldLayoutId id="2147485771" r:id="rId50"/>
    <p:sldLayoutId id="2147485772" r:id="rId51"/>
    <p:sldLayoutId id="2147485773" r:id="rId52"/>
    <p:sldLayoutId id="2147485774" r:id="rId53"/>
    <p:sldLayoutId id="2147485775" r:id="rId54"/>
    <p:sldLayoutId id="2147485776" r:id="rId55"/>
    <p:sldLayoutId id="2147485777" r:id="rId56"/>
    <p:sldLayoutId id="2147485778" r:id="rId57"/>
    <p:sldLayoutId id="2147485779" r:id="rId58"/>
    <p:sldLayoutId id="2147485780" r:id="rId59"/>
    <p:sldLayoutId id="2147485781" r:id="rId60"/>
    <p:sldLayoutId id="2147485782" r:id="rId61"/>
    <p:sldLayoutId id="2147485783" r:id="rId62"/>
    <p:sldLayoutId id="2147485784" r:id="rId63"/>
    <p:sldLayoutId id="2147485785" r:id="rId64"/>
    <p:sldLayoutId id="2147485786" r:id="rId65"/>
    <p:sldLayoutId id="2147485787" r:id="rId66"/>
    <p:sldLayoutId id="2147485788" r:id="rId67"/>
    <p:sldLayoutId id="2147485789" r:id="rId68"/>
    <p:sldLayoutId id="2147485790" r:id="rId69"/>
    <p:sldLayoutId id="2147485791" r:id="rId70"/>
    <p:sldLayoutId id="2147485792" r:id="rId71"/>
    <p:sldLayoutId id="2147485793" r:id="rId72"/>
    <p:sldLayoutId id="2147485794" r:id="rId73"/>
    <p:sldLayoutId id="2147485795" r:id="rId74"/>
    <p:sldLayoutId id="2147485796" r:id="rId75"/>
    <p:sldLayoutId id="2147485797" r:id="rId76"/>
    <p:sldLayoutId id="2147485798" r:id="rId77"/>
    <p:sldLayoutId id="2147485799" r:id="rId78"/>
    <p:sldLayoutId id="2147485800" r:id="rId79"/>
    <p:sldLayoutId id="2147485801" r:id="rId80"/>
    <p:sldLayoutId id="2147485802" r:id="rId81"/>
    <p:sldLayoutId id="2147485803" r:id="rId82"/>
    <p:sldLayoutId id="2147485804" r:id="rId83"/>
    <p:sldLayoutId id="2147485805"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807" r:id="rId1"/>
    <p:sldLayoutId id="2147485808" r:id="rId2"/>
    <p:sldLayoutId id="2147485809" r:id="rId3"/>
    <p:sldLayoutId id="2147485810" r:id="rId4"/>
    <p:sldLayoutId id="2147485811" r:id="rId5"/>
    <p:sldLayoutId id="2147485812" r:id="rId6"/>
    <p:sldLayoutId id="2147485813" r:id="rId7"/>
    <p:sldLayoutId id="2147485814" r:id="rId8"/>
    <p:sldLayoutId id="2147485815" r:id="rId9"/>
    <p:sldLayoutId id="2147485816" r:id="rId10"/>
    <p:sldLayoutId id="2147485817" r:id="rId11"/>
    <p:sldLayoutId id="2147485818" r:id="rId12"/>
    <p:sldLayoutId id="2147485819" r:id="rId13"/>
    <p:sldLayoutId id="2147485820" r:id="rId14"/>
    <p:sldLayoutId id="2147485821" r:id="rId15"/>
    <p:sldLayoutId id="2147485822" r:id="rId16"/>
    <p:sldLayoutId id="2147485823" r:id="rId17"/>
    <p:sldLayoutId id="2147485824" r:id="rId18"/>
    <p:sldLayoutId id="2147485825" r:id="rId19"/>
    <p:sldLayoutId id="2147485826" r:id="rId20"/>
    <p:sldLayoutId id="2147485827" r:id="rId21"/>
    <p:sldLayoutId id="2147485828" r:id="rId22"/>
    <p:sldLayoutId id="2147485829" r:id="rId23"/>
    <p:sldLayoutId id="2147485830" r:id="rId24"/>
    <p:sldLayoutId id="2147485831" r:id="rId25"/>
    <p:sldLayoutId id="2147485832" r:id="rId26"/>
    <p:sldLayoutId id="2147485833" r:id="rId27"/>
    <p:sldLayoutId id="2147485834" r:id="rId28"/>
    <p:sldLayoutId id="2147485835" r:id="rId29"/>
    <p:sldLayoutId id="2147485836" r:id="rId30"/>
    <p:sldLayoutId id="2147485837" r:id="rId31"/>
    <p:sldLayoutId id="2147485838" r:id="rId32"/>
    <p:sldLayoutId id="2147485839" r:id="rId33"/>
    <p:sldLayoutId id="2147485840" r:id="rId34"/>
    <p:sldLayoutId id="2147485841" r:id="rId35"/>
    <p:sldLayoutId id="2147485842" r:id="rId36"/>
    <p:sldLayoutId id="2147485843" r:id="rId37"/>
    <p:sldLayoutId id="2147485844" r:id="rId38"/>
    <p:sldLayoutId id="2147485845" r:id="rId39"/>
    <p:sldLayoutId id="2147485846" r:id="rId40"/>
    <p:sldLayoutId id="2147485847" r:id="rId41"/>
    <p:sldLayoutId id="2147485848" r:id="rId42"/>
    <p:sldLayoutId id="2147485849" r:id="rId43"/>
    <p:sldLayoutId id="2147485850" r:id="rId44"/>
    <p:sldLayoutId id="2147485851" r:id="rId45"/>
    <p:sldLayoutId id="2147485852" r:id="rId46"/>
    <p:sldLayoutId id="2147485853" r:id="rId47"/>
    <p:sldLayoutId id="2147485854" r:id="rId48"/>
    <p:sldLayoutId id="2147485855" r:id="rId49"/>
    <p:sldLayoutId id="2147485856" r:id="rId50"/>
    <p:sldLayoutId id="2147485857"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859" r:id="rId1"/>
    <p:sldLayoutId id="2147485860" r:id="rId2"/>
    <p:sldLayoutId id="2147485861" r:id="rId3"/>
    <p:sldLayoutId id="2147485862" r:id="rId4"/>
    <p:sldLayoutId id="2147485863" r:id="rId5"/>
    <p:sldLayoutId id="2147485864" r:id="rId6"/>
    <p:sldLayoutId id="2147485865" r:id="rId7"/>
    <p:sldLayoutId id="2147485866" r:id="rId8"/>
    <p:sldLayoutId id="2147485867" r:id="rId9"/>
    <p:sldLayoutId id="2147485868" r:id="rId10"/>
    <p:sldLayoutId id="2147485869" r:id="rId11"/>
    <p:sldLayoutId id="2147485870" r:id="rId12"/>
    <p:sldLayoutId id="2147485871" r:id="rId13"/>
    <p:sldLayoutId id="2147485872" r:id="rId14"/>
    <p:sldLayoutId id="2147485873" r:id="rId15"/>
    <p:sldLayoutId id="2147485874" r:id="rId16"/>
    <p:sldLayoutId id="2147485875" r:id="rId17"/>
    <p:sldLayoutId id="2147485876" r:id="rId18"/>
    <p:sldLayoutId id="2147485877" r:id="rId19"/>
    <p:sldLayoutId id="2147485878" r:id="rId20"/>
    <p:sldLayoutId id="2147485879" r:id="rId21"/>
    <p:sldLayoutId id="2147485880" r:id="rId22"/>
    <p:sldLayoutId id="2147485881" r:id="rId23"/>
    <p:sldLayoutId id="2147485882" r:id="rId24"/>
    <p:sldLayoutId id="2147485883" r:id="rId25"/>
    <p:sldLayoutId id="2147485884" r:id="rId26"/>
    <p:sldLayoutId id="2147485885" r:id="rId27"/>
    <p:sldLayoutId id="2147485886" r:id="rId28"/>
    <p:sldLayoutId id="2147485887" r:id="rId29"/>
    <p:sldLayoutId id="2147485888" r:id="rId30"/>
    <p:sldLayoutId id="2147485889" r:id="rId31"/>
    <p:sldLayoutId id="2147485890" r:id="rId32"/>
    <p:sldLayoutId id="2147485891" r:id="rId33"/>
    <p:sldLayoutId id="2147485892" r:id="rId34"/>
    <p:sldLayoutId id="2147485893" r:id="rId35"/>
    <p:sldLayoutId id="2147485894" r:id="rId36"/>
    <p:sldLayoutId id="2147485895" r:id="rId37"/>
    <p:sldLayoutId id="2147485896" r:id="rId38"/>
    <p:sldLayoutId id="2147485897" r:id="rId39"/>
    <p:sldLayoutId id="2147485898" r:id="rId40"/>
    <p:sldLayoutId id="2147485899" r:id="rId41"/>
    <p:sldLayoutId id="2147485900" r:id="rId42"/>
    <p:sldLayoutId id="2147485901" r:id="rId43"/>
    <p:sldLayoutId id="2147485902" r:id="rId44"/>
    <p:sldLayoutId id="2147485903" r:id="rId45"/>
    <p:sldLayoutId id="2147485904" r:id="rId46"/>
    <p:sldLayoutId id="2147485905" r:id="rId47"/>
    <p:sldLayoutId id="2147485906" r:id="rId48"/>
    <p:sldLayoutId id="2147485907"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909" r:id="rId1"/>
    <p:sldLayoutId id="2147485910" r:id="rId2"/>
    <p:sldLayoutId id="2147485911" r:id="rId3"/>
    <p:sldLayoutId id="2147485912" r:id="rId4"/>
    <p:sldLayoutId id="2147485913" r:id="rId5"/>
    <p:sldLayoutId id="2147485914" r:id="rId6"/>
    <p:sldLayoutId id="2147485915" r:id="rId7"/>
    <p:sldLayoutId id="2147485916" r:id="rId8"/>
    <p:sldLayoutId id="2147485917" r:id="rId9"/>
    <p:sldLayoutId id="2147485918" r:id="rId10"/>
    <p:sldLayoutId id="2147485919" r:id="rId11"/>
    <p:sldLayoutId id="2147485920" r:id="rId12"/>
    <p:sldLayoutId id="2147485921" r:id="rId13"/>
    <p:sldLayoutId id="2147485922" r:id="rId14"/>
    <p:sldLayoutId id="2147485923" r:id="rId15"/>
    <p:sldLayoutId id="2147485924" r:id="rId16"/>
    <p:sldLayoutId id="2147485925" r:id="rId17"/>
    <p:sldLayoutId id="2147485926" r:id="rId18"/>
    <p:sldLayoutId id="2147485927" r:id="rId19"/>
    <p:sldLayoutId id="2147485928" r:id="rId20"/>
    <p:sldLayoutId id="2147485929" r:id="rId21"/>
    <p:sldLayoutId id="2147485930" r:id="rId22"/>
    <p:sldLayoutId id="2147485931" r:id="rId23"/>
    <p:sldLayoutId id="2147485932" r:id="rId24"/>
    <p:sldLayoutId id="2147485933" r:id="rId25"/>
    <p:sldLayoutId id="2147485934" r:id="rId26"/>
    <p:sldLayoutId id="2147485935" r:id="rId27"/>
    <p:sldLayoutId id="2147485936" r:id="rId28"/>
    <p:sldLayoutId id="2147485937" r:id="rId29"/>
    <p:sldLayoutId id="2147485938" r:id="rId30"/>
    <p:sldLayoutId id="2147485939" r:id="rId31"/>
    <p:sldLayoutId id="2147485940" r:id="rId32"/>
    <p:sldLayoutId id="2147485941" r:id="rId33"/>
    <p:sldLayoutId id="2147485942" r:id="rId34"/>
    <p:sldLayoutId id="2147485943" r:id="rId35"/>
    <p:sldLayoutId id="2147485944" r:id="rId36"/>
    <p:sldLayoutId id="2147485945" r:id="rId37"/>
    <p:sldLayoutId id="2147485946" r:id="rId38"/>
    <p:sldLayoutId id="2147485947" r:id="rId39"/>
    <p:sldLayoutId id="2147485948" r:id="rId40"/>
    <p:sldLayoutId id="2147485949" r:id="rId41"/>
    <p:sldLayoutId id="2147485950" r:id="rId42"/>
    <p:sldLayoutId id="2147485951" r:id="rId43"/>
    <p:sldLayoutId id="2147485952" r:id="rId44"/>
    <p:sldLayoutId id="2147485953" r:id="rId45"/>
    <p:sldLayoutId id="2147485954" r:id="rId46"/>
    <p:sldLayoutId id="2147485955" r:id="rId47"/>
    <p:sldLayoutId id="2147485956" r:id="rId48"/>
    <p:sldLayoutId id="2147485957" r:id="rId49"/>
    <p:sldLayoutId id="2147485958" r:id="rId50"/>
    <p:sldLayoutId id="2147485959" r:id="rId51"/>
    <p:sldLayoutId id="2147485960" r:id="rId52"/>
    <p:sldLayoutId id="2147485961" r:id="rId53"/>
    <p:sldLayoutId id="2147485962" r:id="rId54"/>
    <p:sldLayoutId id="2147485963" r:id="rId55"/>
    <p:sldLayoutId id="2147485964" r:id="rId56"/>
    <p:sldLayoutId id="2147485965" r:id="rId57"/>
    <p:sldLayoutId id="2147485966" r:id="rId58"/>
    <p:sldLayoutId id="2147485967" r:id="rId59"/>
    <p:sldLayoutId id="2147485968" r:id="rId60"/>
    <p:sldLayoutId id="2147485969" r:id="rId61"/>
    <p:sldLayoutId id="2147485970" r:id="rId62"/>
    <p:sldLayoutId id="2147485971" r:id="rId63"/>
    <p:sldLayoutId id="2147485972" r:id="rId64"/>
    <p:sldLayoutId id="2147485973" r:id="rId65"/>
    <p:sldLayoutId id="2147485974" r:id="rId66"/>
    <p:sldLayoutId id="2147485975" r:id="rId67"/>
    <p:sldLayoutId id="2147485976" r:id="rId68"/>
    <p:sldLayoutId id="2147485977" r:id="rId69"/>
    <p:sldLayoutId id="2147485978" r:id="rId70"/>
    <p:sldLayoutId id="2147485979" r:id="rId71"/>
    <p:sldLayoutId id="2147485980" r:id="rId72"/>
    <p:sldLayoutId id="2147485981" r:id="rId73"/>
    <p:sldLayoutId id="2147485982" r:id="rId74"/>
    <p:sldLayoutId id="2147485983" r:id="rId75"/>
    <p:sldLayoutId id="2147485984" r:id="rId76"/>
    <p:sldLayoutId id="2147485985" r:id="rId77"/>
    <p:sldLayoutId id="2147485986" r:id="rId78"/>
    <p:sldLayoutId id="2147485987" r:id="rId79"/>
    <p:sldLayoutId id="2147485988" r:id="rId80"/>
    <p:sldLayoutId id="2147485989" r:id="rId81"/>
    <p:sldLayoutId id="2147485990" r:id="rId82"/>
    <p:sldLayoutId id="2147485991" r:id="rId83"/>
    <p:sldLayoutId id="2147485992"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994" r:id="rId1"/>
    <p:sldLayoutId id="2147485995" r:id="rId2"/>
    <p:sldLayoutId id="2147485996" r:id="rId3"/>
    <p:sldLayoutId id="2147485997" r:id="rId4"/>
    <p:sldLayoutId id="2147485998" r:id="rId5"/>
    <p:sldLayoutId id="2147485999" r:id="rId6"/>
    <p:sldLayoutId id="2147486000" r:id="rId7"/>
    <p:sldLayoutId id="2147486001" r:id="rId8"/>
    <p:sldLayoutId id="2147486002" r:id="rId9"/>
    <p:sldLayoutId id="2147486003" r:id="rId10"/>
    <p:sldLayoutId id="2147486004" r:id="rId11"/>
    <p:sldLayoutId id="2147486005" r:id="rId12"/>
    <p:sldLayoutId id="2147486006" r:id="rId13"/>
    <p:sldLayoutId id="2147486007" r:id="rId14"/>
    <p:sldLayoutId id="2147486008" r:id="rId15"/>
    <p:sldLayoutId id="2147486009" r:id="rId16"/>
    <p:sldLayoutId id="2147486010" r:id="rId17"/>
    <p:sldLayoutId id="2147486011" r:id="rId18"/>
    <p:sldLayoutId id="2147486012" r:id="rId19"/>
    <p:sldLayoutId id="2147486013" r:id="rId20"/>
    <p:sldLayoutId id="2147486014" r:id="rId21"/>
    <p:sldLayoutId id="2147486015" r:id="rId22"/>
    <p:sldLayoutId id="2147486016" r:id="rId23"/>
    <p:sldLayoutId id="2147486017" r:id="rId24"/>
    <p:sldLayoutId id="2147486018" r:id="rId25"/>
    <p:sldLayoutId id="2147486019" r:id="rId26"/>
    <p:sldLayoutId id="2147486020" r:id="rId27"/>
    <p:sldLayoutId id="2147486021" r:id="rId28"/>
    <p:sldLayoutId id="2147486022" r:id="rId29"/>
    <p:sldLayoutId id="2147486023" r:id="rId30"/>
    <p:sldLayoutId id="2147486024" r:id="rId31"/>
    <p:sldLayoutId id="2147486025" r:id="rId32"/>
    <p:sldLayoutId id="2147486026" r:id="rId33"/>
    <p:sldLayoutId id="2147486027" r:id="rId34"/>
    <p:sldLayoutId id="2147486028" r:id="rId35"/>
    <p:sldLayoutId id="2147486029" r:id="rId36"/>
    <p:sldLayoutId id="2147486030" r:id="rId37"/>
    <p:sldLayoutId id="2147486031" r:id="rId38"/>
    <p:sldLayoutId id="2147486032" r:id="rId39"/>
    <p:sldLayoutId id="2147486033" r:id="rId40"/>
    <p:sldLayoutId id="2147486034" r:id="rId41"/>
    <p:sldLayoutId id="2147486035" r:id="rId42"/>
    <p:sldLayoutId id="2147486036" r:id="rId43"/>
    <p:sldLayoutId id="2147486037" r:id="rId44"/>
    <p:sldLayoutId id="2147486038" r:id="rId45"/>
    <p:sldLayoutId id="2147486039" r:id="rId46"/>
    <p:sldLayoutId id="2147486040" r:id="rId47"/>
    <p:sldLayoutId id="2147486041" r:id="rId48"/>
    <p:sldLayoutId id="2147486042" r:id="rId49"/>
    <p:sldLayoutId id="2147486043" r:id="rId50"/>
    <p:sldLayoutId id="2147486044"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046" r:id="rId1"/>
    <p:sldLayoutId id="2147486047" r:id="rId2"/>
    <p:sldLayoutId id="2147486048" r:id="rId3"/>
    <p:sldLayoutId id="2147486049" r:id="rId4"/>
    <p:sldLayoutId id="2147486050" r:id="rId5"/>
    <p:sldLayoutId id="2147486051" r:id="rId6"/>
    <p:sldLayoutId id="2147486052" r:id="rId7"/>
    <p:sldLayoutId id="2147486053" r:id="rId8"/>
    <p:sldLayoutId id="2147486054" r:id="rId9"/>
    <p:sldLayoutId id="2147486055" r:id="rId10"/>
    <p:sldLayoutId id="2147486056" r:id="rId11"/>
    <p:sldLayoutId id="2147486057" r:id="rId12"/>
    <p:sldLayoutId id="2147486058" r:id="rId13"/>
    <p:sldLayoutId id="2147486059" r:id="rId14"/>
    <p:sldLayoutId id="2147486060" r:id="rId15"/>
    <p:sldLayoutId id="2147486061" r:id="rId16"/>
    <p:sldLayoutId id="2147486062" r:id="rId17"/>
    <p:sldLayoutId id="2147486063" r:id="rId18"/>
    <p:sldLayoutId id="2147486064" r:id="rId19"/>
    <p:sldLayoutId id="2147486065" r:id="rId20"/>
    <p:sldLayoutId id="2147486066" r:id="rId21"/>
    <p:sldLayoutId id="2147486067" r:id="rId22"/>
    <p:sldLayoutId id="2147486068" r:id="rId23"/>
    <p:sldLayoutId id="2147486069" r:id="rId24"/>
    <p:sldLayoutId id="2147486070" r:id="rId25"/>
    <p:sldLayoutId id="2147486071" r:id="rId26"/>
    <p:sldLayoutId id="2147486072" r:id="rId27"/>
    <p:sldLayoutId id="2147486073" r:id="rId28"/>
    <p:sldLayoutId id="2147486074" r:id="rId29"/>
    <p:sldLayoutId id="2147486075" r:id="rId30"/>
    <p:sldLayoutId id="2147486076" r:id="rId31"/>
    <p:sldLayoutId id="2147486077" r:id="rId32"/>
    <p:sldLayoutId id="2147486078" r:id="rId33"/>
    <p:sldLayoutId id="2147486079" r:id="rId34"/>
    <p:sldLayoutId id="2147486080" r:id="rId35"/>
    <p:sldLayoutId id="2147486081" r:id="rId36"/>
    <p:sldLayoutId id="2147486082" r:id="rId37"/>
    <p:sldLayoutId id="2147486083" r:id="rId38"/>
    <p:sldLayoutId id="2147486084" r:id="rId39"/>
    <p:sldLayoutId id="2147486085" r:id="rId40"/>
    <p:sldLayoutId id="2147486086" r:id="rId41"/>
    <p:sldLayoutId id="2147486087" r:id="rId42"/>
    <p:sldLayoutId id="2147486088" r:id="rId43"/>
    <p:sldLayoutId id="2147486089" r:id="rId44"/>
    <p:sldLayoutId id="2147486090" r:id="rId45"/>
    <p:sldLayoutId id="2147486091" r:id="rId46"/>
    <p:sldLayoutId id="2147486092" r:id="rId47"/>
    <p:sldLayoutId id="2147486093" r:id="rId48"/>
    <p:sldLayoutId id="2147486094"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096" r:id="rId1"/>
    <p:sldLayoutId id="2147486097" r:id="rId2"/>
    <p:sldLayoutId id="2147486098" r:id="rId3"/>
    <p:sldLayoutId id="2147486099" r:id="rId4"/>
    <p:sldLayoutId id="2147486100" r:id="rId5"/>
    <p:sldLayoutId id="2147486101" r:id="rId6"/>
    <p:sldLayoutId id="2147486102" r:id="rId7"/>
    <p:sldLayoutId id="2147486103" r:id="rId8"/>
    <p:sldLayoutId id="2147486104" r:id="rId9"/>
    <p:sldLayoutId id="2147486105" r:id="rId10"/>
    <p:sldLayoutId id="2147486106" r:id="rId11"/>
    <p:sldLayoutId id="2147486107" r:id="rId12"/>
    <p:sldLayoutId id="2147486108" r:id="rId13"/>
    <p:sldLayoutId id="2147486109" r:id="rId14"/>
    <p:sldLayoutId id="2147486110" r:id="rId15"/>
    <p:sldLayoutId id="2147486111" r:id="rId16"/>
    <p:sldLayoutId id="2147486112" r:id="rId17"/>
    <p:sldLayoutId id="2147486113" r:id="rId18"/>
    <p:sldLayoutId id="2147486114" r:id="rId19"/>
    <p:sldLayoutId id="2147486115" r:id="rId20"/>
    <p:sldLayoutId id="2147486116" r:id="rId21"/>
    <p:sldLayoutId id="2147486117" r:id="rId22"/>
    <p:sldLayoutId id="2147486118" r:id="rId23"/>
    <p:sldLayoutId id="2147486119" r:id="rId24"/>
    <p:sldLayoutId id="2147486120" r:id="rId25"/>
    <p:sldLayoutId id="2147486121" r:id="rId26"/>
    <p:sldLayoutId id="2147486122" r:id="rId27"/>
    <p:sldLayoutId id="2147486123" r:id="rId28"/>
    <p:sldLayoutId id="2147486124" r:id="rId29"/>
    <p:sldLayoutId id="2147486125" r:id="rId30"/>
    <p:sldLayoutId id="2147486126" r:id="rId31"/>
    <p:sldLayoutId id="2147486127" r:id="rId32"/>
    <p:sldLayoutId id="2147486128" r:id="rId33"/>
    <p:sldLayoutId id="2147486129" r:id="rId34"/>
    <p:sldLayoutId id="2147486130" r:id="rId35"/>
    <p:sldLayoutId id="2147486131" r:id="rId36"/>
    <p:sldLayoutId id="2147486132" r:id="rId37"/>
    <p:sldLayoutId id="2147486133" r:id="rId38"/>
    <p:sldLayoutId id="2147486134" r:id="rId39"/>
    <p:sldLayoutId id="2147486135" r:id="rId40"/>
    <p:sldLayoutId id="2147486136" r:id="rId41"/>
    <p:sldLayoutId id="2147486137" r:id="rId42"/>
    <p:sldLayoutId id="2147486138" r:id="rId43"/>
    <p:sldLayoutId id="2147486139" r:id="rId44"/>
    <p:sldLayoutId id="2147486140" r:id="rId45"/>
    <p:sldLayoutId id="2147486141" r:id="rId46"/>
    <p:sldLayoutId id="2147486142" r:id="rId47"/>
    <p:sldLayoutId id="2147486143" r:id="rId48"/>
    <p:sldLayoutId id="2147486144" r:id="rId49"/>
    <p:sldLayoutId id="2147486145" r:id="rId50"/>
    <p:sldLayoutId id="2147486146" r:id="rId51"/>
    <p:sldLayoutId id="2147486147" r:id="rId52"/>
    <p:sldLayoutId id="2147486148" r:id="rId53"/>
    <p:sldLayoutId id="2147486149" r:id="rId54"/>
    <p:sldLayoutId id="2147486150" r:id="rId55"/>
    <p:sldLayoutId id="2147486151" r:id="rId56"/>
    <p:sldLayoutId id="2147486152" r:id="rId57"/>
    <p:sldLayoutId id="2147486153" r:id="rId58"/>
    <p:sldLayoutId id="2147486154" r:id="rId59"/>
    <p:sldLayoutId id="2147486155" r:id="rId60"/>
    <p:sldLayoutId id="2147486156" r:id="rId61"/>
    <p:sldLayoutId id="2147486157" r:id="rId62"/>
    <p:sldLayoutId id="2147486158" r:id="rId63"/>
    <p:sldLayoutId id="2147486159" r:id="rId64"/>
    <p:sldLayoutId id="2147486160" r:id="rId65"/>
    <p:sldLayoutId id="2147486161" r:id="rId66"/>
    <p:sldLayoutId id="2147486162" r:id="rId67"/>
    <p:sldLayoutId id="2147486163" r:id="rId68"/>
    <p:sldLayoutId id="2147486164" r:id="rId69"/>
    <p:sldLayoutId id="2147486165" r:id="rId70"/>
    <p:sldLayoutId id="2147486166" r:id="rId71"/>
    <p:sldLayoutId id="2147486167" r:id="rId72"/>
    <p:sldLayoutId id="2147486168" r:id="rId73"/>
    <p:sldLayoutId id="2147486169" r:id="rId74"/>
    <p:sldLayoutId id="2147486170" r:id="rId75"/>
    <p:sldLayoutId id="2147486171" r:id="rId76"/>
    <p:sldLayoutId id="2147486172" r:id="rId77"/>
    <p:sldLayoutId id="2147486173" r:id="rId78"/>
    <p:sldLayoutId id="2147486174" r:id="rId79"/>
    <p:sldLayoutId id="2147486175" r:id="rId80"/>
    <p:sldLayoutId id="2147486176" r:id="rId81"/>
    <p:sldLayoutId id="2147486177" r:id="rId82"/>
    <p:sldLayoutId id="2147486178" r:id="rId83"/>
    <p:sldLayoutId id="2147486179"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181" r:id="rId1"/>
    <p:sldLayoutId id="2147486182" r:id="rId2"/>
    <p:sldLayoutId id="2147486183" r:id="rId3"/>
    <p:sldLayoutId id="2147486184" r:id="rId4"/>
    <p:sldLayoutId id="2147486185" r:id="rId5"/>
    <p:sldLayoutId id="2147486186" r:id="rId6"/>
    <p:sldLayoutId id="2147486187" r:id="rId7"/>
    <p:sldLayoutId id="2147486188" r:id="rId8"/>
    <p:sldLayoutId id="2147486189" r:id="rId9"/>
    <p:sldLayoutId id="2147486190" r:id="rId10"/>
    <p:sldLayoutId id="2147486191" r:id="rId11"/>
    <p:sldLayoutId id="2147486192" r:id="rId12"/>
    <p:sldLayoutId id="2147486193" r:id="rId13"/>
    <p:sldLayoutId id="2147486194" r:id="rId14"/>
    <p:sldLayoutId id="2147486195" r:id="rId15"/>
    <p:sldLayoutId id="2147486196" r:id="rId16"/>
    <p:sldLayoutId id="2147486197" r:id="rId17"/>
    <p:sldLayoutId id="2147486198" r:id="rId18"/>
    <p:sldLayoutId id="2147486199" r:id="rId19"/>
    <p:sldLayoutId id="2147486200" r:id="rId20"/>
    <p:sldLayoutId id="2147486201" r:id="rId21"/>
    <p:sldLayoutId id="2147486202" r:id="rId22"/>
    <p:sldLayoutId id="2147486203" r:id="rId23"/>
    <p:sldLayoutId id="2147486204" r:id="rId24"/>
    <p:sldLayoutId id="2147486205" r:id="rId25"/>
    <p:sldLayoutId id="2147486206" r:id="rId26"/>
    <p:sldLayoutId id="2147486207" r:id="rId27"/>
    <p:sldLayoutId id="2147486208" r:id="rId28"/>
    <p:sldLayoutId id="2147486209" r:id="rId29"/>
    <p:sldLayoutId id="2147486210" r:id="rId30"/>
    <p:sldLayoutId id="2147486211" r:id="rId31"/>
    <p:sldLayoutId id="2147486212" r:id="rId32"/>
    <p:sldLayoutId id="2147486213" r:id="rId33"/>
    <p:sldLayoutId id="2147486214" r:id="rId34"/>
    <p:sldLayoutId id="2147486215" r:id="rId35"/>
    <p:sldLayoutId id="2147486216" r:id="rId36"/>
    <p:sldLayoutId id="2147486217" r:id="rId37"/>
    <p:sldLayoutId id="2147486218" r:id="rId38"/>
    <p:sldLayoutId id="2147486219" r:id="rId39"/>
    <p:sldLayoutId id="2147486220" r:id="rId40"/>
    <p:sldLayoutId id="2147486221" r:id="rId41"/>
    <p:sldLayoutId id="2147486222" r:id="rId42"/>
    <p:sldLayoutId id="2147486223" r:id="rId43"/>
    <p:sldLayoutId id="2147486224" r:id="rId44"/>
    <p:sldLayoutId id="2147486225" r:id="rId45"/>
    <p:sldLayoutId id="2147486226" r:id="rId46"/>
    <p:sldLayoutId id="2147486227" r:id="rId47"/>
    <p:sldLayoutId id="2147486228" r:id="rId48"/>
    <p:sldLayoutId id="2147486229" r:id="rId49"/>
    <p:sldLayoutId id="2147486230" r:id="rId50"/>
    <p:sldLayoutId id="2147486231"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233" r:id="rId1"/>
    <p:sldLayoutId id="2147486234" r:id="rId2"/>
    <p:sldLayoutId id="2147486235" r:id="rId3"/>
    <p:sldLayoutId id="2147486236" r:id="rId4"/>
    <p:sldLayoutId id="2147486237" r:id="rId5"/>
    <p:sldLayoutId id="2147486238" r:id="rId6"/>
    <p:sldLayoutId id="2147486239" r:id="rId7"/>
    <p:sldLayoutId id="2147486240" r:id="rId8"/>
    <p:sldLayoutId id="2147486241" r:id="rId9"/>
    <p:sldLayoutId id="2147486242" r:id="rId10"/>
    <p:sldLayoutId id="2147486243" r:id="rId11"/>
    <p:sldLayoutId id="2147486244" r:id="rId12"/>
    <p:sldLayoutId id="2147486245" r:id="rId13"/>
    <p:sldLayoutId id="2147486246" r:id="rId14"/>
    <p:sldLayoutId id="2147486247" r:id="rId15"/>
    <p:sldLayoutId id="2147486248" r:id="rId16"/>
    <p:sldLayoutId id="2147486249" r:id="rId17"/>
    <p:sldLayoutId id="2147486250" r:id="rId18"/>
    <p:sldLayoutId id="2147486251" r:id="rId19"/>
    <p:sldLayoutId id="2147486252" r:id="rId20"/>
    <p:sldLayoutId id="2147486253" r:id="rId21"/>
    <p:sldLayoutId id="2147486254" r:id="rId22"/>
    <p:sldLayoutId id="2147486255" r:id="rId23"/>
    <p:sldLayoutId id="2147486256" r:id="rId24"/>
    <p:sldLayoutId id="2147486257" r:id="rId25"/>
    <p:sldLayoutId id="2147486258" r:id="rId26"/>
    <p:sldLayoutId id="2147486259" r:id="rId27"/>
    <p:sldLayoutId id="2147486260" r:id="rId28"/>
    <p:sldLayoutId id="2147486261" r:id="rId29"/>
    <p:sldLayoutId id="2147486262" r:id="rId30"/>
    <p:sldLayoutId id="2147486263" r:id="rId31"/>
    <p:sldLayoutId id="2147486264" r:id="rId32"/>
    <p:sldLayoutId id="2147486265" r:id="rId33"/>
    <p:sldLayoutId id="2147486266" r:id="rId34"/>
    <p:sldLayoutId id="2147486267" r:id="rId35"/>
    <p:sldLayoutId id="2147486268" r:id="rId36"/>
    <p:sldLayoutId id="2147486269" r:id="rId37"/>
    <p:sldLayoutId id="2147486270" r:id="rId38"/>
    <p:sldLayoutId id="2147486271" r:id="rId39"/>
    <p:sldLayoutId id="2147486272" r:id="rId40"/>
    <p:sldLayoutId id="2147486273" r:id="rId41"/>
    <p:sldLayoutId id="2147486274" r:id="rId42"/>
    <p:sldLayoutId id="2147486275" r:id="rId43"/>
    <p:sldLayoutId id="2147486276" r:id="rId44"/>
    <p:sldLayoutId id="2147486277" r:id="rId45"/>
    <p:sldLayoutId id="2147486278" r:id="rId46"/>
    <p:sldLayoutId id="2147486279" r:id="rId47"/>
    <p:sldLayoutId id="2147486280" r:id="rId48"/>
    <p:sldLayoutId id="2147486281"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283" r:id="rId1"/>
    <p:sldLayoutId id="2147486284" r:id="rId2"/>
    <p:sldLayoutId id="2147486285" r:id="rId3"/>
    <p:sldLayoutId id="2147486286" r:id="rId4"/>
    <p:sldLayoutId id="2147486287" r:id="rId5"/>
    <p:sldLayoutId id="2147486288" r:id="rId6"/>
    <p:sldLayoutId id="2147486289" r:id="rId7"/>
    <p:sldLayoutId id="2147486290" r:id="rId8"/>
    <p:sldLayoutId id="2147486291" r:id="rId9"/>
    <p:sldLayoutId id="2147486292" r:id="rId10"/>
    <p:sldLayoutId id="2147486293" r:id="rId11"/>
    <p:sldLayoutId id="2147486294" r:id="rId12"/>
    <p:sldLayoutId id="2147486295" r:id="rId13"/>
    <p:sldLayoutId id="2147486296" r:id="rId14"/>
    <p:sldLayoutId id="2147486297" r:id="rId15"/>
    <p:sldLayoutId id="2147486298" r:id="rId16"/>
    <p:sldLayoutId id="2147486299" r:id="rId17"/>
    <p:sldLayoutId id="2147486300" r:id="rId18"/>
    <p:sldLayoutId id="2147486301" r:id="rId19"/>
    <p:sldLayoutId id="2147486302" r:id="rId20"/>
    <p:sldLayoutId id="2147486303" r:id="rId21"/>
    <p:sldLayoutId id="2147486304" r:id="rId22"/>
    <p:sldLayoutId id="2147486305" r:id="rId23"/>
    <p:sldLayoutId id="2147486306" r:id="rId24"/>
    <p:sldLayoutId id="2147486307" r:id="rId25"/>
    <p:sldLayoutId id="2147486308" r:id="rId26"/>
    <p:sldLayoutId id="2147486309" r:id="rId27"/>
    <p:sldLayoutId id="2147486310" r:id="rId28"/>
    <p:sldLayoutId id="2147486311" r:id="rId29"/>
    <p:sldLayoutId id="2147486312" r:id="rId30"/>
    <p:sldLayoutId id="2147486313" r:id="rId31"/>
    <p:sldLayoutId id="2147486314" r:id="rId32"/>
    <p:sldLayoutId id="2147486315" r:id="rId33"/>
    <p:sldLayoutId id="2147486316" r:id="rId34"/>
    <p:sldLayoutId id="2147486317" r:id="rId35"/>
    <p:sldLayoutId id="2147486318" r:id="rId36"/>
    <p:sldLayoutId id="2147486319" r:id="rId37"/>
    <p:sldLayoutId id="2147486320" r:id="rId38"/>
    <p:sldLayoutId id="2147486321" r:id="rId39"/>
    <p:sldLayoutId id="2147486322" r:id="rId40"/>
    <p:sldLayoutId id="2147486323" r:id="rId41"/>
    <p:sldLayoutId id="2147486324" r:id="rId42"/>
    <p:sldLayoutId id="2147486325" r:id="rId43"/>
    <p:sldLayoutId id="2147486326" r:id="rId44"/>
    <p:sldLayoutId id="2147486327" r:id="rId45"/>
    <p:sldLayoutId id="2147486328" r:id="rId46"/>
    <p:sldLayoutId id="2147486329" r:id="rId47"/>
    <p:sldLayoutId id="2147486330" r:id="rId48"/>
    <p:sldLayoutId id="2147486331" r:id="rId49"/>
    <p:sldLayoutId id="2147486332" r:id="rId50"/>
    <p:sldLayoutId id="2147486333" r:id="rId51"/>
    <p:sldLayoutId id="2147486334" r:id="rId52"/>
    <p:sldLayoutId id="2147486335" r:id="rId53"/>
    <p:sldLayoutId id="2147486336" r:id="rId54"/>
    <p:sldLayoutId id="2147486337" r:id="rId55"/>
    <p:sldLayoutId id="2147486338" r:id="rId56"/>
    <p:sldLayoutId id="2147486339" r:id="rId57"/>
    <p:sldLayoutId id="2147486340" r:id="rId58"/>
    <p:sldLayoutId id="2147486341" r:id="rId59"/>
    <p:sldLayoutId id="2147486342" r:id="rId60"/>
    <p:sldLayoutId id="2147486343" r:id="rId61"/>
    <p:sldLayoutId id="2147486344" r:id="rId62"/>
    <p:sldLayoutId id="2147486345" r:id="rId63"/>
    <p:sldLayoutId id="2147486346" r:id="rId64"/>
    <p:sldLayoutId id="2147486347" r:id="rId65"/>
    <p:sldLayoutId id="2147486348" r:id="rId66"/>
    <p:sldLayoutId id="2147486349" r:id="rId67"/>
    <p:sldLayoutId id="2147486350" r:id="rId68"/>
    <p:sldLayoutId id="2147486351" r:id="rId69"/>
    <p:sldLayoutId id="2147486352" r:id="rId70"/>
    <p:sldLayoutId id="2147486353" r:id="rId71"/>
    <p:sldLayoutId id="2147486354" r:id="rId72"/>
    <p:sldLayoutId id="2147486355" r:id="rId73"/>
    <p:sldLayoutId id="2147486356" r:id="rId74"/>
    <p:sldLayoutId id="2147486357" r:id="rId75"/>
    <p:sldLayoutId id="2147486358" r:id="rId76"/>
    <p:sldLayoutId id="2147486359" r:id="rId77"/>
    <p:sldLayoutId id="2147486360" r:id="rId78"/>
    <p:sldLayoutId id="2147486361" r:id="rId79"/>
    <p:sldLayoutId id="2147486362" r:id="rId80"/>
    <p:sldLayoutId id="2147486363" r:id="rId81"/>
    <p:sldLayoutId id="2147486364" r:id="rId82"/>
    <p:sldLayoutId id="2147486365" r:id="rId83"/>
    <p:sldLayoutId id="2147486366"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368" r:id="rId1"/>
    <p:sldLayoutId id="2147486369" r:id="rId2"/>
    <p:sldLayoutId id="2147486370" r:id="rId3"/>
    <p:sldLayoutId id="2147486371" r:id="rId4"/>
    <p:sldLayoutId id="2147486372" r:id="rId5"/>
    <p:sldLayoutId id="2147486373" r:id="rId6"/>
    <p:sldLayoutId id="2147486374" r:id="rId7"/>
    <p:sldLayoutId id="2147486375" r:id="rId8"/>
    <p:sldLayoutId id="2147486376" r:id="rId9"/>
    <p:sldLayoutId id="2147486377" r:id="rId10"/>
    <p:sldLayoutId id="2147486378" r:id="rId11"/>
    <p:sldLayoutId id="2147486379" r:id="rId12"/>
    <p:sldLayoutId id="2147486380" r:id="rId13"/>
    <p:sldLayoutId id="2147486381" r:id="rId14"/>
    <p:sldLayoutId id="2147486382" r:id="rId15"/>
    <p:sldLayoutId id="2147486383" r:id="rId16"/>
    <p:sldLayoutId id="2147486384" r:id="rId17"/>
    <p:sldLayoutId id="2147486385" r:id="rId18"/>
    <p:sldLayoutId id="2147486386" r:id="rId19"/>
    <p:sldLayoutId id="2147486387" r:id="rId20"/>
    <p:sldLayoutId id="2147486388" r:id="rId21"/>
    <p:sldLayoutId id="2147486389" r:id="rId22"/>
    <p:sldLayoutId id="2147486391" r:id="rId23"/>
    <p:sldLayoutId id="2147486392" r:id="rId24"/>
    <p:sldLayoutId id="2147486393" r:id="rId25"/>
    <p:sldLayoutId id="2147486394" r:id="rId26"/>
    <p:sldLayoutId id="2147486395" r:id="rId27"/>
    <p:sldLayoutId id="2147486396" r:id="rId28"/>
    <p:sldLayoutId id="2147486397" r:id="rId29"/>
    <p:sldLayoutId id="2147486398" r:id="rId30"/>
    <p:sldLayoutId id="2147486399" r:id="rId31"/>
    <p:sldLayoutId id="2147486400" r:id="rId32"/>
    <p:sldLayoutId id="2147486401" r:id="rId33"/>
    <p:sldLayoutId id="2147486402" r:id="rId34"/>
    <p:sldLayoutId id="2147486403" r:id="rId35"/>
    <p:sldLayoutId id="2147486404" r:id="rId36"/>
    <p:sldLayoutId id="2147486405" r:id="rId37"/>
    <p:sldLayoutId id="2147486406" r:id="rId38"/>
    <p:sldLayoutId id="2147486407" r:id="rId39"/>
    <p:sldLayoutId id="2147486408" r:id="rId40"/>
    <p:sldLayoutId id="2147486409" r:id="rId41"/>
    <p:sldLayoutId id="2147486410" r:id="rId42"/>
    <p:sldLayoutId id="2147486411" r:id="rId43"/>
    <p:sldLayoutId id="2147486412" r:id="rId44"/>
    <p:sldLayoutId id="2147486413" r:id="rId45"/>
    <p:sldLayoutId id="2147486414" r:id="rId46"/>
    <p:sldLayoutId id="2147486415" r:id="rId47"/>
    <p:sldLayoutId id="2147486416" r:id="rId48"/>
    <p:sldLayoutId id="2147486417" r:id="rId49"/>
    <p:sldLayoutId id="2147486418"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420" r:id="rId1"/>
    <p:sldLayoutId id="2147486421" r:id="rId2"/>
    <p:sldLayoutId id="2147486422" r:id="rId3"/>
    <p:sldLayoutId id="2147486423" r:id="rId4"/>
    <p:sldLayoutId id="2147486424" r:id="rId5"/>
    <p:sldLayoutId id="2147486425" r:id="rId6"/>
    <p:sldLayoutId id="2147486426" r:id="rId7"/>
    <p:sldLayoutId id="2147486427" r:id="rId8"/>
    <p:sldLayoutId id="2147486428" r:id="rId9"/>
    <p:sldLayoutId id="2147486429" r:id="rId10"/>
    <p:sldLayoutId id="2147486430" r:id="rId11"/>
    <p:sldLayoutId id="2147486431" r:id="rId12"/>
    <p:sldLayoutId id="2147486432" r:id="rId13"/>
    <p:sldLayoutId id="2147486433" r:id="rId14"/>
    <p:sldLayoutId id="2147486434" r:id="rId15"/>
    <p:sldLayoutId id="2147486435" r:id="rId16"/>
    <p:sldLayoutId id="2147486436" r:id="rId17"/>
    <p:sldLayoutId id="2147486437" r:id="rId18"/>
    <p:sldLayoutId id="2147486438" r:id="rId19"/>
    <p:sldLayoutId id="2147486439" r:id="rId20"/>
    <p:sldLayoutId id="2147486440" r:id="rId21"/>
    <p:sldLayoutId id="2147486441" r:id="rId22"/>
    <p:sldLayoutId id="2147486442" r:id="rId23"/>
    <p:sldLayoutId id="2147486443" r:id="rId24"/>
    <p:sldLayoutId id="2147486444" r:id="rId25"/>
    <p:sldLayoutId id="2147486445" r:id="rId26"/>
    <p:sldLayoutId id="2147486446" r:id="rId27"/>
    <p:sldLayoutId id="2147486447" r:id="rId28"/>
    <p:sldLayoutId id="2147486448" r:id="rId29"/>
    <p:sldLayoutId id="2147486449" r:id="rId30"/>
    <p:sldLayoutId id="2147486450" r:id="rId31"/>
    <p:sldLayoutId id="2147486451" r:id="rId32"/>
    <p:sldLayoutId id="2147486452" r:id="rId33"/>
    <p:sldLayoutId id="2147486453" r:id="rId34"/>
    <p:sldLayoutId id="2147486454" r:id="rId35"/>
    <p:sldLayoutId id="2147486455" r:id="rId36"/>
    <p:sldLayoutId id="2147486456" r:id="rId37"/>
    <p:sldLayoutId id="2147486457" r:id="rId38"/>
    <p:sldLayoutId id="2147486458" r:id="rId39"/>
    <p:sldLayoutId id="2147486459" r:id="rId40"/>
    <p:sldLayoutId id="2147486460" r:id="rId41"/>
    <p:sldLayoutId id="2147486461" r:id="rId42"/>
    <p:sldLayoutId id="2147486462" r:id="rId43"/>
    <p:sldLayoutId id="2147486463" r:id="rId44"/>
    <p:sldLayoutId id="2147486464" r:id="rId45"/>
    <p:sldLayoutId id="2147486465" r:id="rId46"/>
    <p:sldLayoutId id="2147486466" r:id="rId47"/>
    <p:sldLayoutId id="2147486467" r:id="rId48"/>
    <p:sldLayoutId id="2147486468"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470" r:id="rId1"/>
    <p:sldLayoutId id="2147486471" r:id="rId2"/>
    <p:sldLayoutId id="2147486472" r:id="rId3"/>
    <p:sldLayoutId id="2147486473" r:id="rId4"/>
    <p:sldLayoutId id="2147486474" r:id="rId5"/>
    <p:sldLayoutId id="2147486475" r:id="rId6"/>
    <p:sldLayoutId id="2147486476" r:id="rId7"/>
    <p:sldLayoutId id="2147486477" r:id="rId8"/>
    <p:sldLayoutId id="2147486478" r:id="rId9"/>
    <p:sldLayoutId id="2147486479" r:id="rId10"/>
    <p:sldLayoutId id="2147486480" r:id="rId11"/>
    <p:sldLayoutId id="2147486481" r:id="rId12"/>
    <p:sldLayoutId id="2147486482" r:id="rId13"/>
    <p:sldLayoutId id="2147486483" r:id="rId14"/>
    <p:sldLayoutId id="2147486484" r:id="rId15"/>
    <p:sldLayoutId id="2147486485" r:id="rId16"/>
    <p:sldLayoutId id="2147486486" r:id="rId17"/>
    <p:sldLayoutId id="2147486487" r:id="rId18"/>
    <p:sldLayoutId id="2147486488" r:id="rId19"/>
    <p:sldLayoutId id="2147486489" r:id="rId20"/>
    <p:sldLayoutId id="2147486490" r:id="rId21"/>
    <p:sldLayoutId id="2147486491" r:id="rId22"/>
    <p:sldLayoutId id="2147486492" r:id="rId23"/>
    <p:sldLayoutId id="2147486493" r:id="rId24"/>
    <p:sldLayoutId id="2147486494" r:id="rId25"/>
    <p:sldLayoutId id="2147486495" r:id="rId26"/>
    <p:sldLayoutId id="2147486496" r:id="rId27"/>
    <p:sldLayoutId id="2147486497" r:id="rId28"/>
    <p:sldLayoutId id="2147486498" r:id="rId29"/>
    <p:sldLayoutId id="2147486499" r:id="rId30"/>
    <p:sldLayoutId id="2147486500" r:id="rId31"/>
    <p:sldLayoutId id="2147486501" r:id="rId32"/>
    <p:sldLayoutId id="2147486502" r:id="rId33"/>
    <p:sldLayoutId id="2147486503" r:id="rId34"/>
    <p:sldLayoutId id="2147486504" r:id="rId35"/>
    <p:sldLayoutId id="2147486505" r:id="rId36"/>
    <p:sldLayoutId id="2147486506" r:id="rId37"/>
    <p:sldLayoutId id="2147486507" r:id="rId38"/>
    <p:sldLayoutId id="2147486508" r:id="rId39"/>
    <p:sldLayoutId id="2147486509" r:id="rId40"/>
    <p:sldLayoutId id="2147486510" r:id="rId41"/>
    <p:sldLayoutId id="2147486511" r:id="rId42"/>
    <p:sldLayoutId id="2147486512" r:id="rId43"/>
    <p:sldLayoutId id="2147486513" r:id="rId44"/>
    <p:sldLayoutId id="2147486514" r:id="rId45"/>
    <p:sldLayoutId id="2147486515" r:id="rId46"/>
    <p:sldLayoutId id="2147486516" r:id="rId47"/>
    <p:sldLayoutId id="2147486517" r:id="rId48"/>
    <p:sldLayoutId id="2147486518" r:id="rId49"/>
    <p:sldLayoutId id="2147486519" r:id="rId50"/>
    <p:sldLayoutId id="2147486520" r:id="rId51"/>
    <p:sldLayoutId id="2147486521" r:id="rId52"/>
    <p:sldLayoutId id="2147486522" r:id="rId53"/>
    <p:sldLayoutId id="2147486523" r:id="rId54"/>
    <p:sldLayoutId id="2147486524" r:id="rId55"/>
    <p:sldLayoutId id="2147486525" r:id="rId56"/>
    <p:sldLayoutId id="2147486526" r:id="rId57"/>
    <p:sldLayoutId id="2147486527" r:id="rId58"/>
    <p:sldLayoutId id="2147486528" r:id="rId59"/>
    <p:sldLayoutId id="2147486529" r:id="rId60"/>
    <p:sldLayoutId id="2147486530" r:id="rId61"/>
    <p:sldLayoutId id="2147486531" r:id="rId62"/>
    <p:sldLayoutId id="2147486532" r:id="rId63"/>
    <p:sldLayoutId id="2147486533" r:id="rId64"/>
    <p:sldLayoutId id="2147486534" r:id="rId65"/>
    <p:sldLayoutId id="2147486535" r:id="rId66"/>
    <p:sldLayoutId id="2147486536" r:id="rId67"/>
    <p:sldLayoutId id="2147486537" r:id="rId68"/>
    <p:sldLayoutId id="2147486538" r:id="rId69"/>
    <p:sldLayoutId id="2147486539" r:id="rId70"/>
    <p:sldLayoutId id="2147486540" r:id="rId71"/>
    <p:sldLayoutId id="2147486541" r:id="rId72"/>
    <p:sldLayoutId id="2147486542" r:id="rId73"/>
    <p:sldLayoutId id="2147486543" r:id="rId74"/>
    <p:sldLayoutId id="2147486544" r:id="rId75"/>
    <p:sldLayoutId id="2147486545" r:id="rId76"/>
    <p:sldLayoutId id="2147486546" r:id="rId77"/>
    <p:sldLayoutId id="2147486547" r:id="rId78"/>
    <p:sldLayoutId id="2147486548" r:id="rId79"/>
    <p:sldLayoutId id="2147486549" r:id="rId80"/>
    <p:sldLayoutId id="2147486550" r:id="rId81"/>
    <p:sldLayoutId id="2147486551" r:id="rId82"/>
    <p:sldLayoutId id="2147486552" r:id="rId83"/>
    <p:sldLayoutId id="2147486553"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555" r:id="rId1"/>
    <p:sldLayoutId id="2147486556" r:id="rId2"/>
    <p:sldLayoutId id="2147486557" r:id="rId3"/>
    <p:sldLayoutId id="2147486558" r:id="rId4"/>
    <p:sldLayoutId id="2147486559" r:id="rId5"/>
    <p:sldLayoutId id="2147486560" r:id="rId6"/>
    <p:sldLayoutId id="2147486561" r:id="rId7"/>
    <p:sldLayoutId id="2147486562" r:id="rId8"/>
    <p:sldLayoutId id="2147486563" r:id="rId9"/>
    <p:sldLayoutId id="2147486564" r:id="rId10"/>
    <p:sldLayoutId id="2147486565" r:id="rId11"/>
    <p:sldLayoutId id="2147486566" r:id="rId12"/>
    <p:sldLayoutId id="2147486567" r:id="rId13"/>
    <p:sldLayoutId id="2147486568" r:id="rId14"/>
    <p:sldLayoutId id="2147486569" r:id="rId15"/>
    <p:sldLayoutId id="2147486570" r:id="rId16"/>
    <p:sldLayoutId id="2147486571" r:id="rId17"/>
    <p:sldLayoutId id="2147486572" r:id="rId18"/>
    <p:sldLayoutId id="2147486573" r:id="rId19"/>
    <p:sldLayoutId id="2147486574" r:id="rId20"/>
    <p:sldLayoutId id="2147486575" r:id="rId21"/>
    <p:sldLayoutId id="2147486576" r:id="rId22"/>
    <p:sldLayoutId id="2147486578" r:id="rId23"/>
    <p:sldLayoutId id="2147486579" r:id="rId24"/>
    <p:sldLayoutId id="2147486580" r:id="rId25"/>
    <p:sldLayoutId id="2147486581" r:id="rId26"/>
    <p:sldLayoutId id="2147486582" r:id="rId27"/>
    <p:sldLayoutId id="2147486583" r:id="rId28"/>
    <p:sldLayoutId id="2147486584" r:id="rId29"/>
    <p:sldLayoutId id="2147486585" r:id="rId30"/>
    <p:sldLayoutId id="2147486586" r:id="rId31"/>
    <p:sldLayoutId id="2147486587" r:id="rId32"/>
    <p:sldLayoutId id="2147486588" r:id="rId33"/>
    <p:sldLayoutId id="2147486589" r:id="rId34"/>
    <p:sldLayoutId id="2147486590" r:id="rId35"/>
    <p:sldLayoutId id="2147486591" r:id="rId36"/>
    <p:sldLayoutId id="2147486592" r:id="rId37"/>
    <p:sldLayoutId id="2147486593" r:id="rId38"/>
    <p:sldLayoutId id="2147486594" r:id="rId39"/>
    <p:sldLayoutId id="2147486595" r:id="rId40"/>
    <p:sldLayoutId id="2147486596" r:id="rId41"/>
    <p:sldLayoutId id="2147486597" r:id="rId42"/>
    <p:sldLayoutId id="2147486598" r:id="rId43"/>
    <p:sldLayoutId id="2147486599" r:id="rId44"/>
    <p:sldLayoutId id="2147486600" r:id="rId45"/>
    <p:sldLayoutId id="2147486601" r:id="rId46"/>
    <p:sldLayoutId id="2147486602" r:id="rId47"/>
    <p:sldLayoutId id="2147486603" r:id="rId48"/>
    <p:sldLayoutId id="2147486604" r:id="rId49"/>
    <p:sldLayoutId id="2147486605"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 id="2147486618" r:id="rId12"/>
    <p:sldLayoutId id="2147486619" r:id="rId13"/>
    <p:sldLayoutId id="2147486620" r:id="rId14"/>
    <p:sldLayoutId id="2147486621" r:id="rId15"/>
    <p:sldLayoutId id="2147486622" r:id="rId16"/>
    <p:sldLayoutId id="2147486623" r:id="rId17"/>
    <p:sldLayoutId id="2147486624" r:id="rId18"/>
    <p:sldLayoutId id="2147486625" r:id="rId19"/>
    <p:sldLayoutId id="2147486626" r:id="rId20"/>
    <p:sldLayoutId id="2147486627" r:id="rId21"/>
    <p:sldLayoutId id="2147486628" r:id="rId22"/>
    <p:sldLayoutId id="2147486629" r:id="rId23"/>
    <p:sldLayoutId id="2147486630" r:id="rId24"/>
    <p:sldLayoutId id="2147486631" r:id="rId25"/>
    <p:sldLayoutId id="2147486632" r:id="rId26"/>
    <p:sldLayoutId id="2147486633" r:id="rId27"/>
    <p:sldLayoutId id="2147486634" r:id="rId28"/>
    <p:sldLayoutId id="2147486635" r:id="rId29"/>
    <p:sldLayoutId id="2147486636" r:id="rId30"/>
    <p:sldLayoutId id="2147486637" r:id="rId31"/>
    <p:sldLayoutId id="2147486638" r:id="rId32"/>
    <p:sldLayoutId id="2147486639" r:id="rId33"/>
    <p:sldLayoutId id="2147486640" r:id="rId34"/>
    <p:sldLayoutId id="2147486641" r:id="rId35"/>
    <p:sldLayoutId id="2147486642" r:id="rId36"/>
    <p:sldLayoutId id="2147486643" r:id="rId37"/>
    <p:sldLayoutId id="2147486644" r:id="rId38"/>
    <p:sldLayoutId id="2147486645" r:id="rId39"/>
    <p:sldLayoutId id="2147486646" r:id="rId40"/>
    <p:sldLayoutId id="2147486647" r:id="rId41"/>
    <p:sldLayoutId id="2147486648" r:id="rId42"/>
    <p:sldLayoutId id="2147486649" r:id="rId43"/>
    <p:sldLayoutId id="2147486650" r:id="rId44"/>
    <p:sldLayoutId id="2147486651" r:id="rId45"/>
    <p:sldLayoutId id="2147486652" r:id="rId46"/>
    <p:sldLayoutId id="2147486653" r:id="rId47"/>
    <p:sldLayoutId id="2147486654" r:id="rId48"/>
    <p:sldLayoutId id="2147486655"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657" r:id="rId1"/>
    <p:sldLayoutId id="2147486658" r:id="rId2"/>
    <p:sldLayoutId id="2147486659" r:id="rId3"/>
    <p:sldLayoutId id="2147486660" r:id="rId4"/>
    <p:sldLayoutId id="2147486661" r:id="rId5"/>
    <p:sldLayoutId id="2147486662" r:id="rId6"/>
    <p:sldLayoutId id="2147486663" r:id="rId7"/>
    <p:sldLayoutId id="2147486664" r:id="rId8"/>
    <p:sldLayoutId id="2147486665" r:id="rId9"/>
    <p:sldLayoutId id="2147486666" r:id="rId10"/>
    <p:sldLayoutId id="2147486667" r:id="rId11"/>
    <p:sldLayoutId id="2147486668" r:id="rId12"/>
    <p:sldLayoutId id="2147486669" r:id="rId13"/>
    <p:sldLayoutId id="2147486670" r:id="rId14"/>
    <p:sldLayoutId id="2147486671" r:id="rId15"/>
    <p:sldLayoutId id="2147486672" r:id="rId16"/>
    <p:sldLayoutId id="2147486673" r:id="rId17"/>
    <p:sldLayoutId id="2147486674" r:id="rId18"/>
    <p:sldLayoutId id="2147486675" r:id="rId19"/>
    <p:sldLayoutId id="2147486676" r:id="rId20"/>
    <p:sldLayoutId id="2147486677" r:id="rId21"/>
    <p:sldLayoutId id="2147486678" r:id="rId22"/>
    <p:sldLayoutId id="2147486679" r:id="rId23"/>
    <p:sldLayoutId id="2147486680" r:id="rId24"/>
    <p:sldLayoutId id="2147486681" r:id="rId25"/>
    <p:sldLayoutId id="2147486682" r:id="rId26"/>
    <p:sldLayoutId id="2147486683" r:id="rId27"/>
    <p:sldLayoutId id="2147486684" r:id="rId28"/>
    <p:sldLayoutId id="2147486685" r:id="rId29"/>
    <p:sldLayoutId id="2147486686" r:id="rId30"/>
    <p:sldLayoutId id="2147486687" r:id="rId31"/>
    <p:sldLayoutId id="2147486688" r:id="rId32"/>
    <p:sldLayoutId id="2147486689" r:id="rId33"/>
    <p:sldLayoutId id="2147486690" r:id="rId34"/>
    <p:sldLayoutId id="2147486691" r:id="rId35"/>
    <p:sldLayoutId id="2147486692" r:id="rId36"/>
    <p:sldLayoutId id="2147486693" r:id="rId37"/>
    <p:sldLayoutId id="2147486694" r:id="rId38"/>
    <p:sldLayoutId id="2147486695" r:id="rId39"/>
    <p:sldLayoutId id="2147486696" r:id="rId40"/>
    <p:sldLayoutId id="2147486697" r:id="rId41"/>
    <p:sldLayoutId id="2147486698" r:id="rId42"/>
    <p:sldLayoutId id="2147486699" r:id="rId43"/>
    <p:sldLayoutId id="2147486700" r:id="rId44"/>
    <p:sldLayoutId id="2147486701" r:id="rId45"/>
    <p:sldLayoutId id="2147486702" r:id="rId46"/>
    <p:sldLayoutId id="2147486703" r:id="rId47"/>
    <p:sldLayoutId id="2147486704" r:id="rId48"/>
    <p:sldLayoutId id="2147486705" r:id="rId49"/>
    <p:sldLayoutId id="2147486706" r:id="rId50"/>
    <p:sldLayoutId id="2147486707" r:id="rId51"/>
    <p:sldLayoutId id="2147486708" r:id="rId52"/>
    <p:sldLayoutId id="2147486709" r:id="rId53"/>
    <p:sldLayoutId id="2147486710" r:id="rId54"/>
    <p:sldLayoutId id="2147486711" r:id="rId55"/>
    <p:sldLayoutId id="2147486712" r:id="rId56"/>
    <p:sldLayoutId id="2147486713" r:id="rId57"/>
    <p:sldLayoutId id="2147486714" r:id="rId58"/>
    <p:sldLayoutId id="2147486715" r:id="rId59"/>
    <p:sldLayoutId id="2147486716" r:id="rId60"/>
    <p:sldLayoutId id="2147486717" r:id="rId61"/>
    <p:sldLayoutId id="2147486718" r:id="rId62"/>
    <p:sldLayoutId id="2147486719" r:id="rId63"/>
    <p:sldLayoutId id="2147486720" r:id="rId64"/>
    <p:sldLayoutId id="2147486721" r:id="rId65"/>
    <p:sldLayoutId id="2147486722" r:id="rId66"/>
    <p:sldLayoutId id="2147486723" r:id="rId67"/>
    <p:sldLayoutId id="2147486724" r:id="rId68"/>
    <p:sldLayoutId id="2147486725" r:id="rId69"/>
    <p:sldLayoutId id="2147486726" r:id="rId70"/>
    <p:sldLayoutId id="2147486727" r:id="rId71"/>
    <p:sldLayoutId id="2147486728" r:id="rId72"/>
    <p:sldLayoutId id="2147486729" r:id="rId73"/>
    <p:sldLayoutId id="2147486730" r:id="rId74"/>
    <p:sldLayoutId id="2147486731" r:id="rId75"/>
    <p:sldLayoutId id="2147486732" r:id="rId76"/>
    <p:sldLayoutId id="2147486733" r:id="rId77"/>
    <p:sldLayoutId id="2147486734" r:id="rId78"/>
    <p:sldLayoutId id="2147486735" r:id="rId79"/>
    <p:sldLayoutId id="2147486736" r:id="rId80"/>
    <p:sldLayoutId id="2147486737" r:id="rId81"/>
    <p:sldLayoutId id="2147486738" r:id="rId82"/>
    <p:sldLayoutId id="2147486739" r:id="rId83"/>
    <p:sldLayoutId id="2147486740"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742" r:id="rId1"/>
    <p:sldLayoutId id="2147486743" r:id="rId2"/>
    <p:sldLayoutId id="2147486744" r:id="rId3"/>
    <p:sldLayoutId id="2147486745" r:id="rId4"/>
    <p:sldLayoutId id="2147486746" r:id="rId5"/>
    <p:sldLayoutId id="2147486747" r:id="rId6"/>
    <p:sldLayoutId id="2147486748" r:id="rId7"/>
    <p:sldLayoutId id="2147486749" r:id="rId8"/>
    <p:sldLayoutId id="2147486750" r:id="rId9"/>
    <p:sldLayoutId id="2147486751" r:id="rId10"/>
    <p:sldLayoutId id="2147486752" r:id="rId11"/>
    <p:sldLayoutId id="2147486753" r:id="rId12"/>
    <p:sldLayoutId id="2147486754" r:id="rId13"/>
    <p:sldLayoutId id="2147486755" r:id="rId14"/>
    <p:sldLayoutId id="2147486756" r:id="rId15"/>
    <p:sldLayoutId id="2147486757" r:id="rId16"/>
    <p:sldLayoutId id="2147486758" r:id="rId17"/>
    <p:sldLayoutId id="2147486759" r:id="rId18"/>
    <p:sldLayoutId id="2147486760" r:id="rId19"/>
    <p:sldLayoutId id="2147486761" r:id="rId20"/>
    <p:sldLayoutId id="2147486762" r:id="rId21"/>
    <p:sldLayoutId id="2147486763" r:id="rId22"/>
    <p:sldLayoutId id="2147486765" r:id="rId23"/>
    <p:sldLayoutId id="2147486766" r:id="rId24"/>
    <p:sldLayoutId id="2147486767" r:id="rId25"/>
    <p:sldLayoutId id="2147486768" r:id="rId26"/>
    <p:sldLayoutId id="2147486769" r:id="rId27"/>
    <p:sldLayoutId id="2147486770" r:id="rId28"/>
    <p:sldLayoutId id="2147486771" r:id="rId29"/>
    <p:sldLayoutId id="2147486772" r:id="rId30"/>
    <p:sldLayoutId id="2147486773" r:id="rId31"/>
    <p:sldLayoutId id="2147486774" r:id="rId32"/>
    <p:sldLayoutId id="2147486775" r:id="rId33"/>
    <p:sldLayoutId id="2147486776" r:id="rId34"/>
    <p:sldLayoutId id="2147486777" r:id="rId35"/>
    <p:sldLayoutId id="2147486778" r:id="rId36"/>
    <p:sldLayoutId id="2147486779" r:id="rId37"/>
    <p:sldLayoutId id="2147486780" r:id="rId38"/>
    <p:sldLayoutId id="2147486781" r:id="rId39"/>
    <p:sldLayoutId id="2147486782" r:id="rId40"/>
    <p:sldLayoutId id="2147486783" r:id="rId41"/>
    <p:sldLayoutId id="2147486784" r:id="rId42"/>
    <p:sldLayoutId id="2147486785" r:id="rId43"/>
    <p:sldLayoutId id="2147486786" r:id="rId44"/>
    <p:sldLayoutId id="2147486787" r:id="rId45"/>
    <p:sldLayoutId id="2147486788" r:id="rId46"/>
    <p:sldLayoutId id="2147486789" r:id="rId47"/>
    <p:sldLayoutId id="2147486790" r:id="rId48"/>
    <p:sldLayoutId id="2147486791" r:id="rId49"/>
    <p:sldLayoutId id="2147486792"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794" r:id="rId1"/>
    <p:sldLayoutId id="2147486795" r:id="rId2"/>
    <p:sldLayoutId id="2147486796" r:id="rId3"/>
    <p:sldLayoutId id="2147486797" r:id="rId4"/>
    <p:sldLayoutId id="2147486798" r:id="rId5"/>
    <p:sldLayoutId id="2147486799" r:id="rId6"/>
    <p:sldLayoutId id="2147486800" r:id="rId7"/>
    <p:sldLayoutId id="2147486801" r:id="rId8"/>
    <p:sldLayoutId id="2147486802" r:id="rId9"/>
    <p:sldLayoutId id="2147486803" r:id="rId10"/>
    <p:sldLayoutId id="2147486804" r:id="rId11"/>
    <p:sldLayoutId id="2147486805" r:id="rId12"/>
    <p:sldLayoutId id="2147486806" r:id="rId13"/>
    <p:sldLayoutId id="2147486807" r:id="rId14"/>
    <p:sldLayoutId id="2147486808" r:id="rId15"/>
    <p:sldLayoutId id="2147486809" r:id="rId16"/>
    <p:sldLayoutId id="2147486810" r:id="rId17"/>
    <p:sldLayoutId id="2147486811" r:id="rId18"/>
    <p:sldLayoutId id="2147486812" r:id="rId19"/>
    <p:sldLayoutId id="2147486813" r:id="rId20"/>
    <p:sldLayoutId id="2147486814" r:id="rId21"/>
    <p:sldLayoutId id="2147486815" r:id="rId22"/>
    <p:sldLayoutId id="2147486816" r:id="rId23"/>
    <p:sldLayoutId id="2147486817" r:id="rId24"/>
    <p:sldLayoutId id="2147486818" r:id="rId25"/>
    <p:sldLayoutId id="2147486819" r:id="rId26"/>
    <p:sldLayoutId id="2147486820" r:id="rId27"/>
    <p:sldLayoutId id="2147486821" r:id="rId28"/>
    <p:sldLayoutId id="2147486822" r:id="rId29"/>
    <p:sldLayoutId id="2147486823" r:id="rId30"/>
    <p:sldLayoutId id="2147486824" r:id="rId31"/>
    <p:sldLayoutId id="2147486825" r:id="rId32"/>
    <p:sldLayoutId id="2147486826" r:id="rId33"/>
    <p:sldLayoutId id="2147486827" r:id="rId34"/>
    <p:sldLayoutId id="2147486828" r:id="rId35"/>
    <p:sldLayoutId id="2147486829" r:id="rId36"/>
    <p:sldLayoutId id="2147486830" r:id="rId37"/>
    <p:sldLayoutId id="2147486831" r:id="rId38"/>
    <p:sldLayoutId id="2147486832" r:id="rId39"/>
    <p:sldLayoutId id="2147486833" r:id="rId40"/>
    <p:sldLayoutId id="2147486834" r:id="rId41"/>
    <p:sldLayoutId id="2147486835" r:id="rId42"/>
    <p:sldLayoutId id="2147486836" r:id="rId43"/>
    <p:sldLayoutId id="2147486837" r:id="rId44"/>
    <p:sldLayoutId id="2147486838" r:id="rId45"/>
    <p:sldLayoutId id="2147486839" r:id="rId46"/>
    <p:sldLayoutId id="2147486840" r:id="rId47"/>
    <p:sldLayoutId id="2147486841" r:id="rId48"/>
    <p:sldLayoutId id="2147486842"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844" r:id="rId1"/>
    <p:sldLayoutId id="2147486845" r:id="rId2"/>
    <p:sldLayoutId id="2147486846" r:id="rId3"/>
    <p:sldLayoutId id="2147486847" r:id="rId4"/>
    <p:sldLayoutId id="2147486848" r:id="rId5"/>
    <p:sldLayoutId id="2147486849" r:id="rId6"/>
    <p:sldLayoutId id="2147486850" r:id="rId7"/>
    <p:sldLayoutId id="2147486851" r:id="rId8"/>
    <p:sldLayoutId id="2147486852" r:id="rId9"/>
    <p:sldLayoutId id="2147486853" r:id="rId10"/>
    <p:sldLayoutId id="2147486854" r:id="rId11"/>
    <p:sldLayoutId id="2147486855" r:id="rId12"/>
    <p:sldLayoutId id="2147486856" r:id="rId13"/>
    <p:sldLayoutId id="2147486857" r:id="rId14"/>
    <p:sldLayoutId id="2147486858" r:id="rId15"/>
    <p:sldLayoutId id="2147486859" r:id="rId16"/>
    <p:sldLayoutId id="2147486860" r:id="rId17"/>
    <p:sldLayoutId id="2147486861" r:id="rId18"/>
    <p:sldLayoutId id="2147486862" r:id="rId19"/>
    <p:sldLayoutId id="2147486863" r:id="rId20"/>
    <p:sldLayoutId id="2147486864" r:id="rId21"/>
    <p:sldLayoutId id="2147486865" r:id="rId22"/>
    <p:sldLayoutId id="2147486866" r:id="rId23"/>
    <p:sldLayoutId id="2147486867" r:id="rId24"/>
    <p:sldLayoutId id="2147486868" r:id="rId25"/>
    <p:sldLayoutId id="2147486869" r:id="rId26"/>
    <p:sldLayoutId id="2147486870" r:id="rId27"/>
    <p:sldLayoutId id="2147486871" r:id="rId28"/>
    <p:sldLayoutId id="2147486872" r:id="rId29"/>
    <p:sldLayoutId id="2147486873" r:id="rId30"/>
    <p:sldLayoutId id="2147486874" r:id="rId31"/>
    <p:sldLayoutId id="2147486875" r:id="rId32"/>
    <p:sldLayoutId id="2147486876" r:id="rId33"/>
    <p:sldLayoutId id="2147486877" r:id="rId34"/>
    <p:sldLayoutId id="2147486878" r:id="rId35"/>
    <p:sldLayoutId id="2147486879" r:id="rId36"/>
    <p:sldLayoutId id="2147486880" r:id="rId37"/>
    <p:sldLayoutId id="2147486881" r:id="rId38"/>
    <p:sldLayoutId id="2147486882" r:id="rId39"/>
    <p:sldLayoutId id="2147486883" r:id="rId40"/>
    <p:sldLayoutId id="2147486884" r:id="rId41"/>
    <p:sldLayoutId id="2147486885" r:id="rId42"/>
    <p:sldLayoutId id="2147486886" r:id="rId43"/>
    <p:sldLayoutId id="2147486887" r:id="rId44"/>
    <p:sldLayoutId id="2147486888" r:id="rId45"/>
    <p:sldLayoutId id="2147486889" r:id="rId46"/>
    <p:sldLayoutId id="2147486890" r:id="rId47"/>
    <p:sldLayoutId id="2147486891" r:id="rId48"/>
    <p:sldLayoutId id="2147486892" r:id="rId49"/>
    <p:sldLayoutId id="2147486893" r:id="rId50"/>
    <p:sldLayoutId id="2147486894" r:id="rId51"/>
    <p:sldLayoutId id="2147486895" r:id="rId52"/>
    <p:sldLayoutId id="2147486896" r:id="rId53"/>
    <p:sldLayoutId id="2147486897" r:id="rId54"/>
    <p:sldLayoutId id="2147486898" r:id="rId55"/>
    <p:sldLayoutId id="2147486899" r:id="rId56"/>
    <p:sldLayoutId id="2147486900" r:id="rId57"/>
    <p:sldLayoutId id="2147486901" r:id="rId58"/>
    <p:sldLayoutId id="2147486902" r:id="rId59"/>
    <p:sldLayoutId id="2147486903" r:id="rId60"/>
    <p:sldLayoutId id="2147486904" r:id="rId61"/>
    <p:sldLayoutId id="2147486905" r:id="rId62"/>
    <p:sldLayoutId id="2147486906" r:id="rId63"/>
    <p:sldLayoutId id="2147486907" r:id="rId64"/>
    <p:sldLayoutId id="2147486908" r:id="rId65"/>
    <p:sldLayoutId id="2147486909" r:id="rId66"/>
    <p:sldLayoutId id="2147486910" r:id="rId67"/>
    <p:sldLayoutId id="2147486911" r:id="rId68"/>
    <p:sldLayoutId id="2147486912" r:id="rId69"/>
    <p:sldLayoutId id="2147486913" r:id="rId70"/>
    <p:sldLayoutId id="2147486914" r:id="rId71"/>
    <p:sldLayoutId id="2147486915" r:id="rId72"/>
    <p:sldLayoutId id="2147486916" r:id="rId73"/>
    <p:sldLayoutId id="2147486917" r:id="rId74"/>
    <p:sldLayoutId id="2147486918" r:id="rId75"/>
    <p:sldLayoutId id="2147486919" r:id="rId76"/>
    <p:sldLayoutId id="2147486920" r:id="rId77"/>
    <p:sldLayoutId id="2147486921" r:id="rId78"/>
    <p:sldLayoutId id="2147486922" r:id="rId79"/>
    <p:sldLayoutId id="2147486923" r:id="rId80"/>
    <p:sldLayoutId id="2147486924" r:id="rId81"/>
    <p:sldLayoutId id="2147486925" r:id="rId82"/>
    <p:sldLayoutId id="2147486926" r:id="rId83"/>
    <p:sldLayoutId id="2147486927"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3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3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3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5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55.xml"/></Relationships>
</file>

<file path=ppt/slides/_rels/slide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5.xml"/><Relationship Id="rId1" Type="http://schemas.openxmlformats.org/officeDocument/2006/relationships/slideLayout" Target="../slideLayouts/slideLayout750.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46.xml"/></Relationships>
</file>

<file path=ppt/slides/_rels/slide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xml"/><Relationship Id="rId1" Type="http://schemas.openxmlformats.org/officeDocument/2006/relationships/slideLayout" Target="../slideLayouts/slideLayout75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5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6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67.xml"/></Relationships>
</file>

<file path=ppt/slides/_rels/slide1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1.xml"/><Relationship Id="rId1" Type="http://schemas.openxmlformats.org/officeDocument/2006/relationships/slideLayout" Target="../slideLayouts/slideLayout76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91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93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3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39.xml"/></Relationships>
</file>

<file path=ppt/slides/_rels/slide1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6.xml"/><Relationship Id="rId1" Type="http://schemas.openxmlformats.org/officeDocument/2006/relationships/slideLayout" Target="../slideLayouts/slideLayout938.xml"/></Relationships>
</file>

<file path=ppt/slides/_rels/slide18.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7.xml"/><Relationship Id="rId1" Type="http://schemas.openxmlformats.org/officeDocument/2006/relationships/slideLayout" Target="../slideLayouts/slideLayout93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94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51.xml"/></Relationships>
</file>

<file path=ppt/slides/_rels/slide21.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0.xml"/><Relationship Id="rId1" Type="http://schemas.openxmlformats.org/officeDocument/2006/relationships/slideLayout" Target="../slideLayouts/slideLayout94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10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123.xml"/></Relationships>
</file>

<file path=ppt/slides/_rels/slide24.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23.xml"/><Relationship Id="rId1" Type="http://schemas.openxmlformats.org/officeDocument/2006/relationships/slideLayout" Target="../slideLayouts/slideLayout1122.xml"/></Relationships>
</file>

<file path=ppt/slides/_rels/slide2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24.xml"/><Relationship Id="rId1" Type="http://schemas.openxmlformats.org/officeDocument/2006/relationships/slideLayout" Target="../slideLayouts/slideLayout111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114.xml"/></Relationships>
</file>

<file path=ppt/slides/_rels/slide2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6.xml"/><Relationship Id="rId1" Type="http://schemas.openxmlformats.org/officeDocument/2006/relationships/slideLayout" Target="../slideLayouts/slideLayout1123.xml"/></Relationships>
</file>

<file path=ppt/slides/_rels/slide28.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27.xml"/><Relationship Id="rId1" Type="http://schemas.openxmlformats.org/officeDocument/2006/relationships/slideLayout" Target="../slideLayouts/slideLayout112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130.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135.xml"/></Relationships>
</file>

<file path=ppt/slides/_rels/slide31.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30.xml"/><Relationship Id="rId1" Type="http://schemas.openxmlformats.org/officeDocument/2006/relationships/slideLayout" Target="../slideLayouts/slideLayout112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286.xml"/></Relationships>
</file>

<file path=ppt/slides/_rels/slide3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32.xml"/><Relationship Id="rId1" Type="http://schemas.openxmlformats.org/officeDocument/2006/relationships/slideLayout" Target="../slideLayouts/slideLayout130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30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298.xml"/></Relationships>
</file>

<file path=ppt/slides/_rels/slide36.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35.xml"/><Relationship Id="rId1" Type="http://schemas.openxmlformats.org/officeDocument/2006/relationships/slideLayout" Target="../slideLayouts/slideLayout1307.xml"/></Relationships>
</file>

<file path=ppt/slides/_rels/slide37.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36.xml"/><Relationship Id="rId1" Type="http://schemas.openxmlformats.org/officeDocument/2006/relationships/slideLayout" Target="../slideLayouts/slideLayout1306.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31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319.xml"/></Relationships>
</file>

<file path=ppt/slides/_rels/slide4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39.xml"/><Relationship Id="rId1" Type="http://schemas.openxmlformats.org/officeDocument/2006/relationships/slideLayout" Target="../slideLayouts/slideLayout13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9912" y="2813447"/>
            <a:ext cx="5686955" cy="1846659"/>
          </a:xfrm>
        </p:spPr>
        <p:txBody>
          <a:bodyPr/>
          <a:lstStyle/>
          <a:p>
            <a:r>
              <a:rPr lang="en-US" noProof="0" dirty="0"/>
              <a:t>Secure, optimize, and deploy database solutions</a:t>
            </a:r>
          </a:p>
        </p:txBody>
      </p:sp>
      <p:sp>
        <p:nvSpPr>
          <p:cNvPr id="3" name="Text Placeholder 2"/>
          <p:cNvSpPr>
            <a:spLocks noGrp="1"/>
          </p:cNvSpPr>
          <p:nvPr>
            <p:ph type="body" sz="quarter" idx="13"/>
          </p:nvPr>
        </p:nvSpPr>
        <p:spPr/>
        <p:txBody>
          <a:bodyPr/>
          <a:lstStyle/>
          <a:p>
            <a:endParaRPr lang="en-US" noProof="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F6ECBF-E72F-7A7C-E001-9CCF5C324590}"/>
              </a:ext>
            </a:extLst>
          </p:cNvPr>
          <p:cNvSpPr>
            <a:spLocks noGrp="1"/>
          </p:cNvSpPr>
          <p:nvPr>
            <p:ph type="title"/>
          </p:nvPr>
        </p:nvSpPr>
        <p:spPr>
          <a:xfrm>
            <a:off x="588262" y="585216"/>
            <a:ext cx="8193024" cy="307777"/>
          </a:xfrm>
        </p:spPr>
        <p:txBody>
          <a:bodyPr/>
          <a:lstStyle/>
          <a:p>
            <a:r>
              <a:rPr lang="en-US"/>
              <a:t>Agenda</a:t>
            </a:r>
          </a:p>
        </p:txBody>
      </p:sp>
      <p:sp>
        <p:nvSpPr>
          <p:cNvPr id="15" name="Footer Placeholder 14">
            <a:extLst>
              <a:ext uri="{FF2B5EF4-FFF2-40B4-BE49-F238E27FC236}">
                <a16:creationId xmlns:a16="http://schemas.microsoft.com/office/drawing/2014/main" id="{C02AD5EB-1C5E-832E-D2DC-4F2F9FBB3FC6}"/>
              </a:ext>
            </a:extLst>
          </p:cNvPr>
          <p:cNvSpPr>
            <a:spLocks noGrp="1"/>
          </p:cNvSpPr>
          <p:nvPr>
            <p:ph type="ftr" sz="quarter" idx="3"/>
          </p:nvPr>
        </p:nvSpPr>
        <p:spPr>
          <a:xfrm>
            <a:off x="579438" y="6421083"/>
            <a:ext cx="4151312" cy="197976"/>
          </a:xfrm>
        </p:spPr>
        <p:txBody>
          <a:bodyPr/>
          <a:lstStyle/>
          <a:p>
            <a:r>
              <a:rPr lang="en-US"/>
              <a:t>© Copyright Microsoft Corporation. All rights reserved.</a:t>
            </a:r>
          </a:p>
        </p:txBody>
      </p:sp>
      <p:sp>
        <p:nvSpPr>
          <p:cNvPr id="3" name="Text Placeholder 2">
            <a:extLst>
              <a:ext uri="{FF2B5EF4-FFF2-40B4-BE49-F238E27FC236}">
                <a16:creationId xmlns:a16="http://schemas.microsoft.com/office/drawing/2014/main" id="{C237EA83-1F3F-990D-58F2-FADD0680D82D}"/>
              </a:ext>
            </a:extLst>
          </p:cNvPr>
          <p:cNvSpPr>
            <a:spLocks noGrp="1"/>
          </p:cNvSpPr>
          <p:nvPr>
            <p:ph type="body" sz="quarter" idx="15"/>
          </p:nvPr>
        </p:nvSpPr>
        <p:spPr>
          <a:xfrm>
            <a:off x="585788" y="1817688"/>
            <a:ext cx="5362575" cy="3032305"/>
          </a:xfrm>
        </p:spPr>
        <p:txBody>
          <a:bodyPr/>
          <a:lstStyle/>
          <a:p>
            <a:r>
              <a:rPr lang="en-US" dirty="0"/>
              <a:t>Implement data security and compliance</a:t>
            </a:r>
          </a:p>
          <a:p>
            <a:r>
              <a:rPr lang="en-US" dirty="0"/>
              <a:t>Optimize database performance</a:t>
            </a:r>
          </a:p>
          <a:p>
            <a:r>
              <a:rPr lang="en-US" dirty="0"/>
              <a:t>Implement CI/CD for SQL Database Projects</a:t>
            </a:r>
          </a:p>
          <a:p>
            <a:r>
              <a:rPr lang="en-US" dirty="0"/>
              <a:t>Integrate SQL solutions with Azure services</a:t>
            </a:r>
          </a:p>
          <a:p>
            <a:endParaRPr lang="en-US" dirty="0"/>
          </a:p>
          <a:p>
            <a:endParaRPr lang="en-US" dirty="0"/>
          </a:p>
          <a:p>
            <a:endParaRPr lang="en-US" dirty="0"/>
          </a:p>
        </p:txBody>
      </p:sp>
      <p:sp>
        <p:nvSpPr>
          <p:cNvPr id="11" name="Rounded Rectangle 3_1">
            <a:extLst>
              <a:ext uri="{FF2B5EF4-FFF2-40B4-BE49-F238E27FC236}">
                <a16:creationId xmlns:a16="http://schemas.microsoft.com/office/drawing/2014/main" id="{FFE93E96-1E4A-1AB1-801F-90BF6A904639}"/>
              </a:ext>
            </a:extLst>
          </p:cNvPr>
          <p:cNvSpPr/>
          <p:nvPr/>
        </p:nvSpPr>
        <p:spPr>
          <a:xfrm>
            <a:off x="6242050" y="1847710"/>
            <a:ext cx="5357813" cy="3711715"/>
          </a:xfrm>
          <a:prstGeom prst="roundRect">
            <a:avLst>
              <a:gd name="adj" fmla="val 11300"/>
            </a:avLst>
          </a:prstGeom>
          <a:solidFill>
            <a:schemeClr val="bg1"/>
          </a:solidFill>
          <a:ln>
            <a:noFill/>
          </a:ln>
          <a:effectLst>
            <a:outerShdw blurRad="127000" dist="38100" dir="8100000" sx="101000" sy="101000" algn="tr" rotWithShape="0">
              <a:srgbClr val="CAC5B8">
                <a:alpha val="60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lvl="0" defTabSz="932742">
              <a:spcBef>
                <a:spcPct val="20000"/>
              </a:spcBef>
              <a:buSzPct val="90000"/>
              <a:defRPr/>
            </a:pPr>
            <a:r>
              <a:rPr lang="en-US" sz="1400" i="1" dirty="0">
                <a:solidFill>
                  <a:srgbClr val="000000"/>
                </a:solidFill>
                <a:latin typeface="Segoe UI" panose="020B0502040204020203" pitchFamily="34" charset="0"/>
                <a:cs typeface="Segoe UI" panose="020B0502040204020203" pitchFamily="34" charset="0"/>
              </a:rPr>
              <a:t>Secure, Optimize, and Deploy Database Solutions</a:t>
            </a:r>
            <a:r>
              <a:rPr lang="en-US" sz="1400" dirty="0">
                <a:solidFill>
                  <a:srgbClr val="000000"/>
                </a:solidFill>
                <a:latin typeface="Segoe UI" panose="020B0502040204020203" pitchFamily="34" charset="0"/>
                <a:cs typeface="Segoe UI" panose="020B0502040204020203" pitchFamily="34" charset="0"/>
              </a:rPr>
              <a:t> teaches database professionals to implement defense-in-depth security, tune query performance using execution plans and Query Store, automate schema deployments with CI/CD pipelines, and integrate SQL databases with Azure services through Data API Builder and event-driven patterns.</a:t>
            </a: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533667332"/>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C9CB7A-C057-A84B-121D-F6C602E135DE}"/>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6C191874-9758-605B-D6D3-2BC6FD2F883B}"/>
              </a:ext>
            </a:extLst>
          </p:cNvPr>
          <p:cNvSpPr>
            <a:spLocks noGrp="1"/>
          </p:cNvSpPr>
          <p:nvPr>
            <p:ph type="title"/>
          </p:nvPr>
        </p:nvSpPr>
        <p:spPr>
          <a:xfrm>
            <a:off x="569911" y="2769057"/>
            <a:ext cx="6345239" cy="1231106"/>
          </a:xfrm>
        </p:spPr>
        <p:txBody>
          <a:bodyPr/>
          <a:lstStyle/>
          <a:p>
            <a:r>
              <a:rPr lang="en-US" noProof="0" dirty="0"/>
              <a:t>Implement data security</a:t>
            </a:r>
            <a:br>
              <a:rPr lang="en-US" noProof="0" dirty="0"/>
            </a:br>
            <a:r>
              <a:rPr lang="en-US" noProof="0" dirty="0"/>
              <a:t>and compliance</a:t>
            </a:r>
          </a:p>
        </p:txBody>
      </p:sp>
      <p:sp>
        <p:nvSpPr>
          <p:cNvPr id="11" name="Footer Placeholder 10">
            <a:extLst>
              <a:ext uri="{FF2B5EF4-FFF2-40B4-BE49-F238E27FC236}">
                <a16:creationId xmlns:a16="http://schemas.microsoft.com/office/drawing/2014/main" id="{39D68DE3-BC3B-F364-5612-E20E557AFF08}"/>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DED09C96-D1A1-FC72-1CE1-7CAB487EDBC4}"/>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24986648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Data encryption layers</a:t>
            </a:r>
          </a:p>
        </p:txBody>
      </p:sp>
      <p:sp>
        <p:nvSpPr>
          <p:cNvPr id="3" name="TextBox 2"/>
          <p:cNvSpPr txBox="1"/>
          <p:nvPr/>
        </p:nvSpPr>
        <p:spPr>
          <a:xfrm>
            <a:off x="588262" y="1170030"/>
            <a:ext cx="8193024" cy="150000"/>
          </a:xfrm>
          <a:prstGeom prst="rect">
            <a:avLst/>
          </a:prstGeom>
          <a:noFill/>
        </p:spPr>
        <p:txBody>
          <a:bodyPr wrap="square" lIns="0" tIns="0" rIns="0" bIns="0" anchor="ctr"/>
          <a:lstStyle/>
          <a:p>
            <a:pPr algn="l">
              <a:defRPr sz="1000" b="0" i="0">
                <a:solidFill>
                  <a:srgbClr val="888888"/>
                </a:solidFill>
                <a:latin typeface="Segoe UI"/>
              </a:defRPr>
            </a:pPr>
            <a:r>
              <a:rPr lang="en-US" noProof="0" dirty="0">
                <a:solidFill>
                  <a:schemeClr val="tx1">
                    <a:lumMod val="65000"/>
                    <a:lumOff val="35000"/>
                  </a:schemeClr>
                </a:solidFill>
              </a:rPr>
              <a:t>Protect data at rest and during processing</a:t>
            </a:r>
          </a:p>
        </p:txBody>
      </p:sp>
      <p:sp>
        <p:nvSpPr>
          <p:cNvPr id="4" name="Rounded Rectangle 3">
            <a:extLst>
              <a:ext uri="{C183D7F6-B498-43B3-948B-1728B52AA6E4}">
                <adec:decorative xmlns:adec="http://schemas.microsoft.com/office/drawing/2017/decorative" val="1"/>
              </a:ext>
            </a:extLst>
          </p:cNvPr>
          <p:cNvSpPr/>
          <p:nvPr/>
        </p:nvSpPr>
        <p:spPr>
          <a:xfrm>
            <a:off x="646000" y="1478617"/>
            <a:ext cx="3500000" cy="3400000"/>
          </a:xfrm>
          <a:prstGeom prst="roundRect">
            <a:avLst>
              <a:gd name="adj" fmla="val 6000"/>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 name="Rounded Rectangle 4">
            <a:extLst>
              <a:ext uri="{C183D7F6-B498-43B3-948B-1728B52AA6E4}">
                <adec:decorative xmlns:adec="http://schemas.microsoft.com/office/drawing/2017/decorative" val="1"/>
              </a:ext>
            </a:extLst>
          </p:cNvPr>
          <p:cNvSpPr/>
          <p:nvPr/>
        </p:nvSpPr>
        <p:spPr>
          <a:xfrm>
            <a:off x="646000" y="1478617"/>
            <a:ext cx="3500000" cy="320000"/>
          </a:xfrm>
          <a:prstGeom prst="roundRect">
            <a:avLst>
              <a:gd name="adj" fmla="val 6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 name="Rectangle 5">
            <a:extLst>
              <a:ext uri="{C183D7F6-B498-43B3-948B-1728B52AA6E4}">
                <adec:decorative xmlns:adec="http://schemas.microsoft.com/office/drawing/2017/decorative" val="1"/>
              </a:ext>
            </a:extLst>
          </p:cNvPr>
          <p:cNvSpPr/>
          <p:nvPr/>
        </p:nvSpPr>
        <p:spPr>
          <a:xfrm>
            <a:off x="654000" y="1758617"/>
            <a:ext cx="3484000" cy="42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 name="TextBox 6"/>
          <p:cNvSpPr txBox="1"/>
          <p:nvPr/>
        </p:nvSpPr>
        <p:spPr>
          <a:xfrm>
            <a:off x="766000" y="1548617"/>
            <a:ext cx="3250000" cy="180000"/>
          </a:xfrm>
          <a:prstGeom prst="rect">
            <a:avLst/>
          </a:prstGeom>
          <a:noFill/>
        </p:spPr>
        <p:txBody>
          <a:bodyPr wrap="square" lIns="0" tIns="0" rIns="0" bIns="0" anchor="ctr"/>
          <a:lstStyle/>
          <a:p>
            <a:pPr algn="ctr">
              <a:defRPr sz="1400" b="1" i="0">
                <a:solidFill>
                  <a:srgbClr val="FFFFFF"/>
                </a:solidFill>
                <a:latin typeface="Segoe UI"/>
              </a:defRPr>
            </a:pPr>
            <a:r>
              <a:rPr lang="en-US" noProof="0" dirty="0"/>
              <a:t>TDE</a:t>
            </a:r>
          </a:p>
        </p:txBody>
      </p:sp>
      <p:sp>
        <p:nvSpPr>
          <p:cNvPr id="8" name="TextBox 7"/>
          <p:cNvSpPr txBox="1"/>
          <p:nvPr/>
        </p:nvSpPr>
        <p:spPr>
          <a:xfrm>
            <a:off x="706000" y="1848617"/>
            <a:ext cx="3380000" cy="200000"/>
          </a:xfrm>
          <a:prstGeom prst="rect">
            <a:avLst/>
          </a:prstGeom>
          <a:noFill/>
        </p:spPr>
        <p:txBody>
          <a:bodyPr wrap="square" lIns="0" tIns="0" rIns="0" bIns="0" anchor="ctr"/>
          <a:lstStyle/>
          <a:p>
            <a:pPr algn="ctr">
              <a:defRPr sz="1200" b="1" i="0">
                <a:solidFill>
                  <a:srgbClr val="0078D4"/>
                </a:solidFill>
                <a:latin typeface="Segoe UI"/>
              </a:defRPr>
            </a:pPr>
            <a:r>
              <a:rPr lang="en-US" noProof="0" dirty="0"/>
              <a:t>Transparent Data Encryption</a:t>
            </a:r>
          </a:p>
        </p:txBody>
      </p:sp>
      <p:sp>
        <p:nvSpPr>
          <p:cNvPr id="9" name="TextBox 8"/>
          <p:cNvSpPr txBox="1"/>
          <p:nvPr/>
        </p:nvSpPr>
        <p:spPr>
          <a:xfrm>
            <a:off x="706000" y="2048617"/>
            <a:ext cx="3380000" cy="140000"/>
          </a:xfrm>
          <a:prstGeom prst="rect">
            <a:avLst/>
          </a:prstGeom>
          <a:noFill/>
        </p:spPr>
        <p:txBody>
          <a:bodyPr wrap="square" lIns="0" tIns="0" rIns="0" bIns="0" anchor="ctr"/>
          <a:lstStyle/>
          <a:p>
            <a:pPr algn="ctr">
              <a:defRPr sz="800" b="0" i="1">
                <a:solidFill>
                  <a:srgbClr val="888888"/>
                </a:solidFill>
                <a:latin typeface="Segoe UI"/>
              </a:defRPr>
            </a:pPr>
            <a:r>
              <a:rPr lang="en-US" noProof="0" dirty="0">
                <a:solidFill>
                  <a:schemeClr val="tx1">
                    <a:lumMod val="65000"/>
                    <a:lumOff val="35000"/>
                  </a:schemeClr>
                </a:solidFill>
              </a:rPr>
              <a:t>Data at rest</a:t>
            </a:r>
          </a:p>
        </p:txBody>
      </p:sp>
      <p:sp>
        <p:nvSpPr>
          <p:cNvPr id="10" name="Rectangle 9">
            <a:extLst>
              <a:ext uri="{C183D7F6-B498-43B3-948B-1728B52AA6E4}">
                <adec:decorative xmlns:adec="http://schemas.microsoft.com/office/drawing/2017/decorative" val="1"/>
              </a:ext>
            </a:extLst>
          </p:cNvPr>
          <p:cNvSpPr/>
          <p:nvPr/>
        </p:nvSpPr>
        <p:spPr>
          <a:xfrm>
            <a:off x="796000" y="2218617"/>
            <a:ext cx="3200000" cy="10000"/>
          </a:xfrm>
          <a:prstGeom prst="rect">
            <a:avLst/>
          </a:prstGeom>
          <a:solidFill>
            <a:srgbClr val="E0E0E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1" name="Rounded Rectangle 10">
            <a:extLst>
              <a:ext uri="{C183D7F6-B498-43B3-948B-1728B52AA6E4}">
                <adec:decorative xmlns:adec="http://schemas.microsoft.com/office/drawing/2017/decorative" val="1"/>
              </a:ext>
            </a:extLst>
          </p:cNvPr>
          <p:cNvSpPr/>
          <p:nvPr/>
        </p:nvSpPr>
        <p:spPr>
          <a:xfrm>
            <a:off x="706000" y="2250617"/>
            <a:ext cx="3380000" cy="185000"/>
          </a:xfrm>
          <a:prstGeom prst="roundRect">
            <a:avLst>
              <a:gd name="adj" fmla="val 15000"/>
            </a:avLst>
          </a:prstGeom>
          <a:solidFill>
            <a:srgbClr val="E5F1F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2" name="TextBox 11"/>
          <p:cNvSpPr txBox="1"/>
          <p:nvPr/>
        </p:nvSpPr>
        <p:spPr>
          <a:xfrm>
            <a:off x="776000" y="2258617"/>
            <a:ext cx="3240000" cy="175000"/>
          </a:xfrm>
          <a:prstGeom prst="rect">
            <a:avLst/>
          </a:prstGeom>
          <a:noFill/>
        </p:spPr>
        <p:txBody>
          <a:bodyPr wrap="square" lIns="0" tIns="0" rIns="0" bIns="0" anchor="ctr"/>
          <a:lstStyle/>
          <a:p>
            <a:pPr algn="l">
              <a:defRPr sz="900" b="1" i="0">
                <a:solidFill>
                  <a:srgbClr val="0078D4"/>
                </a:solidFill>
                <a:latin typeface="Segoe UI"/>
              </a:defRPr>
            </a:pPr>
            <a:r>
              <a:rPr lang="en-US" noProof="0" dirty="0">
                <a:solidFill>
                  <a:srgbClr val="2A446F"/>
                </a:solidFill>
              </a:rPr>
              <a:t>Encrypts entire database files</a:t>
            </a:r>
          </a:p>
        </p:txBody>
      </p:sp>
      <p:sp>
        <p:nvSpPr>
          <p:cNvPr id="13" name="TextBox 12"/>
          <p:cNvSpPr txBox="1"/>
          <p:nvPr/>
        </p:nvSpPr>
        <p:spPr>
          <a:xfrm>
            <a:off x="776000" y="246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Protects .</a:t>
            </a:r>
            <a:r>
              <a:rPr lang="en-US" noProof="0" dirty="0" err="1"/>
              <a:t>mdf</a:t>
            </a:r>
            <a:r>
              <a:rPr lang="en-US" noProof="0" dirty="0"/>
              <a:t>, .</a:t>
            </a:r>
            <a:r>
              <a:rPr lang="en-US" noProof="0" dirty="0" err="1"/>
              <a:t>ldf</a:t>
            </a:r>
            <a:r>
              <a:rPr lang="en-US" noProof="0" dirty="0"/>
              <a:t>, and .</a:t>
            </a:r>
            <a:r>
              <a:rPr lang="en-US" noProof="0" dirty="0" err="1"/>
              <a:t>bak</a:t>
            </a:r>
            <a:r>
              <a:rPr lang="en-US" noProof="0" dirty="0"/>
              <a:t> files</a:t>
            </a:r>
          </a:p>
        </p:txBody>
      </p:sp>
      <p:sp>
        <p:nvSpPr>
          <p:cNvPr id="14" name="TextBox 13"/>
          <p:cNvSpPr txBox="1"/>
          <p:nvPr/>
        </p:nvSpPr>
        <p:spPr>
          <a:xfrm>
            <a:off x="776000" y="266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AES-256 algorithm</a:t>
            </a:r>
          </a:p>
        </p:txBody>
      </p:sp>
      <p:sp>
        <p:nvSpPr>
          <p:cNvPr id="15" name="TextBox 14"/>
          <p:cNvSpPr txBox="1"/>
          <p:nvPr/>
        </p:nvSpPr>
        <p:spPr>
          <a:xfrm>
            <a:off x="776000" y="287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Zero application code changes</a:t>
            </a:r>
          </a:p>
        </p:txBody>
      </p:sp>
      <p:sp>
        <p:nvSpPr>
          <p:cNvPr id="16" name="TextBox 15"/>
          <p:cNvSpPr txBox="1"/>
          <p:nvPr/>
        </p:nvSpPr>
        <p:spPr>
          <a:xfrm>
            <a:off x="776000" y="318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Database Encryption Key (DEK)</a:t>
            </a:r>
          </a:p>
        </p:txBody>
      </p:sp>
      <p:sp>
        <p:nvSpPr>
          <p:cNvPr id="17" name="TextBox 16"/>
          <p:cNvSpPr txBox="1"/>
          <p:nvPr/>
        </p:nvSpPr>
        <p:spPr>
          <a:xfrm>
            <a:off x="776000" y="338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protected by server certificate</a:t>
            </a:r>
          </a:p>
        </p:txBody>
      </p:sp>
      <p:sp>
        <p:nvSpPr>
          <p:cNvPr id="18" name="TextBox 17"/>
          <p:cNvSpPr txBox="1"/>
          <p:nvPr/>
        </p:nvSpPr>
        <p:spPr>
          <a:xfrm>
            <a:off x="776000" y="369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Azure SQL: enabled by default</a:t>
            </a:r>
          </a:p>
        </p:txBody>
      </p:sp>
      <p:sp>
        <p:nvSpPr>
          <p:cNvPr id="19" name="TextBox 18"/>
          <p:cNvSpPr txBox="1"/>
          <p:nvPr/>
        </p:nvSpPr>
        <p:spPr>
          <a:xfrm>
            <a:off x="776000" y="390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Supports customer-managed keys</a:t>
            </a:r>
          </a:p>
        </p:txBody>
      </p:sp>
      <p:sp>
        <p:nvSpPr>
          <p:cNvPr id="20" name="TextBox 19"/>
          <p:cNvSpPr txBox="1"/>
          <p:nvPr/>
        </p:nvSpPr>
        <p:spPr>
          <a:xfrm>
            <a:off x="776000" y="410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(BYOK via Azure Key Vault)</a:t>
            </a:r>
          </a:p>
        </p:txBody>
      </p:sp>
      <p:sp>
        <p:nvSpPr>
          <p:cNvPr id="21" name="Rounded Rectangle 20">
            <a:extLst>
              <a:ext uri="{C183D7F6-B498-43B3-948B-1728B52AA6E4}">
                <adec:decorative xmlns:adec="http://schemas.microsoft.com/office/drawing/2017/decorative" val="1"/>
              </a:ext>
            </a:extLst>
          </p:cNvPr>
          <p:cNvSpPr/>
          <p:nvPr/>
        </p:nvSpPr>
        <p:spPr>
          <a:xfrm>
            <a:off x="706000" y="4410617"/>
            <a:ext cx="3380000" cy="185000"/>
          </a:xfrm>
          <a:prstGeom prst="roundRect">
            <a:avLst>
              <a:gd name="adj" fmla="val 15000"/>
            </a:avLst>
          </a:prstGeom>
          <a:solidFill>
            <a:srgbClr val="E5F1F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2" name="TextBox 21"/>
          <p:cNvSpPr txBox="1"/>
          <p:nvPr/>
        </p:nvSpPr>
        <p:spPr>
          <a:xfrm>
            <a:off x="776000" y="4418617"/>
            <a:ext cx="3240000" cy="175000"/>
          </a:xfrm>
          <a:prstGeom prst="rect">
            <a:avLst/>
          </a:prstGeom>
          <a:noFill/>
        </p:spPr>
        <p:txBody>
          <a:bodyPr wrap="square" lIns="0" tIns="0" rIns="0" bIns="0" anchor="ctr"/>
          <a:lstStyle/>
          <a:p>
            <a:pPr algn="l">
              <a:defRPr sz="900" b="1" i="0">
                <a:solidFill>
                  <a:srgbClr val="0078D4"/>
                </a:solidFill>
                <a:latin typeface="Segoe UI"/>
              </a:defRPr>
            </a:pPr>
            <a:r>
              <a:rPr lang="en-US" noProof="0" dirty="0">
                <a:solidFill>
                  <a:srgbClr val="2A446F"/>
                </a:solidFill>
              </a:rPr>
              <a:t>Scope: Storage layer only</a:t>
            </a:r>
          </a:p>
        </p:txBody>
      </p:sp>
      <p:sp>
        <p:nvSpPr>
          <p:cNvPr id="23" name="Rounded Rectangle 22">
            <a:extLst>
              <a:ext uri="{C183D7F6-B498-43B3-948B-1728B52AA6E4}">
                <adec:decorative xmlns:adec="http://schemas.microsoft.com/office/drawing/2017/decorative" val="1"/>
              </a:ext>
            </a:extLst>
          </p:cNvPr>
          <p:cNvSpPr/>
          <p:nvPr/>
        </p:nvSpPr>
        <p:spPr>
          <a:xfrm>
            <a:off x="4346000" y="1478617"/>
            <a:ext cx="3500000" cy="3400000"/>
          </a:xfrm>
          <a:prstGeom prst="roundRect">
            <a:avLst>
              <a:gd name="adj" fmla="val 6000"/>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4" name="Rounded Rectangle 23">
            <a:extLst>
              <a:ext uri="{C183D7F6-B498-43B3-948B-1728B52AA6E4}">
                <adec:decorative xmlns:adec="http://schemas.microsoft.com/office/drawing/2017/decorative" val="1"/>
              </a:ext>
            </a:extLst>
          </p:cNvPr>
          <p:cNvSpPr/>
          <p:nvPr/>
        </p:nvSpPr>
        <p:spPr>
          <a:xfrm>
            <a:off x="4346000" y="1478617"/>
            <a:ext cx="3500000" cy="320000"/>
          </a:xfrm>
          <a:prstGeom prst="roundRect">
            <a:avLst>
              <a:gd name="adj" fmla="val 6000"/>
            </a:avLst>
          </a:prstGeom>
          <a:solidFill>
            <a:srgbClr val="702573"/>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5" name="Rectangle 24">
            <a:extLst>
              <a:ext uri="{C183D7F6-B498-43B3-948B-1728B52AA6E4}">
                <adec:decorative xmlns:adec="http://schemas.microsoft.com/office/drawing/2017/decorative" val="1"/>
              </a:ext>
            </a:extLst>
          </p:cNvPr>
          <p:cNvSpPr/>
          <p:nvPr/>
        </p:nvSpPr>
        <p:spPr>
          <a:xfrm>
            <a:off x="4354000" y="1758617"/>
            <a:ext cx="3484000" cy="42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6" name="TextBox 25"/>
          <p:cNvSpPr txBox="1"/>
          <p:nvPr/>
        </p:nvSpPr>
        <p:spPr>
          <a:xfrm>
            <a:off x="4466000" y="1548617"/>
            <a:ext cx="3250000" cy="180000"/>
          </a:xfrm>
          <a:prstGeom prst="rect">
            <a:avLst/>
          </a:prstGeom>
          <a:noFill/>
        </p:spPr>
        <p:txBody>
          <a:bodyPr wrap="square" lIns="0" tIns="0" rIns="0" bIns="0" anchor="ctr"/>
          <a:lstStyle/>
          <a:p>
            <a:pPr algn="ctr">
              <a:defRPr sz="1400" b="1" i="0">
                <a:solidFill>
                  <a:srgbClr val="FFFFFF"/>
                </a:solidFill>
                <a:latin typeface="Segoe UI"/>
              </a:defRPr>
            </a:pPr>
            <a:r>
              <a:rPr lang="en-US" noProof="0" dirty="0"/>
              <a:t>COLUMN LEVEL</a:t>
            </a:r>
          </a:p>
        </p:txBody>
      </p:sp>
      <p:sp>
        <p:nvSpPr>
          <p:cNvPr id="27" name="TextBox 26"/>
          <p:cNvSpPr txBox="1"/>
          <p:nvPr/>
        </p:nvSpPr>
        <p:spPr>
          <a:xfrm>
            <a:off x="4406000" y="1848617"/>
            <a:ext cx="3380000" cy="200000"/>
          </a:xfrm>
          <a:prstGeom prst="rect">
            <a:avLst/>
          </a:prstGeom>
          <a:noFill/>
        </p:spPr>
        <p:txBody>
          <a:bodyPr wrap="square" lIns="0" tIns="0" rIns="0" bIns="0" anchor="ctr"/>
          <a:lstStyle/>
          <a:p>
            <a:pPr algn="ctr">
              <a:defRPr sz="1200" b="1" i="0">
                <a:solidFill>
                  <a:srgbClr val="702573"/>
                </a:solidFill>
                <a:latin typeface="Segoe UI"/>
              </a:defRPr>
            </a:pPr>
            <a:r>
              <a:rPr lang="en-US" noProof="0" dirty="0"/>
              <a:t>Column-Level Encryption</a:t>
            </a:r>
          </a:p>
        </p:txBody>
      </p:sp>
      <p:sp>
        <p:nvSpPr>
          <p:cNvPr id="28" name="TextBox 27"/>
          <p:cNvSpPr txBox="1"/>
          <p:nvPr/>
        </p:nvSpPr>
        <p:spPr>
          <a:xfrm>
            <a:off x="4406000" y="2048617"/>
            <a:ext cx="3380000" cy="140000"/>
          </a:xfrm>
          <a:prstGeom prst="rect">
            <a:avLst/>
          </a:prstGeom>
          <a:noFill/>
        </p:spPr>
        <p:txBody>
          <a:bodyPr wrap="square" lIns="0" tIns="0" rIns="0" bIns="0" anchor="ctr"/>
          <a:lstStyle/>
          <a:p>
            <a:pPr algn="ctr">
              <a:defRPr sz="800" b="0" i="1">
                <a:solidFill>
                  <a:srgbClr val="888888"/>
                </a:solidFill>
                <a:latin typeface="Segoe UI"/>
              </a:defRPr>
            </a:pPr>
            <a:r>
              <a:rPr lang="en-US" noProof="0" dirty="0">
                <a:solidFill>
                  <a:schemeClr val="tx1">
                    <a:lumMod val="65000"/>
                    <a:lumOff val="35000"/>
                  </a:schemeClr>
                </a:solidFill>
              </a:rPr>
              <a:t>Selected columns</a:t>
            </a:r>
          </a:p>
        </p:txBody>
      </p:sp>
      <p:sp>
        <p:nvSpPr>
          <p:cNvPr id="29" name="Rectangle 28">
            <a:extLst>
              <a:ext uri="{C183D7F6-B498-43B3-948B-1728B52AA6E4}">
                <adec:decorative xmlns:adec="http://schemas.microsoft.com/office/drawing/2017/decorative" val="1"/>
              </a:ext>
            </a:extLst>
          </p:cNvPr>
          <p:cNvSpPr/>
          <p:nvPr/>
        </p:nvSpPr>
        <p:spPr>
          <a:xfrm>
            <a:off x="4496000" y="2218617"/>
            <a:ext cx="3200000" cy="10000"/>
          </a:xfrm>
          <a:prstGeom prst="rect">
            <a:avLst/>
          </a:prstGeom>
          <a:solidFill>
            <a:srgbClr val="E0E0E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Rounded Rectangle 29">
            <a:extLst>
              <a:ext uri="{C183D7F6-B498-43B3-948B-1728B52AA6E4}">
                <adec:decorative xmlns:adec="http://schemas.microsoft.com/office/drawing/2017/decorative" val="1"/>
              </a:ext>
            </a:extLst>
          </p:cNvPr>
          <p:cNvSpPr/>
          <p:nvPr/>
        </p:nvSpPr>
        <p:spPr>
          <a:xfrm>
            <a:off x="4406000" y="2250617"/>
            <a:ext cx="3380000" cy="185000"/>
          </a:xfrm>
          <a:prstGeom prst="roundRect">
            <a:avLst>
              <a:gd name="adj" fmla="val 15000"/>
            </a:avLst>
          </a:prstGeom>
          <a:solidFill>
            <a:srgbClr val="F3E5F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1" name="TextBox 30"/>
          <p:cNvSpPr txBox="1"/>
          <p:nvPr/>
        </p:nvSpPr>
        <p:spPr>
          <a:xfrm>
            <a:off x="4476000" y="2258617"/>
            <a:ext cx="3240000" cy="175000"/>
          </a:xfrm>
          <a:prstGeom prst="rect">
            <a:avLst/>
          </a:prstGeom>
          <a:noFill/>
        </p:spPr>
        <p:txBody>
          <a:bodyPr wrap="square" lIns="0" tIns="0" rIns="0" bIns="0" anchor="ctr"/>
          <a:lstStyle/>
          <a:p>
            <a:pPr algn="l">
              <a:defRPr sz="900" b="1" i="0">
                <a:solidFill>
                  <a:srgbClr val="702573"/>
                </a:solidFill>
                <a:latin typeface="Segoe UI"/>
              </a:defRPr>
            </a:pPr>
            <a:r>
              <a:rPr lang="en-US" noProof="0" dirty="0"/>
              <a:t>Targets specific sensitive columns</a:t>
            </a:r>
          </a:p>
        </p:txBody>
      </p:sp>
      <p:sp>
        <p:nvSpPr>
          <p:cNvPr id="32" name="TextBox 31"/>
          <p:cNvSpPr txBox="1"/>
          <p:nvPr/>
        </p:nvSpPr>
        <p:spPr>
          <a:xfrm>
            <a:off x="4476000" y="246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ENCRYPTBYKEY / DECRYPTBYKEY</a:t>
            </a:r>
          </a:p>
        </p:txBody>
      </p:sp>
      <p:sp>
        <p:nvSpPr>
          <p:cNvPr id="33" name="TextBox 32"/>
          <p:cNvSpPr txBox="1"/>
          <p:nvPr/>
        </p:nvSpPr>
        <p:spPr>
          <a:xfrm>
            <a:off x="4476000" y="266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Symmetric + asymmetric keys</a:t>
            </a:r>
          </a:p>
        </p:txBody>
      </p:sp>
      <p:sp>
        <p:nvSpPr>
          <p:cNvPr id="34" name="TextBox 33"/>
          <p:cNvSpPr txBox="1"/>
          <p:nvPr/>
        </p:nvSpPr>
        <p:spPr>
          <a:xfrm>
            <a:off x="4476000" y="287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Keys stored inside the database</a:t>
            </a:r>
          </a:p>
        </p:txBody>
      </p:sp>
      <p:sp>
        <p:nvSpPr>
          <p:cNvPr id="35" name="TextBox 34"/>
          <p:cNvSpPr txBox="1"/>
          <p:nvPr/>
        </p:nvSpPr>
        <p:spPr>
          <a:xfrm>
            <a:off x="4476000" y="318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App opens / closes keys explicitly</a:t>
            </a:r>
          </a:p>
        </p:txBody>
      </p:sp>
      <p:sp>
        <p:nvSpPr>
          <p:cNvPr id="36" name="TextBox 35"/>
          <p:cNvSpPr txBox="1"/>
          <p:nvPr/>
        </p:nvSpPr>
        <p:spPr>
          <a:xfrm>
            <a:off x="4476000" y="338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Protected by certificate chain:</a:t>
            </a:r>
          </a:p>
        </p:txBody>
      </p:sp>
      <p:sp>
        <p:nvSpPr>
          <p:cNvPr id="37" name="TextBox 36"/>
          <p:cNvSpPr txBox="1"/>
          <p:nvPr/>
        </p:nvSpPr>
        <p:spPr>
          <a:xfrm>
            <a:off x="4476000" y="359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Master Key &gt; Certificate &gt; Sym Key</a:t>
            </a:r>
          </a:p>
        </p:txBody>
      </p:sp>
      <p:sp>
        <p:nvSpPr>
          <p:cNvPr id="38" name="TextBox 37"/>
          <p:cNvSpPr txBox="1"/>
          <p:nvPr/>
        </p:nvSpPr>
        <p:spPr>
          <a:xfrm>
            <a:off x="4476000" y="390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Granular GRANT / DENY on keys</a:t>
            </a:r>
          </a:p>
        </p:txBody>
      </p:sp>
      <p:sp>
        <p:nvSpPr>
          <p:cNvPr id="39" name="TextBox 38"/>
          <p:cNvSpPr txBox="1"/>
          <p:nvPr/>
        </p:nvSpPr>
        <p:spPr>
          <a:xfrm>
            <a:off x="4476000" y="410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Flexible but more app code</a:t>
            </a:r>
          </a:p>
        </p:txBody>
      </p:sp>
      <p:sp>
        <p:nvSpPr>
          <p:cNvPr id="40" name="Rounded Rectangle 39">
            <a:extLst>
              <a:ext uri="{C183D7F6-B498-43B3-948B-1728B52AA6E4}">
                <adec:decorative xmlns:adec="http://schemas.microsoft.com/office/drawing/2017/decorative" val="1"/>
              </a:ext>
            </a:extLst>
          </p:cNvPr>
          <p:cNvSpPr/>
          <p:nvPr/>
        </p:nvSpPr>
        <p:spPr>
          <a:xfrm>
            <a:off x="4406000" y="4410617"/>
            <a:ext cx="3380000" cy="185000"/>
          </a:xfrm>
          <a:prstGeom prst="roundRect">
            <a:avLst>
              <a:gd name="adj" fmla="val 15000"/>
            </a:avLst>
          </a:prstGeom>
          <a:solidFill>
            <a:srgbClr val="F3E5F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1" name="TextBox 40"/>
          <p:cNvSpPr txBox="1"/>
          <p:nvPr/>
        </p:nvSpPr>
        <p:spPr>
          <a:xfrm>
            <a:off x="4476000" y="4418617"/>
            <a:ext cx="3240000" cy="175000"/>
          </a:xfrm>
          <a:prstGeom prst="rect">
            <a:avLst/>
          </a:prstGeom>
          <a:noFill/>
        </p:spPr>
        <p:txBody>
          <a:bodyPr wrap="square" lIns="0" tIns="0" rIns="0" bIns="0" anchor="ctr"/>
          <a:lstStyle/>
          <a:p>
            <a:pPr algn="l">
              <a:defRPr sz="900" b="1" i="0">
                <a:solidFill>
                  <a:srgbClr val="702573"/>
                </a:solidFill>
                <a:latin typeface="Segoe UI"/>
              </a:defRPr>
            </a:pPr>
            <a:r>
              <a:rPr lang="en-US" noProof="0" dirty="0"/>
              <a:t>Scope: Column level, server-side</a:t>
            </a:r>
          </a:p>
        </p:txBody>
      </p:sp>
      <p:sp>
        <p:nvSpPr>
          <p:cNvPr id="42" name="Rounded Rectangle 41">
            <a:extLst>
              <a:ext uri="{C183D7F6-B498-43B3-948B-1728B52AA6E4}">
                <adec:decorative xmlns:adec="http://schemas.microsoft.com/office/drawing/2017/decorative" val="1"/>
              </a:ext>
            </a:extLst>
          </p:cNvPr>
          <p:cNvSpPr/>
          <p:nvPr/>
        </p:nvSpPr>
        <p:spPr>
          <a:xfrm>
            <a:off x="8046000" y="1478617"/>
            <a:ext cx="3500000" cy="3400000"/>
          </a:xfrm>
          <a:prstGeom prst="roundRect">
            <a:avLst>
              <a:gd name="adj" fmla="val 6000"/>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3" name="Rounded Rectangle 42">
            <a:extLst>
              <a:ext uri="{C183D7F6-B498-43B3-948B-1728B52AA6E4}">
                <adec:decorative xmlns:adec="http://schemas.microsoft.com/office/drawing/2017/decorative" val="1"/>
              </a:ext>
            </a:extLst>
          </p:cNvPr>
          <p:cNvSpPr/>
          <p:nvPr/>
        </p:nvSpPr>
        <p:spPr>
          <a:xfrm>
            <a:off x="8046000" y="1478617"/>
            <a:ext cx="3500000" cy="320000"/>
          </a:xfrm>
          <a:prstGeom prst="roundRect">
            <a:avLst>
              <a:gd name="adj" fmla="val 6000"/>
            </a:avLst>
          </a:pr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4" name="Rectangle 43">
            <a:extLst>
              <a:ext uri="{C183D7F6-B498-43B3-948B-1728B52AA6E4}">
                <adec:decorative xmlns:adec="http://schemas.microsoft.com/office/drawing/2017/decorative" val="1"/>
              </a:ext>
            </a:extLst>
          </p:cNvPr>
          <p:cNvSpPr/>
          <p:nvPr/>
        </p:nvSpPr>
        <p:spPr>
          <a:xfrm>
            <a:off x="8054000" y="1758617"/>
            <a:ext cx="3484000" cy="42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5" name="TextBox 44"/>
          <p:cNvSpPr txBox="1"/>
          <p:nvPr/>
        </p:nvSpPr>
        <p:spPr>
          <a:xfrm>
            <a:off x="8166000" y="1548617"/>
            <a:ext cx="3230000" cy="180000"/>
          </a:xfrm>
          <a:prstGeom prst="rect">
            <a:avLst/>
          </a:prstGeom>
          <a:noFill/>
        </p:spPr>
        <p:txBody>
          <a:bodyPr wrap="square" lIns="0" tIns="0" rIns="0" bIns="0" anchor="ctr"/>
          <a:lstStyle/>
          <a:p>
            <a:pPr algn="ctr">
              <a:defRPr sz="1400" b="1" i="0">
                <a:solidFill>
                  <a:srgbClr val="FFFFFF"/>
                </a:solidFill>
                <a:latin typeface="Segoe UI"/>
              </a:defRPr>
            </a:pPr>
            <a:r>
              <a:rPr lang="en-US" noProof="0" dirty="0"/>
              <a:t>ALWAYS ENCRYPTED</a:t>
            </a:r>
          </a:p>
        </p:txBody>
      </p:sp>
      <p:sp>
        <p:nvSpPr>
          <p:cNvPr id="46" name="TextBox 45"/>
          <p:cNvSpPr txBox="1"/>
          <p:nvPr/>
        </p:nvSpPr>
        <p:spPr>
          <a:xfrm>
            <a:off x="8106000" y="1848617"/>
            <a:ext cx="3380000" cy="200000"/>
          </a:xfrm>
          <a:prstGeom prst="rect">
            <a:avLst/>
          </a:prstGeom>
          <a:noFill/>
        </p:spPr>
        <p:txBody>
          <a:bodyPr wrap="square" lIns="0" tIns="0" rIns="0" bIns="0" anchor="ctr"/>
          <a:lstStyle/>
          <a:p>
            <a:pPr algn="ctr">
              <a:defRPr sz="1200" b="1" i="0">
                <a:solidFill>
                  <a:srgbClr val="C73ECC"/>
                </a:solidFill>
                <a:latin typeface="Segoe UI"/>
              </a:defRPr>
            </a:pPr>
            <a:r>
              <a:rPr lang="en-US" noProof="0" dirty="0">
                <a:solidFill>
                  <a:schemeClr val="accent2">
                    <a:lumMod val="75000"/>
                  </a:schemeClr>
                </a:solidFill>
              </a:rPr>
              <a:t>Always Encrypted</a:t>
            </a:r>
          </a:p>
        </p:txBody>
      </p:sp>
      <p:sp>
        <p:nvSpPr>
          <p:cNvPr id="47" name="TextBox 46"/>
          <p:cNvSpPr txBox="1"/>
          <p:nvPr/>
        </p:nvSpPr>
        <p:spPr>
          <a:xfrm>
            <a:off x="8106000" y="2048617"/>
            <a:ext cx="3380000" cy="140000"/>
          </a:xfrm>
          <a:prstGeom prst="rect">
            <a:avLst/>
          </a:prstGeom>
          <a:noFill/>
        </p:spPr>
        <p:txBody>
          <a:bodyPr wrap="square" lIns="0" tIns="0" rIns="0" bIns="0" anchor="ctr"/>
          <a:lstStyle/>
          <a:p>
            <a:pPr algn="ctr">
              <a:defRPr sz="800" b="0" i="1">
                <a:solidFill>
                  <a:srgbClr val="888888"/>
                </a:solidFill>
                <a:latin typeface="Segoe UI"/>
              </a:defRPr>
            </a:pPr>
            <a:r>
              <a:rPr lang="en-US" noProof="0" dirty="0">
                <a:solidFill>
                  <a:schemeClr val="tx1">
                    <a:lumMod val="65000"/>
                    <a:lumOff val="35000"/>
                  </a:schemeClr>
                </a:solidFill>
              </a:rPr>
              <a:t>Full data lifecycle</a:t>
            </a:r>
          </a:p>
        </p:txBody>
      </p:sp>
      <p:sp>
        <p:nvSpPr>
          <p:cNvPr id="48" name="Rectangle 47">
            <a:extLst>
              <a:ext uri="{C183D7F6-B498-43B3-948B-1728B52AA6E4}">
                <adec:decorative xmlns:adec="http://schemas.microsoft.com/office/drawing/2017/decorative" val="1"/>
              </a:ext>
            </a:extLst>
          </p:cNvPr>
          <p:cNvSpPr/>
          <p:nvPr/>
        </p:nvSpPr>
        <p:spPr>
          <a:xfrm>
            <a:off x="8196000" y="2218617"/>
            <a:ext cx="3200000" cy="10000"/>
          </a:xfrm>
          <a:prstGeom prst="rect">
            <a:avLst/>
          </a:prstGeom>
          <a:solidFill>
            <a:srgbClr val="E0E0E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9" name="Rounded Rectangle 48">
            <a:extLst>
              <a:ext uri="{C183D7F6-B498-43B3-948B-1728B52AA6E4}">
                <adec:decorative xmlns:adec="http://schemas.microsoft.com/office/drawing/2017/decorative" val="1"/>
              </a:ext>
            </a:extLst>
          </p:cNvPr>
          <p:cNvSpPr/>
          <p:nvPr/>
        </p:nvSpPr>
        <p:spPr>
          <a:xfrm>
            <a:off x="8106000" y="2250617"/>
            <a:ext cx="3380000" cy="185000"/>
          </a:xfrm>
          <a:prstGeom prst="roundRect">
            <a:avLst>
              <a:gd name="adj" fmla="val 15000"/>
            </a:avLst>
          </a:prstGeom>
          <a:solidFill>
            <a:srgbClr val="FCE4F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0" name="TextBox 49"/>
          <p:cNvSpPr txBox="1"/>
          <p:nvPr/>
        </p:nvSpPr>
        <p:spPr>
          <a:xfrm>
            <a:off x="8176000" y="2258617"/>
            <a:ext cx="3240000" cy="175000"/>
          </a:xfrm>
          <a:prstGeom prst="rect">
            <a:avLst/>
          </a:prstGeom>
          <a:noFill/>
        </p:spPr>
        <p:txBody>
          <a:bodyPr wrap="square" lIns="0" tIns="0" rIns="0" bIns="0" anchor="ctr"/>
          <a:lstStyle/>
          <a:p>
            <a:pPr algn="l">
              <a:defRPr sz="900" b="1" i="0">
                <a:solidFill>
                  <a:srgbClr val="C73ECC"/>
                </a:solidFill>
                <a:latin typeface="Segoe UI"/>
              </a:defRPr>
            </a:pPr>
            <a:r>
              <a:rPr lang="en-US" noProof="0" dirty="0">
                <a:solidFill>
                  <a:schemeClr val="accent2">
                    <a:lumMod val="75000"/>
                  </a:schemeClr>
                </a:solidFill>
              </a:rPr>
              <a:t>Keys never enter the database</a:t>
            </a:r>
          </a:p>
        </p:txBody>
      </p:sp>
      <p:sp>
        <p:nvSpPr>
          <p:cNvPr id="51" name="TextBox 50"/>
          <p:cNvSpPr txBox="1"/>
          <p:nvPr/>
        </p:nvSpPr>
        <p:spPr>
          <a:xfrm>
            <a:off x="8176000" y="246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Client app encrypts / decrypts</a:t>
            </a:r>
          </a:p>
        </p:txBody>
      </p:sp>
      <p:sp>
        <p:nvSpPr>
          <p:cNvPr id="52" name="TextBox 51"/>
          <p:cNvSpPr txBox="1"/>
          <p:nvPr/>
        </p:nvSpPr>
        <p:spPr>
          <a:xfrm>
            <a:off x="8176000" y="266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DB engine sees ciphertext only</a:t>
            </a:r>
          </a:p>
        </p:txBody>
      </p:sp>
      <p:sp>
        <p:nvSpPr>
          <p:cNvPr id="53" name="TextBox 52"/>
          <p:cNvSpPr txBox="1"/>
          <p:nvPr/>
        </p:nvSpPr>
        <p:spPr>
          <a:xfrm>
            <a:off x="8176000" y="287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Even DBAs cannot read plaintext</a:t>
            </a:r>
          </a:p>
        </p:txBody>
      </p:sp>
      <p:sp>
        <p:nvSpPr>
          <p:cNvPr id="54" name="TextBox 53"/>
          <p:cNvSpPr txBox="1"/>
          <p:nvPr/>
        </p:nvSpPr>
        <p:spPr>
          <a:xfrm>
            <a:off x="8176000" y="318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Column Master Key (CMK):</a:t>
            </a:r>
          </a:p>
        </p:txBody>
      </p:sp>
      <p:sp>
        <p:nvSpPr>
          <p:cNvPr id="55" name="TextBox 54"/>
          <p:cNvSpPr txBox="1"/>
          <p:nvPr/>
        </p:nvSpPr>
        <p:spPr>
          <a:xfrm>
            <a:off x="8176000" y="338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  Azure Key Vault or HSM</a:t>
            </a:r>
          </a:p>
        </p:txBody>
      </p:sp>
      <p:sp>
        <p:nvSpPr>
          <p:cNvPr id="56" name="TextBox 55"/>
          <p:cNvSpPr txBox="1"/>
          <p:nvPr/>
        </p:nvSpPr>
        <p:spPr>
          <a:xfrm>
            <a:off x="8176000" y="359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Column Encryption Key (CEK):</a:t>
            </a:r>
          </a:p>
        </p:txBody>
      </p:sp>
      <p:sp>
        <p:nvSpPr>
          <p:cNvPr id="57" name="TextBox 56"/>
          <p:cNvSpPr txBox="1"/>
          <p:nvPr/>
        </p:nvSpPr>
        <p:spPr>
          <a:xfrm>
            <a:off x="8176000" y="379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  stored encrypted by CMK</a:t>
            </a:r>
          </a:p>
        </p:txBody>
      </p:sp>
      <p:sp>
        <p:nvSpPr>
          <p:cNvPr id="58" name="TextBox 57"/>
          <p:cNvSpPr txBox="1"/>
          <p:nvPr/>
        </p:nvSpPr>
        <p:spPr>
          <a:xfrm>
            <a:off x="8176000" y="4108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Deterministic = equality queries</a:t>
            </a:r>
          </a:p>
        </p:txBody>
      </p:sp>
      <p:sp>
        <p:nvSpPr>
          <p:cNvPr id="59" name="TextBox 58"/>
          <p:cNvSpPr txBox="1"/>
          <p:nvPr/>
        </p:nvSpPr>
        <p:spPr>
          <a:xfrm>
            <a:off x="8176000" y="4313617"/>
            <a:ext cx="3240000" cy="175000"/>
          </a:xfrm>
          <a:prstGeom prst="rect">
            <a:avLst/>
          </a:prstGeom>
          <a:noFill/>
        </p:spPr>
        <p:txBody>
          <a:bodyPr wrap="square" lIns="0" tIns="0" rIns="0" bIns="0" anchor="ctr"/>
          <a:lstStyle/>
          <a:p>
            <a:pPr algn="l">
              <a:defRPr sz="900" b="0" i="0">
                <a:solidFill>
                  <a:srgbClr val="454142"/>
                </a:solidFill>
                <a:latin typeface="Segoe UI"/>
              </a:defRPr>
            </a:pPr>
            <a:r>
              <a:rPr lang="en-US" noProof="0" dirty="0"/>
              <a:t>Randomized = strongest protection</a:t>
            </a:r>
          </a:p>
        </p:txBody>
      </p:sp>
      <p:sp>
        <p:nvSpPr>
          <p:cNvPr id="60" name="Rounded Rectangle 59">
            <a:extLst>
              <a:ext uri="{C183D7F6-B498-43B3-948B-1728B52AA6E4}">
                <adec:decorative xmlns:adec="http://schemas.microsoft.com/office/drawing/2017/decorative" val="1"/>
              </a:ext>
            </a:extLst>
          </p:cNvPr>
          <p:cNvSpPr/>
          <p:nvPr/>
        </p:nvSpPr>
        <p:spPr>
          <a:xfrm>
            <a:off x="8106000" y="4510617"/>
            <a:ext cx="3380000" cy="185000"/>
          </a:xfrm>
          <a:prstGeom prst="roundRect">
            <a:avLst>
              <a:gd name="adj" fmla="val 15000"/>
            </a:avLst>
          </a:prstGeom>
          <a:solidFill>
            <a:srgbClr val="FCE4F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1" name="TextBox 60"/>
          <p:cNvSpPr txBox="1"/>
          <p:nvPr/>
        </p:nvSpPr>
        <p:spPr>
          <a:xfrm>
            <a:off x="8176000" y="4518617"/>
            <a:ext cx="3240000" cy="175000"/>
          </a:xfrm>
          <a:prstGeom prst="rect">
            <a:avLst/>
          </a:prstGeom>
          <a:noFill/>
        </p:spPr>
        <p:txBody>
          <a:bodyPr wrap="square" lIns="0" tIns="0" rIns="0" bIns="0" anchor="ctr"/>
          <a:lstStyle/>
          <a:p>
            <a:pPr algn="l">
              <a:defRPr sz="900" b="1" i="0">
                <a:solidFill>
                  <a:srgbClr val="C73ECC"/>
                </a:solidFill>
                <a:latin typeface="Segoe UI"/>
              </a:defRPr>
            </a:pPr>
            <a:r>
              <a:rPr lang="en-US" noProof="0" dirty="0">
                <a:solidFill>
                  <a:schemeClr val="accent2">
                    <a:lumMod val="75000"/>
                  </a:schemeClr>
                </a:solidFill>
              </a:rPr>
              <a:t>Scope: Rest + transit + in use</a:t>
            </a:r>
          </a:p>
        </p:txBody>
      </p:sp>
      <p:sp>
        <p:nvSpPr>
          <p:cNvPr id="62" name="Rounded Rectangle 61">
            <a:extLst>
              <a:ext uri="{C183D7F6-B498-43B3-948B-1728B52AA6E4}">
                <adec:decorative xmlns:adec="http://schemas.microsoft.com/office/drawing/2017/decorative" val="1"/>
              </a:ext>
            </a:extLst>
          </p:cNvPr>
          <p:cNvSpPr/>
          <p:nvPr/>
        </p:nvSpPr>
        <p:spPr>
          <a:xfrm>
            <a:off x="706000" y="5028617"/>
            <a:ext cx="1086666" cy="460000"/>
          </a:xfrm>
          <a:prstGeom prst="roundRect">
            <a:avLst>
              <a:gd name="adj" fmla="val 10000"/>
            </a:avLst>
          </a:prstGeom>
          <a:solidFill>
            <a:srgbClr val="0078D4"/>
          </a:solidFill>
          <a:ln w="1905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3" name="TextBox 62"/>
          <p:cNvSpPr txBox="1"/>
          <p:nvPr/>
        </p:nvSpPr>
        <p:spPr>
          <a:xfrm>
            <a:off x="706000" y="5028617"/>
            <a:ext cx="1086666" cy="460000"/>
          </a:xfrm>
          <a:prstGeom prst="rect">
            <a:avLst/>
          </a:prstGeom>
          <a:noFill/>
        </p:spPr>
        <p:txBody>
          <a:bodyPr wrap="square" lIns="0" tIns="0" rIns="0" bIns="0" anchor="ctr"/>
          <a:lstStyle/>
          <a:p>
            <a:pPr algn="ctr">
              <a:defRPr sz="1100" b="1" i="0">
                <a:solidFill>
                  <a:srgbClr val="FFFFFF"/>
                </a:solidFill>
                <a:latin typeface="Consolas"/>
              </a:defRPr>
            </a:pPr>
            <a:r>
              <a:rPr lang="en-US" noProof="0" dirty="0"/>
              <a:t>.</a:t>
            </a:r>
            <a:r>
              <a:rPr lang="en-US" noProof="0" dirty="0" err="1"/>
              <a:t>mdf</a:t>
            </a:r>
            <a:endParaRPr lang="en-US" noProof="0" dirty="0"/>
          </a:p>
        </p:txBody>
      </p:sp>
      <p:sp>
        <p:nvSpPr>
          <p:cNvPr id="64" name="Rounded Rectangle 63">
            <a:extLst>
              <a:ext uri="{C183D7F6-B498-43B3-948B-1728B52AA6E4}">
                <adec:decorative xmlns:adec="http://schemas.microsoft.com/office/drawing/2017/decorative" val="1"/>
              </a:ext>
            </a:extLst>
          </p:cNvPr>
          <p:cNvSpPr/>
          <p:nvPr/>
        </p:nvSpPr>
        <p:spPr>
          <a:xfrm>
            <a:off x="1852666" y="5028617"/>
            <a:ext cx="1086666" cy="460000"/>
          </a:xfrm>
          <a:prstGeom prst="roundRect">
            <a:avLst>
              <a:gd name="adj" fmla="val 10000"/>
            </a:avLst>
          </a:prstGeom>
          <a:solidFill>
            <a:srgbClr val="409CE0"/>
          </a:solidFill>
          <a:ln w="1905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5" name="TextBox 64"/>
          <p:cNvSpPr txBox="1"/>
          <p:nvPr/>
        </p:nvSpPr>
        <p:spPr>
          <a:xfrm>
            <a:off x="1852666" y="5028617"/>
            <a:ext cx="1086666" cy="460000"/>
          </a:xfrm>
          <a:prstGeom prst="rect">
            <a:avLst/>
          </a:prstGeom>
          <a:solidFill>
            <a:srgbClr val="0078D4"/>
          </a:solidFill>
        </p:spPr>
        <p:txBody>
          <a:bodyPr wrap="square" lIns="0" tIns="0" rIns="0" bIns="0" anchor="ctr"/>
          <a:lstStyle/>
          <a:p>
            <a:pPr algn="ctr">
              <a:defRPr sz="1100" b="1" i="0">
                <a:solidFill>
                  <a:srgbClr val="FFFFFF"/>
                </a:solidFill>
                <a:latin typeface="Consolas"/>
              </a:defRPr>
            </a:pPr>
            <a:r>
              <a:rPr lang="en-US" noProof="0" dirty="0"/>
              <a:t>.</a:t>
            </a:r>
            <a:r>
              <a:rPr lang="en-US" noProof="0" dirty="0" err="1"/>
              <a:t>ldf</a:t>
            </a:r>
            <a:endParaRPr lang="en-US" noProof="0" dirty="0"/>
          </a:p>
        </p:txBody>
      </p:sp>
      <p:sp>
        <p:nvSpPr>
          <p:cNvPr id="66" name="Rounded Rectangle 65">
            <a:extLst>
              <a:ext uri="{C183D7F6-B498-43B3-948B-1728B52AA6E4}">
                <adec:decorative xmlns:adec="http://schemas.microsoft.com/office/drawing/2017/decorative" val="1"/>
              </a:ext>
            </a:extLst>
          </p:cNvPr>
          <p:cNvSpPr/>
          <p:nvPr/>
        </p:nvSpPr>
        <p:spPr>
          <a:xfrm>
            <a:off x="2999332" y="5028617"/>
            <a:ext cx="1086666" cy="460000"/>
          </a:xfrm>
          <a:prstGeom prst="roundRect">
            <a:avLst>
              <a:gd name="adj" fmla="val 10000"/>
            </a:avLst>
          </a:prstGeom>
          <a:solidFill>
            <a:srgbClr val="80BDEB"/>
          </a:solidFill>
          <a:ln w="1905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7" name="TextBox 66"/>
          <p:cNvSpPr txBox="1"/>
          <p:nvPr/>
        </p:nvSpPr>
        <p:spPr>
          <a:xfrm>
            <a:off x="2999332" y="5028617"/>
            <a:ext cx="1086666" cy="460000"/>
          </a:xfrm>
          <a:prstGeom prst="rect">
            <a:avLst/>
          </a:prstGeom>
          <a:solidFill>
            <a:srgbClr val="0078D4"/>
          </a:solidFill>
        </p:spPr>
        <p:txBody>
          <a:bodyPr wrap="square" lIns="0" tIns="0" rIns="0" bIns="0" anchor="ctr"/>
          <a:lstStyle/>
          <a:p>
            <a:pPr algn="ctr">
              <a:defRPr sz="1100" b="1" i="0">
                <a:solidFill>
                  <a:srgbClr val="FFFFFF"/>
                </a:solidFill>
                <a:latin typeface="Consolas"/>
              </a:defRPr>
            </a:pPr>
            <a:r>
              <a:rPr lang="en-US" noProof="0" dirty="0"/>
              <a:t>.</a:t>
            </a:r>
            <a:r>
              <a:rPr lang="en-US" noProof="0" dirty="0" err="1"/>
              <a:t>bak</a:t>
            </a:r>
            <a:endParaRPr lang="en-US" noProof="0" dirty="0"/>
          </a:p>
        </p:txBody>
      </p:sp>
      <p:sp>
        <p:nvSpPr>
          <p:cNvPr id="68" name="Rectangle 67">
            <a:extLst>
              <a:ext uri="{C183D7F6-B498-43B3-948B-1728B52AA6E4}">
                <adec:decorative xmlns:adec="http://schemas.microsoft.com/office/drawing/2017/decorative" val="1"/>
              </a:ext>
            </a:extLst>
          </p:cNvPr>
          <p:cNvSpPr/>
          <p:nvPr/>
        </p:nvSpPr>
        <p:spPr>
          <a:xfrm>
            <a:off x="4386000" y="5028617"/>
            <a:ext cx="847000" cy="220000"/>
          </a:xfrm>
          <a:prstGeom prst="rect">
            <a:avLst/>
          </a:prstGeom>
          <a:solidFill>
            <a:srgbClr val="E8E8E8"/>
          </a:solidFill>
          <a:ln w="1270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9" name="TextBox 68"/>
          <p:cNvSpPr txBox="1"/>
          <p:nvPr/>
        </p:nvSpPr>
        <p:spPr>
          <a:xfrm>
            <a:off x="4386000" y="5028617"/>
            <a:ext cx="847000" cy="220000"/>
          </a:xfrm>
          <a:prstGeom prst="rect">
            <a:avLst/>
          </a:prstGeom>
          <a:noFill/>
        </p:spPr>
        <p:txBody>
          <a:bodyPr wrap="square" lIns="0" tIns="0" rIns="0" bIns="0" anchor="ctr"/>
          <a:lstStyle/>
          <a:p>
            <a:pPr algn="ctr">
              <a:defRPr sz="800" b="1" i="0">
                <a:solidFill>
                  <a:srgbClr val="999999"/>
                </a:solidFill>
                <a:latin typeface="Segoe UI"/>
              </a:defRPr>
            </a:pPr>
            <a:r>
              <a:rPr lang="en-US" noProof="0" dirty="0">
                <a:solidFill>
                  <a:schemeClr val="tx1">
                    <a:lumMod val="65000"/>
                    <a:lumOff val="35000"/>
                  </a:schemeClr>
                </a:solidFill>
              </a:rPr>
              <a:t>ID</a:t>
            </a:r>
          </a:p>
        </p:txBody>
      </p:sp>
      <p:sp>
        <p:nvSpPr>
          <p:cNvPr id="70" name="Rectangle 69">
            <a:extLst>
              <a:ext uri="{C183D7F6-B498-43B3-948B-1728B52AA6E4}">
                <adec:decorative xmlns:adec="http://schemas.microsoft.com/office/drawing/2017/decorative" val="1"/>
              </a:ext>
            </a:extLst>
          </p:cNvPr>
          <p:cNvSpPr/>
          <p:nvPr/>
        </p:nvSpPr>
        <p:spPr>
          <a:xfrm>
            <a:off x="4386000" y="5252617"/>
            <a:ext cx="847000" cy="220000"/>
          </a:xfrm>
          <a:prstGeom prst="rect">
            <a:avLst/>
          </a:prstGeom>
          <a:solidFill>
            <a:srgbClr val="F5F5F5"/>
          </a:solidFill>
          <a:ln w="1270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1" name="TextBox 70"/>
          <p:cNvSpPr txBox="1"/>
          <p:nvPr/>
        </p:nvSpPr>
        <p:spPr>
          <a:xfrm>
            <a:off x="4386000" y="5252617"/>
            <a:ext cx="847000" cy="220000"/>
          </a:xfrm>
          <a:prstGeom prst="rect">
            <a:avLst/>
          </a:prstGeom>
          <a:noFill/>
        </p:spPr>
        <p:txBody>
          <a:bodyPr wrap="square" lIns="0" tIns="0" rIns="0" bIns="0" anchor="ctr"/>
          <a:lstStyle/>
          <a:p>
            <a:pPr algn="ctr">
              <a:defRPr sz="800" b="0" i="0">
                <a:solidFill>
                  <a:srgbClr val="BBBBBB"/>
                </a:solidFill>
                <a:latin typeface="Segoe UI"/>
              </a:defRPr>
            </a:pPr>
            <a:r>
              <a:rPr lang="en-US" noProof="0" dirty="0">
                <a:solidFill>
                  <a:schemeClr val="tx1">
                    <a:lumMod val="65000"/>
                    <a:lumOff val="35000"/>
                  </a:schemeClr>
                </a:solidFill>
              </a:rPr>
              <a:t>1</a:t>
            </a:r>
          </a:p>
        </p:txBody>
      </p:sp>
      <p:sp>
        <p:nvSpPr>
          <p:cNvPr id="72" name="Rectangle 71">
            <a:extLst>
              <a:ext uri="{C183D7F6-B498-43B3-948B-1728B52AA6E4}">
                <adec:decorative xmlns:adec="http://schemas.microsoft.com/office/drawing/2017/decorative" val="1"/>
              </a:ext>
            </a:extLst>
          </p:cNvPr>
          <p:cNvSpPr/>
          <p:nvPr/>
        </p:nvSpPr>
        <p:spPr>
          <a:xfrm>
            <a:off x="5241000" y="5028617"/>
            <a:ext cx="847000" cy="220000"/>
          </a:xfrm>
          <a:prstGeom prst="rect">
            <a:avLst/>
          </a:prstGeom>
          <a:solidFill>
            <a:srgbClr val="702573"/>
          </a:solidFill>
          <a:ln w="1270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3" name="TextBox 72"/>
          <p:cNvSpPr txBox="1"/>
          <p:nvPr/>
        </p:nvSpPr>
        <p:spPr>
          <a:xfrm>
            <a:off x="5241000" y="5028617"/>
            <a:ext cx="847000" cy="220000"/>
          </a:xfrm>
          <a:prstGeom prst="rect">
            <a:avLst/>
          </a:prstGeom>
          <a:noFill/>
        </p:spPr>
        <p:txBody>
          <a:bodyPr wrap="square" lIns="0" tIns="0" rIns="0" bIns="0" anchor="ctr"/>
          <a:lstStyle/>
          <a:p>
            <a:pPr algn="ctr">
              <a:defRPr sz="800" b="1" i="0">
                <a:solidFill>
                  <a:srgbClr val="FFFFFF"/>
                </a:solidFill>
                <a:latin typeface="Segoe UI"/>
              </a:defRPr>
            </a:pPr>
            <a:r>
              <a:rPr lang="en-US" noProof="0" dirty="0"/>
              <a:t>SSN</a:t>
            </a:r>
          </a:p>
        </p:txBody>
      </p:sp>
      <p:sp>
        <p:nvSpPr>
          <p:cNvPr id="74" name="Rectangle 73">
            <a:extLst>
              <a:ext uri="{C183D7F6-B498-43B3-948B-1728B52AA6E4}">
                <adec:decorative xmlns:adec="http://schemas.microsoft.com/office/drawing/2017/decorative" val="1"/>
              </a:ext>
            </a:extLst>
          </p:cNvPr>
          <p:cNvSpPr/>
          <p:nvPr/>
        </p:nvSpPr>
        <p:spPr>
          <a:xfrm>
            <a:off x="5241000" y="5252617"/>
            <a:ext cx="847000" cy="220000"/>
          </a:xfrm>
          <a:prstGeom prst="rect">
            <a:avLst/>
          </a:prstGeom>
          <a:solidFill>
            <a:srgbClr val="F3E5F5"/>
          </a:solidFill>
          <a:ln w="1270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5" name="TextBox 74"/>
          <p:cNvSpPr txBox="1"/>
          <p:nvPr/>
        </p:nvSpPr>
        <p:spPr>
          <a:xfrm>
            <a:off x="5241000" y="5252617"/>
            <a:ext cx="847000" cy="220000"/>
          </a:xfrm>
          <a:prstGeom prst="rect">
            <a:avLst/>
          </a:prstGeom>
          <a:noFill/>
        </p:spPr>
        <p:txBody>
          <a:bodyPr wrap="square" lIns="0" tIns="0" rIns="0" bIns="0" anchor="ctr"/>
          <a:lstStyle/>
          <a:p>
            <a:pPr algn="ctr">
              <a:defRPr sz="800" b="0" i="0">
                <a:solidFill>
                  <a:srgbClr val="702573"/>
                </a:solidFill>
                <a:latin typeface="Consolas"/>
              </a:defRPr>
            </a:pPr>
            <a:r>
              <a:rPr lang="en-US" noProof="0" dirty="0"/>
              <a:t>0x7F3B967…</a:t>
            </a:r>
          </a:p>
        </p:txBody>
      </p:sp>
      <p:sp>
        <p:nvSpPr>
          <p:cNvPr id="76" name="Rectangle 75">
            <a:extLst>
              <a:ext uri="{C183D7F6-B498-43B3-948B-1728B52AA6E4}">
                <adec:decorative xmlns:adec="http://schemas.microsoft.com/office/drawing/2017/decorative" val="1"/>
              </a:ext>
            </a:extLst>
          </p:cNvPr>
          <p:cNvSpPr/>
          <p:nvPr/>
        </p:nvSpPr>
        <p:spPr>
          <a:xfrm>
            <a:off x="6096000" y="5028617"/>
            <a:ext cx="847000" cy="220000"/>
          </a:xfrm>
          <a:prstGeom prst="rect">
            <a:avLst/>
          </a:prstGeom>
          <a:solidFill>
            <a:srgbClr val="E8E8E8"/>
          </a:solidFill>
          <a:ln w="1270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7" name="TextBox 76"/>
          <p:cNvSpPr txBox="1"/>
          <p:nvPr/>
        </p:nvSpPr>
        <p:spPr>
          <a:xfrm>
            <a:off x="6096000" y="5028617"/>
            <a:ext cx="847000" cy="220000"/>
          </a:xfrm>
          <a:prstGeom prst="rect">
            <a:avLst/>
          </a:prstGeom>
          <a:noFill/>
        </p:spPr>
        <p:txBody>
          <a:bodyPr wrap="square" lIns="0" tIns="0" rIns="0" bIns="0" anchor="ctr"/>
          <a:lstStyle/>
          <a:p>
            <a:pPr algn="ctr">
              <a:defRPr sz="800" b="1" i="0">
                <a:solidFill>
                  <a:srgbClr val="999999"/>
                </a:solidFill>
                <a:latin typeface="Segoe UI"/>
              </a:defRPr>
            </a:pPr>
            <a:r>
              <a:rPr lang="en-US" noProof="0" dirty="0">
                <a:solidFill>
                  <a:schemeClr val="tx1">
                    <a:lumMod val="65000"/>
                    <a:lumOff val="35000"/>
                  </a:schemeClr>
                </a:solidFill>
              </a:rPr>
              <a:t>Name</a:t>
            </a:r>
          </a:p>
        </p:txBody>
      </p:sp>
      <p:sp>
        <p:nvSpPr>
          <p:cNvPr id="78" name="Rectangle 77">
            <a:extLst>
              <a:ext uri="{C183D7F6-B498-43B3-948B-1728B52AA6E4}">
                <adec:decorative xmlns:adec="http://schemas.microsoft.com/office/drawing/2017/decorative" val="1"/>
              </a:ext>
            </a:extLst>
          </p:cNvPr>
          <p:cNvSpPr/>
          <p:nvPr/>
        </p:nvSpPr>
        <p:spPr>
          <a:xfrm>
            <a:off x="6096000" y="5252617"/>
            <a:ext cx="847000" cy="220000"/>
          </a:xfrm>
          <a:prstGeom prst="rect">
            <a:avLst/>
          </a:prstGeom>
          <a:solidFill>
            <a:srgbClr val="F5F5F5"/>
          </a:solidFill>
          <a:ln w="1270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9" name="TextBox 78"/>
          <p:cNvSpPr txBox="1"/>
          <p:nvPr/>
        </p:nvSpPr>
        <p:spPr>
          <a:xfrm>
            <a:off x="6096000" y="5252617"/>
            <a:ext cx="847000" cy="220000"/>
          </a:xfrm>
          <a:prstGeom prst="rect">
            <a:avLst/>
          </a:prstGeom>
          <a:noFill/>
        </p:spPr>
        <p:txBody>
          <a:bodyPr wrap="square" lIns="0" tIns="0" rIns="0" bIns="0" anchor="ctr"/>
          <a:lstStyle/>
          <a:p>
            <a:pPr algn="ctr">
              <a:defRPr sz="800" b="0" i="0">
                <a:solidFill>
                  <a:srgbClr val="BBBBBB"/>
                </a:solidFill>
                <a:latin typeface="Segoe UI"/>
              </a:defRPr>
            </a:pPr>
            <a:r>
              <a:rPr lang="en-US" noProof="0" dirty="0">
                <a:solidFill>
                  <a:schemeClr val="tx1">
                    <a:lumMod val="65000"/>
                    <a:lumOff val="35000"/>
                  </a:schemeClr>
                </a:solidFill>
              </a:rPr>
              <a:t>Alice</a:t>
            </a:r>
          </a:p>
        </p:txBody>
      </p:sp>
      <p:sp>
        <p:nvSpPr>
          <p:cNvPr id="80" name="Rectangle 79">
            <a:extLst>
              <a:ext uri="{C183D7F6-B498-43B3-948B-1728B52AA6E4}">
                <adec:decorative xmlns:adec="http://schemas.microsoft.com/office/drawing/2017/decorative" val="1"/>
              </a:ext>
            </a:extLst>
          </p:cNvPr>
          <p:cNvSpPr/>
          <p:nvPr/>
        </p:nvSpPr>
        <p:spPr>
          <a:xfrm>
            <a:off x="6951000" y="5028617"/>
            <a:ext cx="847000" cy="220000"/>
          </a:xfrm>
          <a:prstGeom prst="rect">
            <a:avLst/>
          </a:prstGeom>
          <a:solidFill>
            <a:srgbClr val="702573"/>
          </a:solidFill>
          <a:ln w="1270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1" name="TextBox 80"/>
          <p:cNvSpPr txBox="1"/>
          <p:nvPr/>
        </p:nvSpPr>
        <p:spPr>
          <a:xfrm>
            <a:off x="6951000" y="5028617"/>
            <a:ext cx="847000" cy="220000"/>
          </a:xfrm>
          <a:prstGeom prst="rect">
            <a:avLst/>
          </a:prstGeom>
          <a:noFill/>
        </p:spPr>
        <p:txBody>
          <a:bodyPr wrap="square" lIns="0" tIns="0" rIns="0" bIns="0" anchor="ctr"/>
          <a:lstStyle/>
          <a:p>
            <a:pPr algn="ctr">
              <a:defRPr sz="800" b="1" i="0">
                <a:solidFill>
                  <a:srgbClr val="FFFFFF"/>
                </a:solidFill>
                <a:latin typeface="Segoe UI"/>
              </a:defRPr>
            </a:pPr>
            <a:r>
              <a:rPr lang="en-US" noProof="0" dirty="0"/>
              <a:t>Credit Card#</a:t>
            </a:r>
          </a:p>
        </p:txBody>
      </p:sp>
      <p:sp>
        <p:nvSpPr>
          <p:cNvPr id="82" name="Rectangle 81">
            <a:extLst>
              <a:ext uri="{C183D7F6-B498-43B3-948B-1728B52AA6E4}">
                <adec:decorative xmlns:adec="http://schemas.microsoft.com/office/drawing/2017/decorative" val="1"/>
              </a:ext>
            </a:extLst>
          </p:cNvPr>
          <p:cNvSpPr/>
          <p:nvPr/>
        </p:nvSpPr>
        <p:spPr>
          <a:xfrm>
            <a:off x="6951000" y="5252617"/>
            <a:ext cx="847000" cy="220000"/>
          </a:xfrm>
          <a:prstGeom prst="rect">
            <a:avLst/>
          </a:prstGeom>
          <a:solidFill>
            <a:srgbClr val="F3E5F5"/>
          </a:solidFill>
          <a:ln w="12700">
            <a:solidFill>
              <a:srgbClr val="FFFF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3" name="TextBox 82"/>
          <p:cNvSpPr txBox="1"/>
          <p:nvPr/>
        </p:nvSpPr>
        <p:spPr>
          <a:xfrm>
            <a:off x="6951000" y="5252617"/>
            <a:ext cx="847000" cy="220000"/>
          </a:xfrm>
          <a:prstGeom prst="rect">
            <a:avLst/>
          </a:prstGeom>
          <a:noFill/>
        </p:spPr>
        <p:txBody>
          <a:bodyPr wrap="square" lIns="0" tIns="0" rIns="0" bIns="0" anchor="ctr"/>
          <a:lstStyle/>
          <a:p>
            <a:pPr algn="ctr">
              <a:defRPr sz="800" b="0" i="0">
                <a:solidFill>
                  <a:srgbClr val="702573"/>
                </a:solidFill>
                <a:latin typeface="Consolas"/>
              </a:defRPr>
            </a:pPr>
            <a:r>
              <a:rPr lang="en-US" noProof="0" dirty="0"/>
              <a:t>0xA36AB1E…</a:t>
            </a:r>
          </a:p>
        </p:txBody>
      </p:sp>
      <p:sp>
        <p:nvSpPr>
          <p:cNvPr id="84" name="Rounded Rectangle 83">
            <a:extLst>
              <a:ext uri="{C183D7F6-B498-43B3-948B-1728B52AA6E4}">
                <adec:decorative xmlns:adec="http://schemas.microsoft.com/office/drawing/2017/decorative" val="1"/>
              </a:ext>
            </a:extLst>
          </p:cNvPr>
          <p:cNvSpPr/>
          <p:nvPr/>
        </p:nvSpPr>
        <p:spPr>
          <a:xfrm>
            <a:off x="8106000" y="5013617"/>
            <a:ext cx="1300000" cy="460000"/>
          </a:xfrm>
          <a:prstGeom prst="roundRect">
            <a:avLst>
              <a:gd name="adj" fmla="val 12000"/>
            </a:avLst>
          </a:prstGeom>
          <a:solidFill>
            <a:srgbClr val="FCE4FC"/>
          </a:solidFill>
          <a:ln w="19050">
            <a:solidFill>
              <a:srgbClr val="8F2C93"/>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5" name="TextBox 84"/>
          <p:cNvSpPr txBox="1"/>
          <p:nvPr/>
        </p:nvSpPr>
        <p:spPr>
          <a:xfrm>
            <a:off x="8106000" y="5013617"/>
            <a:ext cx="1300000" cy="270000"/>
          </a:xfrm>
          <a:prstGeom prst="rect">
            <a:avLst/>
          </a:prstGeom>
          <a:noFill/>
        </p:spPr>
        <p:txBody>
          <a:bodyPr wrap="square" lIns="0" tIns="0" rIns="0" bIns="0" anchor="ctr"/>
          <a:lstStyle/>
          <a:p>
            <a:pPr algn="ctr">
              <a:defRPr sz="900" b="1" i="0">
                <a:solidFill>
                  <a:srgbClr val="C73ECC"/>
                </a:solidFill>
                <a:latin typeface="Segoe UI"/>
              </a:defRPr>
            </a:pPr>
            <a:r>
              <a:rPr lang="en-US" noProof="0" dirty="0">
                <a:solidFill>
                  <a:schemeClr val="accent2">
                    <a:lumMod val="75000"/>
                  </a:schemeClr>
                </a:solidFill>
              </a:rPr>
              <a:t>Client App</a:t>
            </a:r>
          </a:p>
        </p:txBody>
      </p:sp>
      <p:sp>
        <p:nvSpPr>
          <p:cNvPr id="86" name="TextBox 85"/>
          <p:cNvSpPr txBox="1"/>
          <p:nvPr/>
        </p:nvSpPr>
        <p:spPr>
          <a:xfrm>
            <a:off x="8106000" y="5233617"/>
            <a:ext cx="1300000" cy="200000"/>
          </a:xfrm>
          <a:prstGeom prst="rect">
            <a:avLst/>
          </a:prstGeom>
          <a:noFill/>
        </p:spPr>
        <p:txBody>
          <a:bodyPr wrap="square" lIns="0" tIns="0" rIns="0" bIns="0" anchor="ctr"/>
          <a:lstStyle/>
          <a:p>
            <a:pPr algn="ctr">
              <a:defRPr sz="700" b="0" i="0">
                <a:solidFill>
                  <a:srgbClr val="C73ECC"/>
                </a:solidFill>
                <a:latin typeface="Segoe UI"/>
              </a:defRPr>
            </a:pPr>
            <a:r>
              <a:rPr lang="en-US" noProof="0" dirty="0">
                <a:solidFill>
                  <a:schemeClr val="accent2">
                    <a:lumMod val="75000"/>
                  </a:schemeClr>
                </a:solidFill>
              </a:rPr>
              <a:t>holds CMK</a:t>
            </a:r>
          </a:p>
        </p:txBody>
      </p:sp>
      <p:sp>
        <p:nvSpPr>
          <p:cNvPr id="87" name="Right Arrow 86">
            <a:extLst>
              <a:ext uri="{C183D7F6-B498-43B3-948B-1728B52AA6E4}">
                <adec:decorative xmlns:adec="http://schemas.microsoft.com/office/drawing/2017/decorative" val="1"/>
              </a:ext>
            </a:extLst>
          </p:cNvPr>
          <p:cNvSpPr/>
          <p:nvPr/>
        </p:nvSpPr>
        <p:spPr>
          <a:xfrm>
            <a:off x="9494044" y="5168617"/>
            <a:ext cx="614362" cy="180000"/>
          </a:xfrm>
          <a:prstGeom prst="rightArrow">
            <a:avLst/>
          </a:prstGeom>
          <a:solidFill>
            <a:srgbClr val="8F2C93"/>
          </a:solidFill>
          <a:ln>
            <a:solidFill>
              <a:srgbClr val="8F2C93"/>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8" name="TextBox 87"/>
          <p:cNvSpPr txBox="1"/>
          <p:nvPr/>
        </p:nvSpPr>
        <p:spPr>
          <a:xfrm>
            <a:off x="9472613" y="5370032"/>
            <a:ext cx="621506" cy="109222"/>
          </a:xfrm>
          <a:prstGeom prst="rect">
            <a:avLst/>
          </a:prstGeom>
          <a:noFill/>
          <a:ln>
            <a:solidFill>
              <a:srgbClr val="8F2C93"/>
            </a:solidFill>
          </a:ln>
        </p:spPr>
        <p:txBody>
          <a:bodyPr wrap="square" lIns="0" tIns="0" rIns="0" bIns="0" anchor="ctr"/>
          <a:lstStyle/>
          <a:p>
            <a:pPr algn="ctr">
              <a:defRPr sz="700" b="0" i="0">
                <a:solidFill>
                  <a:srgbClr val="C73ECC"/>
                </a:solidFill>
                <a:latin typeface="Consolas"/>
              </a:defRPr>
            </a:pPr>
            <a:r>
              <a:rPr lang="en-US" noProof="0" dirty="0">
                <a:solidFill>
                  <a:schemeClr val="accent2">
                    <a:lumMod val="75000"/>
                  </a:schemeClr>
                </a:solidFill>
              </a:rPr>
              <a:t>0xF3A09BF…</a:t>
            </a:r>
          </a:p>
        </p:txBody>
      </p:sp>
      <p:sp>
        <p:nvSpPr>
          <p:cNvPr id="89" name="Rounded Rectangle 88">
            <a:extLst>
              <a:ext uri="{C183D7F6-B498-43B3-948B-1728B52AA6E4}">
                <adec:decorative xmlns:adec="http://schemas.microsoft.com/office/drawing/2017/decorative" val="1"/>
              </a:ext>
            </a:extLst>
          </p:cNvPr>
          <p:cNvSpPr/>
          <p:nvPr/>
        </p:nvSpPr>
        <p:spPr>
          <a:xfrm>
            <a:off x="10175975" y="5023617"/>
            <a:ext cx="1300000" cy="460000"/>
          </a:xfrm>
          <a:prstGeom prst="roundRect">
            <a:avLst>
              <a:gd name="adj" fmla="val 12000"/>
            </a:avLst>
          </a:prstGeom>
          <a:solidFill>
            <a:srgbClr val="F5F5F5"/>
          </a:solidFill>
          <a:ln w="19050">
            <a:solidFill>
              <a:srgbClr val="8F2C93"/>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0" name="TextBox 89"/>
          <p:cNvSpPr txBox="1"/>
          <p:nvPr/>
        </p:nvSpPr>
        <p:spPr>
          <a:xfrm>
            <a:off x="10175975" y="5023617"/>
            <a:ext cx="1300000" cy="270000"/>
          </a:xfrm>
          <a:prstGeom prst="rect">
            <a:avLst/>
          </a:prstGeom>
          <a:noFill/>
        </p:spPr>
        <p:txBody>
          <a:bodyPr wrap="square" lIns="0" tIns="0" rIns="0" bIns="0" anchor="ctr"/>
          <a:lstStyle/>
          <a:p>
            <a:pPr algn="ctr">
              <a:defRPr sz="900" b="1" i="0">
                <a:solidFill>
                  <a:srgbClr val="888888"/>
                </a:solidFill>
                <a:latin typeface="Segoe UI"/>
              </a:defRPr>
            </a:pPr>
            <a:r>
              <a:rPr lang="en-US" noProof="0" dirty="0">
                <a:solidFill>
                  <a:schemeClr val="tx1">
                    <a:lumMod val="65000"/>
                    <a:lumOff val="35000"/>
                  </a:schemeClr>
                </a:solidFill>
              </a:rPr>
              <a:t>SQL Database</a:t>
            </a:r>
          </a:p>
        </p:txBody>
      </p:sp>
      <p:sp>
        <p:nvSpPr>
          <p:cNvPr id="91" name="TextBox 90"/>
          <p:cNvSpPr txBox="1"/>
          <p:nvPr/>
        </p:nvSpPr>
        <p:spPr>
          <a:xfrm>
            <a:off x="10186000" y="5243617"/>
            <a:ext cx="1300000" cy="200000"/>
          </a:xfrm>
          <a:prstGeom prst="rect">
            <a:avLst/>
          </a:prstGeom>
          <a:noFill/>
        </p:spPr>
        <p:txBody>
          <a:bodyPr wrap="square" lIns="0" tIns="0" rIns="0" bIns="0" anchor="ctr"/>
          <a:lstStyle/>
          <a:p>
            <a:pPr algn="ctr">
              <a:defRPr sz="700" b="0" i="0">
                <a:solidFill>
                  <a:srgbClr val="BBBBBB"/>
                </a:solidFill>
                <a:latin typeface="Segoe UI"/>
              </a:defRPr>
            </a:pPr>
            <a:r>
              <a:rPr lang="en-US" noProof="0" dirty="0">
                <a:solidFill>
                  <a:schemeClr val="tx1">
                    <a:lumMod val="65000"/>
                    <a:lumOff val="35000"/>
                  </a:schemeClr>
                </a:solidFill>
              </a:rPr>
              <a:t>ciphertext only</a:t>
            </a:r>
          </a:p>
        </p:txBody>
      </p:sp>
      <p:sp>
        <p:nvSpPr>
          <p:cNvPr id="92" name="Rectangle 91">
            <a:extLst>
              <a:ext uri="{C183D7F6-B498-43B3-948B-1728B52AA6E4}">
                <adec:decorative xmlns:adec="http://schemas.microsoft.com/office/drawing/2017/decorative" val="1"/>
              </a:ext>
            </a:extLst>
          </p:cNvPr>
          <p:cNvSpPr/>
          <p:nvPr/>
        </p:nvSpPr>
        <p:spPr>
          <a:xfrm>
            <a:off x="846000" y="5738617"/>
            <a:ext cx="10500000" cy="14000"/>
          </a:xfrm>
          <a:prstGeom prst="rect">
            <a:avLst/>
          </a:prstGeom>
          <a:solidFill>
            <a:srgbClr val="E0E0E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4" name="TextBox 93"/>
          <p:cNvSpPr txBox="1"/>
          <p:nvPr/>
        </p:nvSpPr>
        <p:spPr>
          <a:xfrm>
            <a:off x="4596000" y="5558617"/>
            <a:ext cx="3000000" cy="140000"/>
          </a:xfrm>
          <a:prstGeom prst="rect">
            <a:avLst/>
          </a:prstGeom>
          <a:noFill/>
        </p:spPr>
        <p:txBody>
          <a:bodyPr wrap="square" lIns="0" tIns="0" rIns="0" bIns="0" anchor="ctr"/>
          <a:lstStyle/>
          <a:p>
            <a:pPr algn="ctr">
              <a:defRPr sz="800" b="0" i="1">
                <a:solidFill>
                  <a:srgbClr val="BBBBBB"/>
                </a:solidFill>
                <a:latin typeface="Segoe UI"/>
              </a:defRPr>
            </a:pPr>
            <a:r>
              <a:rPr lang="en-US" noProof="0" dirty="0">
                <a:solidFill>
                  <a:schemeClr val="tx1">
                    <a:lumMod val="65000"/>
                    <a:lumOff val="35000"/>
                  </a:schemeClr>
                </a:solidFill>
              </a:rPr>
              <a:t>increasing protection scope</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Dynamic Data Masking</a:t>
            </a:r>
          </a:p>
        </p:txBody>
      </p:sp>
      <p:sp>
        <p:nvSpPr>
          <p:cNvPr id="3" name="TextBox 2"/>
          <p:cNvSpPr txBox="1"/>
          <p:nvPr/>
        </p:nvSpPr>
        <p:spPr>
          <a:xfrm>
            <a:off x="588262" y="1305764"/>
            <a:ext cx="8193024" cy="150000"/>
          </a:xfrm>
          <a:prstGeom prst="rect">
            <a:avLst/>
          </a:prstGeom>
          <a:noFill/>
        </p:spPr>
        <p:txBody>
          <a:bodyPr wrap="square" lIns="0" tIns="0" rIns="0" bIns="0" anchor="ctr"/>
          <a:lstStyle/>
          <a:p>
            <a:pPr algn="l">
              <a:defRPr sz="1000" b="0" i="0">
                <a:solidFill>
                  <a:srgbClr val="888888"/>
                </a:solidFill>
                <a:latin typeface="Segoe UI"/>
              </a:defRPr>
            </a:pPr>
            <a:r>
              <a:rPr lang="en-US" noProof="0" dirty="0">
                <a:solidFill>
                  <a:schemeClr val="tx1">
                    <a:lumMod val="65000"/>
                    <a:lumOff val="35000"/>
                  </a:schemeClr>
                </a:solidFill>
              </a:rPr>
              <a:t>Real data stays intact - unauthorized users see obfuscated values</a:t>
            </a:r>
          </a:p>
        </p:txBody>
      </p:sp>
      <p:sp>
        <p:nvSpPr>
          <p:cNvPr id="4" name="TextBox 3"/>
          <p:cNvSpPr txBox="1"/>
          <p:nvPr/>
        </p:nvSpPr>
        <p:spPr>
          <a:xfrm>
            <a:off x="1552588" y="1495909"/>
            <a:ext cx="2200000" cy="150000"/>
          </a:xfrm>
          <a:prstGeom prst="rect">
            <a:avLst/>
          </a:prstGeom>
          <a:noFill/>
        </p:spPr>
        <p:txBody>
          <a:bodyPr wrap="square" lIns="0" tIns="0" rIns="0" bIns="0" anchor="ctr"/>
          <a:lstStyle/>
          <a:p>
            <a:pPr algn="ctr">
              <a:defRPr sz="800" b="1" i="0">
                <a:solidFill>
                  <a:srgbClr val="888888"/>
                </a:solidFill>
                <a:latin typeface="Segoe UI"/>
              </a:defRPr>
            </a:pPr>
            <a:r>
              <a:rPr lang="en-US" noProof="0" dirty="0">
                <a:solidFill>
                  <a:schemeClr val="tx1">
                    <a:lumMod val="65000"/>
                    <a:lumOff val="35000"/>
                  </a:schemeClr>
                </a:solidFill>
              </a:rPr>
              <a:t>ACTUAL DATA</a:t>
            </a:r>
          </a:p>
        </p:txBody>
      </p:sp>
      <p:sp>
        <p:nvSpPr>
          <p:cNvPr id="5" name="TextBox 4"/>
          <p:cNvSpPr txBox="1"/>
          <p:nvPr/>
        </p:nvSpPr>
        <p:spPr>
          <a:xfrm>
            <a:off x="4965129" y="1502916"/>
            <a:ext cx="2400000" cy="150000"/>
          </a:xfrm>
          <a:prstGeom prst="rect">
            <a:avLst/>
          </a:prstGeom>
          <a:noFill/>
        </p:spPr>
        <p:txBody>
          <a:bodyPr wrap="square" lIns="0" tIns="0" rIns="0" bIns="0" anchor="ctr"/>
          <a:lstStyle/>
          <a:p>
            <a:pPr algn="ctr">
              <a:defRPr sz="800" b="1" i="0">
                <a:solidFill>
                  <a:srgbClr val="888888"/>
                </a:solidFill>
                <a:latin typeface="Segoe UI"/>
              </a:defRPr>
            </a:pPr>
            <a:r>
              <a:rPr lang="en-US" noProof="0" dirty="0">
                <a:solidFill>
                  <a:schemeClr val="tx1">
                    <a:lumMod val="65000"/>
                    <a:lumOff val="35000"/>
                  </a:schemeClr>
                </a:solidFill>
              </a:rPr>
              <a:t>MASKING FUNCTION</a:t>
            </a:r>
          </a:p>
        </p:txBody>
      </p:sp>
      <p:sp>
        <p:nvSpPr>
          <p:cNvPr id="6" name="TextBox 5"/>
          <p:cNvSpPr txBox="1"/>
          <p:nvPr/>
        </p:nvSpPr>
        <p:spPr>
          <a:xfrm>
            <a:off x="8339849" y="1499916"/>
            <a:ext cx="3172638" cy="150000"/>
          </a:xfrm>
          <a:prstGeom prst="rect">
            <a:avLst/>
          </a:prstGeom>
          <a:noFill/>
        </p:spPr>
        <p:txBody>
          <a:bodyPr wrap="square" lIns="0" tIns="0" rIns="0" bIns="0" anchor="ctr"/>
          <a:lstStyle/>
          <a:p>
            <a:pPr algn="ctr">
              <a:defRPr sz="800" b="1" i="0">
                <a:solidFill>
                  <a:srgbClr val="888888"/>
                </a:solidFill>
                <a:latin typeface="Segoe UI"/>
              </a:defRPr>
            </a:pPr>
            <a:r>
              <a:rPr lang="en-US" noProof="0" dirty="0">
                <a:solidFill>
                  <a:schemeClr val="tx1">
                    <a:lumMod val="65000"/>
                    <a:lumOff val="35000"/>
                  </a:schemeClr>
                </a:solidFill>
              </a:rPr>
              <a:t>USER SEES</a:t>
            </a:r>
          </a:p>
        </p:txBody>
      </p:sp>
      <p:sp>
        <p:nvSpPr>
          <p:cNvPr id="7" name="Rounded Rectangle 6">
            <a:extLst>
              <a:ext uri="{C183D7F6-B498-43B3-948B-1728B52AA6E4}">
                <adec:decorative xmlns:adec="http://schemas.microsoft.com/office/drawing/2017/decorative" val="1"/>
              </a:ext>
            </a:extLst>
          </p:cNvPr>
          <p:cNvSpPr/>
          <p:nvPr/>
        </p:nvSpPr>
        <p:spPr>
          <a:xfrm>
            <a:off x="588260" y="1692916"/>
            <a:ext cx="11153739" cy="840000"/>
          </a:xfrm>
          <a:prstGeom prst="roundRect">
            <a:avLst>
              <a:gd name="adj" fmla="val 8000"/>
            </a:avLst>
          </a:prstGeom>
          <a:solidFill>
            <a:srgbClr val="FFFFFF"/>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 name="Oval 7">
            <a:extLst>
              <a:ext uri="{C183D7F6-B498-43B3-948B-1728B52AA6E4}">
                <adec:decorative xmlns:adec="http://schemas.microsoft.com/office/drawing/2017/decorative" val="1"/>
              </a:ext>
            </a:extLst>
          </p:cNvPr>
          <p:cNvSpPr/>
          <p:nvPr/>
        </p:nvSpPr>
        <p:spPr>
          <a:xfrm>
            <a:off x="734340" y="1785772"/>
            <a:ext cx="520000" cy="52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1" name="Shield_EA18" title="Icon of a shield">
            <a:extLst>
              <a:ext uri="{FF2B5EF4-FFF2-40B4-BE49-F238E27FC236}">
                <a16:creationId xmlns:a16="http://schemas.microsoft.com/office/drawing/2014/main" id="{9FFCFEAB-269C-49F9-B8E0-89FEFBC6C4C6}"/>
              </a:ext>
            </a:extLst>
          </p:cNvPr>
          <p:cNvSpPr>
            <a:spLocks noChangeAspect="1"/>
          </p:cNvSpPr>
          <p:nvPr/>
        </p:nvSpPr>
        <p:spPr bwMode="auto">
          <a:xfrm>
            <a:off x="864340" y="1915772"/>
            <a:ext cx="260000" cy="260000"/>
          </a:xfrm>
          <a:custGeom>
            <a:avLst/>
            <a:gdLst>
              <a:gd name="T0" fmla="*/ 3500 w 3500"/>
              <a:gd name="T1" fmla="*/ 1375 h 3725"/>
              <a:gd name="T2" fmla="*/ 1750 w 3500"/>
              <a:gd name="T3" fmla="*/ 3725 h 3725"/>
              <a:gd name="T4" fmla="*/ 0 w 3500"/>
              <a:gd name="T5" fmla="*/ 1375 h 3725"/>
              <a:gd name="T6" fmla="*/ 0 w 3500"/>
              <a:gd name="T7" fmla="*/ 500 h 3725"/>
              <a:gd name="T8" fmla="*/ 1125 w 3500"/>
              <a:gd name="T9" fmla="*/ 187 h 3725"/>
              <a:gd name="T10" fmla="*/ 1750 w 3500"/>
              <a:gd name="T11" fmla="*/ 0 h 3725"/>
              <a:gd name="T12" fmla="*/ 2375 w 3500"/>
              <a:gd name="T13" fmla="*/ 187 h 3725"/>
              <a:gd name="T14" fmla="*/ 3500 w 3500"/>
              <a:gd name="T15" fmla="*/ 500 h 3725"/>
              <a:gd name="T16" fmla="*/ 3500 w 3500"/>
              <a:gd name="T17" fmla="*/ 1375 h 3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0" h="3725">
                <a:moveTo>
                  <a:pt x="3500" y="1375"/>
                </a:moveTo>
                <a:cubicBezTo>
                  <a:pt x="3500" y="2302"/>
                  <a:pt x="2831" y="3117"/>
                  <a:pt x="1750" y="3725"/>
                </a:cubicBezTo>
                <a:cubicBezTo>
                  <a:pt x="669" y="3117"/>
                  <a:pt x="0" y="2302"/>
                  <a:pt x="0" y="1375"/>
                </a:cubicBezTo>
                <a:cubicBezTo>
                  <a:pt x="0" y="500"/>
                  <a:pt x="0" y="500"/>
                  <a:pt x="0" y="500"/>
                </a:cubicBezTo>
                <a:cubicBezTo>
                  <a:pt x="440" y="500"/>
                  <a:pt x="837" y="380"/>
                  <a:pt x="1125" y="187"/>
                </a:cubicBezTo>
                <a:cubicBezTo>
                  <a:pt x="1285" y="71"/>
                  <a:pt x="1506" y="0"/>
                  <a:pt x="1750" y="0"/>
                </a:cubicBezTo>
                <a:cubicBezTo>
                  <a:pt x="1994" y="0"/>
                  <a:pt x="2215" y="71"/>
                  <a:pt x="2375" y="187"/>
                </a:cubicBezTo>
                <a:cubicBezTo>
                  <a:pt x="2663" y="380"/>
                  <a:pt x="3060" y="500"/>
                  <a:pt x="3500" y="500"/>
                </a:cubicBezTo>
                <a:lnTo>
                  <a:pt x="3500" y="1375"/>
                </a:lnTo>
                <a:close/>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gradFill>
                <a:gsLst>
                  <a:gs pos="0">
                    <a:srgbClr val="505050"/>
                  </a:gs>
                  <a:gs pos="100000">
                    <a:srgbClr val="505050"/>
                  </a:gs>
                </a:gsLst>
              </a:gradFill>
            </a:endParaRPr>
          </a:p>
        </p:txBody>
      </p:sp>
      <p:sp>
        <p:nvSpPr>
          <p:cNvPr id="9" name="TextBox 8"/>
          <p:cNvSpPr txBox="1"/>
          <p:nvPr/>
        </p:nvSpPr>
        <p:spPr>
          <a:xfrm>
            <a:off x="734340" y="2311772"/>
            <a:ext cx="520000" cy="130000"/>
          </a:xfrm>
          <a:prstGeom prst="rect">
            <a:avLst/>
          </a:prstGeom>
          <a:noFill/>
        </p:spPr>
        <p:txBody>
          <a:bodyPr wrap="square" lIns="0" tIns="0" rIns="0" bIns="0" anchor="ctr"/>
          <a:lstStyle/>
          <a:p>
            <a:pPr algn="ctr">
              <a:defRPr sz="800" b="1" i="0">
                <a:solidFill>
                  <a:srgbClr val="0078D4"/>
                </a:solidFill>
                <a:latin typeface="Segoe UI"/>
              </a:defRPr>
            </a:pPr>
            <a:r>
              <a:rPr lang="en-US" noProof="0" dirty="0"/>
              <a:t>SSN</a:t>
            </a:r>
          </a:p>
        </p:txBody>
      </p:sp>
      <p:sp>
        <p:nvSpPr>
          <p:cNvPr id="10" name="Rounded Rectangle 9">
            <a:extLst>
              <a:ext uri="{C183D7F6-B498-43B3-948B-1728B52AA6E4}">
                <adec:decorative xmlns:adec="http://schemas.microsoft.com/office/drawing/2017/decorative" val="1"/>
              </a:ext>
            </a:extLst>
          </p:cNvPr>
          <p:cNvSpPr/>
          <p:nvPr/>
        </p:nvSpPr>
        <p:spPr>
          <a:xfrm>
            <a:off x="1398126" y="1985416"/>
            <a:ext cx="2582268" cy="255000"/>
          </a:xfrm>
          <a:prstGeom prst="roundRect">
            <a:avLst>
              <a:gd name="adj" fmla="val 8000"/>
            </a:avLst>
          </a:prstGeom>
          <a:solidFill>
            <a:srgbClr val="E8F2F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1" name="TextBox 10"/>
          <p:cNvSpPr txBox="1"/>
          <p:nvPr/>
        </p:nvSpPr>
        <p:spPr>
          <a:xfrm>
            <a:off x="1398127" y="1985416"/>
            <a:ext cx="2508923" cy="255000"/>
          </a:xfrm>
          <a:prstGeom prst="rect">
            <a:avLst/>
          </a:prstGeom>
          <a:noFill/>
        </p:spPr>
        <p:txBody>
          <a:bodyPr wrap="square" lIns="0" tIns="0" rIns="0" bIns="0" anchor="ctr"/>
          <a:lstStyle/>
          <a:p>
            <a:pPr algn="ctr">
              <a:defRPr sz="1000" b="1" i="0">
                <a:solidFill>
                  <a:srgbClr val="0078D4"/>
                </a:solidFill>
                <a:latin typeface="Consolas"/>
              </a:defRPr>
            </a:pPr>
            <a:r>
              <a:rPr lang="en-US" noProof="0" dirty="0">
                <a:solidFill>
                  <a:srgbClr val="0070C0"/>
                </a:solidFill>
              </a:rPr>
              <a:t>478-23-9012</a:t>
            </a:r>
          </a:p>
        </p:txBody>
      </p:sp>
      <p:sp>
        <p:nvSpPr>
          <p:cNvPr id="12" name="Right Arrow 11">
            <a:extLst>
              <a:ext uri="{C183D7F6-B498-43B3-948B-1728B52AA6E4}">
                <adec:decorative xmlns:adec="http://schemas.microsoft.com/office/drawing/2017/decorative" val="1"/>
              </a:ext>
            </a:extLst>
          </p:cNvPr>
          <p:cNvSpPr/>
          <p:nvPr/>
        </p:nvSpPr>
        <p:spPr>
          <a:xfrm>
            <a:off x="4124180" y="2052916"/>
            <a:ext cx="210000" cy="120000"/>
          </a:xfrm>
          <a:prstGeom prst="rightArrow">
            <a:avLst/>
          </a:prstGeom>
          <a:solidFill>
            <a:srgbClr val="8ABEE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3" name="Rounded Rectangle 12">
            <a:extLst>
              <a:ext uri="{C183D7F6-B498-43B3-948B-1728B52AA6E4}">
                <adec:decorative xmlns:adec="http://schemas.microsoft.com/office/drawing/2017/decorative" val="1"/>
              </a:ext>
            </a:extLst>
          </p:cNvPr>
          <p:cNvSpPr/>
          <p:nvPr/>
        </p:nvSpPr>
        <p:spPr>
          <a:xfrm>
            <a:off x="4477966" y="1945416"/>
            <a:ext cx="3344089" cy="335000"/>
          </a:xfrm>
          <a:prstGeom prst="roundRect">
            <a:avLst>
              <a:gd name="adj" fmla="val 8000"/>
            </a:avLst>
          </a:prstGeom>
          <a:solidFill>
            <a:srgbClr val="EEF5FC"/>
          </a:solidFill>
          <a:ln w="15875">
            <a:solidFill>
              <a:schemeClr val="tx2">
                <a:lumMod val="50000"/>
                <a:lumOff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4" name="TextBox 13"/>
          <p:cNvSpPr txBox="1"/>
          <p:nvPr/>
        </p:nvSpPr>
        <p:spPr>
          <a:xfrm>
            <a:off x="4477967" y="1945416"/>
            <a:ext cx="3344089" cy="194300"/>
          </a:xfrm>
          <a:prstGeom prst="rect">
            <a:avLst/>
          </a:prstGeom>
          <a:noFill/>
        </p:spPr>
        <p:txBody>
          <a:bodyPr wrap="square" lIns="0" tIns="0" rIns="0" bIns="0" anchor="ctr"/>
          <a:lstStyle/>
          <a:p>
            <a:pPr algn="ctr">
              <a:defRPr sz="1000" b="1" i="0">
                <a:solidFill>
                  <a:srgbClr val="0078D4"/>
                </a:solidFill>
                <a:latin typeface="Consolas"/>
              </a:defRPr>
            </a:pPr>
            <a:r>
              <a:rPr lang="en-US" noProof="0" dirty="0">
                <a:solidFill>
                  <a:srgbClr val="0070C0"/>
                </a:solidFill>
              </a:rPr>
              <a:t>default()</a:t>
            </a:r>
          </a:p>
        </p:txBody>
      </p:sp>
      <p:sp>
        <p:nvSpPr>
          <p:cNvPr id="15" name="TextBox 14"/>
          <p:cNvSpPr txBox="1"/>
          <p:nvPr/>
        </p:nvSpPr>
        <p:spPr>
          <a:xfrm>
            <a:off x="4477967" y="2112916"/>
            <a:ext cx="3344089" cy="150750"/>
          </a:xfrm>
          <a:prstGeom prst="rect">
            <a:avLst/>
          </a:prstGeom>
          <a:noFill/>
        </p:spPr>
        <p:txBody>
          <a:bodyPr wrap="square" lIns="0" tIns="0" rIns="0" bIns="0" anchor="ctr"/>
          <a:lstStyle/>
          <a:p>
            <a:pPr algn="ctr">
              <a:defRPr sz="600" b="0" i="0">
                <a:solidFill>
                  <a:srgbClr val="888888"/>
                </a:solidFill>
                <a:latin typeface="Segoe UI"/>
              </a:defRPr>
            </a:pPr>
            <a:r>
              <a:rPr lang="en-US" noProof="0" dirty="0">
                <a:solidFill>
                  <a:schemeClr val="tx1">
                    <a:lumMod val="65000"/>
                    <a:lumOff val="35000"/>
                  </a:schemeClr>
                </a:solidFill>
              </a:rPr>
              <a:t>Complete obfuscation - strings, numbers, dates</a:t>
            </a:r>
          </a:p>
        </p:txBody>
      </p:sp>
      <p:sp>
        <p:nvSpPr>
          <p:cNvPr id="16" name="Right Arrow 15">
            <a:extLst>
              <a:ext uri="{C183D7F6-B498-43B3-948B-1728B52AA6E4}">
                <adec:decorative xmlns:adec="http://schemas.microsoft.com/office/drawing/2017/decorative" val="1"/>
              </a:ext>
            </a:extLst>
          </p:cNvPr>
          <p:cNvSpPr/>
          <p:nvPr/>
        </p:nvSpPr>
        <p:spPr>
          <a:xfrm>
            <a:off x="7933091" y="2032916"/>
            <a:ext cx="210000" cy="120000"/>
          </a:xfrm>
          <a:prstGeom prst="rightArrow">
            <a:avLst/>
          </a:prstGeom>
          <a:solidFill>
            <a:srgbClr val="8ABEE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7" name="Rounded Rectangle 16">
            <a:extLst>
              <a:ext uri="{C183D7F6-B498-43B3-948B-1728B52AA6E4}">
                <adec:decorative xmlns:adec="http://schemas.microsoft.com/office/drawing/2017/decorative" val="1"/>
              </a:ext>
            </a:extLst>
          </p:cNvPr>
          <p:cNvSpPr/>
          <p:nvPr/>
        </p:nvSpPr>
        <p:spPr>
          <a:xfrm>
            <a:off x="8254124" y="1985416"/>
            <a:ext cx="3344089" cy="255000"/>
          </a:xfrm>
          <a:prstGeom prst="roundRect">
            <a:avLst>
              <a:gd name="adj" fmla="val 8000"/>
            </a:avLst>
          </a:prstGeom>
          <a:solidFill>
            <a:srgbClr val="EEF5FC"/>
          </a:solidFill>
          <a:ln w="12700">
            <a:solidFill>
              <a:srgbClr val="0078D4"/>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8" name="TextBox 17"/>
          <p:cNvSpPr txBox="1"/>
          <p:nvPr/>
        </p:nvSpPr>
        <p:spPr>
          <a:xfrm>
            <a:off x="8254124" y="1985416"/>
            <a:ext cx="3344089" cy="255000"/>
          </a:xfrm>
          <a:prstGeom prst="rect">
            <a:avLst/>
          </a:prstGeom>
          <a:noFill/>
        </p:spPr>
        <p:txBody>
          <a:bodyPr wrap="square" lIns="0" tIns="0" rIns="0" bIns="0" anchor="ctr"/>
          <a:lstStyle/>
          <a:p>
            <a:pPr algn="ctr">
              <a:defRPr sz="1000" b="1" i="0">
                <a:solidFill>
                  <a:srgbClr val="0078D4"/>
                </a:solidFill>
                <a:latin typeface="Consolas"/>
              </a:defRPr>
            </a:pPr>
            <a:r>
              <a:rPr lang="en-US" noProof="0" dirty="0">
                <a:solidFill>
                  <a:srgbClr val="0070C0"/>
                </a:solidFill>
              </a:rPr>
              <a:t>XXXX</a:t>
            </a:r>
          </a:p>
        </p:txBody>
      </p:sp>
      <p:sp>
        <p:nvSpPr>
          <p:cNvPr id="19" name="Rounded Rectangle 18">
            <a:extLst>
              <a:ext uri="{C183D7F6-B498-43B3-948B-1728B52AA6E4}">
                <adec:decorative xmlns:adec="http://schemas.microsoft.com/office/drawing/2017/decorative" val="1"/>
              </a:ext>
            </a:extLst>
          </p:cNvPr>
          <p:cNvSpPr/>
          <p:nvPr/>
        </p:nvSpPr>
        <p:spPr>
          <a:xfrm>
            <a:off x="588260" y="2594916"/>
            <a:ext cx="11153739" cy="840000"/>
          </a:xfrm>
          <a:prstGeom prst="roundRect">
            <a:avLst>
              <a:gd name="adj" fmla="val 8000"/>
            </a:avLst>
          </a:prstGeom>
          <a:solidFill>
            <a:srgbClr val="FFFFFF"/>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Oval 19">
            <a:extLst>
              <a:ext uri="{C183D7F6-B498-43B3-948B-1728B52AA6E4}">
                <adec:decorative xmlns:adec="http://schemas.microsoft.com/office/drawing/2017/decorative" val="1"/>
              </a:ext>
            </a:extLst>
          </p:cNvPr>
          <p:cNvSpPr/>
          <p:nvPr/>
        </p:nvSpPr>
        <p:spPr>
          <a:xfrm>
            <a:off x="734340" y="2687772"/>
            <a:ext cx="520000" cy="520000"/>
          </a:xfrm>
          <a:prstGeom prst="ellipse">
            <a:avLst/>
          </a:prstGeom>
          <a:solidFill>
            <a:srgbClr val="702573"/>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0" name="mail" title="Icon of an envelope">
            <a:extLst>
              <a:ext uri="{FF2B5EF4-FFF2-40B4-BE49-F238E27FC236}">
                <a16:creationId xmlns:a16="http://schemas.microsoft.com/office/drawing/2014/main" id="{6D0D99B2-78FB-4F2C-BF13-1D0BF987D28A}"/>
              </a:ext>
            </a:extLst>
          </p:cNvPr>
          <p:cNvSpPr>
            <a:spLocks noChangeAspect="1" noEditPoints="1"/>
          </p:cNvSpPr>
          <p:nvPr/>
        </p:nvSpPr>
        <p:spPr bwMode="auto">
          <a:xfrm>
            <a:off x="864340" y="2817772"/>
            <a:ext cx="260000" cy="260000"/>
          </a:xfrm>
          <a:custGeom>
            <a:avLst/>
            <a:gdLst>
              <a:gd name="T0" fmla="*/ 245 w 245"/>
              <a:gd name="T1" fmla="*/ 75 h 147"/>
              <a:gd name="T2" fmla="*/ 245 w 245"/>
              <a:gd name="T3" fmla="*/ 147 h 147"/>
              <a:gd name="T4" fmla="*/ 0 w 245"/>
              <a:gd name="T5" fmla="*/ 147 h 147"/>
              <a:gd name="T6" fmla="*/ 0 w 245"/>
              <a:gd name="T7" fmla="*/ 0 h 147"/>
              <a:gd name="T8" fmla="*/ 245 w 245"/>
              <a:gd name="T9" fmla="*/ 0 h 147"/>
              <a:gd name="T10" fmla="*/ 245 w 245"/>
              <a:gd name="T11" fmla="*/ 75 h 147"/>
              <a:gd name="T12" fmla="*/ 0 w 245"/>
              <a:gd name="T13" fmla="*/ 0 h 147"/>
              <a:gd name="T14" fmla="*/ 123 w 245"/>
              <a:gd name="T15" fmla="*/ 73 h 147"/>
              <a:gd name="T16" fmla="*/ 245 w 245"/>
              <a:gd name="T1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147">
                <a:moveTo>
                  <a:pt x="245" y="75"/>
                </a:moveTo>
                <a:lnTo>
                  <a:pt x="245" y="147"/>
                </a:lnTo>
                <a:lnTo>
                  <a:pt x="0" y="147"/>
                </a:lnTo>
                <a:lnTo>
                  <a:pt x="0" y="0"/>
                </a:lnTo>
                <a:lnTo>
                  <a:pt x="245" y="0"/>
                </a:lnTo>
                <a:lnTo>
                  <a:pt x="245" y="75"/>
                </a:lnTo>
                <a:moveTo>
                  <a:pt x="0" y="0"/>
                </a:moveTo>
                <a:lnTo>
                  <a:pt x="123" y="73"/>
                </a:lnTo>
                <a:lnTo>
                  <a:pt x="245" y="0"/>
                </a:lnTo>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gradFill>
                <a:gsLst>
                  <a:gs pos="0">
                    <a:srgbClr val="505050"/>
                  </a:gs>
                  <a:gs pos="100000">
                    <a:srgbClr val="505050"/>
                  </a:gs>
                </a:gsLst>
              </a:gradFill>
            </a:endParaRPr>
          </a:p>
        </p:txBody>
      </p:sp>
      <p:sp>
        <p:nvSpPr>
          <p:cNvPr id="61" name="TextBox 60"/>
          <p:cNvSpPr txBox="1"/>
          <p:nvPr/>
        </p:nvSpPr>
        <p:spPr>
          <a:xfrm>
            <a:off x="734340" y="3213772"/>
            <a:ext cx="520000" cy="130000"/>
          </a:xfrm>
          <a:prstGeom prst="rect">
            <a:avLst/>
          </a:prstGeom>
          <a:noFill/>
        </p:spPr>
        <p:txBody>
          <a:bodyPr wrap="square" lIns="0" tIns="0" rIns="0" bIns="0" anchor="ctr"/>
          <a:lstStyle/>
          <a:p>
            <a:pPr algn="ctr">
              <a:defRPr sz="800" b="1" i="0">
                <a:solidFill>
                  <a:srgbClr val="702573"/>
                </a:solidFill>
                <a:latin typeface="Segoe UI"/>
              </a:defRPr>
            </a:pPr>
            <a:r>
              <a:rPr lang="en-US" noProof="0" dirty="0"/>
              <a:t>Email</a:t>
            </a:r>
          </a:p>
        </p:txBody>
      </p:sp>
      <p:sp>
        <p:nvSpPr>
          <p:cNvPr id="62" name="Rounded Rectangle 61">
            <a:extLst>
              <a:ext uri="{C183D7F6-B498-43B3-948B-1728B52AA6E4}">
                <adec:decorative xmlns:adec="http://schemas.microsoft.com/office/drawing/2017/decorative" val="1"/>
              </a:ext>
            </a:extLst>
          </p:cNvPr>
          <p:cNvSpPr/>
          <p:nvPr/>
        </p:nvSpPr>
        <p:spPr>
          <a:xfrm>
            <a:off x="1398126" y="2887416"/>
            <a:ext cx="2582268" cy="255000"/>
          </a:xfrm>
          <a:prstGeom prst="roundRect">
            <a:avLst>
              <a:gd name="adj" fmla="val 8000"/>
            </a:avLst>
          </a:prstGeom>
          <a:solidFill>
            <a:srgbClr val="F3E6F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3" name="TextBox 62"/>
          <p:cNvSpPr txBox="1"/>
          <p:nvPr/>
        </p:nvSpPr>
        <p:spPr>
          <a:xfrm>
            <a:off x="1398127" y="2887416"/>
            <a:ext cx="2508923" cy="255000"/>
          </a:xfrm>
          <a:prstGeom prst="rect">
            <a:avLst/>
          </a:prstGeom>
          <a:noFill/>
        </p:spPr>
        <p:txBody>
          <a:bodyPr wrap="square" lIns="0" tIns="0" rIns="0" bIns="0" anchor="ctr"/>
          <a:lstStyle/>
          <a:p>
            <a:pPr algn="ctr">
              <a:defRPr sz="1000" b="1" i="0">
                <a:solidFill>
                  <a:srgbClr val="702573"/>
                </a:solidFill>
                <a:latin typeface="Consolas"/>
              </a:defRPr>
            </a:pPr>
            <a:r>
              <a:rPr lang="en-US" noProof="0" dirty="0"/>
              <a:t>john.smith@contoso.com</a:t>
            </a:r>
          </a:p>
        </p:txBody>
      </p:sp>
      <p:sp>
        <p:nvSpPr>
          <p:cNvPr id="64" name="Right Arrow 63">
            <a:extLst>
              <a:ext uri="{C183D7F6-B498-43B3-948B-1728B52AA6E4}">
                <adec:decorative xmlns:adec="http://schemas.microsoft.com/office/drawing/2017/decorative" val="1"/>
              </a:ext>
            </a:extLst>
          </p:cNvPr>
          <p:cNvSpPr/>
          <p:nvPr/>
        </p:nvSpPr>
        <p:spPr>
          <a:xfrm>
            <a:off x="4124180" y="2954916"/>
            <a:ext cx="210000" cy="120000"/>
          </a:xfrm>
          <a:prstGeom prst="rightArrow">
            <a:avLst/>
          </a:prstGeom>
          <a:solidFill>
            <a:srgbClr val="B88ABA"/>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5" name="Rounded Rectangle 64">
            <a:extLst>
              <a:ext uri="{C183D7F6-B498-43B3-948B-1728B52AA6E4}">
                <adec:decorative xmlns:adec="http://schemas.microsoft.com/office/drawing/2017/decorative" val="1"/>
              </a:ext>
            </a:extLst>
          </p:cNvPr>
          <p:cNvSpPr/>
          <p:nvPr/>
        </p:nvSpPr>
        <p:spPr>
          <a:xfrm>
            <a:off x="4477966" y="2847416"/>
            <a:ext cx="3344089" cy="335000"/>
          </a:xfrm>
          <a:prstGeom prst="roundRect">
            <a:avLst>
              <a:gd name="adj" fmla="val 8000"/>
            </a:avLst>
          </a:prstGeom>
          <a:solidFill>
            <a:srgbClr val="F7EDF8"/>
          </a:solidFill>
          <a:ln w="15875">
            <a:solidFill>
              <a:schemeClr val="accent1">
                <a:lumMod val="60000"/>
                <a:lumOff val="4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6" name="TextBox 65"/>
          <p:cNvSpPr txBox="1"/>
          <p:nvPr/>
        </p:nvSpPr>
        <p:spPr>
          <a:xfrm>
            <a:off x="4477967" y="2847416"/>
            <a:ext cx="3344089" cy="194300"/>
          </a:xfrm>
          <a:prstGeom prst="rect">
            <a:avLst/>
          </a:prstGeom>
          <a:noFill/>
        </p:spPr>
        <p:txBody>
          <a:bodyPr wrap="square" lIns="0" tIns="0" rIns="0" bIns="0" anchor="ctr"/>
          <a:lstStyle/>
          <a:p>
            <a:pPr algn="ctr">
              <a:defRPr sz="1000" b="1" i="0">
                <a:solidFill>
                  <a:srgbClr val="702573"/>
                </a:solidFill>
                <a:latin typeface="Consolas"/>
              </a:defRPr>
            </a:pPr>
            <a:r>
              <a:rPr lang="en-US" noProof="0" dirty="0"/>
              <a:t>email()</a:t>
            </a:r>
          </a:p>
        </p:txBody>
      </p:sp>
      <p:sp>
        <p:nvSpPr>
          <p:cNvPr id="67" name="TextBox 66"/>
          <p:cNvSpPr txBox="1"/>
          <p:nvPr/>
        </p:nvSpPr>
        <p:spPr>
          <a:xfrm>
            <a:off x="4477967" y="3014916"/>
            <a:ext cx="3344089" cy="150750"/>
          </a:xfrm>
          <a:prstGeom prst="rect">
            <a:avLst/>
          </a:prstGeom>
          <a:noFill/>
        </p:spPr>
        <p:txBody>
          <a:bodyPr wrap="square" lIns="0" tIns="0" rIns="0" bIns="0" anchor="ctr"/>
          <a:lstStyle/>
          <a:p>
            <a:pPr algn="ctr">
              <a:defRPr sz="600" b="0" i="0">
                <a:solidFill>
                  <a:srgbClr val="888888"/>
                </a:solidFill>
                <a:latin typeface="Segoe UI"/>
              </a:defRPr>
            </a:pPr>
            <a:r>
              <a:rPr lang="en-US" noProof="0" dirty="0">
                <a:solidFill>
                  <a:schemeClr val="tx1">
                    <a:lumMod val="65000"/>
                    <a:lumOff val="35000"/>
                  </a:schemeClr>
                </a:solidFill>
              </a:rPr>
              <a:t>First character + domain format preserved</a:t>
            </a:r>
          </a:p>
        </p:txBody>
      </p:sp>
      <p:sp>
        <p:nvSpPr>
          <p:cNvPr id="68" name="Right Arrow 67">
            <a:extLst>
              <a:ext uri="{C183D7F6-B498-43B3-948B-1728B52AA6E4}">
                <adec:decorative xmlns:adec="http://schemas.microsoft.com/office/drawing/2017/decorative" val="1"/>
              </a:ext>
            </a:extLst>
          </p:cNvPr>
          <p:cNvSpPr/>
          <p:nvPr/>
        </p:nvSpPr>
        <p:spPr>
          <a:xfrm>
            <a:off x="7933091" y="2934916"/>
            <a:ext cx="210000" cy="120000"/>
          </a:xfrm>
          <a:prstGeom prst="rightArrow">
            <a:avLst/>
          </a:prstGeom>
          <a:solidFill>
            <a:srgbClr val="B88ABA"/>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9" name="Rounded Rectangle 68">
            <a:extLst>
              <a:ext uri="{C183D7F6-B498-43B3-948B-1728B52AA6E4}">
                <adec:decorative xmlns:adec="http://schemas.microsoft.com/office/drawing/2017/decorative" val="1"/>
              </a:ext>
            </a:extLst>
          </p:cNvPr>
          <p:cNvSpPr/>
          <p:nvPr/>
        </p:nvSpPr>
        <p:spPr>
          <a:xfrm>
            <a:off x="8254124" y="2887416"/>
            <a:ext cx="3344089" cy="255000"/>
          </a:xfrm>
          <a:prstGeom prst="roundRect">
            <a:avLst>
              <a:gd name="adj" fmla="val 8000"/>
            </a:avLst>
          </a:prstGeom>
          <a:solidFill>
            <a:srgbClr val="F7EDF8"/>
          </a:solidFill>
          <a:ln w="12700">
            <a:solidFill>
              <a:srgbClr val="702573"/>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0" name="TextBox 69"/>
          <p:cNvSpPr txBox="1"/>
          <p:nvPr/>
        </p:nvSpPr>
        <p:spPr>
          <a:xfrm>
            <a:off x="8254124" y="2887416"/>
            <a:ext cx="3344089" cy="255000"/>
          </a:xfrm>
          <a:prstGeom prst="rect">
            <a:avLst/>
          </a:prstGeom>
          <a:noFill/>
        </p:spPr>
        <p:txBody>
          <a:bodyPr wrap="square" lIns="0" tIns="0" rIns="0" bIns="0" anchor="ctr"/>
          <a:lstStyle/>
          <a:p>
            <a:pPr algn="ctr">
              <a:defRPr sz="1000" b="1" i="0">
                <a:solidFill>
                  <a:srgbClr val="702573"/>
                </a:solidFill>
                <a:latin typeface="Consolas"/>
              </a:defRPr>
            </a:pPr>
            <a:r>
              <a:rPr lang="en-US" noProof="0" dirty="0"/>
              <a:t>jXXX@XXXX.com</a:t>
            </a:r>
          </a:p>
        </p:txBody>
      </p:sp>
      <p:sp>
        <p:nvSpPr>
          <p:cNvPr id="71" name="Rounded Rectangle 70">
            <a:extLst>
              <a:ext uri="{C183D7F6-B498-43B3-948B-1728B52AA6E4}">
                <adec:decorative xmlns:adec="http://schemas.microsoft.com/office/drawing/2017/decorative" val="1"/>
              </a:ext>
            </a:extLst>
          </p:cNvPr>
          <p:cNvSpPr/>
          <p:nvPr/>
        </p:nvSpPr>
        <p:spPr>
          <a:xfrm>
            <a:off x="588260" y="3496916"/>
            <a:ext cx="11153739" cy="840000"/>
          </a:xfrm>
          <a:prstGeom prst="roundRect">
            <a:avLst>
              <a:gd name="adj" fmla="val 8000"/>
            </a:avLst>
          </a:prstGeom>
          <a:solidFill>
            <a:srgbClr val="FFFFFF"/>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2" name="Oval 71">
            <a:extLst>
              <a:ext uri="{C183D7F6-B498-43B3-948B-1728B52AA6E4}">
                <adec:decorative xmlns:adec="http://schemas.microsoft.com/office/drawing/2017/decorative" val="1"/>
              </a:ext>
            </a:extLst>
          </p:cNvPr>
          <p:cNvSpPr/>
          <p:nvPr/>
        </p:nvSpPr>
        <p:spPr>
          <a:xfrm>
            <a:off x="734340" y="3589772"/>
            <a:ext cx="520000" cy="520000"/>
          </a:xfrm>
          <a:prstGeom prst="ellipse">
            <a:avLst/>
          </a:prstGeom>
          <a:solidFill>
            <a:srgbClr val="C73EC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4" name="Money_4" title="Icon of a stack of coins">
            <a:extLst>
              <a:ext uri="{FF2B5EF4-FFF2-40B4-BE49-F238E27FC236}">
                <a16:creationId xmlns:a16="http://schemas.microsoft.com/office/drawing/2014/main" id="{C52E1CB9-C2FD-4B7D-BF8D-0FDA02D1BEA2}"/>
              </a:ext>
            </a:extLst>
          </p:cNvPr>
          <p:cNvSpPr>
            <a:spLocks noChangeAspect="1" noEditPoints="1"/>
          </p:cNvSpPr>
          <p:nvPr/>
        </p:nvSpPr>
        <p:spPr bwMode="auto">
          <a:xfrm>
            <a:off x="864340" y="3719772"/>
            <a:ext cx="260000" cy="260000"/>
          </a:xfrm>
          <a:custGeom>
            <a:avLst/>
            <a:gdLst>
              <a:gd name="T0" fmla="*/ 267 w 358"/>
              <a:gd name="T1" fmla="*/ 332 h 332"/>
              <a:gd name="T2" fmla="*/ 225 w 358"/>
              <a:gd name="T3" fmla="*/ 332 h 332"/>
              <a:gd name="T4" fmla="*/ 134 w 358"/>
              <a:gd name="T5" fmla="*/ 225 h 332"/>
              <a:gd name="T6" fmla="*/ 225 w 358"/>
              <a:gd name="T7" fmla="*/ 119 h 332"/>
              <a:gd name="T8" fmla="*/ 267 w 358"/>
              <a:gd name="T9" fmla="*/ 119 h 332"/>
              <a:gd name="T10" fmla="*/ 267 w 358"/>
              <a:gd name="T11" fmla="*/ 119 h 332"/>
              <a:gd name="T12" fmla="*/ 177 w 358"/>
              <a:gd name="T13" fmla="*/ 225 h 332"/>
              <a:gd name="T14" fmla="*/ 267 w 358"/>
              <a:gd name="T15" fmla="*/ 332 h 332"/>
              <a:gd name="T16" fmla="*/ 358 w 358"/>
              <a:gd name="T17" fmla="*/ 225 h 332"/>
              <a:gd name="T18" fmla="*/ 267 w 358"/>
              <a:gd name="T19" fmla="*/ 119 h 332"/>
              <a:gd name="T20" fmla="*/ 0 w 358"/>
              <a:gd name="T21" fmla="*/ 269 h 332"/>
              <a:gd name="T22" fmla="*/ 116 w 358"/>
              <a:gd name="T23" fmla="*/ 332 h 332"/>
              <a:gd name="T24" fmla="*/ 183 w 358"/>
              <a:gd name="T25" fmla="*/ 320 h 332"/>
              <a:gd name="T26" fmla="*/ 0 w 358"/>
              <a:gd name="T27" fmla="*/ 218 h 332"/>
              <a:gd name="T28" fmla="*/ 116 w 358"/>
              <a:gd name="T29" fmla="*/ 280 h 332"/>
              <a:gd name="T30" fmla="*/ 146 w 358"/>
              <a:gd name="T31" fmla="*/ 278 h 332"/>
              <a:gd name="T32" fmla="*/ 0 w 358"/>
              <a:gd name="T33" fmla="*/ 166 h 332"/>
              <a:gd name="T34" fmla="*/ 116 w 358"/>
              <a:gd name="T35" fmla="*/ 229 h 332"/>
              <a:gd name="T36" fmla="*/ 134 w 358"/>
              <a:gd name="T37" fmla="*/ 228 h 332"/>
              <a:gd name="T38" fmla="*/ 0 w 358"/>
              <a:gd name="T39" fmla="*/ 115 h 332"/>
              <a:gd name="T40" fmla="*/ 116 w 358"/>
              <a:gd name="T41" fmla="*/ 177 h 332"/>
              <a:gd name="T42" fmla="*/ 145 w 358"/>
              <a:gd name="T43" fmla="*/ 174 h 332"/>
              <a:gd name="T44" fmla="*/ 116 w 358"/>
              <a:gd name="T45" fmla="*/ 0 h 332"/>
              <a:gd name="T46" fmla="*/ 0 w 358"/>
              <a:gd name="T47" fmla="*/ 63 h 332"/>
              <a:gd name="T48" fmla="*/ 116 w 358"/>
              <a:gd name="T49" fmla="*/ 126 h 332"/>
              <a:gd name="T50" fmla="*/ 231 w 358"/>
              <a:gd name="T51" fmla="*/ 63 h 332"/>
              <a:gd name="T52" fmla="*/ 116 w 358"/>
              <a:gd name="T53" fmla="*/ 0 h 332"/>
              <a:gd name="T54" fmla="*/ 0 w 358"/>
              <a:gd name="T55" fmla="*/ 63 h 332"/>
              <a:gd name="T56" fmla="*/ 0 w 358"/>
              <a:gd name="T57" fmla="*/ 269 h 332"/>
              <a:gd name="T58" fmla="*/ 231 w 358"/>
              <a:gd name="T59" fmla="*/ 63 h 332"/>
              <a:gd name="T60" fmla="*/ 231 w 358"/>
              <a:gd name="T61" fmla="*/ 1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8" h="332">
                <a:moveTo>
                  <a:pt x="267" y="332"/>
                </a:moveTo>
                <a:cubicBezTo>
                  <a:pt x="225" y="332"/>
                  <a:pt x="225" y="332"/>
                  <a:pt x="225" y="332"/>
                </a:cubicBezTo>
                <a:cubicBezTo>
                  <a:pt x="175" y="332"/>
                  <a:pt x="134" y="284"/>
                  <a:pt x="134" y="225"/>
                </a:cubicBezTo>
                <a:cubicBezTo>
                  <a:pt x="134" y="166"/>
                  <a:pt x="175" y="119"/>
                  <a:pt x="225" y="119"/>
                </a:cubicBezTo>
                <a:cubicBezTo>
                  <a:pt x="267" y="119"/>
                  <a:pt x="267" y="119"/>
                  <a:pt x="267" y="119"/>
                </a:cubicBezTo>
                <a:moveTo>
                  <a:pt x="267" y="119"/>
                </a:moveTo>
                <a:cubicBezTo>
                  <a:pt x="217" y="119"/>
                  <a:pt x="177" y="166"/>
                  <a:pt x="177" y="225"/>
                </a:cubicBezTo>
                <a:cubicBezTo>
                  <a:pt x="177" y="284"/>
                  <a:pt x="217" y="332"/>
                  <a:pt x="267" y="332"/>
                </a:cubicBezTo>
                <a:cubicBezTo>
                  <a:pt x="317" y="332"/>
                  <a:pt x="358" y="284"/>
                  <a:pt x="358" y="225"/>
                </a:cubicBezTo>
                <a:cubicBezTo>
                  <a:pt x="358" y="166"/>
                  <a:pt x="317" y="119"/>
                  <a:pt x="267" y="119"/>
                </a:cubicBezTo>
                <a:close/>
                <a:moveTo>
                  <a:pt x="0" y="269"/>
                </a:moveTo>
                <a:cubicBezTo>
                  <a:pt x="0" y="304"/>
                  <a:pt x="52" y="332"/>
                  <a:pt x="116" y="332"/>
                </a:cubicBezTo>
                <a:cubicBezTo>
                  <a:pt x="141" y="332"/>
                  <a:pt x="164" y="327"/>
                  <a:pt x="183" y="320"/>
                </a:cubicBezTo>
                <a:moveTo>
                  <a:pt x="0" y="218"/>
                </a:moveTo>
                <a:cubicBezTo>
                  <a:pt x="0" y="252"/>
                  <a:pt x="52" y="280"/>
                  <a:pt x="116" y="280"/>
                </a:cubicBezTo>
                <a:cubicBezTo>
                  <a:pt x="126" y="280"/>
                  <a:pt x="136" y="279"/>
                  <a:pt x="146" y="278"/>
                </a:cubicBezTo>
                <a:moveTo>
                  <a:pt x="0" y="166"/>
                </a:moveTo>
                <a:cubicBezTo>
                  <a:pt x="0" y="201"/>
                  <a:pt x="52" y="229"/>
                  <a:pt x="116" y="229"/>
                </a:cubicBezTo>
                <a:cubicBezTo>
                  <a:pt x="122" y="229"/>
                  <a:pt x="128" y="228"/>
                  <a:pt x="134" y="228"/>
                </a:cubicBezTo>
                <a:moveTo>
                  <a:pt x="0" y="115"/>
                </a:moveTo>
                <a:cubicBezTo>
                  <a:pt x="0" y="149"/>
                  <a:pt x="52" y="177"/>
                  <a:pt x="116" y="177"/>
                </a:cubicBezTo>
                <a:cubicBezTo>
                  <a:pt x="124" y="177"/>
                  <a:pt x="137" y="176"/>
                  <a:pt x="145" y="174"/>
                </a:cubicBezTo>
                <a:moveTo>
                  <a:pt x="116" y="0"/>
                </a:moveTo>
                <a:cubicBezTo>
                  <a:pt x="52" y="0"/>
                  <a:pt x="0" y="28"/>
                  <a:pt x="0" y="63"/>
                </a:cubicBezTo>
                <a:cubicBezTo>
                  <a:pt x="0" y="98"/>
                  <a:pt x="52" y="126"/>
                  <a:pt x="116" y="126"/>
                </a:cubicBezTo>
                <a:cubicBezTo>
                  <a:pt x="179" y="126"/>
                  <a:pt x="231" y="98"/>
                  <a:pt x="231" y="63"/>
                </a:cubicBezTo>
                <a:cubicBezTo>
                  <a:pt x="231" y="28"/>
                  <a:pt x="179" y="0"/>
                  <a:pt x="116" y="0"/>
                </a:cubicBezTo>
                <a:close/>
                <a:moveTo>
                  <a:pt x="0" y="63"/>
                </a:moveTo>
                <a:cubicBezTo>
                  <a:pt x="0" y="269"/>
                  <a:pt x="0" y="269"/>
                  <a:pt x="0" y="269"/>
                </a:cubicBezTo>
                <a:moveTo>
                  <a:pt x="231" y="63"/>
                </a:moveTo>
                <a:cubicBezTo>
                  <a:pt x="231" y="119"/>
                  <a:pt x="231" y="119"/>
                  <a:pt x="231" y="119"/>
                </a:cubicBezTo>
              </a:path>
            </a:pathLst>
          </a:custGeom>
          <a:noFill/>
          <a:ln w="19050"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gradFill>
                <a:gsLst>
                  <a:gs pos="0">
                    <a:srgbClr val="505050"/>
                  </a:gs>
                  <a:gs pos="100000">
                    <a:srgbClr val="505050"/>
                  </a:gs>
                </a:gsLst>
              </a:gradFill>
            </a:endParaRPr>
          </a:p>
        </p:txBody>
      </p:sp>
      <p:sp>
        <p:nvSpPr>
          <p:cNvPr id="73" name="TextBox 72"/>
          <p:cNvSpPr txBox="1"/>
          <p:nvPr/>
        </p:nvSpPr>
        <p:spPr>
          <a:xfrm>
            <a:off x="734340" y="4115772"/>
            <a:ext cx="520000" cy="130000"/>
          </a:xfrm>
          <a:prstGeom prst="rect">
            <a:avLst/>
          </a:prstGeom>
          <a:noFill/>
        </p:spPr>
        <p:txBody>
          <a:bodyPr wrap="square" lIns="0" tIns="0" rIns="0" bIns="0" anchor="ctr"/>
          <a:lstStyle/>
          <a:p>
            <a:pPr algn="ctr">
              <a:defRPr sz="800" b="1" i="0">
                <a:solidFill>
                  <a:srgbClr val="C73ECC"/>
                </a:solidFill>
                <a:latin typeface="Segoe UI"/>
              </a:defRPr>
            </a:pPr>
            <a:r>
              <a:rPr lang="en-US" noProof="0" dirty="0">
                <a:solidFill>
                  <a:srgbClr val="8F2C93"/>
                </a:solidFill>
              </a:rPr>
              <a:t>Income</a:t>
            </a:r>
          </a:p>
        </p:txBody>
      </p:sp>
      <p:sp>
        <p:nvSpPr>
          <p:cNvPr id="74" name="Rounded Rectangle 73">
            <a:extLst>
              <a:ext uri="{C183D7F6-B498-43B3-948B-1728B52AA6E4}">
                <adec:decorative xmlns:adec="http://schemas.microsoft.com/office/drawing/2017/decorative" val="1"/>
              </a:ext>
            </a:extLst>
          </p:cNvPr>
          <p:cNvSpPr/>
          <p:nvPr/>
        </p:nvSpPr>
        <p:spPr>
          <a:xfrm>
            <a:off x="1398126" y="3789416"/>
            <a:ext cx="2582268" cy="255000"/>
          </a:xfrm>
          <a:prstGeom prst="roundRect">
            <a:avLst>
              <a:gd name="adj" fmla="val 8000"/>
            </a:avLst>
          </a:prstGeom>
          <a:solidFill>
            <a:srgbClr val="F9E8FA"/>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5" name="TextBox 74"/>
          <p:cNvSpPr txBox="1"/>
          <p:nvPr/>
        </p:nvSpPr>
        <p:spPr>
          <a:xfrm>
            <a:off x="1398127" y="3789416"/>
            <a:ext cx="2508923" cy="255000"/>
          </a:xfrm>
          <a:prstGeom prst="rect">
            <a:avLst/>
          </a:prstGeom>
          <a:noFill/>
        </p:spPr>
        <p:txBody>
          <a:bodyPr wrap="square" lIns="0" tIns="0" rIns="0" bIns="0" anchor="ctr"/>
          <a:lstStyle/>
          <a:p>
            <a:pPr algn="ctr">
              <a:defRPr sz="1000" b="1" i="0">
                <a:solidFill>
                  <a:srgbClr val="C73ECC"/>
                </a:solidFill>
                <a:latin typeface="Consolas"/>
              </a:defRPr>
            </a:pPr>
            <a:r>
              <a:rPr lang="en-US" noProof="0" dirty="0">
                <a:solidFill>
                  <a:srgbClr val="8F2C93"/>
                </a:solidFill>
              </a:rPr>
              <a:t>$85,000.00</a:t>
            </a:r>
          </a:p>
        </p:txBody>
      </p:sp>
      <p:sp>
        <p:nvSpPr>
          <p:cNvPr id="76" name="Right Arrow 75">
            <a:extLst>
              <a:ext uri="{C183D7F6-B498-43B3-948B-1728B52AA6E4}">
                <adec:decorative xmlns:adec="http://schemas.microsoft.com/office/drawing/2017/decorative" val="1"/>
              </a:ext>
            </a:extLst>
          </p:cNvPr>
          <p:cNvSpPr/>
          <p:nvPr/>
        </p:nvSpPr>
        <p:spPr>
          <a:xfrm>
            <a:off x="4124180" y="3856916"/>
            <a:ext cx="210000" cy="120000"/>
          </a:xfrm>
          <a:prstGeom prst="rightArrow">
            <a:avLst/>
          </a:prstGeom>
          <a:solidFill>
            <a:srgbClr val="DB9E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7" name="Rounded Rectangle 76">
            <a:extLst>
              <a:ext uri="{C183D7F6-B498-43B3-948B-1728B52AA6E4}">
                <adec:decorative xmlns:adec="http://schemas.microsoft.com/office/drawing/2017/decorative" val="1"/>
              </a:ext>
            </a:extLst>
          </p:cNvPr>
          <p:cNvSpPr/>
          <p:nvPr/>
        </p:nvSpPr>
        <p:spPr>
          <a:xfrm>
            <a:off x="4477966" y="3749416"/>
            <a:ext cx="3344089" cy="335000"/>
          </a:xfrm>
          <a:prstGeom prst="roundRect">
            <a:avLst>
              <a:gd name="adj" fmla="val 8000"/>
            </a:avLst>
          </a:prstGeom>
          <a:solidFill>
            <a:srgbClr val="FCF0FC"/>
          </a:solidFill>
          <a:ln w="15875">
            <a:solidFill>
              <a:schemeClr val="accent1">
                <a:lumMod val="40000"/>
                <a:lumOff val="6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8" name="TextBox 77"/>
          <p:cNvSpPr txBox="1"/>
          <p:nvPr/>
        </p:nvSpPr>
        <p:spPr>
          <a:xfrm>
            <a:off x="4477967" y="3749416"/>
            <a:ext cx="3344089" cy="194300"/>
          </a:xfrm>
          <a:prstGeom prst="rect">
            <a:avLst/>
          </a:prstGeom>
          <a:noFill/>
        </p:spPr>
        <p:txBody>
          <a:bodyPr wrap="square" lIns="0" tIns="0" rIns="0" bIns="0" anchor="ctr"/>
          <a:lstStyle/>
          <a:p>
            <a:pPr algn="ctr">
              <a:defRPr sz="1000" b="1" i="0">
                <a:solidFill>
                  <a:srgbClr val="C73ECC"/>
                </a:solidFill>
                <a:latin typeface="Consolas"/>
              </a:defRPr>
            </a:pPr>
            <a:r>
              <a:rPr lang="en-US" noProof="0" dirty="0">
                <a:solidFill>
                  <a:srgbClr val="8F2C93"/>
                </a:solidFill>
              </a:rPr>
              <a:t>random(10k, 100k)</a:t>
            </a:r>
          </a:p>
        </p:txBody>
      </p:sp>
      <p:sp>
        <p:nvSpPr>
          <p:cNvPr id="79" name="TextBox 78"/>
          <p:cNvSpPr txBox="1"/>
          <p:nvPr/>
        </p:nvSpPr>
        <p:spPr>
          <a:xfrm>
            <a:off x="4477967" y="3916916"/>
            <a:ext cx="3344089" cy="150750"/>
          </a:xfrm>
          <a:prstGeom prst="rect">
            <a:avLst/>
          </a:prstGeom>
          <a:noFill/>
        </p:spPr>
        <p:txBody>
          <a:bodyPr wrap="square" lIns="0" tIns="0" rIns="0" bIns="0" anchor="ctr"/>
          <a:lstStyle/>
          <a:p>
            <a:pPr algn="ctr">
              <a:defRPr sz="600" b="0" i="0">
                <a:solidFill>
                  <a:srgbClr val="888888"/>
                </a:solidFill>
                <a:latin typeface="Segoe UI"/>
              </a:defRPr>
            </a:pPr>
            <a:r>
              <a:rPr lang="en-US" noProof="0" dirty="0">
                <a:solidFill>
                  <a:schemeClr val="tx1">
                    <a:lumMod val="65000"/>
                    <a:lumOff val="35000"/>
                  </a:schemeClr>
                </a:solidFill>
              </a:rPr>
              <a:t>Random number in range - different each query</a:t>
            </a:r>
          </a:p>
        </p:txBody>
      </p:sp>
      <p:sp>
        <p:nvSpPr>
          <p:cNvPr id="80" name="Right Arrow 79">
            <a:extLst>
              <a:ext uri="{C183D7F6-B498-43B3-948B-1728B52AA6E4}">
                <adec:decorative xmlns:adec="http://schemas.microsoft.com/office/drawing/2017/decorative" val="1"/>
              </a:ext>
            </a:extLst>
          </p:cNvPr>
          <p:cNvSpPr/>
          <p:nvPr/>
        </p:nvSpPr>
        <p:spPr>
          <a:xfrm>
            <a:off x="7933091" y="3836916"/>
            <a:ext cx="210000" cy="120000"/>
          </a:xfrm>
          <a:prstGeom prst="rightArrow">
            <a:avLst/>
          </a:prstGeom>
          <a:solidFill>
            <a:srgbClr val="DB9E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1" name="Rounded Rectangle 80">
            <a:extLst>
              <a:ext uri="{C183D7F6-B498-43B3-948B-1728B52AA6E4}">
                <adec:decorative xmlns:adec="http://schemas.microsoft.com/office/drawing/2017/decorative" val="1"/>
              </a:ext>
            </a:extLst>
          </p:cNvPr>
          <p:cNvSpPr/>
          <p:nvPr/>
        </p:nvSpPr>
        <p:spPr>
          <a:xfrm>
            <a:off x="8254124" y="3789416"/>
            <a:ext cx="3344089" cy="255000"/>
          </a:xfrm>
          <a:prstGeom prst="roundRect">
            <a:avLst>
              <a:gd name="adj" fmla="val 8000"/>
            </a:avLst>
          </a:prstGeom>
          <a:solidFill>
            <a:srgbClr val="FCF0FC"/>
          </a:solidFill>
          <a:ln w="12700">
            <a:solidFill>
              <a:srgbClr val="C73EC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2" name="TextBox 81"/>
          <p:cNvSpPr txBox="1"/>
          <p:nvPr/>
        </p:nvSpPr>
        <p:spPr>
          <a:xfrm>
            <a:off x="8254124" y="3789416"/>
            <a:ext cx="3344089" cy="255000"/>
          </a:xfrm>
          <a:prstGeom prst="rect">
            <a:avLst/>
          </a:prstGeom>
          <a:noFill/>
        </p:spPr>
        <p:txBody>
          <a:bodyPr wrap="square" lIns="0" tIns="0" rIns="0" bIns="0" anchor="ctr"/>
          <a:lstStyle/>
          <a:p>
            <a:pPr algn="ctr">
              <a:defRPr sz="1000" b="1" i="0">
                <a:solidFill>
                  <a:srgbClr val="C73ECC"/>
                </a:solidFill>
                <a:latin typeface="Consolas"/>
              </a:defRPr>
            </a:pPr>
            <a:r>
              <a:rPr lang="en-US" noProof="0" dirty="0">
                <a:solidFill>
                  <a:srgbClr val="8F2C93"/>
                </a:solidFill>
              </a:rPr>
              <a:t>$47,312.00</a:t>
            </a:r>
          </a:p>
        </p:txBody>
      </p:sp>
      <p:sp>
        <p:nvSpPr>
          <p:cNvPr id="83" name="Rounded Rectangle 82">
            <a:extLst>
              <a:ext uri="{C183D7F6-B498-43B3-948B-1728B52AA6E4}">
                <adec:decorative xmlns:adec="http://schemas.microsoft.com/office/drawing/2017/decorative" val="1"/>
              </a:ext>
            </a:extLst>
          </p:cNvPr>
          <p:cNvSpPr/>
          <p:nvPr/>
        </p:nvSpPr>
        <p:spPr>
          <a:xfrm>
            <a:off x="588260" y="4398916"/>
            <a:ext cx="11153739" cy="840000"/>
          </a:xfrm>
          <a:prstGeom prst="roundRect">
            <a:avLst>
              <a:gd name="adj" fmla="val 8000"/>
            </a:avLst>
          </a:prstGeom>
          <a:solidFill>
            <a:srgbClr val="FFFFFF"/>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4" name="Oval 83">
            <a:extLst>
              <a:ext uri="{C183D7F6-B498-43B3-948B-1728B52AA6E4}">
                <adec:decorative xmlns:adec="http://schemas.microsoft.com/office/drawing/2017/decorative" val="1"/>
              </a:ext>
            </a:extLst>
          </p:cNvPr>
          <p:cNvSpPr/>
          <p:nvPr/>
        </p:nvSpPr>
        <p:spPr>
          <a:xfrm>
            <a:off x="734341" y="4501764"/>
            <a:ext cx="520000" cy="520000"/>
          </a:xfrm>
          <a:prstGeom prst="ellipse">
            <a:avLst/>
          </a:prstGeom>
          <a:solidFill>
            <a:srgbClr val="00206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2" name="CellPhone_E8EA" title="Icon of a cellphone">
            <a:extLst>
              <a:ext uri="{FF2B5EF4-FFF2-40B4-BE49-F238E27FC236}">
                <a16:creationId xmlns:a16="http://schemas.microsoft.com/office/drawing/2014/main" id="{0F94FE6C-0908-4C48-8CC0-44E6F1CF962B}"/>
              </a:ext>
            </a:extLst>
          </p:cNvPr>
          <p:cNvSpPr>
            <a:spLocks noChangeAspect="1" noEditPoints="1"/>
          </p:cNvSpPr>
          <p:nvPr/>
        </p:nvSpPr>
        <p:spPr bwMode="auto">
          <a:xfrm>
            <a:off x="864341" y="4631764"/>
            <a:ext cx="260000" cy="260000"/>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gradFill>
            </a:endParaRPr>
          </a:p>
        </p:txBody>
      </p:sp>
      <p:sp>
        <p:nvSpPr>
          <p:cNvPr id="85" name="TextBox 84"/>
          <p:cNvSpPr txBox="1"/>
          <p:nvPr/>
        </p:nvSpPr>
        <p:spPr>
          <a:xfrm>
            <a:off x="734341" y="5027764"/>
            <a:ext cx="520000" cy="130000"/>
          </a:xfrm>
          <a:prstGeom prst="rect">
            <a:avLst/>
          </a:prstGeom>
          <a:noFill/>
        </p:spPr>
        <p:txBody>
          <a:bodyPr wrap="square" lIns="0" tIns="0" rIns="0" bIns="0" anchor="ctr"/>
          <a:lstStyle/>
          <a:p>
            <a:pPr algn="ctr">
              <a:defRPr sz="800" b="1" i="0">
                <a:solidFill>
                  <a:srgbClr val="FF5C39"/>
                </a:solidFill>
                <a:latin typeface="Segoe UI"/>
              </a:defRPr>
            </a:pPr>
            <a:r>
              <a:rPr lang="en-US" noProof="0" dirty="0">
                <a:solidFill>
                  <a:srgbClr val="002060"/>
                </a:solidFill>
              </a:rPr>
              <a:t>Phone</a:t>
            </a:r>
          </a:p>
        </p:txBody>
      </p:sp>
      <p:sp>
        <p:nvSpPr>
          <p:cNvPr id="86" name="Rounded Rectangle 85">
            <a:extLst>
              <a:ext uri="{C183D7F6-B498-43B3-948B-1728B52AA6E4}">
                <adec:decorative xmlns:adec="http://schemas.microsoft.com/office/drawing/2017/decorative" val="1"/>
              </a:ext>
            </a:extLst>
          </p:cNvPr>
          <p:cNvSpPr/>
          <p:nvPr/>
        </p:nvSpPr>
        <p:spPr>
          <a:xfrm>
            <a:off x="1398127" y="4717197"/>
            <a:ext cx="2582269" cy="255000"/>
          </a:xfrm>
          <a:prstGeom prst="roundRect">
            <a:avLst>
              <a:gd name="adj" fmla="val 8000"/>
            </a:avLst>
          </a:prstGeom>
          <a:solidFill>
            <a:schemeClr val="tx2">
              <a:lumMod val="10000"/>
              <a:lumOff val="9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7" name="TextBox 86"/>
          <p:cNvSpPr txBox="1"/>
          <p:nvPr/>
        </p:nvSpPr>
        <p:spPr>
          <a:xfrm>
            <a:off x="1471471" y="4734284"/>
            <a:ext cx="2435580" cy="255000"/>
          </a:xfrm>
          <a:prstGeom prst="rect">
            <a:avLst/>
          </a:prstGeom>
          <a:noFill/>
        </p:spPr>
        <p:txBody>
          <a:bodyPr wrap="square" lIns="0" tIns="0" rIns="0" bIns="0" anchor="ctr"/>
          <a:lstStyle/>
          <a:p>
            <a:pPr algn="ctr">
              <a:defRPr sz="1000" b="1" i="0">
                <a:solidFill>
                  <a:srgbClr val="FF5C39"/>
                </a:solidFill>
                <a:latin typeface="Consolas"/>
              </a:defRPr>
            </a:pPr>
            <a:r>
              <a:rPr lang="en-US" noProof="0" dirty="0">
                <a:solidFill>
                  <a:srgbClr val="002060"/>
                </a:solidFill>
              </a:rPr>
              <a:t>206-555-0189</a:t>
            </a:r>
          </a:p>
        </p:txBody>
      </p:sp>
      <p:sp>
        <p:nvSpPr>
          <p:cNvPr id="88" name="Right Arrow 87">
            <a:extLst>
              <a:ext uri="{C183D7F6-B498-43B3-948B-1728B52AA6E4}">
                <adec:decorative xmlns:adec="http://schemas.microsoft.com/office/drawing/2017/decorative" val="1"/>
              </a:ext>
            </a:extLst>
          </p:cNvPr>
          <p:cNvSpPr/>
          <p:nvPr/>
        </p:nvSpPr>
        <p:spPr>
          <a:xfrm>
            <a:off x="4124183" y="4755259"/>
            <a:ext cx="210000" cy="120000"/>
          </a:xfrm>
          <a:prstGeom prst="rightArrow">
            <a:avLst/>
          </a:prstGeom>
          <a:solidFill>
            <a:schemeClr val="tx2">
              <a:lumMod val="50000"/>
              <a:lumOff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9" name="Rounded Rectangle 88">
            <a:extLst>
              <a:ext uri="{C183D7F6-B498-43B3-948B-1728B52AA6E4}">
                <adec:decorative xmlns:adec="http://schemas.microsoft.com/office/drawing/2017/decorative" val="1"/>
              </a:ext>
            </a:extLst>
          </p:cNvPr>
          <p:cNvSpPr/>
          <p:nvPr/>
        </p:nvSpPr>
        <p:spPr>
          <a:xfrm>
            <a:off x="4477969" y="4660603"/>
            <a:ext cx="3344088" cy="335000"/>
          </a:xfrm>
          <a:prstGeom prst="roundRect">
            <a:avLst>
              <a:gd name="adj" fmla="val 8000"/>
            </a:avLst>
          </a:prstGeom>
          <a:solidFill>
            <a:schemeClr val="tx2">
              <a:lumMod val="10000"/>
              <a:lumOff val="90000"/>
            </a:schemeClr>
          </a:solidFill>
          <a:ln w="15875">
            <a:solidFill>
              <a:srgbClr val="0078D4"/>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0" name="TextBox 89"/>
          <p:cNvSpPr txBox="1"/>
          <p:nvPr/>
        </p:nvSpPr>
        <p:spPr>
          <a:xfrm>
            <a:off x="4477969" y="4660603"/>
            <a:ext cx="3344088" cy="194300"/>
          </a:xfrm>
          <a:prstGeom prst="rect">
            <a:avLst/>
          </a:prstGeom>
          <a:noFill/>
        </p:spPr>
        <p:txBody>
          <a:bodyPr wrap="square" lIns="0" tIns="0" rIns="0" bIns="0" anchor="ctr"/>
          <a:lstStyle/>
          <a:p>
            <a:pPr algn="ctr">
              <a:defRPr sz="1000" b="1" i="0">
                <a:solidFill>
                  <a:srgbClr val="FF5C39"/>
                </a:solidFill>
                <a:latin typeface="Consolas"/>
              </a:defRPr>
            </a:pPr>
            <a:r>
              <a:rPr lang="en-US" noProof="0" dirty="0">
                <a:solidFill>
                  <a:srgbClr val="002060"/>
                </a:solidFill>
              </a:rPr>
              <a:t>partial(3,"XXX-",2)</a:t>
            </a:r>
          </a:p>
        </p:txBody>
      </p:sp>
      <p:sp>
        <p:nvSpPr>
          <p:cNvPr id="91" name="TextBox 90"/>
          <p:cNvSpPr txBox="1"/>
          <p:nvPr/>
        </p:nvSpPr>
        <p:spPr>
          <a:xfrm>
            <a:off x="4477969" y="4828103"/>
            <a:ext cx="3344088" cy="150750"/>
          </a:xfrm>
          <a:prstGeom prst="rect">
            <a:avLst/>
          </a:prstGeom>
          <a:noFill/>
        </p:spPr>
        <p:txBody>
          <a:bodyPr wrap="square" lIns="0" tIns="0" rIns="0" bIns="0" anchor="ctr"/>
          <a:lstStyle/>
          <a:p>
            <a:pPr algn="ctr">
              <a:defRPr sz="600" b="0" i="0">
                <a:solidFill>
                  <a:srgbClr val="888888"/>
                </a:solidFill>
                <a:latin typeface="Segoe UI"/>
              </a:defRPr>
            </a:pPr>
            <a:r>
              <a:rPr lang="en-US" noProof="0" dirty="0">
                <a:solidFill>
                  <a:schemeClr val="tx1">
                    <a:lumMod val="65000"/>
                    <a:lumOff val="35000"/>
                  </a:schemeClr>
                </a:solidFill>
              </a:rPr>
              <a:t>Show prefix + custom padding + suffix</a:t>
            </a:r>
          </a:p>
        </p:txBody>
      </p:sp>
      <p:sp>
        <p:nvSpPr>
          <p:cNvPr id="92" name="Right Arrow 91">
            <a:extLst>
              <a:ext uri="{C183D7F6-B498-43B3-948B-1728B52AA6E4}">
                <adec:decorative xmlns:adec="http://schemas.microsoft.com/office/drawing/2017/decorative" val="1"/>
              </a:ext>
            </a:extLst>
          </p:cNvPr>
          <p:cNvSpPr/>
          <p:nvPr/>
        </p:nvSpPr>
        <p:spPr>
          <a:xfrm>
            <a:off x="7933091" y="4758916"/>
            <a:ext cx="210000" cy="120000"/>
          </a:xfrm>
          <a:prstGeom prst="rightArrow">
            <a:avLst/>
          </a:prstGeom>
          <a:solidFill>
            <a:schemeClr val="tx2">
              <a:lumMod val="50000"/>
              <a:lumOff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3" name="Rounded Rectangle 92">
            <a:extLst>
              <a:ext uri="{C183D7F6-B498-43B3-948B-1728B52AA6E4}">
                <adec:decorative xmlns:adec="http://schemas.microsoft.com/office/drawing/2017/decorative" val="1"/>
              </a:ext>
            </a:extLst>
          </p:cNvPr>
          <p:cNvSpPr/>
          <p:nvPr/>
        </p:nvSpPr>
        <p:spPr>
          <a:xfrm>
            <a:off x="8254125" y="4701416"/>
            <a:ext cx="3344088" cy="255000"/>
          </a:xfrm>
          <a:prstGeom prst="roundRect">
            <a:avLst>
              <a:gd name="adj" fmla="val 8000"/>
            </a:avLst>
          </a:prstGeom>
          <a:solidFill>
            <a:schemeClr val="tx2">
              <a:lumMod val="10000"/>
              <a:lumOff val="90000"/>
            </a:schemeClr>
          </a:solidFill>
          <a:ln w="12700">
            <a:solidFill>
              <a:srgbClr val="2A446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4" name="TextBox 93"/>
          <p:cNvSpPr txBox="1"/>
          <p:nvPr/>
        </p:nvSpPr>
        <p:spPr>
          <a:xfrm>
            <a:off x="8254124" y="4717197"/>
            <a:ext cx="3344088" cy="255000"/>
          </a:xfrm>
          <a:prstGeom prst="rect">
            <a:avLst/>
          </a:prstGeom>
          <a:noFill/>
          <a:ln>
            <a:noFill/>
          </a:ln>
        </p:spPr>
        <p:txBody>
          <a:bodyPr wrap="square" lIns="0" tIns="0" rIns="0" bIns="0" anchor="ctr"/>
          <a:lstStyle/>
          <a:p>
            <a:pPr algn="ctr">
              <a:defRPr sz="1000" b="1" i="0">
                <a:solidFill>
                  <a:srgbClr val="FF5C39"/>
                </a:solidFill>
                <a:latin typeface="Consolas"/>
              </a:defRPr>
            </a:pPr>
            <a:r>
              <a:rPr lang="en-US" noProof="0" dirty="0">
                <a:solidFill>
                  <a:srgbClr val="002060"/>
                </a:solidFill>
              </a:rPr>
              <a:t>206-XXX-XX89</a:t>
            </a:r>
          </a:p>
        </p:txBody>
      </p:sp>
      <p:sp>
        <p:nvSpPr>
          <p:cNvPr id="95" name="Rounded Rectangle 94">
            <a:extLst>
              <a:ext uri="{C183D7F6-B498-43B3-948B-1728B52AA6E4}">
                <adec:decorative xmlns:adec="http://schemas.microsoft.com/office/drawing/2017/decorative" val="1"/>
              </a:ext>
            </a:extLst>
          </p:cNvPr>
          <p:cNvSpPr/>
          <p:nvPr/>
        </p:nvSpPr>
        <p:spPr>
          <a:xfrm>
            <a:off x="2996000" y="5398916"/>
            <a:ext cx="6200000" cy="440000"/>
          </a:xfrm>
          <a:prstGeom prst="roundRect">
            <a:avLst>
              <a:gd name="adj" fmla="val 8000"/>
            </a:avLst>
          </a:prstGeom>
          <a:solidFill>
            <a:srgbClr val="F5F5F5"/>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6" name="TextBox 95"/>
          <p:cNvSpPr txBox="1"/>
          <p:nvPr/>
        </p:nvSpPr>
        <p:spPr>
          <a:xfrm>
            <a:off x="2996000" y="5448916"/>
            <a:ext cx="2066666" cy="160000"/>
          </a:xfrm>
          <a:prstGeom prst="rect">
            <a:avLst/>
          </a:prstGeom>
          <a:noFill/>
        </p:spPr>
        <p:txBody>
          <a:bodyPr wrap="square" lIns="0" tIns="0" rIns="0" bIns="0" anchor="ctr"/>
          <a:lstStyle/>
          <a:p>
            <a:pPr algn="ctr">
              <a:defRPr sz="900" b="1" i="0">
                <a:solidFill>
                  <a:srgbClr val="888888"/>
                </a:solidFill>
                <a:latin typeface="Segoe UI"/>
              </a:defRPr>
            </a:pPr>
            <a:r>
              <a:rPr lang="en-US" noProof="0" dirty="0">
                <a:solidFill>
                  <a:schemeClr val="tx1">
                    <a:lumMod val="65000"/>
                    <a:lumOff val="35000"/>
                  </a:schemeClr>
                </a:solidFill>
              </a:rPr>
              <a:t>Without UNMASK</a:t>
            </a:r>
          </a:p>
        </p:txBody>
      </p:sp>
      <p:sp>
        <p:nvSpPr>
          <p:cNvPr id="97" name="TextBox 96"/>
          <p:cNvSpPr txBox="1"/>
          <p:nvPr/>
        </p:nvSpPr>
        <p:spPr>
          <a:xfrm>
            <a:off x="2996000" y="5618916"/>
            <a:ext cx="2066666" cy="140000"/>
          </a:xfrm>
          <a:prstGeom prst="rect">
            <a:avLst/>
          </a:prstGeom>
          <a:noFill/>
        </p:spPr>
        <p:txBody>
          <a:bodyPr wrap="square" lIns="0" tIns="0" rIns="0" bIns="0" anchor="ctr"/>
          <a:lstStyle/>
          <a:p>
            <a:pPr algn="ctr">
              <a:defRPr sz="700" b="0" i="0">
                <a:solidFill>
                  <a:srgbClr val="888888"/>
                </a:solidFill>
                <a:latin typeface="Segoe UI"/>
              </a:defRPr>
            </a:pPr>
            <a:r>
              <a:rPr lang="en-US" noProof="0" dirty="0">
                <a:solidFill>
                  <a:schemeClr val="tx1">
                    <a:lumMod val="65000"/>
                    <a:lumOff val="35000"/>
                  </a:schemeClr>
                </a:solidFill>
              </a:rPr>
              <a:t>Users see masked values</a:t>
            </a:r>
          </a:p>
        </p:txBody>
      </p:sp>
      <p:sp>
        <p:nvSpPr>
          <p:cNvPr id="98" name="Rounded Rectangle 97">
            <a:extLst>
              <a:ext uri="{C183D7F6-B498-43B3-948B-1728B52AA6E4}">
                <adec:decorative xmlns:adec="http://schemas.microsoft.com/office/drawing/2017/decorative" val="1"/>
              </a:ext>
            </a:extLst>
          </p:cNvPr>
          <p:cNvSpPr/>
          <p:nvPr/>
        </p:nvSpPr>
        <p:spPr>
          <a:xfrm>
            <a:off x="5246000" y="5513916"/>
            <a:ext cx="1700000" cy="210000"/>
          </a:xfrm>
          <a:prstGeom prst="roundRect">
            <a:avLst>
              <a:gd name="adj" fmla="val 8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9" name="TextBox 98"/>
          <p:cNvSpPr txBox="1"/>
          <p:nvPr/>
        </p:nvSpPr>
        <p:spPr>
          <a:xfrm>
            <a:off x="5246000" y="5513916"/>
            <a:ext cx="1700000" cy="210000"/>
          </a:xfrm>
          <a:prstGeom prst="rect">
            <a:avLst/>
          </a:prstGeom>
          <a:noFill/>
        </p:spPr>
        <p:txBody>
          <a:bodyPr wrap="square" lIns="0" tIns="0" rIns="0" bIns="0" anchor="ctr"/>
          <a:lstStyle/>
          <a:p>
            <a:pPr algn="ctr">
              <a:defRPr sz="900" b="1" i="0">
                <a:solidFill>
                  <a:srgbClr val="FFFFFF"/>
                </a:solidFill>
                <a:latin typeface="Consolas"/>
              </a:defRPr>
            </a:pPr>
            <a:r>
              <a:rPr lang="en-US" noProof="0" dirty="0"/>
              <a:t>GRANT UNMASK</a:t>
            </a:r>
          </a:p>
        </p:txBody>
      </p:sp>
      <p:sp>
        <p:nvSpPr>
          <p:cNvPr id="100" name="TextBox 99"/>
          <p:cNvSpPr txBox="1"/>
          <p:nvPr/>
        </p:nvSpPr>
        <p:spPr>
          <a:xfrm>
            <a:off x="7129334" y="5448916"/>
            <a:ext cx="2066666" cy="160000"/>
          </a:xfrm>
          <a:prstGeom prst="rect">
            <a:avLst/>
          </a:prstGeom>
          <a:noFill/>
        </p:spPr>
        <p:txBody>
          <a:bodyPr wrap="square" lIns="0" tIns="0" rIns="0" bIns="0" anchor="ctr"/>
          <a:lstStyle/>
          <a:p>
            <a:pPr algn="ctr">
              <a:defRPr sz="900" b="1" i="0">
                <a:solidFill>
                  <a:srgbClr val="0078D4"/>
                </a:solidFill>
                <a:latin typeface="Segoe UI"/>
              </a:defRPr>
            </a:pPr>
            <a:r>
              <a:rPr lang="en-US" noProof="0" dirty="0">
                <a:solidFill>
                  <a:srgbClr val="0070C0"/>
                </a:solidFill>
              </a:rPr>
              <a:t>With UNMASK</a:t>
            </a:r>
          </a:p>
        </p:txBody>
      </p:sp>
      <p:sp>
        <p:nvSpPr>
          <p:cNvPr id="101" name="TextBox 100"/>
          <p:cNvSpPr txBox="1"/>
          <p:nvPr/>
        </p:nvSpPr>
        <p:spPr>
          <a:xfrm>
            <a:off x="7129334" y="5618916"/>
            <a:ext cx="2066666" cy="140000"/>
          </a:xfrm>
          <a:prstGeom prst="rect">
            <a:avLst/>
          </a:prstGeom>
          <a:noFill/>
        </p:spPr>
        <p:txBody>
          <a:bodyPr wrap="square" lIns="0" tIns="0" rIns="0" bIns="0" anchor="ctr"/>
          <a:lstStyle/>
          <a:p>
            <a:pPr algn="ctr">
              <a:defRPr sz="700" b="0" i="0">
                <a:solidFill>
                  <a:srgbClr val="0078D4"/>
                </a:solidFill>
                <a:latin typeface="Segoe UI"/>
              </a:defRPr>
            </a:pPr>
            <a:r>
              <a:rPr lang="en-US" noProof="0" dirty="0">
                <a:solidFill>
                  <a:srgbClr val="0070C0"/>
                </a:solidFill>
              </a:rPr>
              <a:t>Users see actual data</a:t>
            </a:r>
          </a:p>
        </p:txBody>
      </p:sp>
      <p:sp>
        <p:nvSpPr>
          <p:cNvPr id="102" name="TextBox 101"/>
          <p:cNvSpPr txBox="1"/>
          <p:nvPr/>
        </p:nvSpPr>
        <p:spPr>
          <a:xfrm>
            <a:off x="3296000" y="5902492"/>
            <a:ext cx="5600000" cy="120000"/>
          </a:xfrm>
          <a:prstGeom prst="rect">
            <a:avLst/>
          </a:prstGeom>
          <a:noFill/>
        </p:spPr>
        <p:txBody>
          <a:bodyPr wrap="square" lIns="0" tIns="0" rIns="0" bIns="0" anchor="ctr"/>
          <a:lstStyle/>
          <a:p>
            <a:pPr algn="ctr">
              <a:defRPr sz="700" b="0" i="1">
                <a:solidFill>
                  <a:srgbClr val="888888"/>
                </a:solidFill>
                <a:latin typeface="Segoe UI"/>
              </a:defRPr>
            </a:pPr>
            <a:r>
              <a:rPr lang="en-US" noProof="0" dirty="0">
                <a:solidFill>
                  <a:schemeClr val="tx1">
                    <a:lumMod val="65000"/>
                    <a:lumOff val="35000"/>
                  </a:schemeClr>
                </a:solidFill>
              </a:rPr>
              <a:t>SQL Server 2022+: UNMASK at database / schema / table / column level</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Row-Level Security</a:t>
            </a:r>
          </a:p>
        </p:txBody>
      </p:sp>
      <p:sp>
        <p:nvSpPr>
          <p:cNvPr id="7" name="TextBox 6"/>
          <p:cNvSpPr txBox="1"/>
          <p:nvPr/>
        </p:nvSpPr>
        <p:spPr>
          <a:xfrm>
            <a:off x="457200" y="1371600"/>
            <a:ext cx="3566160" cy="3008516"/>
          </a:xfrm>
          <a:prstGeom prst="rect">
            <a:avLst/>
          </a:prstGeom>
          <a:noFill/>
        </p:spPr>
        <p:txBody>
          <a:bodyPr wrap="square">
            <a:spAutoFit/>
          </a:bodyPr>
          <a:lstStyle/>
          <a:p>
            <a:pPr>
              <a:spcBef>
                <a:spcPts val="0"/>
              </a:spcBef>
              <a:spcAft>
                <a:spcPts val="200"/>
              </a:spcAft>
              <a:defRPr sz="1300" b="1">
                <a:solidFill>
                  <a:srgbClr val="1A237E"/>
                </a:solidFill>
              </a:defRPr>
            </a:pPr>
            <a:r>
              <a:rPr lang="en-US" noProof="0" dirty="0"/>
              <a:t>How RLS Works</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Inline table-valued function returns 1 or 0</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Security policy binds predicate to table(s)</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SQL Server evaluates on every query automatically</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No application code changes required</a:t>
            </a:r>
          </a:p>
          <a:p>
            <a:pPr>
              <a:spcBef>
                <a:spcPts val="600"/>
              </a:spcBef>
              <a:spcAft>
                <a:spcPts val="0"/>
              </a:spcAft>
              <a:defRPr sz="400"/>
            </a:pPr>
            <a:endParaRPr lang="en-US" noProof="0" dirty="0"/>
          </a:p>
          <a:p>
            <a:pPr>
              <a:spcBef>
                <a:spcPts val="0"/>
              </a:spcBef>
              <a:spcAft>
                <a:spcPts val="200"/>
              </a:spcAft>
              <a:defRPr sz="1300" b="1">
                <a:solidFill>
                  <a:srgbClr val="1A237E"/>
                </a:solidFill>
              </a:defRPr>
            </a:pPr>
            <a:r>
              <a:rPr lang="en-US" noProof="0" dirty="0"/>
              <a:t>Filter vs. Block Predicates</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Filter: silently excludes rows from SELECT</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Block: prevents unauthorized INSERT / UPDATE / DELETE</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Combine both for complete read + write protection</a:t>
            </a:r>
          </a:p>
          <a:p>
            <a:pPr>
              <a:spcBef>
                <a:spcPts val="600"/>
              </a:spcBef>
              <a:spcAft>
                <a:spcPts val="0"/>
              </a:spcAft>
              <a:defRPr sz="400"/>
            </a:pPr>
            <a:endParaRPr lang="en-US" noProof="0" dirty="0"/>
          </a:p>
          <a:p>
            <a:pPr>
              <a:spcBef>
                <a:spcPts val="0"/>
              </a:spcBef>
              <a:spcAft>
                <a:spcPts val="200"/>
              </a:spcAft>
              <a:defRPr sz="1300" b="1">
                <a:solidFill>
                  <a:srgbClr val="1A237E"/>
                </a:solidFill>
              </a:defRPr>
            </a:pPr>
            <a:r>
              <a:rPr lang="en-US" noProof="0" dirty="0"/>
              <a:t>Best Practices</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Index predicate columns for performance</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Test with EXECUTE AS to verify isolation</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Use SCHEMABINDING on predicate functions</a:t>
            </a:r>
          </a:p>
          <a:p>
            <a:pPr marL="171450" indent="-171450">
              <a:spcBef>
                <a:spcPts val="100"/>
              </a:spcBef>
              <a:spcAft>
                <a:spcPts val="100"/>
              </a:spcAft>
              <a:buFont typeface="Arial" panose="020B0604020202020204" pitchFamily="34" charset="0"/>
              <a:buChar char="•"/>
              <a:defRPr sz="1000">
                <a:solidFill>
                  <a:srgbClr val="37474F"/>
                </a:solidFill>
              </a:defRPr>
            </a:pPr>
            <a:r>
              <a:rPr lang="en-US" noProof="0" dirty="0"/>
              <a:t>Start with filter predicates, add block later</a:t>
            </a:r>
          </a:p>
        </p:txBody>
      </p:sp>
      <p:pic>
        <p:nvPicPr>
          <p:cNvPr id="3" name="Picture 2" descr="Applying Row-Level Security, from the table all the way to what the user sees.">
            <a:extLst>
              <a:ext uri="{FF2B5EF4-FFF2-40B4-BE49-F238E27FC236}">
                <a16:creationId xmlns:a16="http://schemas.microsoft.com/office/drawing/2014/main" id="{711D31C5-B2A9-C3C8-0FCF-8EE241F80CD8}"/>
              </a:ext>
            </a:extLst>
          </p:cNvPr>
          <p:cNvPicPr>
            <a:picLocks noChangeAspect="1"/>
          </p:cNvPicPr>
          <p:nvPr/>
        </p:nvPicPr>
        <p:blipFill>
          <a:blip r:embed="rId3"/>
          <a:stretch>
            <a:fillRect/>
          </a:stretch>
        </p:blipFill>
        <p:spPr>
          <a:xfrm>
            <a:off x="4224528" y="1323904"/>
            <a:ext cx="7510272" cy="3091504"/>
          </a:xfrm>
          <a:prstGeom prst="rect">
            <a:avLst/>
          </a:prstGeom>
        </p:spPr>
      </p:pic>
      <p:sp>
        <p:nvSpPr>
          <p:cNvPr id="8" name="Rounded Rectangle 7"/>
          <p:cNvSpPr/>
          <p:nvPr/>
        </p:nvSpPr>
        <p:spPr>
          <a:xfrm>
            <a:off x="475488" y="4846320"/>
            <a:ext cx="3657600" cy="777240"/>
          </a:xfrm>
          <a:prstGeom prst="roundRect">
            <a:avLst/>
          </a:prstGeom>
          <a:solidFill>
            <a:srgbClr val="F8F4F9"/>
          </a:solidFill>
          <a:ln w="19050">
            <a:solidFill>
              <a:srgbClr val="702573"/>
            </a:solidFill>
          </a:ln>
        </p:spPr>
        <p:style>
          <a:lnRef idx="1">
            <a:schemeClr val="accent1"/>
          </a:lnRef>
          <a:fillRef idx="3">
            <a:schemeClr val="accent1"/>
          </a:fillRef>
          <a:effectRef idx="2">
            <a:schemeClr val="accent1"/>
          </a:effectRef>
          <a:fontRef idx="minor">
            <a:schemeClr val="lt1"/>
          </a:fontRef>
        </p:style>
        <p:txBody>
          <a:bodyPr wrap="square" lIns="127000" tIns="76200" bIns="50800" rtlCol="0" anchor="ctr"/>
          <a:lstStyle/>
          <a:p>
            <a:pPr algn="ctr">
              <a:spcAft>
                <a:spcPts val="100"/>
              </a:spcAft>
              <a:defRPr sz="1100" b="1">
                <a:solidFill>
                  <a:srgbClr val="702573"/>
                </a:solidFill>
              </a:defRPr>
            </a:pPr>
            <a:r>
              <a:rPr lang="en-US" noProof="0" dirty="0"/>
              <a:t>Multitenant Filtering</a:t>
            </a:r>
          </a:p>
          <a:p>
            <a:pPr>
              <a:spcBef>
                <a:spcPts val="0"/>
              </a:spcBef>
              <a:spcAft>
                <a:spcPts val="0"/>
              </a:spcAft>
              <a:defRPr sz="900" i="1">
                <a:solidFill>
                  <a:srgbClr val="4A148C"/>
                </a:solidFill>
              </a:defRPr>
            </a:pPr>
            <a:r>
              <a:rPr lang="en-US" noProof="0" dirty="0"/>
              <a:t>SESSION_CONTEXT(</a:t>
            </a:r>
            <a:r>
              <a:rPr lang="en-US" noProof="0" dirty="0" err="1"/>
              <a:t>N'TenantID</a:t>
            </a:r>
            <a:r>
              <a:rPr lang="en-US" noProof="0" dirty="0"/>
              <a:t>')</a:t>
            </a:r>
          </a:p>
          <a:p>
            <a:pPr>
              <a:spcBef>
                <a:spcPts val="0"/>
              </a:spcBef>
              <a:defRPr sz="900">
                <a:solidFill>
                  <a:srgbClr val="546E7A"/>
                </a:solidFill>
              </a:defRPr>
            </a:pPr>
            <a:r>
              <a:rPr lang="en-US" noProof="0" dirty="0"/>
              <a:t>App sets context - zero code changes</a:t>
            </a:r>
          </a:p>
        </p:txBody>
      </p:sp>
      <p:sp>
        <p:nvSpPr>
          <p:cNvPr id="9" name="Rounded Rectangle 8"/>
          <p:cNvSpPr/>
          <p:nvPr/>
        </p:nvSpPr>
        <p:spPr>
          <a:xfrm>
            <a:off x="4270248" y="4846320"/>
            <a:ext cx="3657600" cy="777240"/>
          </a:xfrm>
          <a:prstGeom prst="roundRect">
            <a:avLst/>
          </a:prstGeom>
          <a:solidFill>
            <a:srgbClr val="F8F4F9"/>
          </a:solidFill>
          <a:ln w="19050">
            <a:solidFill>
              <a:srgbClr val="702573"/>
            </a:solidFill>
          </a:ln>
        </p:spPr>
        <p:style>
          <a:lnRef idx="1">
            <a:schemeClr val="accent1"/>
          </a:lnRef>
          <a:fillRef idx="3">
            <a:schemeClr val="accent1"/>
          </a:fillRef>
          <a:effectRef idx="2">
            <a:schemeClr val="accent1"/>
          </a:effectRef>
          <a:fontRef idx="minor">
            <a:schemeClr val="lt1"/>
          </a:fontRef>
        </p:style>
        <p:txBody>
          <a:bodyPr wrap="square" lIns="127000" tIns="76200" bIns="50800" rtlCol="0" anchor="ctr"/>
          <a:lstStyle/>
          <a:p>
            <a:pPr algn="ctr">
              <a:spcAft>
                <a:spcPts val="100"/>
              </a:spcAft>
              <a:defRPr sz="1100" b="1">
                <a:solidFill>
                  <a:srgbClr val="702573"/>
                </a:solidFill>
              </a:defRPr>
            </a:pPr>
            <a:r>
              <a:rPr lang="en-US" noProof="0" dirty="0"/>
              <a:t>User-Based Access</a:t>
            </a:r>
          </a:p>
          <a:p>
            <a:pPr>
              <a:spcBef>
                <a:spcPts val="0"/>
              </a:spcBef>
              <a:spcAft>
                <a:spcPts val="0"/>
              </a:spcAft>
              <a:defRPr sz="900" i="1">
                <a:solidFill>
                  <a:srgbClr val="4A148C"/>
                </a:solidFill>
              </a:defRPr>
            </a:pPr>
            <a:r>
              <a:rPr lang="en-US" noProof="0" dirty="0"/>
              <a:t>DATABASE_PRINCIPAL_ID()</a:t>
            </a:r>
          </a:p>
          <a:p>
            <a:pPr>
              <a:spcBef>
                <a:spcPts val="0"/>
              </a:spcBef>
              <a:defRPr sz="900">
                <a:solidFill>
                  <a:srgbClr val="546E7A"/>
                </a:solidFill>
              </a:defRPr>
            </a:pPr>
            <a:r>
              <a:rPr lang="en-US" noProof="0" dirty="0"/>
              <a:t>Managers see team via IS_MEMBER()</a:t>
            </a:r>
          </a:p>
        </p:txBody>
      </p:sp>
      <p:sp>
        <p:nvSpPr>
          <p:cNvPr id="10" name="Rounded Rectangle 9"/>
          <p:cNvSpPr/>
          <p:nvPr/>
        </p:nvSpPr>
        <p:spPr>
          <a:xfrm>
            <a:off x="8065008" y="4846320"/>
            <a:ext cx="3657600" cy="777240"/>
          </a:xfrm>
          <a:prstGeom prst="roundRect">
            <a:avLst/>
          </a:prstGeom>
          <a:solidFill>
            <a:srgbClr val="F8F4F9"/>
          </a:solidFill>
          <a:ln w="19050">
            <a:solidFill>
              <a:srgbClr val="702573"/>
            </a:solidFill>
          </a:ln>
        </p:spPr>
        <p:style>
          <a:lnRef idx="1">
            <a:schemeClr val="accent1"/>
          </a:lnRef>
          <a:fillRef idx="3">
            <a:schemeClr val="accent1"/>
          </a:fillRef>
          <a:effectRef idx="2">
            <a:schemeClr val="accent1"/>
          </a:effectRef>
          <a:fontRef idx="minor">
            <a:schemeClr val="lt1"/>
          </a:fontRef>
        </p:style>
        <p:txBody>
          <a:bodyPr wrap="square" lIns="127000" tIns="76200" bIns="50800" rtlCol="0" anchor="ctr"/>
          <a:lstStyle/>
          <a:p>
            <a:pPr algn="ctr">
              <a:spcAft>
                <a:spcPts val="100"/>
              </a:spcAft>
              <a:defRPr sz="1100" b="1">
                <a:solidFill>
                  <a:srgbClr val="702573"/>
                </a:solidFill>
              </a:defRPr>
            </a:pPr>
            <a:r>
              <a:rPr lang="en-US" noProof="0" dirty="0"/>
              <a:t>Hierarchical Access</a:t>
            </a:r>
          </a:p>
          <a:p>
            <a:pPr>
              <a:spcBef>
                <a:spcPts val="0"/>
              </a:spcBef>
              <a:spcAft>
                <a:spcPts val="0"/>
              </a:spcAft>
              <a:defRPr sz="900" i="1">
                <a:solidFill>
                  <a:srgbClr val="4A148C"/>
                </a:solidFill>
              </a:defRPr>
            </a:pPr>
            <a:r>
              <a:rPr lang="en-US" noProof="0" dirty="0"/>
              <a:t>Recursive CTE traversal</a:t>
            </a:r>
          </a:p>
          <a:p>
            <a:pPr>
              <a:spcBef>
                <a:spcPts val="0"/>
              </a:spcBef>
              <a:defRPr sz="900">
                <a:solidFill>
                  <a:srgbClr val="546E7A"/>
                </a:solidFill>
              </a:defRPr>
            </a:pPr>
            <a:r>
              <a:rPr lang="en-US" noProof="0" dirty="0"/>
              <a:t>Directors see full subordinate chain</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Permissions and authentication</a:t>
            </a:r>
          </a:p>
        </p:txBody>
      </p:sp>
      <p:sp>
        <p:nvSpPr>
          <p:cNvPr id="3" name="Text Placeholder 2"/>
          <p:cNvSpPr>
            <a:spLocks noGrp="1"/>
          </p:cNvSpPr>
          <p:nvPr>
            <p:ph type="body" sz="quarter" idx="16"/>
          </p:nvPr>
        </p:nvSpPr>
        <p:spPr>
          <a:xfrm>
            <a:off x="1031325" y="2397294"/>
            <a:ext cx="2437606" cy="246221"/>
          </a:xfrm>
        </p:spPr>
        <p:txBody>
          <a:bodyPr/>
          <a:lstStyle/>
          <a:p>
            <a:r>
              <a:rPr lang="en-US" noProof="0" dirty="0"/>
              <a:t>Role-Based Access Control</a:t>
            </a:r>
          </a:p>
        </p:txBody>
      </p:sp>
      <p:sp>
        <p:nvSpPr>
          <p:cNvPr id="4" name="Text Placeholder 3"/>
          <p:cNvSpPr>
            <a:spLocks noGrp="1"/>
          </p:cNvSpPr>
          <p:nvPr>
            <p:ph type="body" sz="quarter" idx="15"/>
          </p:nvPr>
        </p:nvSpPr>
        <p:spPr>
          <a:xfrm>
            <a:off x="588263" y="3155437"/>
            <a:ext cx="3297938" cy="2354491"/>
          </a:xfrm>
        </p:spPr>
        <p:txBody>
          <a:bodyPr/>
          <a:lstStyle/>
          <a:p>
            <a:r>
              <a:rPr lang="en-US" sz="1500" i="1" noProof="0" dirty="0"/>
              <a:t>GRANT</a:t>
            </a:r>
            <a:r>
              <a:rPr lang="en-US" sz="1500" noProof="0" dirty="0"/>
              <a:t> / </a:t>
            </a:r>
            <a:r>
              <a:rPr lang="en-US" sz="1500" i="1" noProof="0" dirty="0"/>
              <a:t>REVOKE </a:t>
            </a:r>
            <a:r>
              <a:rPr lang="en-US" sz="1500" noProof="0" dirty="0"/>
              <a:t>/ </a:t>
            </a:r>
            <a:r>
              <a:rPr lang="en-US" sz="1500" i="1" noProof="0" dirty="0"/>
              <a:t>DENY </a:t>
            </a:r>
            <a:r>
              <a:rPr lang="en-US" sz="1500" noProof="0" dirty="0"/>
              <a:t>hierarchy</a:t>
            </a:r>
          </a:p>
          <a:p>
            <a:endParaRPr lang="en-US" sz="1500" noProof="0" dirty="0"/>
          </a:p>
          <a:p>
            <a:r>
              <a:rPr lang="en-US" sz="1500" i="1" noProof="0" dirty="0"/>
              <a:t>DENY</a:t>
            </a:r>
            <a:r>
              <a:rPr lang="en-US" sz="1500" noProof="0" dirty="0"/>
              <a:t> overrides all other grants</a:t>
            </a:r>
          </a:p>
          <a:p>
            <a:endParaRPr lang="en-US" sz="1500" noProof="0" dirty="0"/>
          </a:p>
          <a:p>
            <a:r>
              <a:rPr lang="en-US" sz="1500" noProof="0" dirty="0"/>
              <a:t>Create roles per job function</a:t>
            </a:r>
          </a:p>
          <a:p>
            <a:endParaRPr lang="en-US" sz="1500" noProof="0" dirty="0"/>
          </a:p>
          <a:p>
            <a:r>
              <a:rPr lang="en-US" sz="1500" noProof="0" dirty="0"/>
              <a:t>Nest roles for hierarchical access</a:t>
            </a:r>
          </a:p>
        </p:txBody>
      </p:sp>
      <p:sp>
        <p:nvSpPr>
          <p:cNvPr id="5" name="Text Placeholder 4"/>
          <p:cNvSpPr>
            <a:spLocks noGrp="1"/>
          </p:cNvSpPr>
          <p:nvPr>
            <p:ph type="body" sz="quarter" idx="22"/>
          </p:nvPr>
        </p:nvSpPr>
        <p:spPr>
          <a:xfrm>
            <a:off x="5124379" y="2397293"/>
            <a:ext cx="1943241" cy="246221"/>
          </a:xfrm>
        </p:spPr>
        <p:txBody>
          <a:bodyPr/>
          <a:lstStyle/>
          <a:p>
            <a:r>
              <a:rPr lang="en-US" noProof="0" dirty="0"/>
              <a:t>Schema Separation</a:t>
            </a:r>
          </a:p>
        </p:txBody>
      </p:sp>
      <p:sp>
        <p:nvSpPr>
          <p:cNvPr id="6" name="Text Placeholder 5"/>
          <p:cNvSpPr>
            <a:spLocks noGrp="1"/>
          </p:cNvSpPr>
          <p:nvPr>
            <p:ph type="body" sz="quarter" idx="23"/>
          </p:nvPr>
        </p:nvSpPr>
        <p:spPr>
          <a:xfrm>
            <a:off x="4329068" y="3155438"/>
            <a:ext cx="3319794" cy="2354491"/>
          </a:xfrm>
        </p:spPr>
        <p:txBody>
          <a:bodyPr/>
          <a:lstStyle/>
          <a:p>
            <a:r>
              <a:rPr lang="en-US" sz="1500" noProof="0" dirty="0"/>
              <a:t>Group objects by department/function</a:t>
            </a:r>
          </a:p>
          <a:p>
            <a:endParaRPr lang="en-US" sz="1500" noProof="0" dirty="0"/>
          </a:p>
          <a:p>
            <a:r>
              <a:rPr lang="en-US" sz="1500" i="1" noProof="0" dirty="0"/>
              <a:t>GRANT SELECT ON SCHEMA</a:t>
            </a:r>
            <a:r>
              <a:rPr lang="en-US" sz="1500" noProof="0" dirty="0"/>
              <a:t>::Sales</a:t>
            </a:r>
          </a:p>
          <a:p>
            <a:endParaRPr lang="en-US" sz="1500" noProof="0" dirty="0"/>
          </a:p>
          <a:p>
            <a:r>
              <a:rPr lang="en-US" sz="1500" noProof="0" dirty="0"/>
              <a:t>Auto-covers future objects in schema</a:t>
            </a:r>
          </a:p>
          <a:p>
            <a:endParaRPr lang="en-US" sz="1500" noProof="0" dirty="0"/>
          </a:p>
          <a:p>
            <a:r>
              <a:rPr lang="en-US" sz="1500" i="1" noProof="0" dirty="0"/>
              <a:t>CONTROL</a:t>
            </a:r>
            <a:r>
              <a:rPr lang="en-US" sz="1500" noProof="0" dirty="0"/>
              <a:t> on schema = full ownership</a:t>
            </a:r>
          </a:p>
        </p:txBody>
      </p:sp>
      <p:sp>
        <p:nvSpPr>
          <p:cNvPr id="7" name="Text Placeholder 6"/>
          <p:cNvSpPr>
            <a:spLocks noGrp="1"/>
          </p:cNvSpPr>
          <p:nvPr>
            <p:ph type="body" sz="quarter" idx="24"/>
          </p:nvPr>
        </p:nvSpPr>
        <p:spPr>
          <a:xfrm>
            <a:off x="8865273" y="2397292"/>
            <a:ext cx="2013231" cy="246221"/>
          </a:xfrm>
        </p:spPr>
        <p:txBody>
          <a:bodyPr/>
          <a:lstStyle/>
          <a:p>
            <a:r>
              <a:rPr lang="en-US" noProof="0" dirty="0"/>
              <a:t>Microsoft Entra &amp; MI</a:t>
            </a:r>
          </a:p>
        </p:txBody>
      </p:sp>
      <p:sp>
        <p:nvSpPr>
          <p:cNvPr id="8" name="Text Placeholder 7"/>
          <p:cNvSpPr>
            <a:spLocks noGrp="1"/>
          </p:cNvSpPr>
          <p:nvPr>
            <p:ph type="body" sz="quarter" idx="25"/>
          </p:nvPr>
        </p:nvSpPr>
        <p:spPr>
          <a:xfrm>
            <a:off x="8147090" y="3155437"/>
            <a:ext cx="3325491" cy="2123658"/>
          </a:xfrm>
        </p:spPr>
        <p:txBody>
          <a:bodyPr/>
          <a:lstStyle/>
          <a:p>
            <a:r>
              <a:rPr lang="en-US" sz="1500" noProof="0" dirty="0"/>
              <a:t>CREATE USER [...] FROM EXTERNAL PROVIDER</a:t>
            </a:r>
          </a:p>
          <a:p>
            <a:endParaRPr lang="en-US" sz="1500" noProof="0" dirty="0"/>
          </a:p>
          <a:p>
            <a:r>
              <a:rPr lang="en-US" sz="1500" noProof="0" dirty="0"/>
              <a:t>Managed Identity = zero credentials</a:t>
            </a:r>
          </a:p>
          <a:p>
            <a:endParaRPr lang="en-US" sz="1500" noProof="0" dirty="0"/>
          </a:p>
          <a:p>
            <a:r>
              <a:rPr lang="en-US" sz="1500" noProof="0" dirty="0"/>
              <a:t>System-assigned or user-assigned MI</a:t>
            </a:r>
          </a:p>
          <a:p>
            <a:endParaRPr lang="en-US" sz="1500" noProof="0" dirty="0"/>
          </a:p>
          <a:p>
            <a:r>
              <a:rPr lang="en-US" sz="1500" noProof="0" dirty="0"/>
              <a:t>Store connection strings in Key Vault</a:t>
            </a:r>
          </a:p>
        </p:txBody>
      </p:sp>
      <p:grpSp>
        <p:nvGrpSpPr>
          <p:cNvPr id="13" name="Group 12">
            <a:extLst>
              <a:ext uri="{FF2B5EF4-FFF2-40B4-BE49-F238E27FC236}">
                <a16:creationId xmlns:a16="http://schemas.microsoft.com/office/drawing/2014/main" id="{2B958E17-82C8-CCEE-9200-3A24B9AB1ED0}"/>
              </a:ext>
              <a:ext uri="{C183D7F6-B498-43B3-948B-1728B52AA6E4}">
                <adec:decorative xmlns:adec="http://schemas.microsoft.com/office/drawing/2017/decorative" val="1"/>
              </a:ext>
            </a:extLst>
          </p:cNvPr>
          <p:cNvGrpSpPr/>
          <p:nvPr/>
        </p:nvGrpSpPr>
        <p:grpSpPr>
          <a:xfrm>
            <a:off x="1865464" y="1265756"/>
            <a:ext cx="769327" cy="769327"/>
            <a:chOff x="581787" y="1338617"/>
            <a:chExt cx="769327" cy="769327"/>
          </a:xfrm>
        </p:grpSpPr>
        <p:sp>
          <p:nvSpPr>
            <p:cNvPr id="11" name="Oval 10" descr="icon of a finger pushing a button">
              <a:extLst>
                <a:ext uri="{FF2B5EF4-FFF2-40B4-BE49-F238E27FC236}">
                  <a16:creationId xmlns:a16="http://schemas.microsoft.com/office/drawing/2014/main" id="{B38B4DB1-0542-94C1-823A-4D78141BF096}"/>
                </a:ext>
              </a:extLst>
            </p:cNvPr>
            <p:cNvSpPr/>
            <p:nvPr/>
          </p:nvSpPr>
          <p:spPr bwMode="auto">
            <a:xfrm>
              <a:off x="581787" y="1338617"/>
              <a:ext cx="769327" cy="769327"/>
            </a:xfrm>
            <a:prstGeom prst="ellipse">
              <a:avLst/>
            </a:prstGeom>
            <a:solidFill>
              <a:srgbClr val="FF5C39"/>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 name="Teamwork_EA12" title="Icon of three people with an award or ribbon to the lower right">
              <a:extLst>
                <a:ext uri="{FF2B5EF4-FFF2-40B4-BE49-F238E27FC236}">
                  <a16:creationId xmlns:a16="http://schemas.microsoft.com/office/drawing/2014/main" id="{AF0C6B5C-C440-4717-8C06-1F74732A17AC}"/>
                </a:ext>
              </a:extLst>
            </p:cNvPr>
            <p:cNvSpPr>
              <a:spLocks noChangeAspect="1" noEditPoints="1"/>
            </p:cNvSpPr>
            <p:nvPr/>
          </p:nvSpPr>
          <p:spPr bwMode="auto">
            <a:xfrm>
              <a:off x="797198" y="1554028"/>
              <a:ext cx="338505" cy="338505"/>
            </a:xfrm>
            <a:custGeom>
              <a:avLst/>
              <a:gdLst>
                <a:gd name="T0" fmla="*/ 3621 w 3746"/>
                <a:gd name="T1" fmla="*/ 2622 h 3621"/>
                <a:gd name="T2" fmla="*/ 3122 w 3746"/>
                <a:gd name="T3" fmla="*/ 3122 h 3621"/>
                <a:gd name="T4" fmla="*/ 2622 w 3746"/>
                <a:gd name="T5" fmla="*/ 2622 h 3621"/>
                <a:gd name="T6" fmla="*/ 3122 w 3746"/>
                <a:gd name="T7" fmla="*/ 2123 h 3621"/>
                <a:gd name="T8" fmla="*/ 3621 w 3746"/>
                <a:gd name="T9" fmla="*/ 2622 h 3621"/>
                <a:gd name="T10" fmla="*/ 2747 w 3746"/>
                <a:gd name="T11" fmla="*/ 2997 h 3621"/>
                <a:gd name="T12" fmla="*/ 2747 w 3746"/>
                <a:gd name="T13" fmla="*/ 3621 h 3621"/>
                <a:gd name="T14" fmla="*/ 3122 w 3746"/>
                <a:gd name="T15" fmla="*/ 3434 h 3621"/>
                <a:gd name="T16" fmla="*/ 3496 w 3746"/>
                <a:gd name="T17" fmla="*/ 3621 h 3621"/>
                <a:gd name="T18" fmla="*/ 3496 w 3746"/>
                <a:gd name="T19" fmla="*/ 2997 h 3621"/>
                <a:gd name="T20" fmla="*/ 1873 w 3746"/>
                <a:gd name="T21" fmla="*/ 749 h 3621"/>
                <a:gd name="T22" fmla="*/ 1249 w 3746"/>
                <a:gd name="T23" fmla="*/ 1374 h 3621"/>
                <a:gd name="T24" fmla="*/ 1873 w 3746"/>
                <a:gd name="T25" fmla="*/ 1998 h 3621"/>
                <a:gd name="T26" fmla="*/ 2497 w 3746"/>
                <a:gd name="T27" fmla="*/ 1374 h 3621"/>
                <a:gd name="T28" fmla="*/ 1873 w 3746"/>
                <a:gd name="T29" fmla="*/ 749 h 3621"/>
                <a:gd name="T30" fmla="*/ 1873 w 3746"/>
                <a:gd name="T31" fmla="*/ 1998 h 3621"/>
                <a:gd name="T32" fmla="*/ 999 w 3746"/>
                <a:gd name="T33" fmla="*/ 2872 h 3621"/>
                <a:gd name="T34" fmla="*/ 624 w 3746"/>
                <a:gd name="T35" fmla="*/ 0 h 3621"/>
                <a:gd name="T36" fmla="*/ 250 w 3746"/>
                <a:gd name="T37" fmla="*/ 375 h 3621"/>
                <a:gd name="T38" fmla="*/ 624 w 3746"/>
                <a:gd name="T39" fmla="*/ 749 h 3621"/>
                <a:gd name="T40" fmla="*/ 999 w 3746"/>
                <a:gd name="T41" fmla="*/ 375 h 3621"/>
                <a:gd name="T42" fmla="*/ 624 w 3746"/>
                <a:gd name="T43" fmla="*/ 0 h 3621"/>
                <a:gd name="T44" fmla="*/ 1249 w 3746"/>
                <a:gd name="T45" fmla="*/ 1374 h 3621"/>
                <a:gd name="T46" fmla="*/ 624 w 3746"/>
                <a:gd name="T47" fmla="*/ 749 h 3621"/>
                <a:gd name="T48" fmla="*/ 0 w 3746"/>
                <a:gd name="T49" fmla="*/ 1374 h 3621"/>
                <a:gd name="T50" fmla="*/ 3122 w 3746"/>
                <a:gd name="T51" fmla="*/ 0 h 3621"/>
                <a:gd name="T52" fmla="*/ 2747 w 3746"/>
                <a:gd name="T53" fmla="*/ 375 h 3621"/>
                <a:gd name="T54" fmla="*/ 3122 w 3746"/>
                <a:gd name="T55" fmla="*/ 749 h 3621"/>
                <a:gd name="T56" fmla="*/ 3496 w 3746"/>
                <a:gd name="T57" fmla="*/ 375 h 3621"/>
                <a:gd name="T58" fmla="*/ 3122 w 3746"/>
                <a:gd name="T59" fmla="*/ 0 h 3621"/>
                <a:gd name="T60" fmla="*/ 3746 w 3746"/>
                <a:gd name="T61" fmla="*/ 1374 h 3621"/>
                <a:gd name="T62" fmla="*/ 3122 w 3746"/>
                <a:gd name="T63" fmla="*/ 749 h 3621"/>
                <a:gd name="T64" fmla="*/ 2497 w 3746"/>
                <a:gd name="T65" fmla="*/ 1374 h 3621"/>
                <a:gd name="T66" fmla="*/ 2381 w 3746"/>
                <a:gd name="T67" fmla="*/ 2163 h 3621"/>
                <a:gd name="T68" fmla="*/ 1873 w 3746"/>
                <a:gd name="T69" fmla="*/ 1998 h 3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46" h="3621">
                  <a:moveTo>
                    <a:pt x="3621" y="2622"/>
                  </a:moveTo>
                  <a:cubicBezTo>
                    <a:pt x="3621" y="2898"/>
                    <a:pt x="3398" y="3122"/>
                    <a:pt x="3122" y="3122"/>
                  </a:cubicBezTo>
                  <a:cubicBezTo>
                    <a:pt x="2846" y="3122"/>
                    <a:pt x="2622" y="2898"/>
                    <a:pt x="2622" y="2622"/>
                  </a:cubicBezTo>
                  <a:cubicBezTo>
                    <a:pt x="2622" y="2346"/>
                    <a:pt x="2846" y="2123"/>
                    <a:pt x="3122" y="2123"/>
                  </a:cubicBezTo>
                  <a:cubicBezTo>
                    <a:pt x="3398" y="2123"/>
                    <a:pt x="3621" y="2346"/>
                    <a:pt x="3621" y="2622"/>
                  </a:cubicBezTo>
                  <a:close/>
                  <a:moveTo>
                    <a:pt x="2747" y="2997"/>
                  </a:moveTo>
                  <a:cubicBezTo>
                    <a:pt x="2747" y="3621"/>
                    <a:pt x="2747" y="3621"/>
                    <a:pt x="2747" y="3621"/>
                  </a:cubicBezTo>
                  <a:cubicBezTo>
                    <a:pt x="3122" y="3434"/>
                    <a:pt x="3122" y="3434"/>
                    <a:pt x="3122" y="3434"/>
                  </a:cubicBezTo>
                  <a:cubicBezTo>
                    <a:pt x="3496" y="3621"/>
                    <a:pt x="3496" y="3621"/>
                    <a:pt x="3496" y="3621"/>
                  </a:cubicBezTo>
                  <a:cubicBezTo>
                    <a:pt x="3496" y="2997"/>
                    <a:pt x="3496" y="2997"/>
                    <a:pt x="3496" y="2997"/>
                  </a:cubicBezTo>
                  <a:moveTo>
                    <a:pt x="1873" y="749"/>
                  </a:moveTo>
                  <a:cubicBezTo>
                    <a:pt x="1528" y="749"/>
                    <a:pt x="1249" y="1029"/>
                    <a:pt x="1249" y="1374"/>
                  </a:cubicBezTo>
                  <a:cubicBezTo>
                    <a:pt x="1249" y="1718"/>
                    <a:pt x="1528" y="1998"/>
                    <a:pt x="1873" y="1998"/>
                  </a:cubicBezTo>
                  <a:cubicBezTo>
                    <a:pt x="2218" y="1998"/>
                    <a:pt x="2497" y="1718"/>
                    <a:pt x="2497" y="1374"/>
                  </a:cubicBezTo>
                  <a:cubicBezTo>
                    <a:pt x="2497" y="1029"/>
                    <a:pt x="2218" y="749"/>
                    <a:pt x="1873" y="749"/>
                  </a:cubicBezTo>
                  <a:close/>
                  <a:moveTo>
                    <a:pt x="1873" y="1998"/>
                  </a:moveTo>
                  <a:cubicBezTo>
                    <a:pt x="1390" y="1998"/>
                    <a:pt x="999" y="2389"/>
                    <a:pt x="999" y="2872"/>
                  </a:cubicBezTo>
                  <a:moveTo>
                    <a:pt x="624" y="0"/>
                  </a:moveTo>
                  <a:cubicBezTo>
                    <a:pt x="417" y="0"/>
                    <a:pt x="250" y="168"/>
                    <a:pt x="250" y="375"/>
                  </a:cubicBezTo>
                  <a:cubicBezTo>
                    <a:pt x="250" y="581"/>
                    <a:pt x="417" y="749"/>
                    <a:pt x="624" y="749"/>
                  </a:cubicBezTo>
                  <a:cubicBezTo>
                    <a:pt x="831" y="749"/>
                    <a:pt x="999" y="581"/>
                    <a:pt x="999" y="375"/>
                  </a:cubicBezTo>
                  <a:cubicBezTo>
                    <a:pt x="999" y="168"/>
                    <a:pt x="831" y="0"/>
                    <a:pt x="624" y="0"/>
                  </a:cubicBezTo>
                  <a:close/>
                  <a:moveTo>
                    <a:pt x="1249" y="1374"/>
                  </a:moveTo>
                  <a:cubicBezTo>
                    <a:pt x="1249" y="1029"/>
                    <a:pt x="969" y="749"/>
                    <a:pt x="624" y="749"/>
                  </a:cubicBezTo>
                  <a:cubicBezTo>
                    <a:pt x="279" y="749"/>
                    <a:pt x="0" y="1029"/>
                    <a:pt x="0" y="1374"/>
                  </a:cubicBezTo>
                  <a:moveTo>
                    <a:pt x="3122" y="0"/>
                  </a:moveTo>
                  <a:cubicBezTo>
                    <a:pt x="2915" y="0"/>
                    <a:pt x="2747" y="168"/>
                    <a:pt x="2747" y="375"/>
                  </a:cubicBezTo>
                  <a:cubicBezTo>
                    <a:pt x="2747" y="581"/>
                    <a:pt x="2915" y="749"/>
                    <a:pt x="3122" y="749"/>
                  </a:cubicBezTo>
                  <a:cubicBezTo>
                    <a:pt x="3329" y="749"/>
                    <a:pt x="3496" y="581"/>
                    <a:pt x="3496" y="375"/>
                  </a:cubicBezTo>
                  <a:cubicBezTo>
                    <a:pt x="3496" y="168"/>
                    <a:pt x="3329" y="0"/>
                    <a:pt x="3122" y="0"/>
                  </a:cubicBezTo>
                  <a:close/>
                  <a:moveTo>
                    <a:pt x="3746" y="1374"/>
                  </a:moveTo>
                  <a:cubicBezTo>
                    <a:pt x="3746" y="1029"/>
                    <a:pt x="3467" y="749"/>
                    <a:pt x="3122" y="749"/>
                  </a:cubicBezTo>
                  <a:cubicBezTo>
                    <a:pt x="2777" y="749"/>
                    <a:pt x="2497" y="1029"/>
                    <a:pt x="2497" y="1374"/>
                  </a:cubicBezTo>
                  <a:moveTo>
                    <a:pt x="2381" y="2163"/>
                  </a:moveTo>
                  <a:cubicBezTo>
                    <a:pt x="2238" y="2060"/>
                    <a:pt x="2063" y="1998"/>
                    <a:pt x="1873" y="1998"/>
                  </a:cubicBezTo>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14" name="Group 13">
            <a:extLst>
              <a:ext uri="{FF2B5EF4-FFF2-40B4-BE49-F238E27FC236}">
                <a16:creationId xmlns:a16="http://schemas.microsoft.com/office/drawing/2014/main" id="{4C4E1362-DE02-EB2A-E91D-E70510339CAC}"/>
              </a:ext>
              <a:ext uri="{C183D7F6-B498-43B3-948B-1728B52AA6E4}">
                <adec:decorative xmlns:adec="http://schemas.microsoft.com/office/drawing/2017/decorative" val="1"/>
              </a:ext>
            </a:extLst>
          </p:cNvPr>
          <p:cNvGrpSpPr/>
          <p:nvPr/>
        </p:nvGrpSpPr>
        <p:grpSpPr>
          <a:xfrm>
            <a:off x="5711335" y="1265756"/>
            <a:ext cx="769327" cy="769327"/>
            <a:chOff x="4357547" y="1338617"/>
            <a:chExt cx="769327" cy="769327"/>
          </a:xfrm>
        </p:grpSpPr>
        <p:sp>
          <p:nvSpPr>
            <p:cNvPr id="10" name="Oval 9" descr="icon of a finger pushing a button">
              <a:extLst>
                <a:ext uri="{FF2B5EF4-FFF2-40B4-BE49-F238E27FC236}">
                  <a16:creationId xmlns:a16="http://schemas.microsoft.com/office/drawing/2014/main" id="{4E1F7A38-5ECE-9926-F6CC-A07E5B12885C}"/>
                </a:ext>
              </a:extLst>
            </p:cNvPr>
            <p:cNvSpPr/>
            <p:nvPr/>
          </p:nvSpPr>
          <p:spPr bwMode="auto">
            <a:xfrm>
              <a:off x="4357547" y="1338617"/>
              <a:ext cx="769327" cy="769327"/>
            </a:xfrm>
            <a:prstGeom prst="ellipse">
              <a:avLst/>
            </a:prstGeom>
            <a:solidFill>
              <a:srgbClr val="C73ECC"/>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3" name="FolderHorizontal_F12B" title="Icon of a folder">
              <a:extLst>
                <a:ext uri="{FF2B5EF4-FFF2-40B4-BE49-F238E27FC236}">
                  <a16:creationId xmlns:a16="http://schemas.microsoft.com/office/drawing/2014/main" id="{E9CF2D18-5312-40BB-93EB-36E9B18BDEE6}"/>
                </a:ext>
              </a:extLst>
            </p:cNvPr>
            <p:cNvSpPr>
              <a:spLocks noChangeAspect="1" noEditPoints="1"/>
            </p:cNvSpPr>
            <p:nvPr/>
          </p:nvSpPr>
          <p:spPr bwMode="auto">
            <a:xfrm>
              <a:off x="4572958" y="1554028"/>
              <a:ext cx="338505" cy="338505"/>
            </a:xfrm>
            <a:custGeom>
              <a:avLst/>
              <a:gdLst>
                <a:gd name="T0" fmla="*/ 0 w 3758"/>
                <a:gd name="T1" fmla="*/ 126 h 2756"/>
                <a:gd name="T2" fmla="*/ 126 w 3758"/>
                <a:gd name="T3" fmla="*/ 0 h 2756"/>
                <a:gd name="T4" fmla="*/ 1065 w 3758"/>
                <a:gd name="T5" fmla="*/ 0 h 2756"/>
                <a:gd name="T6" fmla="*/ 1378 w 3758"/>
                <a:gd name="T7" fmla="*/ 126 h 2756"/>
                <a:gd name="T8" fmla="*/ 1691 w 3758"/>
                <a:gd name="T9" fmla="*/ 251 h 2756"/>
                <a:gd name="T10" fmla="*/ 3633 w 3758"/>
                <a:gd name="T11" fmla="*/ 251 h 2756"/>
                <a:gd name="T12" fmla="*/ 3758 w 3758"/>
                <a:gd name="T13" fmla="*/ 376 h 2756"/>
                <a:gd name="T14" fmla="*/ 3758 w 3758"/>
                <a:gd name="T15" fmla="*/ 2756 h 2756"/>
                <a:gd name="T16" fmla="*/ 0 w 3758"/>
                <a:gd name="T17" fmla="*/ 2756 h 2756"/>
                <a:gd name="T18" fmla="*/ 0 w 3758"/>
                <a:gd name="T19" fmla="*/ 126 h 2756"/>
                <a:gd name="T20" fmla="*/ 0 w 3758"/>
                <a:gd name="T21" fmla="*/ 501 h 2756"/>
                <a:gd name="T22" fmla="*/ 1065 w 3758"/>
                <a:gd name="T23" fmla="*/ 501 h 2756"/>
                <a:gd name="T24" fmla="*/ 1378 w 3758"/>
                <a:gd name="T25" fmla="*/ 376 h 2756"/>
                <a:gd name="T26" fmla="*/ 1691 w 3758"/>
                <a:gd name="T27" fmla="*/ 251 h 2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8" h="2756">
                  <a:moveTo>
                    <a:pt x="0" y="126"/>
                  </a:moveTo>
                  <a:cubicBezTo>
                    <a:pt x="0" y="56"/>
                    <a:pt x="56" y="0"/>
                    <a:pt x="126" y="0"/>
                  </a:cubicBezTo>
                  <a:cubicBezTo>
                    <a:pt x="1065" y="0"/>
                    <a:pt x="1065" y="0"/>
                    <a:pt x="1065" y="0"/>
                  </a:cubicBezTo>
                  <a:cubicBezTo>
                    <a:pt x="1187" y="0"/>
                    <a:pt x="1298" y="48"/>
                    <a:pt x="1378" y="126"/>
                  </a:cubicBezTo>
                  <a:cubicBezTo>
                    <a:pt x="1458" y="203"/>
                    <a:pt x="1569" y="251"/>
                    <a:pt x="1691" y="251"/>
                  </a:cubicBezTo>
                  <a:cubicBezTo>
                    <a:pt x="3633" y="251"/>
                    <a:pt x="3633" y="251"/>
                    <a:pt x="3633" y="251"/>
                  </a:cubicBezTo>
                  <a:cubicBezTo>
                    <a:pt x="3702" y="251"/>
                    <a:pt x="3758" y="307"/>
                    <a:pt x="3758" y="376"/>
                  </a:cubicBezTo>
                  <a:cubicBezTo>
                    <a:pt x="3758" y="2756"/>
                    <a:pt x="3758" y="2756"/>
                    <a:pt x="3758" y="2756"/>
                  </a:cubicBezTo>
                  <a:cubicBezTo>
                    <a:pt x="0" y="2756"/>
                    <a:pt x="0" y="2756"/>
                    <a:pt x="0" y="2756"/>
                  </a:cubicBezTo>
                  <a:lnTo>
                    <a:pt x="0" y="126"/>
                  </a:lnTo>
                  <a:close/>
                  <a:moveTo>
                    <a:pt x="0" y="501"/>
                  </a:moveTo>
                  <a:cubicBezTo>
                    <a:pt x="1065" y="501"/>
                    <a:pt x="1065" y="501"/>
                    <a:pt x="1065" y="501"/>
                  </a:cubicBezTo>
                  <a:cubicBezTo>
                    <a:pt x="1187" y="501"/>
                    <a:pt x="1298" y="453"/>
                    <a:pt x="1378" y="376"/>
                  </a:cubicBezTo>
                  <a:cubicBezTo>
                    <a:pt x="1458" y="299"/>
                    <a:pt x="1569" y="251"/>
                    <a:pt x="1691" y="251"/>
                  </a:cubicBezTo>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15" name="Group 14">
            <a:extLst>
              <a:ext uri="{FF2B5EF4-FFF2-40B4-BE49-F238E27FC236}">
                <a16:creationId xmlns:a16="http://schemas.microsoft.com/office/drawing/2014/main" id="{9659AB3F-CB75-4E67-0810-64B56ED4F9D6}"/>
              </a:ext>
              <a:ext uri="{C183D7F6-B498-43B3-948B-1728B52AA6E4}">
                <adec:decorative xmlns:adec="http://schemas.microsoft.com/office/drawing/2017/decorative" val="1"/>
              </a:ext>
            </a:extLst>
          </p:cNvPr>
          <p:cNvGrpSpPr/>
          <p:nvPr/>
        </p:nvGrpSpPr>
        <p:grpSpPr>
          <a:xfrm>
            <a:off x="9487224" y="1265756"/>
            <a:ext cx="769327" cy="769327"/>
            <a:chOff x="8114290" y="1338617"/>
            <a:chExt cx="769327" cy="769327"/>
          </a:xfrm>
        </p:grpSpPr>
        <p:sp>
          <p:nvSpPr>
            <p:cNvPr id="12" name="Oval 11" descr="icon of a finger pushing a button">
              <a:extLst>
                <a:ext uri="{FF2B5EF4-FFF2-40B4-BE49-F238E27FC236}">
                  <a16:creationId xmlns:a16="http://schemas.microsoft.com/office/drawing/2014/main" id="{1748EDB1-5034-D172-C151-51F091159640}"/>
                </a:ext>
              </a:extLst>
            </p:cNvPr>
            <p:cNvSpPr/>
            <p:nvPr/>
          </p:nvSpPr>
          <p:spPr bwMode="auto">
            <a:xfrm>
              <a:off x="8114290" y="1338617"/>
              <a:ext cx="769327" cy="769327"/>
            </a:xfrm>
            <a:prstGeom prst="ellipse">
              <a:avLst/>
            </a:prstGeom>
            <a:solidFill>
              <a:srgbClr val="0078D4"/>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8" name="Fingerprint_E928" title="Icon of a fingerprint">
              <a:extLst>
                <a:ext uri="{FF2B5EF4-FFF2-40B4-BE49-F238E27FC236}">
                  <a16:creationId xmlns:a16="http://schemas.microsoft.com/office/drawing/2014/main" id="{E06295FE-0E7F-488F-9CC6-89769078B1E0}"/>
                </a:ext>
              </a:extLst>
            </p:cNvPr>
            <p:cNvSpPr>
              <a:spLocks noChangeAspect="1" noEditPoints="1"/>
            </p:cNvSpPr>
            <p:nvPr/>
          </p:nvSpPr>
          <p:spPr bwMode="auto">
            <a:xfrm>
              <a:off x="8329701" y="1554028"/>
              <a:ext cx="338505" cy="338505"/>
            </a:xfrm>
            <a:custGeom>
              <a:avLst/>
              <a:gdLst>
                <a:gd name="T0" fmla="*/ 1116 w 2414"/>
                <a:gd name="T1" fmla="*/ 1998 h 3246"/>
                <a:gd name="T2" fmla="*/ 117 w 2414"/>
                <a:gd name="T3" fmla="*/ 2996 h 3246"/>
                <a:gd name="T4" fmla="*/ 2115 w 2414"/>
                <a:gd name="T5" fmla="*/ 250 h 3246"/>
                <a:gd name="T6" fmla="*/ 1116 w 2414"/>
                <a:gd name="T7" fmla="*/ 0 h 3246"/>
                <a:gd name="T8" fmla="*/ 117 w 2414"/>
                <a:gd name="T9" fmla="*/ 250 h 3246"/>
                <a:gd name="T10" fmla="*/ 2414 w 2414"/>
                <a:gd name="T11" fmla="*/ 1248 h 3246"/>
                <a:gd name="T12" fmla="*/ 1116 w 2414"/>
                <a:gd name="T13" fmla="*/ 499 h 3246"/>
                <a:gd name="T14" fmla="*/ 0 w 2414"/>
                <a:gd name="T15" fmla="*/ 999 h 3246"/>
                <a:gd name="T16" fmla="*/ 1677 w 2414"/>
                <a:gd name="T17" fmla="*/ 3246 h 3246"/>
                <a:gd name="T18" fmla="*/ 2115 w 2414"/>
                <a:gd name="T19" fmla="*/ 1998 h 3246"/>
                <a:gd name="T20" fmla="*/ 1116 w 2414"/>
                <a:gd name="T21" fmla="*/ 999 h 3246"/>
                <a:gd name="T22" fmla="*/ 117 w 2414"/>
                <a:gd name="T23" fmla="*/ 1998 h 3246"/>
                <a:gd name="T24" fmla="*/ 946 w 2414"/>
                <a:gd name="T25" fmla="*/ 3246 h 3246"/>
                <a:gd name="T26" fmla="*/ 1616 w 2414"/>
                <a:gd name="T27" fmla="*/ 1998 h 3246"/>
                <a:gd name="T28" fmla="*/ 1116 w 2414"/>
                <a:gd name="T29" fmla="*/ 1498 h 3246"/>
                <a:gd name="T30" fmla="*/ 617 w 2414"/>
                <a:gd name="T31" fmla="*/ 1998 h 3246"/>
                <a:gd name="T32" fmla="*/ 117 w 2414"/>
                <a:gd name="T33" fmla="*/ 2497 h 3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4" h="3246">
                  <a:moveTo>
                    <a:pt x="1116" y="1998"/>
                  </a:moveTo>
                  <a:cubicBezTo>
                    <a:pt x="1116" y="2550"/>
                    <a:pt x="669" y="2996"/>
                    <a:pt x="117" y="2996"/>
                  </a:cubicBezTo>
                  <a:moveTo>
                    <a:pt x="2115" y="250"/>
                  </a:moveTo>
                  <a:cubicBezTo>
                    <a:pt x="1819" y="91"/>
                    <a:pt x="1479" y="0"/>
                    <a:pt x="1116" y="0"/>
                  </a:cubicBezTo>
                  <a:cubicBezTo>
                    <a:pt x="754" y="0"/>
                    <a:pt x="413" y="91"/>
                    <a:pt x="117" y="250"/>
                  </a:cubicBezTo>
                  <a:moveTo>
                    <a:pt x="2414" y="1248"/>
                  </a:moveTo>
                  <a:cubicBezTo>
                    <a:pt x="2155" y="801"/>
                    <a:pt x="1671" y="499"/>
                    <a:pt x="1116" y="499"/>
                  </a:cubicBezTo>
                  <a:cubicBezTo>
                    <a:pt x="673" y="499"/>
                    <a:pt x="274" y="692"/>
                    <a:pt x="0" y="999"/>
                  </a:cubicBezTo>
                  <a:moveTo>
                    <a:pt x="1677" y="3246"/>
                  </a:moveTo>
                  <a:cubicBezTo>
                    <a:pt x="1951" y="2904"/>
                    <a:pt x="2115" y="2470"/>
                    <a:pt x="2115" y="1998"/>
                  </a:cubicBezTo>
                  <a:cubicBezTo>
                    <a:pt x="2115" y="1446"/>
                    <a:pt x="1668" y="999"/>
                    <a:pt x="1116" y="999"/>
                  </a:cubicBezTo>
                  <a:cubicBezTo>
                    <a:pt x="565" y="999"/>
                    <a:pt x="117" y="1446"/>
                    <a:pt x="117" y="1998"/>
                  </a:cubicBezTo>
                  <a:moveTo>
                    <a:pt x="946" y="3246"/>
                  </a:moveTo>
                  <a:cubicBezTo>
                    <a:pt x="1350" y="2978"/>
                    <a:pt x="1616" y="2519"/>
                    <a:pt x="1616" y="1998"/>
                  </a:cubicBezTo>
                  <a:cubicBezTo>
                    <a:pt x="1616" y="1722"/>
                    <a:pt x="1392" y="1498"/>
                    <a:pt x="1116" y="1498"/>
                  </a:cubicBezTo>
                  <a:cubicBezTo>
                    <a:pt x="840" y="1498"/>
                    <a:pt x="617" y="1722"/>
                    <a:pt x="617" y="1998"/>
                  </a:cubicBezTo>
                  <a:cubicBezTo>
                    <a:pt x="617" y="2274"/>
                    <a:pt x="393" y="2497"/>
                    <a:pt x="117" y="2497"/>
                  </a:cubicBezTo>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gradFill>
                  <a:gsLst>
                    <a:gs pos="0">
                      <a:srgbClr val="505050"/>
                    </a:gs>
                    <a:gs pos="100000">
                      <a:srgbClr val="505050"/>
                    </a:gs>
                  </a:gsLst>
                </a:gradFill>
              </a:endParaRPr>
            </a:p>
          </p:txBody>
        </p:sp>
      </p:grpSp>
      <p:sp>
        <p:nvSpPr>
          <p:cNvPr id="16" name="Rectangle 15">
            <a:extLst>
              <a:ext uri="{FF2B5EF4-FFF2-40B4-BE49-F238E27FC236}">
                <a16:creationId xmlns:a16="http://schemas.microsoft.com/office/drawing/2014/main" id="{237E59E5-1229-4429-D491-74B5F0D76921}"/>
              </a:ext>
              <a:ext uri="{C183D7F6-B498-43B3-948B-1728B52AA6E4}">
                <adec:decorative xmlns:adec="http://schemas.microsoft.com/office/drawing/2017/decorative" val="1"/>
              </a:ext>
            </a:extLst>
          </p:cNvPr>
          <p:cNvSpPr/>
          <p:nvPr/>
        </p:nvSpPr>
        <p:spPr bwMode="auto">
          <a:xfrm>
            <a:off x="457200" y="2857500"/>
            <a:ext cx="3601717" cy="2950369"/>
          </a:xfrm>
          <a:prstGeom prst="rect">
            <a:avLst/>
          </a:prstGeom>
          <a:noFill/>
          <a:ln>
            <a:solidFill>
              <a:schemeClr val="bg1">
                <a:lumMod val="8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
        <p:nvSpPr>
          <p:cNvPr id="17" name="Rectangle 16">
            <a:extLst>
              <a:ext uri="{FF2B5EF4-FFF2-40B4-BE49-F238E27FC236}">
                <a16:creationId xmlns:a16="http://schemas.microsoft.com/office/drawing/2014/main" id="{5843D306-90BB-65DD-6963-88DCAD512140}"/>
              </a:ext>
              <a:ext uri="{C183D7F6-B498-43B3-948B-1728B52AA6E4}">
                <adec:decorative xmlns:adec="http://schemas.microsoft.com/office/drawing/2017/decorative" val="1"/>
              </a:ext>
            </a:extLst>
          </p:cNvPr>
          <p:cNvSpPr/>
          <p:nvPr/>
        </p:nvSpPr>
        <p:spPr bwMode="auto">
          <a:xfrm>
            <a:off x="4188107" y="2859881"/>
            <a:ext cx="3601717" cy="2950369"/>
          </a:xfrm>
          <a:prstGeom prst="rect">
            <a:avLst/>
          </a:prstGeom>
          <a:noFill/>
          <a:ln>
            <a:solidFill>
              <a:schemeClr val="bg1">
                <a:lumMod val="8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
        <p:nvSpPr>
          <p:cNvPr id="19" name="Rectangle 18">
            <a:extLst>
              <a:ext uri="{FF2B5EF4-FFF2-40B4-BE49-F238E27FC236}">
                <a16:creationId xmlns:a16="http://schemas.microsoft.com/office/drawing/2014/main" id="{D28D6052-2AFA-725E-6FB7-6BE747FAF176}"/>
              </a:ext>
              <a:ext uri="{C183D7F6-B498-43B3-948B-1728B52AA6E4}">
                <adec:decorative xmlns:adec="http://schemas.microsoft.com/office/drawing/2017/decorative" val="1"/>
              </a:ext>
            </a:extLst>
          </p:cNvPr>
          <p:cNvSpPr/>
          <p:nvPr/>
        </p:nvSpPr>
        <p:spPr bwMode="auto">
          <a:xfrm>
            <a:off x="8008978" y="2757124"/>
            <a:ext cx="3601717" cy="2950369"/>
          </a:xfrm>
          <a:prstGeom prst="rect">
            <a:avLst/>
          </a:prstGeom>
          <a:noFill/>
          <a:ln>
            <a:solidFill>
              <a:schemeClr val="bg1">
                <a:lumMod val="8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Implement auditing</a:t>
            </a:r>
          </a:p>
        </p:txBody>
      </p:sp>
      <p:sp>
        <p:nvSpPr>
          <p:cNvPr id="11" name="TextBox 10"/>
          <p:cNvSpPr txBox="1"/>
          <p:nvPr/>
        </p:nvSpPr>
        <p:spPr>
          <a:xfrm>
            <a:off x="588261" y="1877643"/>
            <a:ext cx="3662270" cy="3818994"/>
          </a:xfrm>
          <a:prstGeom prst="rect">
            <a:avLst/>
          </a:prstGeom>
          <a:noFill/>
        </p:spPr>
        <p:txBody>
          <a:bodyPr wrap="square">
            <a:spAutoFit/>
          </a:bodyPr>
          <a:lstStyle/>
          <a:p>
            <a:pPr>
              <a:spcBef>
                <a:spcPts val="0"/>
              </a:spcBef>
              <a:spcAft>
                <a:spcPts val="200"/>
              </a:spcAft>
            </a:pPr>
            <a:r>
              <a:rPr lang="en-US" sz="1200" b="1" noProof="0" dirty="0">
                <a:solidFill>
                  <a:srgbClr val="263238"/>
                </a:solidFill>
                <a:latin typeface="Segoe UI"/>
              </a:rPr>
              <a:t>Why audit?</a:t>
            </a:r>
          </a:p>
          <a:p>
            <a:pPr>
              <a:spcBef>
                <a:spcPts val="100"/>
              </a:spcBef>
              <a:spcAft>
                <a:spcPts val="100"/>
              </a:spcAft>
            </a:pPr>
            <a:r>
              <a:rPr lang="en-US" sz="1000" noProof="0" dirty="0">
                <a:solidFill>
                  <a:srgbClr val="37474F"/>
                </a:solidFill>
                <a:latin typeface="Segoe UI"/>
              </a:rPr>
              <a:t>• Detect security threats early</a:t>
            </a:r>
          </a:p>
          <a:p>
            <a:pPr>
              <a:spcBef>
                <a:spcPts val="100"/>
              </a:spcBef>
              <a:spcAft>
                <a:spcPts val="100"/>
              </a:spcAft>
            </a:pPr>
            <a:r>
              <a:rPr lang="en-US" sz="1000" noProof="0" dirty="0">
                <a:solidFill>
                  <a:srgbClr val="37474F"/>
                </a:solidFill>
                <a:latin typeface="Segoe UI"/>
              </a:rPr>
              <a:t>• Track compliance with regulations</a:t>
            </a:r>
          </a:p>
          <a:p>
            <a:pPr>
              <a:spcBef>
                <a:spcPts val="100"/>
              </a:spcBef>
              <a:spcAft>
                <a:spcPts val="100"/>
              </a:spcAft>
            </a:pPr>
            <a:r>
              <a:rPr lang="en-US" sz="1000" noProof="0" dirty="0">
                <a:solidFill>
                  <a:srgbClr val="37474F"/>
                </a:solidFill>
                <a:latin typeface="Segoe UI"/>
              </a:rPr>
              <a:t>• Investigate incidents with full trail</a:t>
            </a:r>
          </a:p>
          <a:p>
            <a:pPr>
              <a:spcBef>
                <a:spcPts val="100"/>
              </a:spcBef>
              <a:spcAft>
                <a:spcPts val="100"/>
              </a:spcAft>
            </a:pPr>
            <a:r>
              <a:rPr lang="en-US" sz="1000" noProof="0" dirty="0">
                <a:solidFill>
                  <a:srgbClr val="37474F"/>
                </a:solidFill>
                <a:latin typeface="Segoe UI"/>
              </a:rPr>
              <a:t>• Accountability: who accessed what, when</a:t>
            </a:r>
          </a:p>
          <a:p>
            <a:pPr>
              <a:spcBef>
                <a:spcPts val="1000"/>
              </a:spcBef>
              <a:spcAft>
                <a:spcPts val="200"/>
              </a:spcAft>
            </a:pPr>
            <a:r>
              <a:rPr lang="en-US" sz="1200" b="1" noProof="0" dirty="0">
                <a:solidFill>
                  <a:srgbClr val="263238"/>
                </a:solidFill>
                <a:latin typeface="Segoe UI"/>
              </a:rPr>
              <a:t>Configuration tips</a:t>
            </a:r>
          </a:p>
          <a:p>
            <a:pPr>
              <a:spcBef>
                <a:spcPts val="100"/>
              </a:spcBef>
              <a:spcAft>
                <a:spcPts val="100"/>
              </a:spcAft>
            </a:pPr>
            <a:r>
              <a:rPr lang="en-US" sz="1000" noProof="0" dirty="0">
                <a:solidFill>
                  <a:srgbClr val="37474F"/>
                </a:solidFill>
                <a:latin typeface="Segoe UI"/>
              </a:rPr>
              <a:t>• QUEUE_DELAY controls write buffering</a:t>
            </a:r>
          </a:p>
          <a:p>
            <a:pPr>
              <a:spcBef>
                <a:spcPts val="100"/>
              </a:spcBef>
              <a:spcAft>
                <a:spcPts val="100"/>
              </a:spcAft>
            </a:pPr>
            <a:r>
              <a:rPr lang="en-US" sz="1000" noProof="0" dirty="0">
                <a:solidFill>
                  <a:srgbClr val="37474F"/>
                </a:solidFill>
                <a:latin typeface="Segoe UI"/>
              </a:rPr>
              <a:t>• ON_FAILURE = SHUTDOWN for critical compliance</a:t>
            </a:r>
          </a:p>
          <a:p>
            <a:pPr>
              <a:spcBef>
                <a:spcPts val="100"/>
              </a:spcBef>
              <a:spcAft>
                <a:spcPts val="100"/>
              </a:spcAft>
            </a:pPr>
            <a:r>
              <a:rPr lang="en-US" sz="1000" noProof="0" dirty="0">
                <a:solidFill>
                  <a:srgbClr val="37474F"/>
                </a:solidFill>
                <a:latin typeface="Segoe UI"/>
              </a:rPr>
              <a:t>• Start focused - high-volume auditing impacts performance</a:t>
            </a:r>
          </a:p>
          <a:p>
            <a:pPr>
              <a:spcBef>
                <a:spcPts val="1000"/>
              </a:spcBef>
              <a:spcAft>
                <a:spcPts val="200"/>
              </a:spcAft>
            </a:pPr>
            <a:r>
              <a:rPr lang="en-US" sz="1200" b="1" noProof="0" dirty="0">
                <a:solidFill>
                  <a:srgbClr val="263238"/>
                </a:solidFill>
                <a:latin typeface="Segoe UI"/>
              </a:rPr>
              <a:t>Querying audit logs</a:t>
            </a:r>
          </a:p>
          <a:p>
            <a:pPr>
              <a:spcBef>
                <a:spcPts val="100"/>
              </a:spcBef>
              <a:spcAft>
                <a:spcPts val="100"/>
              </a:spcAft>
            </a:pPr>
            <a:r>
              <a:rPr lang="en-US" sz="1000" noProof="0" dirty="0">
                <a:solidFill>
                  <a:srgbClr val="37474F"/>
                </a:solidFill>
                <a:latin typeface="Segoe UI"/>
              </a:rPr>
              <a:t>• SQL Server: </a:t>
            </a:r>
            <a:r>
              <a:rPr lang="en-US" sz="1000" noProof="0" dirty="0" err="1">
                <a:solidFill>
                  <a:srgbClr val="37474F"/>
                </a:solidFill>
                <a:latin typeface="Segoe UI"/>
              </a:rPr>
              <a:t>fn_get_audit_file</a:t>
            </a:r>
            <a:r>
              <a:rPr lang="en-US" sz="1000" noProof="0" dirty="0">
                <a:solidFill>
                  <a:srgbClr val="37474F"/>
                </a:solidFill>
                <a:latin typeface="Segoe UI"/>
              </a:rPr>
              <a:t>()</a:t>
            </a:r>
          </a:p>
          <a:p>
            <a:pPr>
              <a:spcBef>
                <a:spcPts val="100"/>
              </a:spcBef>
              <a:spcAft>
                <a:spcPts val="100"/>
              </a:spcAft>
            </a:pPr>
            <a:r>
              <a:rPr lang="en-US" sz="1000" noProof="0" dirty="0">
                <a:solidFill>
                  <a:srgbClr val="37474F"/>
                </a:solidFill>
                <a:latin typeface="Segoe UI"/>
              </a:rPr>
              <a:t>• Azure SQL: KQL via Log Analytics</a:t>
            </a:r>
          </a:p>
          <a:p>
            <a:pPr>
              <a:spcBef>
                <a:spcPts val="100"/>
              </a:spcBef>
              <a:spcAft>
                <a:spcPts val="100"/>
              </a:spcAft>
            </a:pPr>
            <a:r>
              <a:rPr lang="en-US" sz="1000" noProof="0" dirty="0">
                <a:solidFill>
                  <a:srgbClr val="37474F"/>
                </a:solidFill>
                <a:latin typeface="Segoe UI"/>
              </a:rPr>
              <a:t>• Look for failed logins, unusual access patterns</a:t>
            </a:r>
          </a:p>
          <a:p>
            <a:pPr>
              <a:spcBef>
                <a:spcPts val="1000"/>
              </a:spcBef>
              <a:spcAft>
                <a:spcPts val="200"/>
              </a:spcAft>
            </a:pPr>
            <a:r>
              <a:rPr lang="en-US" sz="1200" b="1" noProof="0" dirty="0">
                <a:solidFill>
                  <a:srgbClr val="263238"/>
                </a:solidFill>
                <a:latin typeface="Segoe UI"/>
              </a:rPr>
              <a:t>Retention best practices</a:t>
            </a:r>
          </a:p>
          <a:p>
            <a:pPr>
              <a:spcBef>
                <a:spcPts val="100"/>
              </a:spcBef>
              <a:spcAft>
                <a:spcPts val="100"/>
              </a:spcAft>
            </a:pPr>
            <a:r>
              <a:rPr lang="en-US" sz="1000" noProof="0" dirty="0">
                <a:solidFill>
                  <a:srgbClr val="37474F"/>
                </a:solidFill>
                <a:latin typeface="Segoe UI"/>
              </a:rPr>
              <a:t>• Store logs separately from monitored databases</a:t>
            </a:r>
          </a:p>
          <a:p>
            <a:pPr>
              <a:spcBef>
                <a:spcPts val="100"/>
              </a:spcBef>
              <a:spcAft>
                <a:spcPts val="100"/>
              </a:spcAft>
            </a:pPr>
            <a:r>
              <a:rPr lang="en-US" sz="1000" noProof="0" dirty="0">
                <a:solidFill>
                  <a:srgbClr val="37474F"/>
                </a:solidFill>
                <a:latin typeface="Segoe UI"/>
              </a:rPr>
              <a:t>• Use immutable storage to prevent tampering</a:t>
            </a:r>
          </a:p>
          <a:p>
            <a:pPr>
              <a:spcBef>
                <a:spcPts val="100"/>
              </a:spcBef>
              <a:spcAft>
                <a:spcPts val="100"/>
              </a:spcAft>
            </a:pPr>
            <a:r>
              <a:rPr lang="en-US" sz="1000" noProof="0" dirty="0">
                <a:solidFill>
                  <a:srgbClr val="37474F"/>
                </a:solidFill>
                <a:latin typeface="Segoe UI"/>
              </a:rPr>
              <a:t>• Retain per regulation (often 7 years for financial)</a:t>
            </a:r>
          </a:p>
          <a:p>
            <a:pPr>
              <a:spcBef>
                <a:spcPts val="100"/>
              </a:spcBef>
              <a:spcAft>
                <a:spcPts val="100"/>
              </a:spcAft>
            </a:pPr>
            <a:r>
              <a:rPr lang="en-US" sz="1000" noProof="0" dirty="0">
                <a:solidFill>
                  <a:srgbClr val="37474F"/>
                </a:solidFill>
                <a:latin typeface="Segoe UI"/>
              </a:rPr>
              <a:t>• Archive to cold storage for cost management</a:t>
            </a:r>
          </a:p>
        </p:txBody>
      </p:sp>
      <p:pic>
        <p:nvPicPr>
          <p:cNvPr id="10" name="Picture 9" descr="Image describing SQL auditing in SQL.">
            <a:extLst>
              <a:ext uri="{FF2B5EF4-FFF2-40B4-BE49-F238E27FC236}">
                <a16:creationId xmlns:a16="http://schemas.microsoft.com/office/drawing/2014/main" id="{8F4748D7-F719-0D74-587F-ED3275833234}"/>
              </a:ext>
            </a:extLst>
          </p:cNvPr>
          <p:cNvPicPr>
            <a:picLocks noChangeAspect="1"/>
          </p:cNvPicPr>
          <p:nvPr/>
        </p:nvPicPr>
        <p:blipFill>
          <a:blip r:embed="rId3"/>
          <a:stretch>
            <a:fillRect/>
          </a:stretch>
        </p:blipFill>
        <p:spPr>
          <a:xfrm>
            <a:off x="4640580" y="1531620"/>
            <a:ext cx="6766560" cy="4511040"/>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Secure model and API endpoints</a:t>
            </a:r>
          </a:p>
        </p:txBody>
      </p:sp>
      <p:sp>
        <p:nvSpPr>
          <p:cNvPr id="3" name="Rounded Rectangle 2">
            <a:extLst>
              <a:ext uri="{C183D7F6-B498-43B3-948B-1728B52AA6E4}">
                <adec:decorative xmlns:adec="http://schemas.microsoft.com/office/drawing/2017/decorative" val="1"/>
              </a:ext>
            </a:extLst>
          </p:cNvPr>
          <p:cNvSpPr/>
          <p:nvPr/>
        </p:nvSpPr>
        <p:spPr>
          <a:xfrm>
            <a:off x="376275" y="1465262"/>
            <a:ext cx="2743200" cy="173736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 name="Rounded Rectangle 3"/>
          <p:cNvSpPr/>
          <p:nvPr/>
        </p:nvSpPr>
        <p:spPr>
          <a:xfrm>
            <a:off x="376275" y="1465262"/>
            <a:ext cx="2743200" cy="347472"/>
          </a:xfrm>
          <a:prstGeom prst="roundRect">
            <a:avLst/>
          </a:prstGeom>
          <a:solidFill>
            <a:srgbClr val="0078D4"/>
          </a:solidFill>
          <a:ln w="6350">
            <a:solidFill>
              <a:srgbClr val="0078D4"/>
            </a:solidFill>
          </a:ln>
        </p:spPr>
        <p:style>
          <a:lnRef idx="1">
            <a:schemeClr val="accent1"/>
          </a:lnRef>
          <a:fillRef idx="3">
            <a:schemeClr val="accent1"/>
          </a:fillRef>
          <a:effectRef idx="2">
            <a:schemeClr val="accent1"/>
          </a:effectRef>
          <a:fontRef idx="minor">
            <a:schemeClr val="lt1"/>
          </a:fontRef>
        </p:style>
        <p:txBody>
          <a:bodyPr lIns="101600" tIns="0" rIns="101600" bIns="0" rtlCol="0" anchor="ctr"/>
          <a:lstStyle/>
          <a:p>
            <a:pPr algn="ctr"/>
            <a:r>
              <a:rPr lang="en-US" sz="1300" b="1" noProof="0" dirty="0">
                <a:solidFill>
                  <a:srgbClr val="FFFFFF"/>
                </a:solidFill>
              </a:rPr>
              <a:t>AI Model Endpoints</a:t>
            </a:r>
          </a:p>
        </p:txBody>
      </p:sp>
      <p:sp>
        <p:nvSpPr>
          <p:cNvPr id="5" name="TextBox 4"/>
          <p:cNvSpPr txBox="1"/>
          <p:nvPr/>
        </p:nvSpPr>
        <p:spPr>
          <a:xfrm>
            <a:off x="513434" y="1922462"/>
            <a:ext cx="2486369" cy="938719"/>
          </a:xfrm>
          <a:prstGeom prst="rect">
            <a:avLst/>
          </a:prstGeom>
          <a:noFill/>
        </p:spPr>
        <p:txBody>
          <a:bodyPr wrap="square">
            <a:spAutoFit/>
          </a:bodyPr>
          <a:lstStyle/>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err="1"/>
              <a:t>sp_invoke_external_rest_endpoint</a:t>
            </a:r>
            <a:endParaRPr lang="en-US" noProof="0" dirty="0"/>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Managed Identity - no secrets in DB</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Database-scoped credentials fallback</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Track latency, errors, retry count</a:t>
            </a:r>
          </a:p>
        </p:txBody>
      </p:sp>
      <p:sp>
        <p:nvSpPr>
          <p:cNvPr id="6" name="Rounded Rectangle 5">
            <a:extLst>
              <a:ext uri="{C183D7F6-B498-43B3-948B-1728B52AA6E4}">
                <adec:decorative xmlns:adec="http://schemas.microsoft.com/office/drawing/2017/decorative" val="1"/>
              </a:ext>
            </a:extLst>
          </p:cNvPr>
          <p:cNvSpPr/>
          <p:nvPr/>
        </p:nvSpPr>
        <p:spPr>
          <a:xfrm>
            <a:off x="3256635" y="1465262"/>
            <a:ext cx="2743200" cy="173736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 name="Rounded Rectangle 6"/>
          <p:cNvSpPr/>
          <p:nvPr/>
        </p:nvSpPr>
        <p:spPr>
          <a:xfrm>
            <a:off x="3248347" y="1465262"/>
            <a:ext cx="2743200" cy="347472"/>
          </a:xfrm>
          <a:prstGeom prst="roundRect">
            <a:avLst/>
          </a:prstGeom>
          <a:solidFill>
            <a:srgbClr val="0078D4"/>
          </a:solidFill>
          <a:ln w="6350">
            <a:solidFill>
              <a:srgbClr val="0078D4"/>
            </a:solidFill>
          </a:ln>
        </p:spPr>
        <p:style>
          <a:lnRef idx="1">
            <a:schemeClr val="accent1"/>
          </a:lnRef>
          <a:fillRef idx="3">
            <a:schemeClr val="accent1"/>
          </a:fillRef>
          <a:effectRef idx="2">
            <a:schemeClr val="accent1"/>
          </a:effectRef>
          <a:fontRef idx="minor">
            <a:schemeClr val="lt1"/>
          </a:fontRef>
        </p:style>
        <p:txBody>
          <a:bodyPr lIns="101600" tIns="0" rIns="101600" bIns="0" rtlCol="0" anchor="ctr"/>
          <a:lstStyle/>
          <a:p>
            <a:pPr algn="ctr"/>
            <a:r>
              <a:rPr lang="en-US" sz="1300" b="1" noProof="0" dirty="0" err="1">
                <a:solidFill>
                  <a:srgbClr val="FFFFFF"/>
                </a:solidFill>
              </a:rPr>
              <a:t>GraphQL</a:t>
            </a:r>
            <a:endParaRPr lang="en-US" sz="1300" b="1" noProof="0" dirty="0">
              <a:solidFill>
                <a:srgbClr val="FFFFFF"/>
              </a:solidFill>
            </a:endParaRPr>
          </a:p>
        </p:txBody>
      </p:sp>
      <p:sp>
        <p:nvSpPr>
          <p:cNvPr id="8" name="TextBox 7"/>
          <p:cNvSpPr txBox="1"/>
          <p:nvPr/>
        </p:nvSpPr>
        <p:spPr>
          <a:xfrm>
            <a:off x="3421226" y="1922462"/>
            <a:ext cx="2509674" cy="938719"/>
          </a:xfrm>
          <a:prstGeom prst="rect">
            <a:avLst/>
          </a:prstGeom>
          <a:noFill/>
        </p:spPr>
        <p:txBody>
          <a:bodyPr wrap="square">
            <a:spAutoFit/>
          </a:bodyPr>
          <a:lstStyle/>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JWT / OAuth2 via </a:t>
            </a:r>
            <a:r>
              <a:rPr lang="en-US" noProof="0" dirty="0" err="1"/>
              <a:t>EasyAuth</a:t>
            </a:r>
            <a:r>
              <a:rPr lang="en-US" noProof="0" dirty="0"/>
              <a:t> or Entra ID</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Field-level permissions per role</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Disable introspection in production</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Limit query depth and complexity</a:t>
            </a:r>
          </a:p>
        </p:txBody>
      </p:sp>
      <p:sp>
        <p:nvSpPr>
          <p:cNvPr id="9" name="Rounded Rectangle 8">
            <a:extLst>
              <a:ext uri="{C183D7F6-B498-43B3-948B-1728B52AA6E4}">
                <adec:decorative xmlns:adec="http://schemas.microsoft.com/office/drawing/2017/decorative" val="1"/>
              </a:ext>
            </a:extLst>
          </p:cNvPr>
          <p:cNvSpPr/>
          <p:nvPr/>
        </p:nvSpPr>
        <p:spPr>
          <a:xfrm>
            <a:off x="6191859" y="1465262"/>
            <a:ext cx="2743200" cy="173736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Rounded Rectangle 9"/>
          <p:cNvSpPr/>
          <p:nvPr/>
        </p:nvSpPr>
        <p:spPr>
          <a:xfrm>
            <a:off x="6191859" y="1465262"/>
            <a:ext cx="2743200" cy="347472"/>
          </a:xfrm>
          <a:prstGeom prst="roundRect">
            <a:avLst/>
          </a:prstGeom>
          <a:solidFill>
            <a:srgbClr val="0078D4"/>
          </a:solidFill>
          <a:ln w="6350">
            <a:solidFill>
              <a:srgbClr val="0078D4"/>
            </a:solidFill>
          </a:ln>
        </p:spPr>
        <p:style>
          <a:lnRef idx="1">
            <a:schemeClr val="accent1"/>
          </a:lnRef>
          <a:fillRef idx="3">
            <a:schemeClr val="accent1"/>
          </a:fillRef>
          <a:effectRef idx="2">
            <a:schemeClr val="accent1"/>
          </a:effectRef>
          <a:fontRef idx="minor">
            <a:schemeClr val="lt1"/>
          </a:fontRef>
        </p:style>
        <p:txBody>
          <a:bodyPr lIns="101600" tIns="0" rIns="101600" bIns="0" rtlCol="0" anchor="ctr"/>
          <a:lstStyle/>
          <a:p>
            <a:pPr algn="ctr"/>
            <a:r>
              <a:rPr lang="en-US" sz="1300" b="1" noProof="0" dirty="0">
                <a:solidFill>
                  <a:srgbClr val="FFFFFF"/>
                </a:solidFill>
              </a:rPr>
              <a:t>REST API</a:t>
            </a:r>
          </a:p>
        </p:txBody>
      </p:sp>
      <p:sp>
        <p:nvSpPr>
          <p:cNvPr id="11" name="TextBox 10"/>
          <p:cNvSpPr txBox="1"/>
          <p:nvPr/>
        </p:nvSpPr>
        <p:spPr>
          <a:xfrm>
            <a:off x="6356757" y="1922461"/>
            <a:ext cx="2606040" cy="938719"/>
          </a:xfrm>
          <a:prstGeom prst="rect">
            <a:avLst/>
          </a:prstGeom>
          <a:noFill/>
        </p:spPr>
        <p:txBody>
          <a:bodyPr wrap="square">
            <a:spAutoFit/>
          </a:bodyPr>
          <a:lstStyle/>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HTTP verbs → role-based actions</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Database policies for item security</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@claims inject user context into queries</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Rate limiting + CORS allow list</a:t>
            </a:r>
          </a:p>
        </p:txBody>
      </p:sp>
      <p:sp>
        <p:nvSpPr>
          <p:cNvPr id="12" name="Rounded Rectangle 11">
            <a:extLst>
              <a:ext uri="{C183D7F6-B498-43B3-948B-1728B52AA6E4}">
                <adec:decorative xmlns:adec="http://schemas.microsoft.com/office/drawing/2017/decorative" val="1"/>
              </a:ext>
            </a:extLst>
          </p:cNvPr>
          <p:cNvSpPr/>
          <p:nvPr/>
        </p:nvSpPr>
        <p:spPr>
          <a:xfrm>
            <a:off x="9099651" y="1465262"/>
            <a:ext cx="2743200" cy="173736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3" name="Rounded Rectangle 12"/>
          <p:cNvSpPr/>
          <p:nvPr/>
        </p:nvSpPr>
        <p:spPr>
          <a:xfrm>
            <a:off x="9099651" y="1465262"/>
            <a:ext cx="2743200" cy="347472"/>
          </a:xfrm>
          <a:prstGeom prst="roundRect">
            <a:avLst/>
          </a:prstGeom>
          <a:solidFill>
            <a:srgbClr val="0078D4"/>
          </a:solidFill>
          <a:ln w="6350">
            <a:solidFill>
              <a:srgbClr val="0078D4"/>
            </a:solidFill>
          </a:ln>
        </p:spPr>
        <p:style>
          <a:lnRef idx="1">
            <a:schemeClr val="accent1"/>
          </a:lnRef>
          <a:fillRef idx="3">
            <a:schemeClr val="accent1"/>
          </a:fillRef>
          <a:effectRef idx="2">
            <a:schemeClr val="accent1"/>
          </a:effectRef>
          <a:fontRef idx="minor">
            <a:schemeClr val="lt1"/>
          </a:fontRef>
        </p:style>
        <p:txBody>
          <a:bodyPr lIns="101600" tIns="0" rIns="101600" bIns="0" rtlCol="0" anchor="ctr"/>
          <a:lstStyle/>
          <a:p>
            <a:pPr algn="ctr"/>
            <a:r>
              <a:rPr lang="en-US" sz="1300" b="1" noProof="0" dirty="0">
                <a:solidFill>
                  <a:srgbClr val="FFFFFF"/>
                </a:solidFill>
              </a:rPr>
              <a:t>MCP (Model Context Protocol)</a:t>
            </a:r>
          </a:p>
        </p:txBody>
      </p:sp>
      <p:sp>
        <p:nvSpPr>
          <p:cNvPr id="14" name="TextBox 13"/>
          <p:cNvSpPr txBox="1"/>
          <p:nvPr/>
        </p:nvSpPr>
        <p:spPr>
          <a:xfrm>
            <a:off x="9236810" y="1922462"/>
            <a:ext cx="2469188" cy="1092607"/>
          </a:xfrm>
          <a:prstGeom prst="rect">
            <a:avLst/>
          </a:prstGeom>
          <a:noFill/>
        </p:spPr>
        <p:txBody>
          <a:bodyPr wrap="square">
            <a:spAutoFit/>
          </a:bodyPr>
          <a:lstStyle/>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Read-only by default for AI agents</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denied-tables, max-rows-returned</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Prompt injection defense is critical</a:t>
            </a:r>
          </a:p>
          <a:p>
            <a:pPr marL="171450" indent="-171450">
              <a:spcBef>
                <a:spcPts val="400"/>
              </a:spcBef>
              <a:spcAft>
                <a:spcPts val="200"/>
              </a:spcAft>
              <a:buFont typeface="Arial" panose="020B0604020202020204" pitchFamily="34" charset="0"/>
              <a:buChar char="•"/>
              <a:defRPr sz="1000">
                <a:solidFill>
                  <a:srgbClr val="37474F"/>
                </a:solidFill>
              </a:defRPr>
            </a:pPr>
            <a:r>
              <a:rPr lang="en-US" noProof="0" dirty="0"/>
              <a:t>Parameterized queries - validate all SQL</a:t>
            </a:r>
          </a:p>
        </p:txBody>
      </p:sp>
      <p:sp>
        <p:nvSpPr>
          <p:cNvPr id="19" name="Rounded Rectangle 18"/>
          <p:cNvSpPr/>
          <p:nvPr/>
        </p:nvSpPr>
        <p:spPr>
          <a:xfrm>
            <a:off x="3248346" y="3764280"/>
            <a:ext cx="5686713" cy="365760"/>
          </a:xfrm>
          <a:prstGeom prst="roundRect">
            <a:avLst/>
          </a:prstGeom>
          <a:solidFill>
            <a:schemeClr val="accent1"/>
          </a:solidFill>
          <a:ln w="6350">
            <a:solidFill>
              <a:srgbClr val="6A3DB5"/>
            </a:solidFill>
          </a:ln>
        </p:spPr>
        <p:style>
          <a:lnRef idx="1">
            <a:schemeClr val="accent1"/>
          </a:lnRef>
          <a:fillRef idx="3">
            <a:schemeClr val="accent1"/>
          </a:fillRef>
          <a:effectRef idx="2">
            <a:schemeClr val="accent1"/>
          </a:effectRef>
          <a:fontRef idx="minor">
            <a:schemeClr val="lt1"/>
          </a:fontRef>
        </p:style>
        <p:txBody>
          <a:bodyPr tIns="0" bIns="0" rtlCol="0" anchor="ctr"/>
          <a:lstStyle/>
          <a:p>
            <a:pPr algn="ctr"/>
            <a:r>
              <a:rPr lang="en-US" sz="1200" b="1" noProof="0" dirty="0">
                <a:solidFill>
                  <a:srgbClr val="FFFFFF"/>
                </a:solidFill>
              </a:rPr>
              <a:t>🔒  AUTHENTICATION  &amp;  AUTHORIZATION  LAYER</a:t>
            </a:r>
          </a:p>
        </p:txBody>
      </p:sp>
      <p:sp>
        <p:nvSpPr>
          <p:cNvPr id="21" name="Can 20"/>
          <p:cNvSpPr/>
          <p:nvPr/>
        </p:nvSpPr>
        <p:spPr>
          <a:xfrm>
            <a:off x="5346699" y="4485640"/>
            <a:ext cx="1507337" cy="896620"/>
          </a:xfrm>
          <a:prstGeom prst="can">
            <a:avLst/>
          </a:prstGeom>
          <a:solidFill>
            <a:srgbClr val="0070C0"/>
          </a:solidFill>
          <a:ln w="6350">
            <a:solidFill>
              <a:srgbClr val="1A237E"/>
            </a:solidFill>
          </a:ln>
        </p:spPr>
        <p:style>
          <a:lnRef idx="1">
            <a:schemeClr val="accent1"/>
          </a:lnRef>
          <a:fillRef idx="3">
            <a:schemeClr val="accent1"/>
          </a:fillRef>
          <a:effectRef idx="2">
            <a:schemeClr val="accent1"/>
          </a:effectRef>
          <a:fontRef idx="minor">
            <a:schemeClr val="lt1"/>
          </a:fontRef>
        </p:style>
        <p:txBody>
          <a:bodyPr tIns="127000" bIns="0" rtlCol="0" anchor="ctr"/>
          <a:lstStyle/>
          <a:p>
            <a:pPr algn="ctr"/>
            <a:r>
              <a:rPr lang="en-US" sz="1100" b="1" noProof="0" dirty="0">
                <a:solidFill>
                  <a:srgbClr val="FFFFFF"/>
                </a:solidFill>
              </a:rPr>
              <a:t>Azure SQL Database</a:t>
            </a:r>
          </a:p>
        </p:txBody>
      </p:sp>
      <p:sp>
        <p:nvSpPr>
          <p:cNvPr id="23" name="Rounded Rectangle 22"/>
          <p:cNvSpPr/>
          <p:nvPr/>
        </p:nvSpPr>
        <p:spPr>
          <a:xfrm>
            <a:off x="2999803" y="5742940"/>
            <a:ext cx="6214547" cy="320040"/>
          </a:xfrm>
          <a:prstGeom prst="roundRect">
            <a:avLst/>
          </a:prstGeom>
          <a:solidFill>
            <a:srgbClr val="091F2C"/>
          </a:solidFill>
          <a:ln w="6350">
            <a:solidFill>
              <a:srgbClr val="37474F"/>
            </a:solidFill>
          </a:ln>
        </p:spPr>
        <p:style>
          <a:lnRef idx="1">
            <a:schemeClr val="accent1"/>
          </a:lnRef>
          <a:fillRef idx="3">
            <a:schemeClr val="accent1"/>
          </a:fillRef>
          <a:effectRef idx="2">
            <a:schemeClr val="accent1"/>
          </a:effectRef>
          <a:fontRef idx="minor">
            <a:schemeClr val="lt1"/>
          </a:fontRef>
        </p:style>
        <p:txBody>
          <a:bodyPr tIns="0" bIns="0" rtlCol="0" anchor="ctr"/>
          <a:lstStyle/>
          <a:p>
            <a:pPr algn="ctr"/>
            <a:r>
              <a:rPr lang="en-US" sz="1000" b="1" noProof="0" dirty="0">
                <a:solidFill>
                  <a:srgbClr val="FFFFFF"/>
                </a:solidFill>
              </a:rPr>
              <a:t>Network Security:  Private Endpoints  ·  Firewall Rules  ·  </a:t>
            </a:r>
            <a:r>
              <a:rPr lang="en-US" sz="1000" b="1" noProof="0" dirty="0" err="1">
                <a:solidFill>
                  <a:srgbClr val="FFFFFF"/>
                </a:solidFill>
              </a:rPr>
              <a:t>VNet</a:t>
            </a:r>
            <a:r>
              <a:rPr lang="en-US" sz="1000" b="1" noProof="0" dirty="0">
                <a:solidFill>
                  <a:srgbClr val="FFFFFF"/>
                </a:solidFill>
              </a:rPr>
              <a:t> Integration</a:t>
            </a:r>
          </a:p>
        </p:txBody>
      </p:sp>
      <p:cxnSp>
        <p:nvCxnSpPr>
          <p:cNvPr id="31" name="Straight Connector 30">
            <a:extLst>
              <a:ext uri="{FF2B5EF4-FFF2-40B4-BE49-F238E27FC236}">
                <a16:creationId xmlns:a16="http://schemas.microsoft.com/office/drawing/2014/main" id="{74AB56FB-7529-5F88-1B3B-53BFB4DE15EB}"/>
              </a:ext>
              <a:ext uri="{C183D7F6-B498-43B3-948B-1728B52AA6E4}">
                <adec:decorative xmlns:adec="http://schemas.microsoft.com/office/drawing/2017/decorative" val="1"/>
              </a:ext>
            </a:extLst>
          </p:cNvPr>
          <p:cNvCxnSpPr>
            <a:cxnSpLocks/>
            <a:stCxn id="3" idx="2"/>
          </p:cNvCxnSpPr>
          <p:nvPr/>
        </p:nvCxnSpPr>
        <p:spPr>
          <a:xfrm>
            <a:off x="1747875" y="3202622"/>
            <a:ext cx="0" cy="213678"/>
          </a:xfrm>
          <a:prstGeom prst="line">
            <a:avLst/>
          </a:prstGeom>
          <a:ln>
            <a:solidFill>
              <a:srgbClr val="0078D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01DB13CD-D4F4-DB9E-4D2B-6C88E0737092}"/>
              </a:ext>
              <a:ext uri="{C183D7F6-B498-43B3-948B-1728B52AA6E4}">
                <adec:decorative xmlns:adec="http://schemas.microsoft.com/office/drawing/2017/decorative" val="1"/>
              </a:ext>
            </a:extLst>
          </p:cNvPr>
          <p:cNvCxnSpPr>
            <a:cxnSpLocks/>
          </p:cNvCxnSpPr>
          <p:nvPr/>
        </p:nvCxnSpPr>
        <p:spPr>
          <a:xfrm>
            <a:off x="1746250" y="3416300"/>
            <a:ext cx="8724900" cy="0"/>
          </a:xfrm>
          <a:prstGeom prst="line">
            <a:avLst/>
          </a:prstGeom>
          <a:ln>
            <a:solidFill>
              <a:srgbClr val="0078D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56F228D-C762-12D8-4A51-F5EE3515DA98}"/>
              </a:ext>
              <a:ext uri="{C183D7F6-B498-43B3-948B-1728B52AA6E4}">
                <adec:decorative xmlns:adec="http://schemas.microsoft.com/office/drawing/2017/decorative" val="1"/>
              </a:ext>
            </a:extLst>
          </p:cNvPr>
          <p:cNvCxnSpPr>
            <a:stCxn id="12" idx="2"/>
          </p:cNvCxnSpPr>
          <p:nvPr/>
        </p:nvCxnSpPr>
        <p:spPr>
          <a:xfrm flipH="1">
            <a:off x="10471150" y="3202622"/>
            <a:ext cx="101" cy="213678"/>
          </a:xfrm>
          <a:prstGeom prst="line">
            <a:avLst/>
          </a:prstGeom>
          <a:ln>
            <a:solidFill>
              <a:srgbClr val="0078D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CC239225-B54B-25BA-1F9E-2BEA6E6D60EE}"/>
              </a:ext>
              <a:ext uri="{C183D7F6-B498-43B3-948B-1728B52AA6E4}">
                <adec:decorative xmlns:adec="http://schemas.microsoft.com/office/drawing/2017/decorative" val="1"/>
              </a:ext>
            </a:extLst>
          </p:cNvPr>
          <p:cNvCxnSpPr>
            <a:cxnSpLocks/>
          </p:cNvCxnSpPr>
          <p:nvPr/>
        </p:nvCxnSpPr>
        <p:spPr>
          <a:xfrm>
            <a:off x="4510125" y="3202622"/>
            <a:ext cx="0" cy="213678"/>
          </a:xfrm>
          <a:prstGeom prst="line">
            <a:avLst/>
          </a:prstGeom>
          <a:ln>
            <a:solidFill>
              <a:srgbClr val="0078D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CF068AE-7434-BA9F-7D65-BEFED230A0D1}"/>
              </a:ext>
              <a:ext uri="{C183D7F6-B498-43B3-948B-1728B52AA6E4}">
                <adec:decorative xmlns:adec="http://schemas.microsoft.com/office/drawing/2017/decorative" val="1"/>
              </a:ext>
            </a:extLst>
          </p:cNvPr>
          <p:cNvCxnSpPr>
            <a:cxnSpLocks/>
          </p:cNvCxnSpPr>
          <p:nvPr/>
        </p:nvCxnSpPr>
        <p:spPr>
          <a:xfrm>
            <a:off x="7532725" y="3202622"/>
            <a:ext cx="0" cy="213678"/>
          </a:xfrm>
          <a:prstGeom prst="line">
            <a:avLst/>
          </a:prstGeom>
          <a:ln>
            <a:solidFill>
              <a:srgbClr val="0078D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D252D8A-307C-9B60-B379-1923E3C8E77D}"/>
              </a:ext>
              <a:ext uri="{C183D7F6-B498-43B3-948B-1728B52AA6E4}">
                <adec:decorative xmlns:adec="http://schemas.microsoft.com/office/drawing/2017/decorative" val="1"/>
              </a:ext>
            </a:extLst>
          </p:cNvPr>
          <p:cNvCxnSpPr>
            <a:cxnSpLocks/>
            <a:endCxn id="19" idx="0"/>
          </p:cNvCxnSpPr>
          <p:nvPr/>
        </p:nvCxnSpPr>
        <p:spPr>
          <a:xfrm flipH="1">
            <a:off x="6091703" y="3416300"/>
            <a:ext cx="12887" cy="347980"/>
          </a:xfrm>
          <a:prstGeom prst="line">
            <a:avLst/>
          </a:prstGeom>
          <a:ln w="19050" cap="flat" cmpd="sng" algn="ctr">
            <a:solidFill>
              <a:srgbClr val="0078D4"/>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46" name="Straight Connector 45">
            <a:extLst>
              <a:ext uri="{FF2B5EF4-FFF2-40B4-BE49-F238E27FC236}">
                <a16:creationId xmlns:a16="http://schemas.microsoft.com/office/drawing/2014/main" id="{E614B529-E698-0C2E-186C-107564BD29E1}"/>
              </a:ext>
              <a:ext uri="{C183D7F6-B498-43B3-948B-1728B52AA6E4}">
                <adec:decorative xmlns:adec="http://schemas.microsoft.com/office/drawing/2017/decorative" val="1"/>
              </a:ext>
            </a:extLst>
          </p:cNvPr>
          <p:cNvCxnSpPr>
            <a:cxnSpLocks/>
          </p:cNvCxnSpPr>
          <p:nvPr/>
        </p:nvCxnSpPr>
        <p:spPr>
          <a:xfrm>
            <a:off x="6095845" y="4124960"/>
            <a:ext cx="1" cy="347980"/>
          </a:xfrm>
          <a:prstGeom prst="line">
            <a:avLst/>
          </a:prstGeom>
          <a:ln w="19050" cap="flat" cmpd="sng" algn="ctr">
            <a:solidFill>
              <a:srgbClr val="0078D4"/>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47" name="Straight Connector 46">
            <a:extLst>
              <a:ext uri="{FF2B5EF4-FFF2-40B4-BE49-F238E27FC236}">
                <a16:creationId xmlns:a16="http://schemas.microsoft.com/office/drawing/2014/main" id="{93F425DA-9196-B3B5-87A0-EF94F7DEA035}"/>
              </a:ext>
              <a:ext uri="{C183D7F6-B498-43B3-948B-1728B52AA6E4}">
                <adec:decorative xmlns:adec="http://schemas.microsoft.com/office/drawing/2017/decorative" val="1"/>
              </a:ext>
            </a:extLst>
          </p:cNvPr>
          <p:cNvCxnSpPr>
            <a:cxnSpLocks/>
          </p:cNvCxnSpPr>
          <p:nvPr/>
        </p:nvCxnSpPr>
        <p:spPr>
          <a:xfrm>
            <a:off x="6095844" y="5382260"/>
            <a:ext cx="1" cy="347980"/>
          </a:xfrm>
          <a:prstGeom prst="line">
            <a:avLst/>
          </a:prstGeom>
          <a:ln w="19050" cap="flat" cmpd="sng" algn="ctr">
            <a:solidFill>
              <a:srgbClr val="0078D4"/>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Implement security features</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984885"/>
          </a:xfrm>
        </p:spPr>
        <p:txBody>
          <a:bodyPr/>
          <a:lstStyle/>
          <a:p>
            <a:pPr marL="0" indent="0">
              <a:buNone/>
            </a:pPr>
            <a:r>
              <a:rPr lang="en-US" noProof="0" dirty="0"/>
              <a:t>Implement security features in Azure SQL Database. Apply Dynamic Data Masking to sensitive columns (SSN, salary, email, credit card, phone) and configure Row-Level Security with predicate functions to restrict data access by user region.</a:t>
            </a:r>
          </a:p>
        </p:txBody>
      </p:sp>
      <p:sp>
        <p:nvSpPr>
          <p:cNvPr id="6" name="Oval 5"/>
          <p:cNvSpPr/>
          <p:nvPr/>
        </p:nvSpPr>
        <p:spPr>
          <a:xfrm>
            <a:off x="7770495" y="24399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421700"/>
            <a:ext cx="3973449" cy="384048"/>
          </a:xfrm>
          <a:prstGeom prst="rect">
            <a:avLst/>
          </a:prstGeom>
          <a:noFill/>
        </p:spPr>
        <p:txBody>
          <a:bodyPr wrap="square" lIns="45720" tIns="0" rIns="45720" bIns="0">
            <a:spAutoFit/>
          </a:bodyPr>
          <a:lstStyle/>
          <a:p>
            <a:pPr algn="l"/>
            <a:r>
              <a:rPr lang="en-US" sz="1000" b="0" noProof="0" dirty="0">
                <a:solidFill>
                  <a:srgbClr val="091F2C"/>
                </a:solidFill>
              </a:rPr>
              <a:t>Provision Azure SQL Database</a:t>
            </a:r>
          </a:p>
        </p:txBody>
      </p:sp>
      <p:sp>
        <p:nvSpPr>
          <p:cNvPr id="8" name="Oval 7"/>
          <p:cNvSpPr/>
          <p:nvPr/>
        </p:nvSpPr>
        <p:spPr>
          <a:xfrm>
            <a:off x="7770495" y="2888044"/>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2869756"/>
            <a:ext cx="3973449" cy="384048"/>
          </a:xfrm>
          <a:prstGeom prst="rect">
            <a:avLst/>
          </a:prstGeom>
          <a:noFill/>
        </p:spPr>
        <p:txBody>
          <a:bodyPr wrap="square" lIns="45720" tIns="0" rIns="45720" bIns="0">
            <a:spAutoFit/>
          </a:bodyPr>
          <a:lstStyle/>
          <a:p>
            <a:pPr algn="l"/>
            <a:r>
              <a:rPr lang="en-US" sz="1000" b="0" noProof="0" dirty="0">
                <a:solidFill>
                  <a:srgbClr val="091F2C"/>
                </a:solidFill>
              </a:rPr>
              <a:t>Create sample tables with sensitive data</a:t>
            </a:r>
          </a:p>
        </p:txBody>
      </p:sp>
      <p:sp>
        <p:nvSpPr>
          <p:cNvPr id="10" name="Oval 9"/>
          <p:cNvSpPr/>
          <p:nvPr/>
        </p:nvSpPr>
        <p:spPr>
          <a:xfrm>
            <a:off x="7770495" y="3336100"/>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317812"/>
            <a:ext cx="3973449" cy="384048"/>
          </a:xfrm>
          <a:prstGeom prst="rect">
            <a:avLst/>
          </a:prstGeom>
          <a:noFill/>
        </p:spPr>
        <p:txBody>
          <a:bodyPr wrap="square" lIns="45720" tIns="0" rIns="45720" bIns="0">
            <a:spAutoFit/>
          </a:bodyPr>
          <a:lstStyle/>
          <a:p>
            <a:pPr algn="l"/>
            <a:r>
              <a:rPr lang="en-US" sz="1000" b="0" noProof="0" dirty="0">
                <a:solidFill>
                  <a:srgbClr val="091F2C"/>
                </a:solidFill>
              </a:rPr>
              <a:t>Apply Dynamic Data Masking</a:t>
            </a:r>
          </a:p>
        </p:txBody>
      </p:sp>
      <p:sp>
        <p:nvSpPr>
          <p:cNvPr id="12" name="Oval 11"/>
          <p:cNvSpPr/>
          <p:nvPr/>
        </p:nvSpPr>
        <p:spPr>
          <a:xfrm>
            <a:off x="7770495" y="3784156"/>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3765868"/>
            <a:ext cx="3973449" cy="384048"/>
          </a:xfrm>
          <a:prstGeom prst="rect">
            <a:avLst/>
          </a:prstGeom>
          <a:noFill/>
        </p:spPr>
        <p:txBody>
          <a:bodyPr wrap="square" lIns="45720" tIns="0" rIns="45720" bIns="0">
            <a:spAutoFit/>
          </a:bodyPr>
          <a:lstStyle/>
          <a:p>
            <a:pPr algn="l"/>
            <a:r>
              <a:rPr lang="en-US" sz="1000" b="0" noProof="0" dirty="0">
                <a:solidFill>
                  <a:srgbClr val="091F2C"/>
                </a:solidFill>
              </a:rPr>
              <a:t>Verify masked vs. unmasked access</a:t>
            </a:r>
          </a:p>
        </p:txBody>
      </p:sp>
      <p:sp>
        <p:nvSpPr>
          <p:cNvPr id="14" name="Oval 13"/>
          <p:cNvSpPr/>
          <p:nvPr/>
        </p:nvSpPr>
        <p:spPr>
          <a:xfrm>
            <a:off x="7770495" y="4232212"/>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4213924"/>
            <a:ext cx="3973449" cy="384048"/>
          </a:xfrm>
          <a:prstGeom prst="rect">
            <a:avLst/>
          </a:prstGeom>
          <a:noFill/>
        </p:spPr>
        <p:txBody>
          <a:bodyPr wrap="square" lIns="45720" tIns="0" rIns="45720" bIns="0">
            <a:spAutoFit/>
          </a:bodyPr>
          <a:lstStyle/>
          <a:p>
            <a:pPr algn="l"/>
            <a:r>
              <a:rPr lang="en-US" sz="1000" b="0" noProof="0" dirty="0">
                <a:solidFill>
                  <a:srgbClr val="091F2C"/>
                </a:solidFill>
              </a:rPr>
              <a:t>Configure Row-Level Security</a:t>
            </a:r>
          </a:p>
        </p:txBody>
      </p:sp>
      <p:sp>
        <p:nvSpPr>
          <p:cNvPr id="16" name="Oval 15"/>
          <p:cNvSpPr/>
          <p:nvPr/>
        </p:nvSpPr>
        <p:spPr>
          <a:xfrm>
            <a:off x="7770495" y="468026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6</a:t>
            </a:r>
          </a:p>
        </p:txBody>
      </p:sp>
      <p:sp>
        <p:nvSpPr>
          <p:cNvPr id="17" name="TextBox 16"/>
          <p:cNvSpPr txBox="1"/>
          <p:nvPr/>
        </p:nvSpPr>
        <p:spPr>
          <a:xfrm>
            <a:off x="8127111" y="4661980"/>
            <a:ext cx="3973449" cy="384048"/>
          </a:xfrm>
          <a:prstGeom prst="rect">
            <a:avLst/>
          </a:prstGeom>
          <a:noFill/>
        </p:spPr>
        <p:txBody>
          <a:bodyPr wrap="square" lIns="45720" tIns="0" rIns="45720" bIns="0">
            <a:spAutoFit/>
          </a:bodyPr>
          <a:lstStyle/>
          <a:p>
            <a:pPr algn="l"/>
            <a:r>
              <a:rPr lang="en-US" sz="1000" b="0" noProof="0" dirty="0">
                <a:solidFill>
                  <a:srgbClr val="091F2C"/>
                </a:solidFill>
              </a:rPr>
              <a:t>Test access as different users</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Knowledge check</a:t>
            </a:r>
            <a:r>
              <a:rPr lang="en-US" dirty="0"/>
              <a:t> - Implement data security and compliance</a:t>
            </a:r>
            <a:endParaRPr lang="en-US" noProof="0" dirty="0"/>
          </a:p>
        </p:txBody>
      </p:sp>
      <p:sp>
        <p:nvSpPr>
          <p:cNvPr id="3" name="Text Placeholder 2"/>
          <p:cNvSpPr>
            <a:spLocks noGrp="1"/>
          </p:cNvSpPr>
          <p:nvPr>
            <p:ph type="body" sz="quarter" idx="17"/>
          </p:nvPr>
        </p:nvSpPr>
        <p:spPr/>
        <p:txBody>
          <a:bodyPr/>
          <a:lstStyle/>
          <a:p>
            <a:r>
              <a:rPr lang="en-US" noProof="0" dirty="0"/>
              <a:t>A financial services company needs to protect credit card numbers stored in an Azure SQL Database. The application must be able to perform equality searches on the encrypted column, but database administrators should not be able to view the plaintext values. Which encryption approach should you recommend?</a:t>
            </a:r>
          </a:p>
        </p:txBody>
      </p:sp>
      <p:sp>
        <p:nvSpPr>
          <p:cNvPr id="4" name="Text Placeholder 3"/>
          <p:cNvSpPr>
            <a:spLocks noGrp="1"/>
          </p:cNvSpPr>
          <p:nvPr>
            <p:ph type="body" sz="quarter" idx="15"/>
          </p:nvPr>
        </p:nvSpPr>
        <p:spPr>
          <a:xfrm>
            <a:off x="1237265" y="2251305"/>
            <a:ext cx="8775098" cy="732508"/>
          </a:xfrm>
        </p:spPr>
        <p:txBody>
          <a:bodyPr/>
          <a:lstStyle/>
          <a:p>
            <a:r>
              <a:rPr lang="en-US" noProof="0" dirty="0"/>
              <a:t>a) Transparent Data Encryption (TDE)</a:t>
            </a:r>
          </a:p>
          <a:p>
            <a:r>
              <a:rPr lang="en-US" noProof="0" dirty="0"/>
              <a:t>b) Always Encrypted with deterministic encryption</a:t>
            </a:r>
          </a:p>
          <a:p>
            <a:r>
              <a:rPr lang="en-US" noProof="0" dirty="0"/>
              <a:t>c) Always Encrypted with randomized encryption</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526885"/>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p:txBody>
          <a:bodyPr/>
          <a:lstStyle/>
          <a:p>
            <a:r>
              <a:rPr lang="en-US" noProof="0" dirty="0"/>
              <a:t>A retail company wants support staff to verify customer phone numbers by seeing only the last four digits. The actual phone numbers must remain unchanged in the database for billing system integration. Which security feature should you implement?</a:t>
            </a:r>
          </a:p>
        </p:txBody>
      </p:sp>
      <p:sp>
        <p:nvSpPr>
          <p:cNvPr id="8" name="Text Placeholder 7"/>
          <p:cNvSpPr>
            <a:spLocks noGrp="1"/>
          </p:cNvSpPr>
          <p:nvPr>
            <p:ph type="body" sz="quarter" idx="23"/>
          </p:nvPr>
        </p:nvSpPr>
        <p:spPr>
          <a:xfrm>
            <a:off x="1237265" y="3699048"/>
            <a:ext cx="8775098" cy="732508"/>
          </a:xfrm>
        </p:spPr>
        <p:txBody>
          <a:bodyPr/>
          <a:lstStyle/>
          <a:p>
            <a:r>
              <a:rPr lang="en-US" noProof="0" dirty="0"/>
              <a:t>a) Row-Level Security with a filter predicate</a:t>
            </a:r>
          </a:p>
          <a:p>
            <a:r>
              <a:rPr lang="en-US" noProof="0" dirty="0"/>
              <a:t>b) A view that truncates phone numbers</a:t>
            </a:r>
          </a:p>
          <a:p>
            <a:r>
              <a:rPr lang="en-US" noProof="0" dirty="0"/>
              <a:t>c) Dynamic Data Masking with partial masking</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4241597"/>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p:txBody>
          <a:bodyPr/>
          <a:lstStyle/>
          <a:p>
            <a:r>
              <a:rPr lang="en-US" noProof="0" dirty="0"/>
              <a:t>A multitenant SaaS application stores data for multiple customers in the same database tables. Each table includes a </a:t>
            </a:r>
            <a:r>
              <a:rPr lang="en-US" noProof="0" dirty="0" err="1"/>
              <a:t>TenantID</a:t>
            </a:r>
            <a:r>
              <a:rPr lang="en-US" noProof="0" dirty="0"/>
              <a:t> column. You need to ensure users can only query rows belonging to their own tenant, even if they write SELECT statements directly. Which implementation approach should you use?</a:t>
            </a:r>
          </a:p>
        </p:txBody>
      </p:sp>
      <p:sp>
        <p:nvSpPr>
          <p:cNvPr id="6" name="Text Placeholder 5"/>
          <p:cNvSpPr>
            <a:spLocks noGrp="1"/>
          </p:cNvSpPr>
          <p:nvPr>
            <p:ph type="body" sz="quarter" idx="21"/>
          </p:nvPr>
        </p:nvSpPr>
        <p:spPr>
          <a:xfrm>
            <a:off x="1237265" y="5155931"/>
            <a:ext cx="8775098" cy="732508"/>
          </a:xfrm>
        </p:spPr>
        <p:txBody>
          <a:bodyPr/>
          <a:lstStyle/>
          <a:p>
            <a:r>
              <a:rPr lang="en-US" noProof="0" dirty="0"/>
              <a:t>a) Create separate views for each tenant and grant SELECT only on views</a:t>
            </a:r>
          </a:p>
          <a:p>
            <a:r>
              <a:rPr lang="en-US" noProof="0" dirty="0"/>
              <a:t>b) Create a security policy with a filter predicate that checks </a:t>
            </a:r>
            <a:r>
              <a:rPr lang="en-US" noProof="0" dirty="0" err="1"/>
              <a:t>TenantID</a:t>
            </a:r>
            <a:r>
              <a:rPr lang="en-US" noProof="0" dirty="0"/>
              <a:t> against session context</a:t>
            </a:r>
          </a:p>
          <a:p>
            <a:r>
              <a:rPr lang="en-US" noProof="0" dirty="0"/>
              <a:t>c) Implement Dynamic Data Masking on the </a:t>
            </a:r>
            <a:r>
              <a:rPr lang="en-US" noProof="0" dirty="0" err="1"/>
              <a:t>TenantID</a:t>
            </a:r>
            <a:r>
              <a:rPr lang="en-US" noProof="0" dirty="0"/>
              <a:t> column</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445271"/>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Summary</a:t>
            </a:r>
            <a:r>
              <a:rPr lang="en-US" dirty="0"/>
              <a:t> - Implement data security and compliance</a:t>
            </a:r>
            <a:endParaRPr lang="en-US" noProof="0" dirty="0"/>
          </a:p>
        </p:txBody>
      </p:sp>
      <p:sp>
        <p:nvSpPr>
          <p:cNvPr id="5" name="Text Placeholder 4"/>
          <p:cNvSpPr>
            <a:spLocks noGrp="1"/>
          </p:cNvSpPr>
          <p:nvPr>
            <p:ph type="body" sz="quarter" idx="34"/>
          </p:nvPr>
        </p:nvSpPr>
        <p:spPr/>
        <p:txBody>
          <a:bodyPr/>
          <a:lstStyle/>
          <a:p>
            <a:r>
              <a:rPr lang="en-US" noProof="0" dirty="0"/>
              <a:t>Data security and compliance</a:t>
            </a:r>
          </a:p>
        </p:txBody>
      </p:sp>
      <p:grpSp>
        <p:nvGrpSpPr>
          <p:cNvPr id="9" name="Group 8">
            <a:extLst>
              <a:ext uri="{FF2B5EF4-FFF2-40B4-BE49-F238E27FC236}">
                <a16:creationId xmlns:a16="http://schemas.microsoft.com/office/drawing/2014/main" id="{13F74A46-43A7-CAC4-09EF-8A08D1BE78F7}"/>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42B70C97-4E86-84DE-AC5B-5676D8B794AA}"/>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FE3FB4D2-9A2C-4287-5127-644DF6DBDA9C}"/>
                </a:ext>
              </a:extLst>
            </p:cNvPr>
            <p:cNvPicPr/>
            <p:nvPr/>
          </p:nvPicPr>
          <p:blipFill>
            <a:blip r:embed="rId3"/>
            <a:srcRect/>
            <a:stretch/>
          </p:blipFill>
          <p:spPr>
            <a:xfrm>
              <a:off x="5749602" y="2325202"/>
              <a:ext cx="692796" cy="692796"/>
            </a:xfrm>
            <a:prstGeom prst="rect">
              <a:avLst/>
            </a:prstGeom>
            <a:noFill/>
          </p:spPr>
        </p:pic>
      </p:gr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a:xfrm>
            <a:off x="4358229" y="2578100"/>
            <a:ext cx="5361973" cy="3115469"/>
          </a:xfrm>
        </p:spPr>
        <p:txBody>
          <a:bodyPr/>
          <a:lstStyle/>
          <a:p>
            <a:r>
              <a:rPr lang="en-US" b="1" noProof="0" dirty="0"/>
              <a:t>Encryption: </a:t>
            </a:r>
            <a:r>
              <a:rPr lang="en-US" noProof="0" dirty="0"/>
              <a:t>TDE, column-level, Always Encrypted (deterministic/randomized)</a:t>
            </a:r>
          </a:p>
          <a:p>
            <a:r>
              <a:rPr lang="en-US" b="1" noProof="0" dirty="0"/>
              <a:t>Masking: </a:t>
            </a:r>
            <a:r>
              <a:rPr lang="en-US" noProof="0" dirty="0"/>
              <a:t>Default, email, random, partial + granular UNMASK</a:t>
            </a:r>
          </a:p>
          <a:p>
            <a:r>
              <a:rPr lang="en-US" b="1" noProof="0" dirty="0"/>
              <a:t>RLS: </a:t>
            </a:r>
            <a:r>
              <a:rPr lang="en-US" noProof="0" dirty="0"/>
              <a:t>Filter/block predicates, multitenant, hierarchical</a:t>
            </a:r>
          </a:p>
          <a:p>
            <a:r>
              <a:rPr lang="en-US" b="1" noProof="0" dirty="0"/>
              <a:t>Permissions: </a:t>
            </a:r>
            <a:r>
              <a:rPr lang="en-US" noProof="0" dirty="0"/>
              <a:t>RBAC with roles/schemas, Entra ID, Managed Identity</a:t>
            </a:r>
          </a:p>
          <a:p>
            <a:r>
              <a:rPr lang="en-US" b="1" noProof="0" dirty="0"/>
              <a:t>Auditing: </a:t>
            </a:r>
            <a:r>
              <a:rPr lang="en-US" noProof="0" dirty="0"/>
              <a:t>SQL Server Audit, Azure SQL → Blob/Log Analytics/Event Hubs</a:t>
            </a:r>
          </a:p>
          <a:p>
            <a:r>
              <a:rPr lang="en-US" b="1" noProof="0" dirty="0"/>
              <a:t>Endpoints: </a:t>
            </a:r>
            <a:r>
              <a:rPr lang="en-US" noProof="0" dirty="0"/>
              <a:t>Managed Identity for AI; JWT/RBAC for </a:t>
            </a:r>
            <a:r>
              <a:rPr lang="en-US" noProof="0" dirty="0" err="1"/>
              <a:t>GraphQL</a:t>
            </a:r>
            <a:r>
              <a:rPr lang="en-US" noProof="0" dirty="0"/>
              <a:t>/REST/MCP</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66F44F-973E-7A22-6178-DACF2FD2DE7F}"/>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1D2A6E09-F3C7-11E7-B78E-A3CEAFAFDF28}"/>
              </a:ext>
            </a:extLst>
          </p:cNvPr>
          <p:cNvSpPr>
            <a:spLocks noGrp="1"/>
          </p:cNvSpPr>
          <p:nvPr>
            <p:ph type="title"/>
          </p:nvPr>
        </p:nvSpPr>
        <p:spPr>
          <a:xfrm>
            <a:off x="569911" y="2769057"/>
            <a:ext cx="6345239" cy="1231106"/>
          </a:xfrm>
        </p:spPr>
        <p:txBody>
          <a:bodyPr/>
          <a:lstStyle/>
          <a:p>
            <a:r>
              <a:rPr lang="en-US" noProof="0" dirty="0"/>
              <a:t>Optimize database</a:t>
            </a:r>
            <a:br>
              <a:rPr lang="en-US" noProof="0" dirty="0"/>
            </a:br>
            <a:r>
              <a:rPr lang="en-US" noProof="0" dirty="0"/>
              <a:t>performance</a:t>
            </a:r>
          </a:p>
        </p:txBody>
      </p:sp>
      <p:sp>
        <p:nvSpPr>
          <p:cNvPr id="11" name="Footer Placeholder 10">
            <a:extLst>
              <a:ext uri="{FF2B5EF4-FFF2-40B4-BE49-F238E27FC236}">
                <a16:creationId xmlns:a16="http://schemas.microsoft.com/office/drawing/2014/main" id="{51DAC1DF-34E3-597E-8206-FE4015CECEDC}"/>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C11B57D0-69E5-C989-B547-C17CC6DFD4C0}"/>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9431297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Recommend database configurations</a:t>
            </a:r>
          </a:p>
        </p:txBody>
      </p:sp>
      <p:sp>
        <p:nvSpPr>
          <p:cNvPr id="3" name="Text Placeholder 2"/>
          <p:cNvSpPr>
            <a:spLocks noGrp="1"/>
          </p:cNvSpPr>
          <p:nvPr>
            <p:ph type="body" sz="quarter" idx="16"/>
          </p:nvPr>
        </p:nvSpPr>
        <p:spPr/>
        <p:txBody>
          <a:bodyPr/>
          <a:lstStyle/>
          <a:p>
            <a:pPr algn="ctr"/>
            <a:r>
              <a:rPr lang="en-US" noProof="0" dirty="0"/>
              <a:t>General Purpose</a:t>
            </a:r>
          </a:p>
        </p:txBody>
      </p:sp>
      <p:sp>
        <p:nvSpPr>
          <p:cNvPr id="4" name="Text Placeholder 3"/>
          <p:cNvSpPr>
            <a:spLocks noGrp="1"/>
          </p:cNvSpPr>
          <p:nvPr>
            <p:ph type="body" sz="quarter" idx="15"/>
          </p:nvPr>
        </p:nvSpPr>
        <p:spPr>
          <a:xfrm>
            <a:off x="586390" y="3099691"/>
            <a:ext cx="3477611" cy="1456678"/>
          </a:xfrm>
        </p:spPr>
        <p:txBody>
          <a:bodyPr/>
          <a:lstStyle/>
          <a:p>
            <a:r>
              <a:rPr lang="en-US" noProof="0" dirty="0"/>
              <a:t>Remote Azure Blob Storage</a:t>
            </a:r>
          </a:p>
          <a:p>
            <a:r>
              <a:rPr lang="en-US" noProof="0" dirty="0"/>
              <a:t>5 - 10 </a:t>
            </a:r>
            <a:r>
              <a:rPr lang="en-US" noProof="0" dirty="0" err="1"/>
              <a:t>ms</a:t>
            </a:r>
            <a:r>
              <a:rPr lang="en-US" noProof="0" dirty="0"/>
              <a:t> I/O latency</a:t>
            </a:r>
          </a:p>
          <a:p>
            <a:r>
              <a:rPr lang="en-US" noProof="0" dirty="0"/>
              <a:t>Max 4 TB storage</a:t>
            </a:r>
          </a:p>
          <a:p>
            <a:r>
              <a:rPr lang="en-US" noProof="0" dirty="0"/>
              <a:t>Budget-friendly for most workloads</a:t>
            </a:r>
          </a:p>
          <a:p>
            <a:r>
              <a:rPr lang="en-US" noProof="0" dirty="0"/>
              <a:t>Provisioned or Serverless compute</a:t>
            </a:r>
          </a:p>
        </p:txBody>
      </p:sp>
      <p:sp>
        <p:nvSpPr>
          <p:cNvPr id="5" name="Text Placeholder 4"/>
          <p:cNvSpPr>
            <a:spLocks noGrp="1"/>
          </p:cNvSpPr>
          <p:nvPr>
            <p:ph type="body" sz="quarter" idx="22"/>
          </p:nvPr>
        </p:nvSpPr>
        <p:spPr/>
        <p:txBody>
          <a:bodyPr/>
          <a:lstStyle/>
          <a:p>
            <a:pPr algn="ctr"/>
            <a:r>
              <a:rPr lang="en-US" noProof="0" dirty="0"/>
              <a:t>Business Critical</a:t>
            </a:r>
          </a:p>
        </p:txBody>
      </p:sp>
      <p:sp>
        <p:nvSpPr>
          <p:cNvPr id="6" name="Text Placeholder 5"/>
          <p:cNvSpPr>
            <a:spLocks noGrp="1"/>
          </p:cNvSpPr>
          <p:nvPr>
            <p:ph type="body" sz="quarter" idx="23"/>
          </p:nvPr>
        </p:nvSpPr>
        <p:spPr>
          <a:xfrm>
            <a:off x="4359737" y="3099691"/>
            <a:ext cx="3477611" cy="1456678"/>
          </a:xfrm>
        </p:spPr>
        <p:txBody>
          <a:bodyPr/>
          <a:lstStyle/>
          <a:p>
            <a:r>
              <a:rPr lang="en-US" noProof="0" dirty="0"/>
              <a:t>Local SSD: Always On AG replicas</a:t>
            </a:r>
          </a:p>
          <a:p>
            <a:r>
              <a:rPr lang="en-US" noProof="0" dirty="0"/>
              <a:t>1 - 2 </a:t>
            </a:r>
            <a:r>
              <a:rPr lang="en-US" noProof="0" dirty="0" err="1"/>
              <a:t>ms</a:t>
            </a:r>
            <a:r>
              <a:rPr lang="en-US" noProof="0" dirty="0"/>
              <a:t> I/O latency, highest IOPS</a:t>
            </a:r>
          </a:p>
          <a:p>
            <a:r>
              <a:rPr lang="en-US" noProof="0" dirty="0"/>
              <a:t>Free read-only replica for reports</a:t>
            </a:r>
          </a:p>
          <a:p>
            <a:r>
              <a:rPr lang="en-US" noProof="0" dirty="0"/>
              <a:t>~2.7× cost of General Purpose</a:t>
            </a:r>
          </a:p>
          <a:p>
            <a:r>
              <a:rPr lang="en-US" noProof="0" dirty="0"/>
              <a:t>Sub-2 </a:t>
            </a:r>
            <a:r>
              <a:rPr lang="en-US" noProof="0" dirty="0" err="1"/>
              <a:t>ms</a:t>
            </a:r>
            <a:r>
              <a:rPr lang="en-US" noProof="0" dirty="0"/>
              <a:t> for latency-sensitive apps</a:t>
            </a:r>
          </a:p>
        </p:txBody>
      </p:sp>
      <p:sp>
        <p:nvSpPr>
          <p:cNvPr id="7" name="Text Placeholder 6"/>
          <p:cNvSpPr>
            <a:spLocks noGrp="1"/>
          </p:cNvSpPr>
          <p:nvPr>
            <p:ph type="body" sz="quarter" idx="24"/>
          </p:nvPr>
        </p:nvSpPr>
        <p:spPr/>
        <p:txBody>
          <a:bodyPr/>
          <a:lstStyle/>
          <a:p>
            <a:pPr algn="ctr"/>
            <a:r>
              <a:rPr lang="en-US" noProof="0" dirty="0"/>
              <a:t>Hyperscale</a:t>
            </a:r>
          </a:p>
        </p:txBody>
      </p:sp>
      <p:sp>
        <p:nvSpPr>
          <p:cNvPr id="8" name="Text Placeholder 7"/>
          <p:cNvSpPr>
            <a:spLocks noGrp="1"/>
          </p:cNvSpPr>
          <p:nvPr>
            <p:ph type="body" sz="quarter" idx="25"/>
          </p:nvPr>
        </p:nvSpPr>
        <p:spPr>
          <a:xfrm>
            <a:off x="8133084" y="3099691"/>
            <a:ext cx="3477611" cy="1456678"/>
          </a:xfrm>
        </p:spPr>
        <p:txBody>
          <a:bodyPr/>
          <a:lstStyle/>
          <a:p>
            <a:r>
              <a:rPr lang="en-US" noProof="0" dirty="0"/>
              <a:t>Decoupled storage + page servers</a:t>
            </a:r>
          </a:p>
          <a:p>
            <a:r>
              <a:rPr lang="en-US" noProof="0" dirty="0"/>
              <a:t>Up to 128 TB, 0 - 4 HA replicas</a:t>
            </a:r>
          </a:p>
          <a:p>
            <a:r>
              <a:rPr lang="en-US" noProof="0" dirty="0"/>
              <a:t>Scale compute without copying data</a:t>
            </a:r>
          </a:p>
          <a:p>
            <a:r>
              <a:rPr lang="en-US" noProof="0" dirty="0"/>
              <a:t>Pay for allocated storage only</a:t>
            </a:r>
          </a:p>
          <a:p>
            <a:r>
              <a:rPr lang="en-US" noProof="0" dirty="0"/>
              <a:t>Widest variety of workloads</a:t>
            </a:r>
          </a:p>
        </p:txBody>
      </p:sp>
      <p:grpSp>
        <p:nvGrpSpPr>
          <p:cNvPr id="13" name="Group 12">
            <a:extLst>
              <a:ext uri="{FF2B5EF4-FFF2-40B4-BE49-F238E27FC236}">
                <a16:creationId xmlns:a16="http://schemas.microsoft.com/office/drawing/2014/main" id="{2B958E17-82C8-CCEE-9200-3A24B9AB1ED0}"/>
              </a:ext>
              <a:ext uri="{C183D7F6-B498-43B3-948B-1728B52AA6E4}">
                <adec:decorative xmlns:adec="http://schemas.microsoft.com/office/drawing/2017/decorative" val="1"/>
              </a:ext>
            </a:extLst>
          </p:cNvPr>
          <p:cNvGrpSpPr/>
          <p:nvPr/>
        </p:nvGrpSpPr>
        <p:grpSpPr>
          <a:xfrm>
            <a:off x="1939071" y="1336407"/>
            <a:ext cx="769327" cy="769327"/>
            <a:chOff x="581787" y="1338617"/>
            <a:chExt cx="769327" cy="769327"/>
          </a:xfrm>
        </p:grpSpPr>
        <p:sp>
          <p:nvSpPr>
            <p:cNvPr id="11" name="Oval 10" descr="icon of a finger pushing a button">
              <a:extLst>
                <a:ext uri="{FF2B5EF4-FFF2-40B4-BE49-F238E27FC236}">
                  <a16:creationId xmlns:a16="http://schemas.microsoft.com/office/drawing/2014/main" id="{B38B4DB1-0542-94C1-823A-4D78141BF096}"/>
                </a:ext>
              </a:extLst>
            </p:cNvPr>
            <p:cNvSpPr/>
            <p:nvPr/>
          </p:nvSpPr>
          <p:spPr bwMode="auto">
            <a:xfrm>
              <a:off x="581787" y="1338617"/>
              <a:ext cx="769327" cy="769327"/>
            </a:xfrm>
            <a:prstGeom prst="ellipse">
              <a:avLst/>
            </a:prstGeom>
            <a:solidFill>
              <a:srgbClr val="FF5C39"/>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0" name="gear" title="Icon of a gear surrounded by a circle with lines of varying length"/>
            <p:cNvSpPr>
              <a:spLocks noChangeAspect="1" noEditPoints="1"/>
            </p:cNvSpPr>
            <p:nvPr/>
          </p:nvSpPr>
          <p:spPr bwMode="auto">
            <a:xfrm>
              <a:off x="797198" y="1554028"/>
              <a:ext cx="338505" cy="338505"/>
            </a:xfrm>
            <a:custGeom>
              <a:avLst/>
              <a:gdLst>
                <a:gd name="T0" fmla="*/ 72 w 318"/>
                <a:gd name="T1" fmla="*/ 159 h 318"/>
                <a:gd name="T2" fmla="*/ 159 w 318"/>
                <a:gd name="T3" fmla="*/ 72 h 318"/>
                <a:gd name="T4" fmla="*/ 246 w 318"/>
                <a:gd name="T5" fmla="*/ 159 h 318"/>
                <a:gd name="T6" fmla="*/ 159 w 318"/>
                <a:gd name="T7" fmla="*/ 246 h 318"/>
                <a:gd name="T8" fmla="*/ 72 w 318"/>
                <a:gd name="T9" fmla="*/ 159 h 318"/>
                <a:gd name="T10" fmla="*/ 212 w 318"/>
                <a:gd name="T11" fmla="*/ 9 h 318"/>
                <a:gd name="T12" fmla="*/ 159 w 318"/>
                <a:gd name="T13" fmla="*/ 0 h 318"/>
                <a:gd name="T14" fmla="*/ 0 w 318"/>
                <a:gd name="T15" fmla="*/ 159 h 318"/>
                <a:gd name="T16" fmla="*/ 91 w 318"/>
                <a:gd name="T17" fmla="*/ 303 h 318"/>
                <a:gd name="T18" fmla="*/ 106 w 318"/>
                <a:gd name="T19" fmla="*/ 309 h 318"/>
                <a:gd name="T20" fmla="*/ 159 w 318"/>
                <a:gd name="T21" fmla="*/ 318 h 318"/>
                <a:gd name="T22" fmla="*/ 318 w 318"/>
                <a:gd name="T23" fmla="*/ 159 h 318"/>
                <a:gd name="T24" fmla="*/ 310 w 318"/>
                <a:gd name="T25" fmla="*/ 110 h 318"/>
                <a:gd name="T26" fmla="*/ 304 w 318"/>
                <a:gd name="T27" fmla="*/ 93 h 318"/>
                <a:gd name="T28" fmla="*/ 230 w 318"/>
                <a:gd name="T29" fmla="*/ 17 h 318"/>
                <a:gd name="T30" fmla="*/ 202 w 318"/>
                <a:gd name="T31" fmla="*/ 56 h 318"/>
                <a:gd name="T32" fmla="*/ 194 w 318"/>
                <a:gd name="T33" fmla="*/ 79 h 318"/>
                <a:gd name="T34" fmla="*/ 268 w 318"/>
                <a:gd name="T35" fmla="*/ 118 h 318"/>
                <a:gd name="T36" fmla="*/ 240 w 318"/>
                <a:gd name="T37" fmla="*/ 127 h 318"/>
                <a:gd name="T38" fmla="*/ 239 w 318"/>
                <a:gd name="T39" fmla="*/ 192 h 318"/>
                <a:gd name="T40" fmla="*/ 267 w 318"/>
                <a:gd name="T41" fmla="*/ 203 h 318"/>
                <a:gd name="T42" fmla="*/ 206 w 318"/>
                <a:gd name="T43" fmla="*/ 265 h 318"/>
                <a:gd name="T44" fmla="*/ 193 w 318"/>
                <a:gd name="T45" fmla="*/ 239 h 318"/>
                <a:gd name="T46" fmla="*/ 117 w 318"/>
                <a:gd name="T47" fmla="*/ 266 h 318"/>
                <a:gd name="T48" fmla="*/ 128 w 318"/>
                <a:gd name="T49" fmla="*/ 240 h 318"/>
                <a:gd name="T50" fmla="*/ 54 w 318"/>
                <a:gd name="T51" fmla="*/ 203 h 318"/>
                <a:gd name="T52" fmla="*/ 79 w 318"/>
                <a:gd name="T53" fmla="*/ 193 h 318"/>
                <a:gd name="T54" fmla="*/ 54 w 318"/>
                <a:gd name="T55" fmla="*/ 118 h 318"/>
                <a:gd name="T56" fmla="*/ 78 w 318"/>
                <a:gd name="T57" fmla="*/ 127 h 318"/>
                <a:gd name="T58" fmla="*/ 127 w 318"/>
                <a:gd name="T59" fmla="*/ 78 h 318"/>
                <a:gd name="T60" fmla="*/ 116 w 318"/>
                <a:gd name="T61" fmla="*/ 5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18" h="318">
                  <a:moveTo>
                    <a:pt x="72" y="159"/>
                  </a:moveTo>
                  <a:cubicBezTo>
                    <a:pt x="72" y="111"/>
                    <a:pt x="111" y="72"/>
                    <a:pt x="159" y="72"/>
                  </a:cubicBezTo>
                  <a:cubicBezTo>
                    <a:pt x="207" y="72"/>
                    <a:pt x="246" y="111"/>
                    <a:pt x="246" y="159"/>
                  </a:cubicBezTo>
                  <a:cubicBezTo>
                    <a:pt x="246" y="207"/>
                    <a:pt x="207" y="246"/>
                    <a:pt x="159" y="246"/>
                  </a:cubicBezTo>
                  <a:cubicBezTo>
                    <a:pt x="111" y="246"/>
                    <a:pt x="72" y="207"/>
                    <a:pt x="72" y="159"/>
                  </a:cubicBezTo>
                  <a:close/>
                  <a:moveTo>
                    <a:pt x="212" y="9"/>
                  </a:moveTo>
                  <a:cubicBezTo>
                    <a:pt x="195" y="3"/>
                    <a:pt x="177" y="0"/>
                    <a:pt x="159" y="0"/>
                  </a:cubicBezTo>
                  <a:cubicBezTo>
                    <a:pt x="71" y="0"/>
                    <a:pt x="0" y="71"/>
                    <a:pt x="0" y="159"/>
                  </a:cubicBezTo>
                  <a:cubicBezTo>
                    <a:pt x="0" y="223"/>
                    <a:pt x="37" y="277"/>
                    <a:pt x="91" y="303"/>
                  </a:cubicBezTo>
                  <a:moveTo>
                    <a:pt x="106" y="309"/>
                  </a:moveTo>
                  <a:cubicBezTo>
                    <a:pt x="122" y="315"/>
                    <a:pt x="140" y="318"/>
                    <a:pt x="159" y="318"/>
                  </a:cubicBezTo>
                  <a:cubicBezTo>
                    <a:pt x="247" y="318"/>
                    <a:pt x="318" y="247"/>
                    <a:pt x="318" y="159"/>
                  </a:cubicBezTo>
                  <a:cubicBezTo>
                    <a:pt x="318" y="142"/>
                    <a:pt x="315" y="126"/>
                    <a:pt x="310" y="110"/>
                  </a:cubicBezTo>
                  <a:moveTo>
                    <a:pt x="304" y="93"/>
                  </a:moveTo>
                  <a:cubicBezTo>
                    <a:pt x="289" y="60"/>
                    <a:pt x="262" y="33"/>
                    <a:pt x="230" y="17"/>
                  </a:cubicBezTo>
                  <a:moveTo>
                    <a:pt x="202" y="56"/>
                  </a:moveTo>
                  <a:cubicBezTo>
                    <a:pt x="194" y="79"/>
                    <a:pt x="194" y="79"/>
                    <a:pt x="194" y="79"/>
                  </a:cubicBezTo>
                  <a:moveTo>
                    <a:pt x="268" y="118"/>
                  </a:moveTo>
                  <a:cubicBezTo>
                    <a:pt x="240" y="127"/>
                    <a:pt x="240" y="127"/>
                    <a:pt x="240" y="127"/>
                  </a:cubicBezTo>
                  <a:moveTo>
                    <a:pt x="239" y="192"/>
                  </a:moveTo>
                  <a:cubicBezTo>
                    <a:pt x="267" y="203"/>
                    <a:pt x="267" y="203"/>
                    <a:pt x="267" y="203"/>
                  </a:cubicBezTo>
                  <a:moveTo>
                    <a:pt x="206" y="265"/>
                  </a:moveTo>
                  <a:cubicBezTo>
                    <a:pt x="193" y="239"/>
                    <a:pt x="193" y="239"/>
                    <a:pt x="193" y="239"/>
                  </a:cubicBezTo>
                  <a:moveTo>
                    <a:pt x="117" y="266"/>
                  </a:moveTo>
                  <a:cubicBezTo>
                    <a:pt x="128" y="240"/>
                    <a:pt x="128" y="240"/>
                    <a:pt x="128" y="240"/>
                  </a:cubicBezTo>
                  <a:moveTo>
                    <a:pt x="54" y="203"/>
                  </a:moveTo>
                  <a:cubicBezTo>
                    <a:pt x="79" y="193"/>
                    <a:pt x="79" y="193"/>
                    <a:pt x="79" y="193"/>
                  </a:cubicBezTo>
                  <a:moveTo>
                    <a:pt x="54" y="118"/>
                  </a:moveTo>
                  <a:cubicBezTo>
                    <a:pt x="78" y="127"/>
                    <a:pt x="78" y="127"/>
                    <a:pt x="78" y="127"/>
                  </a:cubicBezTo>
                  <a:moveTo>
                    <a:pt x="127" y="78"/>
                  </a:moveTo>
                  <a:cubicBezTo>
                    <a:pt x="116" y="56"/>
                    <a:pt x="116" y="56"/>
                    <a:pt x="116" y="56"/>
                  </a:cubicBezTo>
                </a:path>
              </a:pathLst>
            </a:cu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gradFill>
              </a:endParaRPr>
            </a:p>
          </p:txBody>
        </p:sp>
      </p:grpSp>
      <p:grpSp>
        <p:nvGrpSpPr>
          <p:cNvPr id="14" name="Group 13">
            <a:extLst>
              <a:ext uri="{FF2B5EF4-FFF2-40B4-BE49-F238E27FC236}">
                <a16:creationId xmlns:a16="http://schemas.microsoft.com/office/drawing/2014/main" id="{4C4E1362-DE02-EB2A-E91D-E70510339CAC}"/>
              </a:ext>
              <a:ext uri="{C183D7F6-B498-43B3-948B-1728B52AA6E4}">
                <adec:decorative xmlns:adec="http://schemas.microsoft.com/office/drawing/2017/decorative" val="1"/>
              </a:ext>
            </a:extLst>
          </p:cNvPr>
          <p:cNvGrpSpPr/>
          <p:nvPr/>
        </p:nvGrpSpPr>
        <p:grpSpPr>
          <a:xfrm>
            <a:off x="5711336" y="1336407"/>
            <a:ext cx="769327" cy="769327"/>
            <a:chOff x="4357547" y="1338617"/>
            <a:chExt cx="769327" cy="769327"/>
          </a:xfrm>
        </p:grpSpPr>
        <p:sp>
          <p:nvSpPr>
            <p:cNvPr id="10" name="Oval 9" descr="icon of a finger pushing a button">
              <a:extLst>
                <a:ext uri="{FF2B5EF4-FFF2-40B4-BE49-F238E27FC236}">
                  <a16:creationId xmlns:a16="http://schemas.microsoft.com/office/drawing/2014/main" id="{4E1F7A38-5ECE-9926-F6CC-A07E5B12885C}"/>
                </a:ext>
              </a:extLst>
            </p:cNvPr>
            <p:cNvSpPr/>
            <p:nvPr/>
          </p:nvSpPr>
          <p:spPr bwMode="auto">
            <a:xfrm>
              <a:off x="4357547" y="1338617"/>
              <a:ext cx="769327" cy="769327"/>
            </a:xfrm>
            <a:prstGeom prst="ellipse">
              <a:avLst/>
            </a:prstGeom>
            <a:solidFill>
              <a:srgbClr val="C73ECC"/>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 name="LightningBolt_E945" title="Icon of a lightning bolt">
              <a:extLst>
                <a:ext uri="{FF2B5EF4-FFF2-40B4-BE49-F238E27FC236}">
                  <a16:creationId xmlns:a16="http://schemas.microsoft.com/office/drawing/2014/main" id="{2F045775-79AA-42AD-988C-2684CEA1E801}"/>
                </a:ext>
              </a:extLst>
            </p:cNvPr>
            <p:cNvSpPr>
              <a:spLocks noChangeAspect="1"/>
            </p:cNvSpPr>
            <p:nvPr/>
          </p:nvSpPr>
          <p:spPr bwMode="auto">
            <a:xfrm>
              <a:off x="4572958" y="1554028"/>
              <a:ext cx="338505" cy="338505"/>
            </a:xfrm>
            <a:custGeom>
              <a:avLst/>
              <a:gdLst>
                <a:gd name="T0" fmla="*/ 481 w 2961"/>
                <a:gd name="T1" fmla="*/ 4132 h 4132"/>
                <a:gd name="T2" fmla="*/ 2961 w 2961"/>
                <a:gd name="T3" fmla="*/ 1653 h 4132"/>
                <a:gd name="T4" fmla="*/ 1652 w 2961"/>
                <a:gd name="T5" fmla="*/ 1653 h 4132"/>
                <a:gd name="T6" fmla="*/ 2479 w 2961"/>
                <a:gd name="T7" fmla="*/ 0 h 4132"/>
                <a:gd name="T8" fmla="*/ 1239 w 2961"/>
                <a:gd name="T9" fmla="*/ 0 h 4132"/>
                <a:gd name="T10" fmla="*/ 0 w 2961"/>
                <a:gd name="T11" fmla="*/ 2479 h 4132"/>
                <a:gd name="T12" fmla="*/ 964 w 2961"/>
                <a:gd name="T13" fmla="*/ 2479 h 4132"/>
                <a:gd name="T14" fmla="*/ 137 w 2961"/>
                <a:gd name="T15" fmla="*/ 4132 h 4132"/>
                <a:gd name="T16" fmla="*/ 481 w 2961"/>
                <a:gd name="T17" fmla="*/ 4132 h 4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1" h="4132">
                  <a:moveTo>
                    <a:pt x="481" y="4132"/>
                  </a:moveTo>
                  <a:lnTo>
                    <a:pt x="2961" y="1653"/>
                  </a:lnTo>
                  <a:lnTo>
                    <a:pt x="1652" y="1653"/>
                  </a:lnTo>
                  <a:lnTo>
                    <a:pt x="2479" y="0"/>
                  </a:lnTo>
                  <a:lnTo>
                    <a:pt x="1239" y="0"/>
                  </a:lnTo>
                  <a:lnTo>
                    <a:pt x="0" y="2479"/>
                  </a:lnTo>
                  <a:lnTo>
                    <a:pt x="964" y="2479"/>
                  </a:lnTo>
                  <a:lnTo>
                    <a:pt x="137" y="4132"/>
                  </a:lnTo>
                  <a:lnTo>
                    <a:pt x="481" y="4132"/>
                  </a:lnTo>
                  <a:close/>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lin ang="5400000" scaled="1"/>
                </a:gradFill>
              </a:endParaRPr>
            </a:p>
          </p:txBody>
        </p:sp>
      </p:grpSp>
      <p:grpSp>
        <p:nvGrpSpPr>
          <p:cNvPr id="15" name="Group 14">
            <a:extLst>
              <a:ext uri="{FF2B5EF4-FFF2-40B4-BE49-F238E27FC236}">
                <a16:creationId xmlns:a16="http://schemas.microsoft.com/office/drawing/2014/main" id="{9659AB3F-CB75-4E67-0810-64B56ED4F9D6}"/>
              </a:ext>
              <a:ext uri="{C183D7F6-B498-43B3-948B-1728B52AA6E4}">
                <adec:decorative xmlns:adec="http://schemas.microsoft.com/office/drawing/2017/decorative" val="1"/>
              </a:ext>
            </a:extLst>
          </p:cNvPr>
          <p:cNvGrpSpPr/>
          <p:nvPr/>
        </p:nvGrpSpPr>
        <p:grpSpPr>
          <a:xfrm>
            <a:off x="9485765" y="1336407"/>
            <a:ext cx="769327" cy="769327"/>
            <a:chOff x="8114290" y="1338617"/>
            <a:chExt cx="769327" cy="769327"/>
          </a:xfrm>
        </p:grpSpPr>
        <p:sp>
          <p:nvSpPr>
            <p:cNvPr id="12" name="Oval 11" descr="icon of a finger pushing a button">
              <a:extLst>
                <a:ext uri="{FF2B5EF4-FFF2-40B4-BE49-F238E27FC236}">
                  <a16:creationId xmlns:a16="http://schemas.microsoft.com/office/drawing/2014/main" id="{1748EDB1-5034-D172-C151-51F091159640}"/>
                </a:ext>
              </a:extLst>
            </p:cNvPr>
            <p:cNvSpPr/>
            <p:nvPr/>
          </p:nvSpPr>
          <p:spPr bwMode="auto">
            <a:xfrm>
              <a:off x="8114290" y="1338617"/>
              <a:ext cx="769327" cy="769327"/>
            </a:xfrm>
            <a:prstGeom prst="ellipse">
              <a:avLst/>
            </a:prstGeom>
            <a:solidFill>
              <a:srgbClr val="0078D4"/>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2" name="cloud" title="Icon of a cloud">
              <a:extLst>
                <a:ext uri="{FF2B5EF4-FFF2-40B4-BE49-F238E27FC236}">
                  <a16:creationId xmlns:a16="http://schemas.microsoft.com/office/drawing/2014/main" id="{9E29AF18-9A42-483A-921D-C3A5B3D9CD3E}"/>
                </a:ext>
              </a:extLst>
            </p:cNvPr>
            <p:cNvSpPr>
              <a:spLocks noChangeAspect="1"/>
            </p:cNvSpPr>
            <p:nvPr/>
          </p:nvSpPr>
          <p:spPr bwMode="auto">
            <a:xfrm>
              <a:off x="8329701" y="1554028"/>
              <a:ext cx="338505" cy="338505"/>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noFill/>
            <a:ln w="1905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gradFill>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Preserve data integrity with isolation levels</a:t>
            </a:r>
          </a:p>
        </p:txBody>
      </p:sp>
      <p:sp>
        <p:nvSpPr>
          <p:cNvPr id="6" name="TextBox 5"/>
          <p:cNvSpPr txBox="1"/>
          <p:nvPr/>
        </p:nvSpPr>
        <p:spPr>
          <a:xfrm>
            <a:off x="3181235" y="1105596"/>
            <a:ext cx="2743200" cy="153888"/>
          </a:xfrm>
          <a:prstGeom prst="rect">
            <a:avLst/>
          </a:prstGeom>
          <a:noFill/>
        </p:spPr>
        <p:txBody>
          <a:bodyPr wrap="square" lIns="25400" tIns="0" rIns="25400" bIns="0">
            <a:spAutoFit/>
          </a:bodyPr>
          <a:lstStyle/>
          <a:p>
            <a:pPr algn="ctr"/>
            <a:r>
              <a:rPr lang="en-US" sz="1000" b="1" noProof="0" dirty="0">
                <a:solidFill>
                  <a:srgbClr val="1A237E"/>
                </a:solidFill>
              </a:rPr>
              <a:t>LOCK-BASED</a:t>
            </a:r>
          </a:p>
        </p:txBody>
      </p:sp>
      <p:sp>
        <p:nvSpPr>
          <p:cNvPr id="7" name="TextBox 6"/>
          <p:cNvSpPr txBox="1"/>
          <p:nvPr/>
        </p:nvSpPr>
        <p:spPr>
          <a:xfrm>
            <a:off x="8467478" y="1041997"/>
            <a:ext cx="2743200" cy="256032"/>
          </a:xfrm>
          <a:prstGeom prst="rect">
            <a:avLst/>
          </a:prstGeom>
          <a:noFill/>
        </p:spPr>
        <p:txBody>
          <a:bodyPr wrap="square" lIns="25400" tIns="0" rIns="25400" bIns="0">
            <a:spAutoFit/>
          </a:bodyPr>
          <a:lstStyle/>
          <a:p>
            <a:pPr algn="ctr"/>
            <a:r>
              <a:rPr lang="en-US" sz="1000" b="1" noProof="0" dirty="0">
                <a:solidFill>
                  <a:srgbClr val="0078D4"/>
                </a:solidFill>
              </a:rPr>
              <a:t>ROW-VERSIONING</a:t>
            </a:r>
          </a:p>
        </p:txBody>
      </p:sp>
      <p:sp>
        <p:nvSpPr>
          <p:cNvPr id="8" name="Rectangle 7">
            <a:extLst>
              <a:ext uri="{C183D7F6-B498-43B3-948B-1728B52AA6E4}">
                <adec:decorative xmlns:adec="http://schemas.microsoft.com/office/drawing/2017/decorative" val="1"/>
              </a:ext>
            </a:extLst>
          </p:cNvPr>
          <p:cNvSpPr/>
          <p:nvPr/>
        </p:nvSpPr>
        <p:spPr>
          <a:xfrm>
            <a:off x="1409664" y="1664826"/>
            <a:ext cx="6286342" cy="1371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 name="Rectangle 8">
            <a:extLst>
              <a:ext uri="{C183D7F6-B498-43B3-948B-1728B52AA6E4}">
                <adec:decorative xmlns:adec="http://schemas.microsoft.com/office/drawing/2017/decorative" val="1"/>
              </a:ext>
            </a:extLst>
          </p:cNvPr>
          <p:cNvSpPr/>
          <p:nvPr/>
        </p:nvSpPr>
        <p:spPr>
          <a:xfrm>
            <a:off x="8172245" y="1657009"/>
            <a:ext cx="3333666" cy="13716"/>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Rectangle 9">
            <a:extLst>
              <a:ext uri="{C183D7F6-B498-43B3-948B-1728B52AA6E4}">
                <adec:decorative xmlns:adec="http://schemas.microsoft.com/office/drawing/2017/decorative" val="1"/>
              </a:ext>
            </a:extLst>
          </p:cNvPr>
          <p:cNvSpPr/>
          <p:nvPr/>
        </p:nvSpPr>
        <p:spPr>
          <a:xfrm>
            <a:off x="7929554" y="713232"/>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1" name="Rectangle 10">
            <a:extLst>
              <a:ext uri="{C183D7F6-B498-43B3-948B-1728B52AA6E4}">
                <adec:decorative xmlns:adec="http://schemas.microsoft.com/office/drawing/2017/decorative" val="1"/>
              </a:ext>
            </a:extLst>
          </p:cNvPr>
          <p:cNvSpPr/>
          <p:nvPr/>
        </p:nvSpPr>
        <p:spPr>
          <a:xfrm>
            <a:off x="7929554" y="804672"/>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2" name="Rectangle 11">
            <a:extLst>
              <a:ext uri="{C183D7F6-B498-43B3-948B-1728B52AA6E4}">
                <adec:decorative xmlns:adec="http://schemas.microsoft.com/office/drawing/2017/decorative" val="1"/>
              </a:ext>
            </a:extLst>
          </p:cNvPr>
          <p:cNvSpPr/>
          <p:nvPr/>
        </p:nvSpPr>
        <p:spPr>
          <a:xfrm>
            <a:off x="7929554" y="151899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3" name="Rectangle 12">
            <a:extLst>
              <a:ext uri="{C183D7F6-B498-43B3-948B-1728B52AA6E4}">
                <adec:decorative xmlns:adec="http://schemas.microsoft.com/office/drawing/2017/decorative" val="1"/>
              </a:ext>
            </a:extLst>
          </p:cNvPr>
          <p:cNvSpPr/>
          <p:nvPr/>
        </p:nvSpPr>
        <p:spPr>
          <a:xfrm>
            <a:off x="7929554" y="161043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4" name="Rectangle 13">
            <a:extLst>
              <a:ext uri="{C183D7F6-B498-43B3-948B-1728B52AA6E4}">
                <adec:decorative xmlns:adec="http://schemas.microsoft.com/office/drawing/2017/decorative" val="1"/>
              </a:ext>
            </a:extLst>
          </p:cNvPr>
          <p:cNvSpPr/>
          <p:nvPr/>
        </p:nvSpPr>
        <p:spPr>
          <a:xfrm>
            <a:off x="7929554" y="179331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5" name="Rectangle 14">
            <a:extLst>
              <a:ext uri="{C183D7F6-B498-43B3-948B-1728B52AA6E4}">
                <adec:decorative xmlns:adec="http://schemas.microsoft.com/office/drawing/2017/decorative" val="1"/>
              </a:ext>
            </a:extLst>
          </p:cNvPr>
          <p:cNvSpPr/>
          <p:nvPr/>
        </p:nvSpPr>
        <p:spPr>
          <a:xfrm>
            <a:off x="7929554" y="188475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6" name="Rectangle 15">
            <a:extLst>
              <a:ext uri="{C183D7F6-B498-43B3-948B-1728B52AA6E4}">
                <adec:decorative xmlns:adec="http://schemas.microsoft.com/office/drawing/2017/decorative" val="1"/>
              </a:ext>
            </a:extLst>
          </p:cNvPr>
          <p:cNvSpPr/>
          <p:nvPr/>
        </p:nvSpPr>
        <p:spPr>
          <a:xfrm>
            <a:off x="7929554" y="206763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7" name="Rectangle 16">
            <a:extLst>
              <a:ext uri="{C183D7F6-B498-43B3-948B-1728B52AA6E4}">
                <adec:decorative xmlns:adec="http://schemas.microsoft.com/office/drawing/2017/decorative" val="1"/>
              </a:ext>
            </a:extLst>
          </p:cNvPr>
          <p:cNvSpPr/>
          <p:nvPr/>
        </p:nvSpPr>
        <p:spPr>
          <a:xfrm>
            <a:off x="7929554" y="215907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8" name="Rectangle 17">
            <a:extLst>
              <a:ext uri="{C183D7F6-B498-43B3-948B-1728B52AA6E4}">
                <adec:decorative xmlns:adec="http://schemas.microsoft.com/office/drawing/2017/decorative" val="1"/>
              </a:ext>
            </a:extLst>
          </p:cNvPr>
          <p:cNvSpPr/>
          <p:nvPr/>
        </p:nvSpPr>
        <p:spPr>
          <a:xfrm>
            <a:off x="7929554" y="234195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9" name="Rectangle 18">
            <a:extLst>
              <a:ext uri="{C183D7F6-B498-43B3-948B-1728B52AA6E4}">
                <adec:decorative xmlns:adec="http://schemas.microsoft.com/office/drawing/2017/decorative" val="1"/>
              </a:ext>
            </a:extLst>
          </p:cNvPr>
          <p:cNvSpPr/>
          <p:nvPr/>
        </p:nvSpPr>
        <p:spPr>
          <a:xfrm>
            <a:off x="7929554" y="243339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Rectangle 19">
            <a:extLst>
              <a:ext uri="{C183D7F6-B498-43B3-948B-1728B52AA6E4}">
                <adec:decorative xmlns:adec="http://schemas.microsoft.com/office/drawing/2017/decorative" val="1"/>
              </a:ext>
            </a:extLst>
          </p:cNvPr>
          <p:cNvSpPr/>
          <p:nvPr/>
        </p:nvSpPr>
        <p:spPr>
          <a:xfrm>
            <a:off x="7929554" y="261627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1" name="Rectangle 20">
            <a:extLst>
              <a:ext uri="{C183D7F6-B498-43B3-948B-1728B52AA6E4}">
                <adec:decorative xmlns:adec="http://schemas.microsoft.com/office/drawing/2017/decorative" val="1"/>
              </a:ext>
            </a:extLst>
          </p:cNvPr>
          <p:cNvSpPr/>
          <p:nvPr/>
        </p:nvSpPr>
        <p:spPr>
          <a:xfrm>
            <a:off x="7929554" y="270771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2" name="Rectangle 21">
            <a:extLst>
              <a:ext uri="{C183D7F6-B498-43B3-948B-1728B52AA6E4}">
                <adec:decorative xmlns:adec="http://schemas.microsoft.com/office/drawing/2017/decorative" val="1"/>
              </a:ext>
            </a:extLst>
          </p:cNvPr>
          <p:cNvSpPr/>
          <p:nvPr/>
        </p:nvSpPr>
        <p:spPr>
          <a:xfrm>
            <a:off x="7929554" y="289059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3" name="Rectangle 22">
            <a:extLst>
              <a:ext uri="{C183D7F6-B498-43B3-948B-1728B52AA6E4}">
                <adec:decorative xmlns:adec="http://schemas.microsoft.com/office/drawing/2017/decorative" val="1"/>
              </a:ext>
            </a:extLst>
          </p:cNvPr>
          <p:cNvSpPr/>
          <p:nvPr/>
        </p:nvSpPr>
        <p:spPr>
          <a:xfrm>
            <a:off x="7929554" y="298203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4" name="Rectangle 23">
            <a:extLst>
              <a:ext uri="{C183D7F6-B498-43B3-948B-1728B52AA6E4}">
                <adec:decorative xmlns:adec="http://schemas.microsoft.com/office/drawing/2017/decorative" val="1"/>
              </a:ext>
            </a:extLst>
          </p:cNvPr>
          <p:cNvSpPr/>
          <p:nvPr/>
        </p:nvSpPr>
        <p:spPr>
          <a:xfrm>
            <a:off x="7929554" y="316491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5" name="Rectangle 24">
            <a:extLst>
              <a:ext uri="{C183D7F6-B498-43B3-948B-1728B52AA6E4}">
                <adec:decorative xmlns:adec="http://schemas.microsoft.com/office/drawing/2017/decorative" val="1"/>
              </a:ext>
            </a:extLst>
          </p:cNvPr>
          <p:cNvSpPr/>
          <p:nvPr/>
        </p:nvSpPr>
        <p:spPr>
          <a:xfrm>
            <a:off x="7929554" y="325635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6" name="Rectangle 25">
            <a:extLst>
              <a:ext uri="{C183D7F6-B498-43B3-948B-1728B52AA6E4}">
                <adec:decorative xmlns:adec="http://schemas.microsoft.com/office/drawing/2017/decorative" val="1"/>
              </a:ext>
            </a:extLst>
          </p:cNvPr>
          <p:cNvSpPr/>
          <p:nvPr/>
        </p:nvSpPr>
        <p:spPr>
          <a:xfrm>
            <a:off x="7929554" y="343923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7" name="Rectangle 26">
            <a:extLst>
              <a:ext uri="{C183D7F6-B498-43B3-948B-1728B52AA6E4}">
                <adec:decorative xmlns:adec="http://schemas.microsoft.com/office/drawing/2017/decorative" val="1"/>
              </a:ext>
            </a:extLst>
          </p:cNvPr>
          <p:cNvSpPr/>
          <p:nvPr/>
        </p:nvSpPr>
        <p:spPr>
          <a:xfrm>
            <a:off x="7929554" y="353067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8" name="Rectangle 27">
            <a:extLst>
              <a:ext uri="{C183D7F6-B498-43B3-948B-1728B52AA6E4}">
                <adec:decorative xmlns:adec="http://schemas.microsoft.com/office/drawing/2017/decorative" val="1"/>
              </a:ext>
            </a:extLst>
          </p:cNvPr>
          <p:cNvSpPr/>
          <p:nvPr/>
        </p:nvSpPr>
        <p:spPr>
          <a:xfrm>
            <a:off x="7929554" y="371355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9" name="Rectangle 28">
            <a:extLst>
              <a:ext uri="{C183D7F6-B498-43B3-948B-1728B52AA6E4}">
                <adec:decorative xmlns:adec="http://schemas.microsoft.com/office/drawing/2017/decorative" val="1"/>
              </a:ext>
            </a:extLst>
          </p:cNvPr>
          <p:cNvSpPr/>
          <p:nvPr/>
        </p:nvSpPr>
        <p:spPr>
          <a:xfrm>
            <a:off x="7929554" y="380499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Rectangle 29">
            <a:extLst>
              <a:ext uri="{C183D7F6-B498-43B3-948B-1728B52AA6E4}">
                <adec:decorative xmlns:adec="http://schemas.microsoft.com/office/drawing/2017/decorative" val="1"/>
              </a:ext>
            </a:extLst>
          </p:cNvPr>
          <p:cNvSpPr/>
          <p:nvPr/>
        </p:nvSpPr>
        <p:spPr>
          <a:xfrm>
            <a:off x="7929554" y="398787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1" name="Rectangle 30">
            <a:extLst>
              <a:ext uri="{C183D7F6-B498-43B3-948B-1728B52AA6E4}">
                <adec:decorative xmlns:adec="http://schemas.microsoft.com/office/drawing/2017/decorative" val="1"/>
              </a:ext>
            </a:extLst>
          </p:cNvPr>
          <p:cNvSpPr/>
          <p:nvPr/>
        </p:nvSpPr>
        <p:spPr>
          <a:xfrm>
            <a:off x="7929554" y="407931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2" name="Rectangle 31">
            <a:extLst>
              <a:ext uri="{C183D7F6-B498-43B3-948B-1728B52AA6E4}">
                <adec:decorative xmlns:adec="http://schemas.microsoft.com/office/drawing/2017/decorative" val="1"/>
              </a:ext>
            </a:extLst>
          </p:cNvPr>
          <p:cNvSpPr/>
          <p:nvPr/>
        </p:nvSpPr>
        <p:spPr>
          <a:xfrm>
            <a:off x="7929554" y="426219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3" name="Rectangle 32">
            <a:extLst>
              <a:ext uri="{C183D7F6-B498-43B3-948B-1728B52AA6E4}">
                <adec:decorative xmlns:adec="http://schemas.microsoft.com/office/drawing/2017/decorative" val="1"/>
              </a:ext>
            </a:extLst>
          </p:cNvPr>
          <p:cNvSpPr/>
          <p:nvPr/>
        </p:nvSpPr>
        <p:spPr>
          <a:xfrm>
            <a:off x="7929554" y="435363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4" name="Rectangle 33">
            <a:extLst>
              <a:ext uri="{C183D7F6-B498-43B3-948B-1728B52AA6E4}">
                <adec:decorative xmlns:adec="http://schemas.microsoft.com/office/drawing/2017/decorative" val="1"/>
              </a:ext>
            </a:extLst>
          </p:cNvPr>
          <p:cNvSpPr/>
          <p:nvPr/>
        </p:nvSpPr>
        <p:spPr>
          <a:xfrm>
            <a:off x="7929554" y="453651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5" name="Rectangle 34">
            <a:extLst>
              <a:ext uri="{C183D7F6-B498-43B3-948B-1728B52AA6E4}">
                <adec:decorative xmlns:adec="http://schemas.microsoft.com/office/drawing/2017/decorative" val="1"/>
              </a:ext>
            </a:extLst>
          </p:cNvPr>
          <p:cNvSpPr/>
          <p:nvPr/>
        </p:nvSpPr>
        <p:spPr>
          <a:xfrm>
            <a:off x="7929554" y="462795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6" name="Rectangle 35">
            <a:extLst>
              <a:ext uri="{C183D7F6-B498-43B3-948B-1728B52AA6E4}">
                <adec:decorative xmlns:adec="http://schemas.microsoft.com/office/drawing/2017/decorative" val="1"/>
              </a:ext>
            </a:extLst>
          </p:cNvPr>
          <p:cNvSpPr/>
          <p:nvPr/>
        </p:nvSpPr>
        <p:spPr>
          <a:xfrm>
            <a:off x="7929554" y="481083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7" name="Rectangle 36">
            <a:extLst>
              <a:ext uri="{C183D7F6-B498-43B3-948B-1728B52AA6E4}">
                <adec:decorative xmlns:adec="http://schemas.microsoft.com/office/drawing/2017/decorative" val="1"/>
              </a:ext>
            </a:extLst>
          </p:cNvPr>
          <p:cNvSpPr/>
          <p:nvPr/>
        </p:nvSpPr>
        <p:spPr>
          <a:xfrm>
            <a:off x="7929554" y="490227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8" name="Rectangle 37">
            <a:extLst>
              <a:ext uri="{C183D7F6-B498-43B3-948B-1728B52AA6E4}">
                <adec:decorative xmlns:adec="http://schemas.microsoft.com/office/drawing/2017/decorative" val="1"/>
              </a:ext>
            </a:extLst>
          </p:cNvPr>
          <p:cNvSpPr/>
          <p:nvPr/>
        </p:nvSpPr>
        <p:spPr>
          <a:xfrm>
            <a:off x="7929554" y="508515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9" name="Rectangle 38">
            <a:extLst>
              <a:ext uri="{C183D7F6-B498-43B3-948B-1728B52AA6E4}">
                <adec:decorative xmlns:adec="http://schemas.microsoft.com/office/drawing/2017/decorative" val="1"/>
              </a:ext>
            </a:extLst>
          </p:cNvPr>
          <p:cNvSpPr/>
          <p:nvPr/>
        </p:nvSpPr>
        <p:spPr>
          <a:xfrm>
            <a:off x="7929554" y="5176591"/>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0" name="Rectangle 39">
            <a:extLst>
              <a:ext uri="{C183D7F6-B498-43B3-948B-1728B52AA6E4}">
                <adec:decorative xmlns:adec="http://schemas.microsoft.com/office/drawing/2017/decorative" val="1"/>
              </a:ext>
            </a:extLst>
          </p:cNvPr>
          <p:cNvSpPr/>
          <p:nvPr/>
        </p:nvSpPr>
        <p:spPr>
          <a:xfrm>
            <a:off x="6919904" y="5749996"/>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1" name="Rectangle 40">
            <a:extLst>
              <a:ext uri="{C183D7F6-B498-43B3-948B-1728B52AA6E4}">
                <adec:decorative xmlns:adec="http://schemas.microsoft.com/office/drawing/2017/decorative" val="1"/>
              </a:ext>
            </a:extLst>
          </p:cNvPr>
          <p:cNvSpPr/>
          <p:nvPr/>
        </p:nvSpPr>
        <p:spPr>
          <a:xfrm>
            <a:off x="6919904" y="5841436"/>
            <a:ext cx="9144" cy="59436"/>
          </a:xfrm>
          <a:prstGeom prst="rect">
            <a:avLst/>
          </a:prstGeom>
          <a:solidFill>
            <a:srgbClr val="CFD8D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2" name="Rounded Rectangle 41"/>
          <p:cNvSpPr/>
          <p:nvPr/>
        </p:nvSpPr>
        <p:spPr>
          <a:xfrm>
            <a:off x="1409664" y="1445816"/>
            <a:ext cx="1428714" cy="419089"/>
          </a:xfrm>
          <a:prstGeom prst="round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wrap="square" lIns="25400" tIns="50800" rIns="25400" bIns="25400" rtlCol="0" anchor="ctr"/>
          <a:lstStyle/>
          <a:p>
            <a:pPr algn="ctr"/>
            <a:r>
              <a:rPr lang="en-US" sz="900" b="1" noProof="0" dirty="0">
                <a:solidFill>
                  <a:srgbClr val="FFFFFF"/>
                </a:solidFill>
              </a:rPr>
              <a:t>READ
UNCOMMITTED</a:t>
            </a:r>
          </a:p>
        </p:txBody>
      </p:sp>
      <p:sp>
        <p:nvSpPr>
          <p:cNvPr id="43" name="Rounded Rectangle 42"/>
          <p:cNvSpPr/>
          <p:nvPr/>
        </p:nvSpPr>
        <p:spPr>
          <a:xfrm>
            <a:off x="3028874" y="1445816"/>
            <a:ext cx="1428714" cy="419089"/>
          </a:xfrm>
          <a:prstGeom prst="round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wrap="square" lIns="25400" tIns="50800" rIns="25400" bIns="25400" rtlCol="0" anchor="ctr"/>
          <a:lstStyle/>
          <a:p>
            <a:pPr algn="ctr"/>
            <a:r>
              <a:rPr lang="en-US" sz="900" b="1" noProof="0" dirty="0">
                <a:solidFill>
                  <a:srgbClr val="FFFFFF"/>
                </a:solidFill>
              </a:rPr>
              <a:t>READ
COMMITTED</a:t>
            </a:r>
          </a:p>
        </p:txBody>
      </p:sp>
      <p:sp>
        <p:nvSpPr>
          <p:cNvPr id="44" name="Rounded Rectangle 43"/>
          <p:cNvSpPr/>
          <p:nvPr/>
        </p:nvSpPr>
        <p:spPr>
          <a:xfrm>
            <a:off x="4648083" y="1445816"/>
            <a:ext cx="1428714" cy="419089"/>
          </a:xfrm>
          <a:prstGeom prst="round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wrap="square" lIns="25400" tIns="50800" rIns="25400" bIns="25400" rtlCol="0" anchor="ctr"/>
          <a:lstStyle/>
          <a:p>
            <a:pPr algn="ctr"/>
            <a:r>
              <a:rPr lang="en-US" sz="900" b="1" noProof="0" dirty="0">
                <a:solidFill>
                  <a:srgbClr val="FFFFFF"/>
                </a:solidFill>
              </a:rPr>
              <a:t>REPEATABLE
READ</a:t>
            </a:r>
          </a:p>
        </p:txBody>
      </p:sp>
      <p:sp>
        <p:nvSpPr>
          <p:cNvPr id="45" name="Rounded Rectangle 44"/>
          <p:cNvSpPr/>
          <p:nvPr/>
        </p:nvSpPr>
        <p:spPr>
          <a:xfrm>
            <a:off x="6267293" y="1445816"/>
            <a:ext cx="1428714" cy="419089"/>
          </a:xfrm>
          <a:prstGeom prst="round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wrap="square" lIns="25400" tIns="50800" rIns="25400" bIns="25400" rtlCol="0" anchor="ctr"/>
          <a:lstStyle/>
          <a:p>
            <a:pPr algn="ctr"/>
            <a:r>
              <a:rPr lang="en-US" sz="900" b="1" noProof="0" dirty="0">
                <a:solidFill>
                  <a:srgbClr val="FFFFFF"/>
                </a:solidFill>
              </a:rPr>
              <a:t>SERIALIZABLE</a:t>
            </a:r>
          </a:p>
        </p:txBody>
      </p:sp>
      <p:sp>
        <p:nvSpPr>
          <p:cNvPr id="46" name="Rounded Rectangle 45"/>
          <p:cNvSpPr/>
          <p:nvPr/>
        </p:nvSpPr>
        <p:spPr>
          <a:xfrm>
            <a:off x="8172245" y="1445816"/>
            <a:ext cx="1428714" cy="419089"/>
          </a:xfrm>
          <a:prstGeom prst="round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square" lIns="25400" tIns="50800" rIns="25400" bIns="25400" rtlCol="0" anchor="ctr"/>
          <a:lstStyle/>
          <a:p>
            <a:pPr algn="ctr"/>
            <a:r>
              <a:rPr lang="en-US" sz="900" b="1" noProof="0" dirty="0">
                <a:solidFill>
                  <a:srgbClr val="FFFFFF"/>
                </a:solidFill>
              </a:rPr>
              <a:t>RCSI</a:t>
            </a:r>
          </a:p>
        </p:txBody>
      </p:sp>
      <p:sp>
        <p:nvSpPr>
          <p:cNvPr id="47" name="Rounded Rectangle 46"/>
          <p:cNvSpPr/>
          <p:nvPr/>
        </p:nvSpPr>
        <p:spPr>
          <a:xfrm>
            <a:off x="10077198" y="1445816"/>
            <a:ext cx="1428714" cy="419089"/>
          </a:xfrm>
          <a:prstGeom prst="round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square" lIns="25400" tIns="50800" rIns="25400" bIns="25400" rtlCol="0" anchor="ctr"/>
          <a:lstStyle/>
          <a:p>
            <a:pPr algn="ctr"/>
            <a:r>
              <a:rPr lang="en-US" sz="900" b="1" noProof="0" dirty="0">
                <a:solidFill>
                  <a:srgbClr val="FFFFFF"/>
                </a:solidFill>
              </a:rPr>
              <a:t>SNAPSHOT</a:t>
            </a:r>
          </a:p>
        </p:txBody>
      </p:sp>
      <p:sp>
        <p:nvSpPr>
          <p:cNvPr id="48" name="TextBox 47"/>
          <p:cNvSpPr txBox="1"/>
          <p:nvPr/>
        </p:nvSpPr>
        <p:spPr>
          <a:xfrm>
            <a:off x="3194591" y="1953528"/>
            <a:ext cx="1097280" cy="107722"/>
          </a:xfrm>
          <a:prstGeom prst="rect">
            <a:avLst/>
          </a:prstGeom>
          <a:noFill/>
        </p:spPr>
        <p:txBody>
          <a:bodyPr wrap="square" lIns="25400" tIns="0" rIns="25400" bIns="0">
            <a:spAutoFit/>
          </a:bodyPr>
          <a:lstStyle/>
          <a:p>
            <a:pPr algn="ctr"/>
            <a:r>
              <a:rPr lang="en-US" sz="700" b="0" i="1" noProof="0" dirty="0">
                <a:solidFill>
                  <a:schemeClr val="tx1">
                    <a:lumMod val="75000"/>
                    <a:lumOff val="25000"/>
                  </a:schemeClr>
                </a:solidFill>
              </a:rPr>
              <a:t>SQL Server default</a:t>
            </a:r>
          </a:p>
        </p:txBody>
      </p:sp>
      <p:sp>
        <p:nvSpPr>
          <p:cNvPr id="49" name="TextBox 48"/>
          <p:cNvSpPr txBox="1"/>
          <p:nvPr/>
        </p:nvSpPr>
        <p:spPr>
          <a:xfrm>
            <a:off x="8172245" y="1945713"/>
            <a:ext cx="1428714" cy="107722"/>
          </a:xfrm>
          <a:prstGeom prst="rect">
            <a:avLst/>
          </a:prstGeom>
          <a:noFill/>
        </p:spPr>
        <p:txBody>
          <a:bodyPr wrap="square" lIns="25400" tIns="0" rIns="25400" bIns="0">
            <a:spAutoFit/>
          </a:bodyPr>
          <a:lstStyle/>
          <a:p>
            <a:pPr algn="ctr"/>
            <a:r>
              <a:rPr lang="en-US" sz="700" b="0" i="1" noProof="0" dirty="0">
                <a:solidFill>
                  <a:schemeClr val="tx1">
                    <a:lumMod val="75000"/>
                    <a:lumOff val="25000"/>
                  </a:schemeClr>
                </a:solidFill>
              </a:rPr>
              <a:t>Azure SQL</a:t>
            </a:r>
            <a:r>
              <a:rPr lang="en-US" sz="700" i="1" noProof="0" dirty="0">
                <a:solidFill>
                  <a:schemeClr val="tx1">
                    <a:lumMod val="75000"/>
                    <a:lumOff val="25000"/>
                  </a:schemeClr>
                </a:solidFill>
              </a:rPr>
              <a:t> Database</a:t>
            </a:r>
            <a:r>
              <a:rPr lang="en-US" sz="700" b="0" i="1" noProof="0" dirty="0">
                <a:solidFill>
                  <a:schemeClr val="tx1">
                    <a:lumMod val="75000"/>
                    <a:lumOff val="25000"/>
                  </a:schemeClr>
                </a:solidFill>
              </a:rPr>
              <a:t> default</a:t>
            </a:r>
          </a:p>
        </p:txBody>
      </p:sp>
      <p:sp>
        <p:nvSpPr>
          <p:cNvPr id="50" name="Rectangle 49">
            <a:extLst>
              <a:ext uri="{C183D7F6-B498-43B3-948B-1728B52AA6E4}">
                <adec:decorative xmlns:adec="http://schemas.microsoft.com/office/drawing/2017/decorative" val="1"/>
              </a:ext>
            </a:extLst>
          </p:cNvPr>
          <p:cNvSpPr/>
          <p:nvPr/>
        </p:nvSpPr>
        <p:spPr>
          <a:xfrm>
            <a:off x="1363944" y="2245896"/>
            <a:ext cx="10187687" cy="342891"/>
          </a:xfrm>
          <a:prstGeom prst="rect">
            <a:avLst/>
          </a:prstGeom>
          <a:solidFill>
            <a:srgbClr val="F5F7FA"/>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1" name="Rectangle 50">
            <a:extLst>
              <a:ext uri="{C183D7F6-B498-43B3-948B-1728B52AA6E4}">
                <adec:decorative xmlns:adec="http://schemas.microsoft.com/office/drawing/2017/decorative" val="1"/>
              </a:ext>
            </a:extLst>
          </p:cNvPr>
          <p:cNvSpPr/>
          <p:nvPr/>
        </p:nvSpPr>
        <p:spPr>
          <a:xfrm>
            <a:off x="1363944" y="3236471"/>
            <a:ext cx="10187687" cy="342891"/>
          </a:xfrm>
          <a:prstGeom prst="rect">
            <a:avLst/>
          </a:prstGeom>
          <a:solidFill>
            <a:srgbClr val="F5F7FA"/>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2" name="Rectangle 51">
            <a:extLst>
              <a:ext uri="{C183D7F6-B498-43B3-948B-1728B52AA6E4}">
                <adec:decorative xmlns:adec="http://schemas.microsoft.com/office/drawing/2017/decorative" val="1"/>
              </a:ext>
            </a:extLst>
          </p:cNvPr>
          <p:cNvSpPr/>
          <p:nvPr/>
        </p:nvSpPr>
        <p:spPr>
          <a:xfrm>
            <a:off x="1363944" y="4227046"/>
            <a:ext cx="10187687" cy="342891"/>
          </a:xfrm>
          <a:prstGeom prst="rect">
            <a:avLst/>
          </a:prstGeom>
          <a:solidFill>
            <a:srgbClr val="F5F7FA"/>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3" name="TextBox 52"/>
          <p:cNvSpPr txBox="1"/>
          <p:nvPr/>
        </p:nvSpPr>
        <p:spPr>
          <a:xfrm>
            <a:off x="137160" y="2299231"/>
            <a:ext cx="1188720" cy="274320"/>
          </a:xfrm>
          <a:prstGeom prst="rect">
            <a:avLst/>
          </a:prstGeom>
          <a:noFill/>
        </p:spPr>
        <p:txBody>
          <a:bodyPr wrap="square" lIns="25400" tIns="0" rIns="25400" bIns="0">
            <a:spAutoFit/>
          </a:bodyPr>
          <a:lstStyle/>
          <a:p>
            <a:pPr algn="ctr"/>
            <a:r>
              <a:rPr lang="en-US" sz="1000" b="1" noProof="0" dirty="0">
                <a:solidFill>
                  <a:srgbClr val="37474F"/>
                </a:solidFill>
              </a:rPr>
              <a:t>Dirty reads</a:t>
            </a:r>
          </a:p>
        </p:txBody>
      </p:sp>
      <p:sp>
        <p:nvSpPr>
          <p:cNvPr id="54" name="TextBox 53"/>
          <p:cNvSpPr txBox="1"/>
          <p:nvPr/>
        </p:nvSpPr>
        <p:spPr>
          <a:xfrm>
            <a:off x="137160" y="2794518"/>
            <a:ext cx="1188720" cy="274320"/>
          </a:xfrm>
          <a:prstGeom prst="rect">
            <a:avLst/>
          </a:prstGeom>
          <a:noFill/>
        </p:spPr>
        <p:txBody>
          <a:bodyPr wrap="square" lIns="25400" tIns="0" rIns="25400" bIns="0">
            <a:spAutoFit/>
          </a:bodyPr>
          <a:lstStyle/>
          <a:p>
            <a:pPr algn="ctr"/>
            <a:r>
              <a:rPr lang="en-US" sz="1000" b="1" noProof="0" dirty="0">
                <a:solidFill>
                  <a:srgbClr val="37474F"/>
                </a:solidFill>
              </a:rPr>
              <a:t>Non-repeatable</a:t>
            </a:r>
          </a:p>
        </p:txBody>
      </p:sp>
      <p:sp>
        <p:nvSpPr>
          <p:cNvPr id="55" name="TextBox 54"/>
          <p:cNvSpPr txBox="1"/>
          <p:nvPr/>
        </p:nvSpPr>
        <p:spPr>
          <a:xfrm>
            <a:off x="137160" y="3289806"/>
            <a:ext cx="1188720" cy="274320"/>
          </a:xfrm>
          <a:prstGeom prst="rect">
            <a:avLst/>
          </a:prstGeom>
          <a:noFill/>
        </p:spPr>
        <p:txBody>
          <a:bodyPr wrap="square" lIns="25400" tIns="0" rIns="25400" bIns="0">
            <a:spAutoFit/>
          </a:bodyPr>
          <a:lstStyle/>
          <a:p>
            <a:pPr algn="ctr"/>
            <a:r>
              <a:rPr lang="en-US" sz="1000" b="1" noProof="0" dirty="0">
                <a:solidFill>
                  <a:srgbClr val="37474F"/>
                </a:solidFill>
              </a:rPr>
              <a:t>Phantoms</a:t>
            </a:r>
          </a:p>
        </p:txBody>
      </p:sp>
      <p:sp>
        <p:nvSpPr>
          <p:cNvPr id="56" name="TextBox 55"/>
          <p:cNvSpPr txBox="1"/>
          <p:nvPr/>
        </p:nvSpPr>
        <p:spPr>
          <a:xfrm>
            <a:off x="137160" y="3785094"/>
            <a:ext cx="1188720" cy="274320"/>
          </a:xfrm>
          <a:prstGeom prst="rect">
            <a:avLst/>
          </a:prstGeom>
          <a:noFill/>
        </p:spPr>
        <p:txBody>
          <a:bodyPr wrap="square" lIns="25400" tIns="0" rIns="25400" bIns="0">
            <a:spAutoFit/>
          </a:bodyPr>
          <a:lstStyle/>
          <a:p>
            <a:pPr algn="ctr"/>
            <a:r>
              <a:rPr lang="en-US" sz="1000" b="1" noProof="0" dirty="0">
                <a:solidFill>
                  <a:srgbClr val="37474F"/>
                </a:solidFill>
              </a:rPr>
              <a:t>Blocking</a:t>
            </a:r>
          </a:p>
        </p:txBody>
      </p:sp>
      <p:sp>
        <p:nvSpPr>
          <p:cNvPr id="57" name="TextBox 56"/>
          <p:cNvSpPr txBox="1"/>
          <p:nvPr/>
        </p:nvSpPr>
        <p:spPr>
          <a:xfrm>
            <a:off x="137160" y="4280381"/>
            <a:ext cx="1188720" cy="274320"/>
          </a:xfrm>
          <a:prstGeom prst="rect">
            <a:avLst/>
          </a:prstGeom>
          <a:noFill/>
        </p:spPr>
        <p:txBody>
          <a:bodyPr wrap="square" lIns="25400" tIns="0" rIns="25400" bIns="0">
            <a:spAutoFit/>
          </a:bodyPr>
          <a:lstStyle/>
          <a:p>
            <a:pPr algn="ctr"/>
            <a:r>
              <a:rPr lang="en-US" sz="1000" b="1" noProof="0" dirty="0">
                <a:solidFill>
                  <a:srgbClr val="37474F"/>
                </a:solidFill>
              </a:rPr>
              <a:t>Mechanism</a:t>
            </a:r>
          </a:p>
        </p:txBody>
      </p:sp>
      <p:sp>
        <p:nvSpPr>
          <p:cNvPr id="58" name="Oval 57"/>
          <p:cNvSpPr/>
          <p:nvPr/>
        </p:nvSpPr>
        <p:spPr>
          <a:xfrm>
            <a:off x="2014293" y="2326663"/>
            <a:ext cx="219456" cy="219456"/>
          </a:xfrm>
          <a:prstGeom prst="ellipse">
            <a:avLst/>
          </a:prstGeom>
          <a:solidFill>
            <a:srgbClr val="FFCDD2"/>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B80D0D"/>
                </a:solidFill>
              </a:rPr>
              <a:t>✕</a:t>
            </a:r>
          </a:p>
        </p:txBody>
      </p:sp>
      <p:sp>
        <p:nvSpPr>
          <p:cNvPr id="59" name="Oval 58"/>
          <p:cNvSpPr/>
          <p:nvPr/>
        </p:nvSpPr>
        <p:spPr>
          <a:xfrm>
            <a:off x="3633503" y="2326663"/>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60" name="Oval 59"/>
          <p:cNvSpPr/>
          <p:nvPr/>
        </p:nvSpPr>
        <p:spPr>
          <a:xfrm>
            <a:off x="5252712" y="2326663"/>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61" name="Oval 60"/>
          <p:cNvSpPr/>
          <p:nvPr/>
        </p:nvSpPr>
        <p:spPr>
          <a:xfrm>
            <a:off x="6871922" y="2326663"/>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62" name="Oval 61"/>
          <p:cNvSpPr/>
          <p:nvPr/>
        </p:nvSpPr>
        <p:spPr>
          <a:xfrm>
            <a:off x="8776874" y="2326663"/>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63" name="Oval 62"/>
          <p:cNvSpPr/>
          <p:nvPr/>
        </p:nvSpPr>
        <p:spPr>
          <a:xfrm>
            <a:off x="10681827" y="2326663"/>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64" name="Oval 63"/>
          <p:cNvSpPr/>
          <p:nvPr/>
        </p:nvSpPr>
        <p:spPr>
          <a:xfrm>
            <a:off x="2014293" y="2821950"/>
            <a:ext cx="219456" cy="219456"/>
          </a:xfrm>
          <a:prstGeom prst="ellipse">
            <a:avLst/>
          </a:prstGeom>
          <a:solidFill>
            <a:srgbClr val="FFCDD2"/>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B80D0D"/>
                </a:solidFill>
              </a:rPr>
              <a:t>✕</a:t>
            </a:r>
          </a:p>
        </p:txBody>
      </p:sp>
      <p:sp>
        <p:nvSpPr>
          <p:cNvPr id="65" name="Oval 64"/>
          <p:cNvSpPr/>
          <p:nvPr/>
        </p:nvSpPr>
        <p:spPr>
          <a:xfrm>
            <a:off x="3633503" y="2821950"/>
            <a:ext cx="219456" cy="219456"/>
          </a:xfrm>
          <a:prstGeom prst="ellipse">
            <a:avLst/>
          </a:prstGeom>
          <a:solidFill>
            <a:srgbClr val="FFCDD2"/>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B80D0D"/>
                </a:solidFill>
              </a:rPr>
              <a:t>✕</a:t>
            </a:r>
          </a:p>
        </p:txBody>
      </p:sp>
      <p:sp>
        <p:nvSpPr>
          <p:cNvPr id="66" name="Oval 65"/>
          <p:cNvSpPr/>
          <p:nvPr/>
        </p:nvSpPr>
        <p:spPr>
          <a:xfrm>
            <a:off x="5252712" y="2821950"/>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67" name="Oval 66"/>
          <p:cNvSpPr/>
          <p:nvPr/>
        </p:nvSpPr>
        <p:spPr>
          <a:xfrm>
            <a:off x="6871922" y="2821950"/>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68" name="Oval 67"/>
          <p:cNvSpPr/>
          <p:nvPr/>
        </p:nvSpPr>
        <p:spPr>
          <a:xfrm>
            <a:off x="8776874" y="2821950"/>
            <a:ext cx="219456" cy="219456"/>
          </a:xfrm>
          <a:prstGeom prst="ellipse">
            <a:avLst/>
          </a:prstGeom>
          <a:solidFill>
            <a:srgbClr val="FFF8E1"/>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C44900"/>
                </a:solidFill>
              </a:rPr>
              <a:t>~</a:t>
            </a:r>
          </a:p>
        </p:txBody>
      </p:sp>
      <p:sp>
        <p:nvSpPr>
          <p:cNvPr id="69" name="Oval 68"/>
          <p:cNvSpPr/>
          <p:nvPr/>
        </p:nvSpPr>
        <p:spPr>
          <a:xfrm>
            <a:off x="10681827" y="2821950"/>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70" name="Oval 69"/>
          <p:cNvSpPr/>
          <p:nvPr/>
        </p:nvSpPr>
        <p:spPr>
          <a:xfrm>
            <a:off x="2014293" y="3317238"/>
            <a:ext cx="219456" cy="219456"/>
          </a:xfrm>
          <a:prstGeom prst="ellipse">
            <a:avLst/>
          </a:prstGeom>
          <a:solidFill>
            <a:srgbClr val="FFCDD2"/>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B80D0D"/>
                </a:solidFill>
              </a:rPr>
              <a:t>✕</a:t>
            </a:r>
          </a:p>
        </p:txBody>
      </p:sp>
      <p:sp>
        <p:nvSpPr>
          <p:cNvPr id="71" name="Oval 70"/>
          <p:cNvSpPr/>
          <p:nvPr/>
        </p:nvSpPr>
        <p:spPr>
          <a:xfrm>
            <a:off x="3633503" y="3317238"/>
            <a:ext cx="219456" cy="219456"/>
          </a:xfrm>
          <a:prstGeom prst="ellipse">
            <a:avLst/>
          </a:prstGeom>
          <a:solidFill>
            <a:srgbClr val="FFCDD2"/>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B80D0D"/>
                </a:solidFill>
              </a:rPr>
              <a:t>✕</a:t>
            </a:r>
          </a:p>
        </p:txBody>
      </p:sp>
      <p:sp>
        <p:nvSpPr>
          <p:cNvPr id="72" name="Oval 71"/>
          <p:cNvSpPr/>
          <p:nvPr/>
        </p:nvSpPr>
        <p:spPr>
          <a:xfrm>
            <a:off x="5252712" y="3317238"/>
            <a:ext cx="219456" cy="219456"/>
          </a:xfrm>
          <a:prstGeom prst="ellipse">
            <a:avLst/>
          </a:prstGeom>
          <a:solidFill>
            <a:srgbClr val="FFCDD2"/>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B80D0D"/>
                </a:solidFill>
              </a:rPr>
              <a:t>✕</a:t>
            </a:r>
          </a:p>
        </p:txBody>
      </p:sp>
      <p:sp>
        <p:nvSpPr>
          <p:cNvPr id="73" name="Oval 72"/>
          <p:cNvSpPr/>
          <p:nvPr/>
        </p:nvSpPr>
        <p:spPr>
          <a:xfrm>
            <a:off x="6871922" y="3317238"/>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74" name="Oval 73"/>
          <p:cNvSpPr/>
          <p:nvPr/>
        </p:nvSpPr>
        <p:spPr>
          <a:xfrm>
            <a:off x="8776874" y="3317238"/>
            <a:ext cx="219456" cy="219456"/>
          </a:xfrm>
          <a:prstGeom prst="ellipse">
            <a:avLst/>
          </a:prstGeom>
          <a:solidFill>
            <a:srgbClr val="FFF8E1"/>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C44900"/>
                </a:solidFill>
              </a:rPr>
              <a:t>~</a:t>
            </a:r>
          </a:p>
        </p:txBody>
      </p:sp>
      <p:sp>
        <p:nvSpPr>
          <p:cNvPr id="75" name="Oval 74"/>
          <p:cNvSpPr/>
          <p:nvPr/>
        </p:nvSpPr>
        <p:spPr>
          <a:xfrm>
            <a:off x="10681827" y="3317238"/>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76" name="TextBox 75"/>
          <p:cNvSpPr txBox="1"/>
          <p:nvPr/>
        </p:nvSpPr>
        <p:spPr>
          <a:xfrm>
            <a:off x="1409664" y="3812526"/>
            <a:ext cx="1428714" cy="219456"/>
          </a:xfrm>
          <a:prstGeom prst="rect">
            <a:avLst/>
          </a:prstGeom>
          <a:noFill/>
        </p:spPr>
        <p:txBody>
          <a:bodyPr wrap="square" lIns="25400" tIns="0" rIns="25400" bIns="0">
            <a:spAutoFit/>
          </a:bodyPr>
          <a:lstStyle/>
          <a:p>
            <a:pPr algn="ctr"/>
            <a:r>
              <a:rPr lang="en-US" sz="800" b="0" noProof="0" dirty="0">
                <a:solidFill>
                  <a:srgbClr val="546E7A"/>
                </a:solidFill>
              </a:rPr>
              <a:t>None</a:t>
            </a:r>
          </a:p>
        </p:txBody>
      </p:sp>
      <p:sp>
        <p:nvSpPr>
          <p:cNvPr id="77" name="TextBox 76"/>
          <p:cNvSpPr txBox="1"/>
          <p:nvPr/>
        </p:nvSpPr>
        <p:spPr>
          <a:xfrm>
            <a:off x="3028874" y="3812526"/>
            <a:ext cx="1428714" cy="219456"/>
          </a:xfrm>
          <a:prstGeom prst="rect">
            <a:avLst/>
          </a:prstGeom>
          <a:noFill/>
        </p:spPr>
        <p:txBody>
          <a:bodyPr wrap="square" lIns="25400" tIns="0" rIns="25400" bIns="0">
            <a:spAutoFit/>
          </a:bodyPr>
          <a:lstStyle/>
          <a:p>
            <a:pPr algn="ctr"/>
            <a:r>
              <a:rPr lang="en-US" sz="800" b="0" noProof="0" dirty="0">
                <a:solidFill>
                  <a:srgbClr val="546E7A"/>
                </a:solidFill>
              </a:rPr>
              <a:t>Shared locks</a:t>
            </a:r>
          </a:p>
        </p:txBody>
      </p:sp>
      <p:sp>
        <p:nvSpPr>
          <p:cNvPr id="78" name="TextBox 77"/>
          <p:cNvSpPr txBox="1"/>
          <p:nvPr/>
        </p:nvSpPr>
        <p:spPr>
          <a:xfrm>
            <a:off x="4648083" y="3812526"/>
            <a:ext cx="1428714" cy="219456"/>
          </a:xfrm>
          <a:prstGeom prst="rect">
            <a:avLst/>
          </a:prstGeom>
          <a:noFill/>
        </p:spPr>
        <p:txBody>
          <a:bodyPr wrap="square" lIns="25400" tIns="0" rIns="25400" bIns="0">
            <a:spAutoFit/>
          </a:bodyPr>
          <a:lstStyle/>
          <a:p>
            <a:pPr algn="ctr"/>
            <a:r>
              <a:rPr lang="en-US" sz="800" b="0" noProof="0" dirty="0">
                <a:solidFill>
                  <a:srgbClr val="546E7A"/>
                </a:solidFill>
              </a:rPr>
              <a:t>Held locks</a:t>
            </a:r>
          </a:p>
        </p:txBody>
      </p:sp>
      <p:sp>
        <p:nvSpPr>
          <p:cNvPr id="79" name="TextBox 78"/>
          <p:cNvSpPr txBox="1"/>
          <p:nvPr/>
        </p:nvSpPr>
        <p:spPr>
          <a:xfrm>
            <a:off x="6267293" y="3812526"/>
            <a:ext cx="1428714" cy="219456"/>
          </a:xfrm>
          <a:prstGeom prst="rect">
            <a:avLst/>
          </a:prstGeom>
          <a:noFill/>
        </p:spPr>
        <p:txBody>
          <a:bodyPr wrap="square" lIns="25400" tIns="0" rIns="25400" bIns="0">
            <a:spAutoFit/>
          </a:bodyPr>
          <a:lstStyle/>
          <a:p>
            <a:pPr algn="ctr"/>
            <a:r>
              <a:rPr lang="en-US" sz="800" b="0" noProof="0" dirty="0">
                <a:solidFill>
                  <a:srgbClr val="546E7A"/>
                </a:solidFill>
              </a:rPr>
              <a:t>Range locks</a:t>
            </a:r>
          </a:p>
        </p:txBody>
      </p:sp>
      <p:sp>
        <p:nvSpPr>
          <p:cNvPr id="80" name="TextBox 79"/>
          <p:cNvSpPr txBox="1"/>
          <p:nvPr/>
        </p:nvSpPr>
        <p:spPr>
          <a:xfrm>
            <a:off x="8172245" y="3812526"/>
            <a:ext cx="1428714" cy="123111"/>
          </a:xfrm>
          <a:prstGeom prst="rect">
            <a:avLst/>
          </a:prstGeom>
          <a:noFill/>
        </p:spPr>
        <p:txBody>
          <a:bodyPr wrap="square" lIns="25400" tIns="0" rIns="25400" bIns="0">
            <a:spAutoFit/>
          </a:bodyPr>
          <a:lstStyle/>
          <a:p>
            <a:pPr algn="ctr"/>
            <a:r>
              <a:rPr lang="en-US" sz="800" b="1" noProof="0" dirty="0">
                <a:solidFill>
                  <a:srgbClr val="0070C0"/>
                </a:solidFill>
              </a:rPr>
              <a:t>None</a:t>
            </a:r>
          </a:p>
        </p:txBody>
      </p:sp>
      <p:sp>
        <p:nvSpPr>
          <p:cNvPr id="81" name="TextBox 80"/>
          <p:cNvSpPr txBox="1"/>
          <p:nvPr/>
        </p:nvSpPr>
        <p:spPr>
          <a:xfrm>
            <a:off x="10077198" y="3812526"/>
            <a:ext cx="1428714" cy="123111"/>
          </a:xfrm>
          <a:prstGeom prst="rect">
            <a:avLst/>
          </a:prstGeom>
          <a:noFill/>
        </p:spPr>
        <p:txBody>
          <a:bodyPr wrap="square" lIns="25400" tIns="0" rIns="25400" bIns="0">
            <a:spAutoFit/>
          </a:bodyPr>
          <a:lstStyle/>
          <a:p>
            <a:pPr algn="ctr"/>
            <a:r>
              <a:rPr lang="en-US" sz="800" b="1" noProof="0" dirty="0">
                <a:solidFill>
                  <a:srgbClr val="0070C0"/>
                </a:solidFill>
              </a:rPr>
              <a:t>None</a:t>
            </a:r>
          </a:p>
        </p:txBody>
      </p:sp>
      <p:sp>
        <p:nvSpPr>
          <p:cNvPr id="82" name="TextBox 81"/>
          <p:cNvSpPr txBox="1"/>
          <p:nvPr/>
        </p:nvSpPr>
        <p:spPr>
          <a:xfrm>
            <a:off x="1409664" y="4307813"/>
            <a:ext cx="1428714" cy="219456"/>
          </a:xfrm>
          <a:prstGeom prst="rect">
            <a:avLst/>
          </a:prstGeom>
          <a:noFill/>
        </p:spPr>
        <p:txBody>
          <a:bodyPr wrap="square" lIns="25400" tIns="0" rIns="25400" bIns="0">
            <a:spAutoFit/>
          </a:bodyPr>
          <a:lstStyle/>
          <a:p>
            <a:pPr algn="ctr"/>
            <a:r>
              <a:rPr lang="en-US" sz="800" b="0" noProof="0" dirty="0">
                <a:solidFill>
                  <a:srgbClr val="546E7A"/>
                </a:solidFill>
              </a:rPr>
              <a:t>No locks</a:t>
            </a:r>
          </a:p>
        </p:txBody>
      </p:sp>
      <p:sp>
        <p:nvSpPr>
          <p:cNvPr id="83" name="TextBox 82"/>
          <p:cNvSpPr txBox="1"/>
          <p:nvPr/>
        </p:nvSpPr>
        <p:spPr>
          <a:xfrm>
            <a:off x="3028874" y="4307813"/>
            <a:ext cx="1428714" cy="219456"/>
          </a:xfrm>
          <a:prstGeom prst="rect">
            <a:avLst/>
          </a:prstGeom>
          <a:noFill/>
        </p:spPr>
        <p:txBody>
          <a:bodyPr wrap="square" lIns="25400" tIns="0" rIns="25400" bIns="0">
            <a:spAutoFit/>
          </a:bodyPr>
          <a:lstStyle/>
          <a:p>
            <a:pPr algn="ctr"/>
            <a:r>
              <a:rPr lang="en-US" sz="800" b="0" noProof="0" dirty="0">
                <a:solidFill>
                  <a:srgbClr val="546E7A"/>
                </a:solidFill>
              </a:rPr>
              <a:t>Lock per read</a:t>
            </a:r>
          </a:p>
        </p:txBody>
      </p:sp>
      <p:sp>
        <p:nvSpPr>
          <p:cNvPr id="84" name="TextBox 83"/>
          <p:cNvSpPr txBox="1"/>
          <p:nvPr/>
        </p:nvSpPr>
        <p:spPr>
          <a:xfrm>
            <a:off x="4648083" y="4307813"/>
            <a:ext cx="1428714" cy="219456"/>
          </a:xfrm>
          <a:prstGeom prst="rect">
            <a:avLst/>
          </a:prstGeom>
          <a:noFill/>
        </p:spPr>
        <p:txBody>
          <a:bodyPr wrap="square" lIns="25400" tIns="0" rIns="25400" bIns="0">
            <a:spAutoFit/>
          </a:bodyPr>
          <a:lstStyle/>
          <a:p>
            <a:pPr algn="ctr"/>
            <a:r>
              <a:rPr lang="en-US" sz="800" b="0" noProof="0" dirty="0">
                <a:solidFill>
                  <a:srgbClr val="546E7A"/>
                </a:solidFill>
              </a:rPr>
              <a:t>Hold </a:t>
            </a:r>
            <a:r>
              <a:rPr lang="en-US" sz="800" b="0" noProof="0" dirty="0" err="1">
                <a:solidFill>
                  <a:srgbClr val="546E7A"/>
                </a:solidFill>
              </a:rPr>
              <a:t>til</a:t>
            </a:r>
            <a:r>
              <a:rPr lang="en-US" sz="800" b="0" noProof="0" dirty="0">
                <a:solidFill>
                  <a:srgbClr val="546E7A"/>
                </a:solidFill>
              </a:rPr>
              <a:t> commit</a:t>
            </a:r>
          </a:p>
        </p:txBody>
      </p:sp>
      <p:sp>
        <p:nvSpPr>
          <p:cNvPr id="85" name="TextBox 84"/>
          <p:cNvSpPr txBox="1"/>
          <p:nvPr/>
        </p:nvSpPr>
        <p:spPr>
          <a:xfrm>
            <a:off x="6267293" y="4307813"/>
            <a:ext cx="1428714" cy="219456"/>
          </a:xfrm>
          <a:prstGeom prst="rect">
            <a:avLst/>
          </a:prstGeom>
          <a:noFill/>
        </p:spPr>
        <p:txBody>
          <a:bodyPr wrap="square" lIns="25400" tIns="0" rIns="25400" bIns="0">
            <a:spAutoFit/>
          </a:bodyPr>
          <a:lstStyle/>
          <a:p>
            <a:pPr algn="ctr"/>
            <a:r>
              <a:rPr lang="en-US" sz="800" b="0" noProof="0" dirty="0">
                <a:solidFill>
                  <a:srgbClr val="546E7A"/>
                </a:solidFill>
              </a:rPr>
              <a:t>Key-range lock</a:t>
            </a:r>
          </a:p>
        </p:txBody>
      </p:sp>
      <p:sp>
        <p:nvSpPr>
          <p:cNvPr id="86" name="TextBox 85"/>
          <p:cNvSpPr txBox="1"/>
          <p:nvPr/>
        </p:nvSpPr>
        <p:spPr>
          <a:xfrm>
            <a:off x="8172245" y="4307813"/>
            <a:ext cx="1428714" cy="123111"/>
          </a:xfrm>
          <a:prstGeom prst="rect">
            <a:avLst/>
          </a:prstGeom>
          <a:noFill/>
        </p:spPr>
        <p:txBody>
          <a:bodyPr wrap="square" lIns="25400" tIns="0" rIns="25400" bIns="0">
            <a:spAutoFit/>
          </a:bodyPr>
          <a:lstStyle/>
          <a:p>
            <a:pPr algn="ctr"/>
            <a:r>
              <a:rPr lang="en-US" sz="800" b="0" noProof="0" dirty="0">
                <a:solidFill>
                  <a:srgbClr val="0070C0"/>
                </a:solidFill>
              </a:rPr>
              <a:t>Row versions</a:t>
            </a:r>
          </a:p>
        </p:txBody>
      </p:sp>
      <p:sp>
        <p:nvSpPr>
          <p:cNvPr id="87" name="TextBox 86"/>
          <p:cNvSpPr txBox="1"/>
          <p:nvPr/>
        </p:nvSpPr>
        <p:spPr>
          <a:xfrm>
            <a:off x="10077198" y="4307813"/>
            <a:ext cx="1428714" cy="123111"/>
          </a:xfrm>
          <a:prstGeom prst="rect">
            <a:avLst/>
          </a:prstGeom>
          <a:noFill/>
        </p:spPr>
        <p:txBody>
          <a:bodyPr wrap="square" lIns="25400" tIns="0" rIns="25400" bIns="0">
            <a:spAutoFit/>
          </a:bodyPr>
          <a:lstStyle/>
          <a:p>
            <a:pPr algn="ctr"/>
            <a:r>
              <a:rPr lang="en-US" sz="800" b="0" noProof="0" dirty="0" err="1">
                <a:solidFill>
                  <a:srgbClr val="0070C0"/>
                </a:solidFill>
              </a:rPr>
              <a:t>Txn</a:t>
            </a:r>
            <a:r>
              <a:rPr lang="en-US" sz="800" b="0" noProof="0" dirty="0">
                <a:solidFill>
                  <a:srgbClr val="0070C0"/>
                </a:solidFill>
              </a:rPr>
              <a:t> snapshot</a:t>
            </a:r>
          </a:p>
        </p:txBody>
      </p:sp>
      <p:sp>
        <p:nvSpPr>
          <p:cNvPr id="88" name="Rectangle 87">
            <a:extLst>
              <a:ext uri="{C183D7F6-B498-43B3-948B-1728B52AA6E4}">
                <adec:decorative xmlns:adec="http://schemas.microsoft.com/office/drawing/2017/decorative" val="1"/>
              </a:ext>
            </a:extLst>
          </p:cNvPr>
          <p:cNvSpPr/>
          <p:nvPr/>
        </p:nvSpPr>
        <p:spPr>
          <a:xfrm>
            <a:off x="1409664" y="4691959"/>
            <a:ext cx="6286342" cy="18288"/>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9" name="Isosceles Triangle 88">
            <a:extLst>
              <a:ext uri="{C183D7F6-B498-43B3-948B-1728B52AA6E4}">
                <adec:decorative xmlns:adec="http://schemas.microsoft.com/office/drawing/2017/decorative" val="1"/>
              </a:ext>
            </a:extLst>
          </p:cNvPr>
          <p:cNvSpPr/>
          <p:nvPr/>
        </p:nvSpPr>
        <p:spPr>
          <a:xfrm rot="5400000">
            <a:off x="7677719" y="4646239"/>
            <a:ext cx="109728" cy="109728"/>
          </a:xfrm>
          <a:prstGeom prst="triangle">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0" name="TextBox 89"/>
          <p:cNvSpPr txBox="1"/>
          <p:nvPr/>
        </p:nvSpPr>
        <p:spPr>
          <a:xfrm>
            <a:off x="3200400" y="4794829"/>
            <a:ext cx="3200400" cy="123111"/>
          </a:xfrm>
          <a:prstGeom prst="rect">
            <a:avLst/>
          </a:prstGeom>
          <a:noFill/>
        </p:spPr>
        <p:txBody>
          <a:bodyPr wrap="square" lIns="25400" tIns="0" rIns="25400" bIns="0">
            <a:spAutoFit/>
          </a:bodyPr>
          <a:lstStyle/>
          <a:p>
            <a:pPr algn="ctr"/>
            <a:r>
              <a:rPr lang="en-US" sz="800" b="0" i="1" noProof="0" dirty="0">
                <a:solidFill>
                  <a:schemeClr val="tx1">
                    <a:lumMod val="75000"/>
                    <a:lumOff val="25000"/>
                  </a:schemeClr>
                </a:solidFill>
              </a:rPr>
              <a:t>Increasing isolation and blocking →</a:t>
            </a:r>
          </a:p>
        </p:txBody>
      </p:sp>
      <p:sp>
        <p:nvSpPr>
          <p:cNvPr id="91" name="Oval 90"/>
          <p:cNvSpPr/>
          <p:nvPr/>
        </p:nvSpPr>
        <p:spPr>
          <a:xfrm>
            <a:off x="1391376" y="4975422"/>
            <a:ext cx="219456" cy="219456"/>
          </a:xfrm>
          <a:prstGeom prst="ellipse">
            <a:avLst/>
          </a:prstGeom>
          <a:solidFill>
            <a:srgbClr val="E8F5E9"/>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2E7D32"/>
                </a:solidFill>
              </a:rPr>
              <a:t>✓</a:t>
            </a:r>
          </a:p>
        </p:txBody>
      </p:sp>
      <p:sp>
        <p:nvSpPr>
          <p:cNvPr id="92" name="TextBox 91"/>
          <p:cNvSpPr txBox="1"/>
          <p:nvPr/>
        </p:nvSpPr>
        <p:spPr>
          <a:xfrm>
            <a:off x="1665696" y="4993711"/>
            <a:ext cx="731520" cy="201168"/>
          </a:xfrm>
          <a:prstGeom prst="rect">
            <a:avLst/>
          </a:prstGeom>
          <a:noFill/>
        </p:spPr>
        <p:txBody>
          <a:bodyPr wrap="square" lIns="25400" tIns="0" rIns="25400" bIns="0">
            <a:spAutoFit/>
          </a:bodyPr>
          <a:lstStyle/>
          <a:p>
            <a:pPr algn="l"/>
            <a:r>
              <a:rPr lang="en-US" sz="800" b="0" noProof="0" dirty="0">
                <a:solidFill>
                  <a:srgbClr val="546E7A"/>
                </a:solidFill>
              </a:rPr>
              <a:t>Protected</a:t>
            </a:r>
          </a:p>
        </p:txBody>
      </p:sp>
      <p:sp>
        <p:nvSpPr>
          <p:cNvPr id="93" name="Oval 92"/>
          <p:cNvSpPr/>
          <p:nvPr/>
        </p:nvSpPr>
        <p:spPr>
          <a:xfrm>
            <a:off x="2534376" y="4975422"/>
            <a:ext cx="219456" cy="219456"/>
          </a:xfrm>
          <a:prstGeom prst="ellipse">
            <a:avLst/>
          </a:prstGeom>
          <a:solidFill>
            <a:srgbClr val="FFCDD2"/>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B80D0D"/>
                </a:solidFill>
              </a:rPr>
              <a:t>✕</a:t>
            </a:r>
          </a:p>
        </p:txBody>
      </p:sp>
      <p:sp>
        <p:nvSpPr>
          <p:cNvPr id="94" name="TextBox 93"/>
          <p:cNvSpPr txBox="1"/>
          <p:nvPr/>
        </p:nvSpPr>
        <p:spPr>
          <a:xfrm>
            <a:off x="2808696" y="4993711"/>
            <a:ext cx="731520" cy="201168"/>
          </a:xfrm>
          <a:prstGeom prst="rect">
            <a:avLst/>
          </a:prstGeom>
          <a:noFill/>
        </p:spPr>
        <p:txBody>
          <a:bodyPr wrap="square" lIns="25400" tIns="0" rIns="25400" bIns="0">
            <a:spAutoFit/>
          </a:bodyPr>
          <a:lstStyle/>
          <a:p>
            <a:pPr algn="l"/>
            <a:r>
              <a:rPr lang="en-US" sz="800" b="0" noProof="0" dirty="0">
                <a:solidFill>
                  <a:srgbClr val="546E7A"/>
                </a:solidFill>
              </a:rPr>
              <a:t>Vulnerable</a:t>
            </a:r>
          </a:p>
        </p:txBody>
      </p:sp>
      <p:sp>
        <p:nvSpPr>
          <p:cNvPr id="95" name="Oval 94"/>
          <p:cNvSpPr/>
          <p:nvPr/>
        </p:nvSpPr>
        <p:spPr>
          <a:xfrm>
            <a:off x="3768816" y="4975422"/>
            <a:ext cx="219456" cy="219456"/>
          </a:xfrm>
          <a:prstGeom prst="ellipse">
            <a:avLst/>
          </a:prstGeom>
          <a:solidFill>
            <a:srgbClr val="FFF8E1"/>
          </a:solid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1000" b="1" noProof="0" dirty="0">
                <a:solidFill>
                  <a:srgbClr val="C44900"/>
                </a:solidFill>
              </a:rPr>
              <a:t>~</a:t>
            </a:r>
          </a:p>
        </p:txBody>
      </p:sp>
      <p:sp>
        <p:nvSpPr>
          <p:cNvPr id="96" name="TextBox 95"/>
          <p:cNvSpPr txBox="1"/>
          <p:nvPr/>
        </p:nvSpPr>
        <p:spPr>
          <a:xfrm>
            <a:off x="4043136" y="4993711"/>
            <a:ext cx="1188720" cy="201168"/>
          </a:xfrm>
          <a:prstGeom prst="rect">
            <a:avLst/>
          </a:prstGeom>
          <a:noFill/>
        </p:spPr>
        <p:txBody>
          <a:bodyPr wrap="square" lIns="25400" tIns="0" rIns="25400" bIns="0">
            <a:spAutoFit/>
          </a:bodyPr>
          <a:lstStyle/>
          <a:p>
            <a:pPr algn="l"/>
            <a:r>
              <a:rPr lang="en-US" sz="800" b="0" noProof="0" dirty="0">
                <a:solidFill>
                  <a:srgbClr val="546E7A"/>
                </a:solidFill>
              </a:rPr>
              <a:t>Statement-level only</a:t>
            </a:r>
          </a:p>
        </p:txBody>
      </p:sp>
      <p:sp>
        <p:nvSpPr>
          <p:cNvPr id="113" name="TextBox 112"/>
          <p:cNvSpPr txBox="1"/>
          <p:nvPr/>
        </p:nvSpPr>
        <p:spPr>
          <a:xfrm>
            <a:off x="400014" y="5382331"/>
            <a:ext cx="1792478" cy="230832"/>
          </a:xfrm>
          <a:prstGeom prst="rect">
            <a:avLst/>
          </a:prstGeom>
          <a:noFill/>
        </p:spPr>
        <p:txBody>
          <a:bodyPr wrap="none">
            <a:spAutoFit/>
          </a:bodyPr>
          <a:lstStyle/>
          <a:p>
            <a:pPr algn="l">
              <a:spcBef>
                <a:spcPts val="0"/>
              </a:spcBef>
              <a:spcAft>
                <a:spcPts val="0"/>
              </a:spcAft>
            </a:pPr>
            <a:r>
              <a:rPr lang="en-US" sz="900" b="1" noProof="0" dirty="0">
                <a:solidFill>
                  <a:srgbClr val="1A237E"/>
                </a:solidFill>
                <a:latin typeface="Segoe UI"/>
              </a:rPr>
              <a:t>CONCURRENCY SIDE EFFECTS</a:t>
            </a:r>
          </a:p>
        </p:txBody>
      </p:sp>
      <p:sp>
        <p:nvSpPr>
          <p:cNvPr id="114" name="Rectangle 113">
            <a:extLst>
              <a:ext uri="{C183D7F6-B498-43B3-948B-1728B52AA6E4}">
                <adec:decorative xmlns:adec="http://schemas.microsoft.com/office/drawing/2017/decorative" val="1"/>
              </a:ext>
            </a:extLst>
          </p:cNvPr>
          <p:cNvSpPr/>
          <p:nvPr/>
        </p:nvSpPr>
        <p:spPr>
          <a:xfrm>
            <a:off x="400014" y="5601787"/>
            <a:ext cx="1828800" cy="254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7" name="Rounded Rectangle 96">
            <a:extLst>
              <a:ext uri="{C183D7F6-B498-43B3-948B-1728B52AA6E4}">
                <adec:decorative xmlns:adec="http://schemas.microsoft.com/office/drawing/2017/decorative" val="1"/>
              </a:ext>
            </a:extLst>
          </p:cNvPr>
          <p:cNvSpPr/>
          <p:nvPr/>
        </p:nvSpPr>
        <p:spPr>
          <a:xfrm>
            <a:off x="400014" y="5722563"/>
            <a:ext cx="2455481" cy="783339"/>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8" name="Rectangle 97">
            <a:extLst>
              <a:ext uri="{C183D7F6-B498-43B3-948B-1728B52AA6E4}">
                <adec:decorative xmlns:adec="http://schemas.microsoft.com/office/drawing/2017/decorative" val="1"/>
              </a:ext>
            </a:extLst>
          </p:cNvPr>
          <p:cNvSpPr/>
          <p:nvPr/>
        </p:nvSpPr>
        <p:spPr>
          <a:xfrm>
            <a:off x="400014" y="5722564"/>
            <a:ext cx="2455481" cy="5080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9" name="TextBox 98"/>
          <p:cNvSpPr txBox="1"/>
          <p:nvPr/>
        </p:nvSpPr>
        <p:spPr>
          <a:xfrm>
            <a:off x="491454" y="5795716"/>
            <a:ext cx="2272601" cy="201168"/>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Dirty Read</a:t>
            </a:r>
          </a:p>
        </p:txBody>
      </p:sp>
      <p:sp>
        <p:nvSpPr>
          <p:cNvPr id="100" name="TextBox 99"/>
          <p:cNvSpPr txBox="1"/>
          <p:nvPr/>
        </p:nvSpPr>
        <p:spPr>
          <a:xfrm>
            <a:off x="491454" y="5996884"/>
            <a:ext cx="2272601" cy="342891"/>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Reading uncommitted data from another transaction that may roll back.</a:t>
            </a:r>
          </a:p>
        </p:txBody>
      </p:sp>
      <p:sp>
        <p:nvSpPr>
          <p:cNvPr id="101" name="Rounded Rectangle 100">
            <a:extLst>
              <a:ext uri="{C183D7F6-B498-43B3-948B-1728B52AA6E4}">
                <adec:decorative xmlns:adec="http://schemas.microsoft.com/office/drawing/2017/decorative" val="1"/>
              </a:ext>
            </a:extLst>
          </p:cNvPr>
          <p:cNvSpPr/>
          <p:nvPr/>
        </p:nvSpPr>
        <p:spPr>
          <a:xfrm>
            <a:off x="2946935" y="5722563"/>
            <a:ext cx="2455481" cy="783339"/>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2" name="Rectangle 101">
            <a:extLst>
              <a:ext uri="{C183D7F6-B498-43B3-948B-1728B52AA6E4}">
                <adec:decorative xmlns:adec="http://schemas.microsoft.com/office/drawing/2017/decorative" val="1"/>
              </a:ext>
            </a:extLst>
          </p:cNvPr>
          <p:cNvSpPr/>
          <p:nvPr/>
        </p:nvSpPr>
        <p:spPr>
          <a:xfrm>
            <a:off x="2946935" y="5722564"/>
            <a:ext cx="2455481" cy="508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3" name="TextBox 102"/>
          <p:cNvSpPr txBox="1"/>
          <p:nvPr/>
        </p:nvSpPr>
        <p:spPr>
          <a:xfrm>
            <a:off x="3038375" y="5795716"/>
            <a:ext cx="2272601" cy="201168"/>
          </a:xfrm>
          <a:prstGeom prst="rect">
            <a:avLst/>
          </a:prstGeom>
          <a:noFill/>
        </p:spPr>
        <p:txBody>
          <a:bodyPr wrap="square"/>
          <a:lstStyle/>
          <a:p>
            <a:pPr algn="l">
              <a:spcBef>
                <a:spcPts val="0"/>
              </a:spcBef>
              <a:spcAft>
                <a:spcPts val="0"/>
              </a:spcAft>
            </a:pPr>
            <a:r>
              <a:rPr lang="en-US" sz="900" b="1" noProof="0" dirty="0">
                <a:solidFill>
                  <a:srgbClr val="0070C0"/>
                </a:solidFill>
                <a:latin typeface="Segoe UI"/>
              </a:rPr>
              <a:t>Non-repeatable Read</a:t>
            </a:r>
          </a:p>
        </p:txBody>
      </p:sp>
      <p:sp>
        <p:nvSpPr>
          <p:cNvPr id="104" name="TextBox 103"/>
          <p:cNvSpPr txBox="1"/>
          <p:nvPr/>
        </p:nvSpPr>
        <p:spPr>
          <a:xfrm>
            <a:off x="3038375" y="5996884"/>
            <a:ext cx="2272601" cy="342891"/>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Same row returns different values when read twice since another transaction modified it.</a:t>
            </a:r>
          </a:p>
        </p:txBody>
      </p:sp>
      <p:sp>
        <p:nvSpPr>
          <p:cNvPr id="105" name="Rounded Rectangle 104">
            <a:extLst>
              <a:ext uri="{C183D7F6-B498-43B3-948B-1728B52AA6E4}">
                <adec:decorative xmlns:adec="http://schemas.microsoft.com/office/drawing/2017/decorative" val="1"/>
              </a:ext>
            </a:extLst>
          </p:cNvPr>
          <p:cNvSpPr/>
          <p:nvPr/>
        </p:nvSpPr>
        <p:spPr>
          <a:xfrm>
            <a:off x="5493856" y="5722563"/>
            <a:ext cx="2455481" cy="783339"/>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6" name="Rectangle 105">
            <a:extLst>
              <a:ext uri="{C183D7F6-B498-43B3-948B-1728B52AA6E4}">
                <adec:decorative xmlns:adec="http://schemas.microsoft.com/office/drawing/2017/decorative" val="1"/>
              </a:ext>
            </a:extLst>
          </p:cNvPr>
          <p:cNvSpPr/>
          <p:nvPr/>
        </p:nvSpPr>
        <p:spPr>
          <a:xfrm>
            <a:off x="5493856" y="5722564"/>
            <a:ext cx="2455481" cy="5080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7" name="TextBox 106"/>
          <p:cNvSpPr txBox="1"/>
          <p:nvPr/>
        </p:nvSpPr>
        <p:spPr>
          <a:xfrm>
            <a:off x="5585296" y="5795716"/>
            <a:ext cx="2272601" cy="201168"/>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Phantom</a:t>
            </a:r>
          </a:p>
        </p:txBody>
      </p:sp>
      <p:sp>
        <p:nvSpPr>
          <p:cNvPr id="108" name="TextBox 107"/>
          <p:cNvSpPr txBox="1"/>
          <p:nvPr/>
        </p:nvSpPr>
        <p:spPr>
          <a:xfrm>
            <a:off x="5585296" y="5996884"/>
            <a:ext cx="2272601" cy="379476"/>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A second query finds new rows that weren't there before because another transaction inserted them.</a:t>
            </a:r>
          </a:p>
        </p:txBody>
      </p:sp>
      <p:sp>
        <p:nvSpPr>
          <p:cNvPr id="109" name="Rounded Rectangle 108">
            <a:extLst>
              <a:ext uri="{C183D7F6-B498-43B3-948B-1728B52AA6E4}">
                <adec:decorative xmlns:adec="http://schemas.microsoft.com/office/drawing/2017/decorative" val="1"/>
              </a:ext>
            </a:extLst>
          </p:cNvPr>
          <p:cNvSpPr/>
          <p:nvPr/>
        </p:nvSpPr>
        <p:spPr>
          <a:xfrm>
            <a:off x="8040777" y="5722563"/>
            <a:ext cx="2455481" cy="783339"/>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10" name="Rectangle 109">
            <a:extLst>
              <a:ext uri="{C183D7F6-B498-43B3-948B-1728B52AA6E4}">
                <adec:decorative xmlns:adec="http://schemas.microsoft.com/office/drawing/2017/decorative" val="1"/>
              </a:ext>
            </a:extLst>
          </p:cNvPr>
          <p:cNvSpPr/>
          <p:nvPr/>
        </p:nvSpPr>
        <p:spPr>
          <a:xfrm>
            <a:off x="8040777" y="5722564"/>
            <a:ext cx="2455481" cy="508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11" name="TextBox 110"/>
          <p:cNvSpPr txBox="1"/>
          <p:nvPr/>
        </p:nvSpPr>
        <p:spPr>
          <a:xfrm>
            <a:off x="8132217" y="5795716"/>
            <a:ext cx="2272601" cy="201168"/>
          </a:xfrm>
          <a:prstGeom prst="rect">
            <a:avLst/>
          </a:prstGeom>
          <a:noFill/>
        </p:spPr>
        <p:txBody>
          <a:bodyPr wrap="square"/>
          <a:lstStyle/>
          <a:p>
            <a:pPr algn="l">
              <a:spcBef>
                <a:spcPts val="0"/>
              </a:spcBef>
              <a:spcAft>
                <a:spcPts val="0"/>
              </a:spcAft>
            </a:pPr>
            <a:r>
              <a:rPr lang="en-US" sz="900" b="1" noProof="0" dirty="0">
                <a:solidFill>
                  <a:srgbClr val="0070C0"/>
                </a:solidFill>
                <a:latin typeface="Segoe UI"/>
              </a:rPr>
              <a:t>Blocking</a:t>
            </a:r>
          </a:p>
        </p:txBody>
      </p:sp>
      <p:sp>
        <p:nvSpPr>
          <p:cNvPr id="112" name="TextBox 111"/>
          <p:cNvSpPr txBox="1"/>
          <p:nvPr/>
        </p:nvSpPr>
        <p:spPr>
          <a:xfrm>
            <a:off x="8132217" y="5996884"/>
            <a:ext cx="2272601" cy="342891"/>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A session waits because another holds an incompatible lock on the same resource.</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Evaluate query performance</a:t>
            </a:r>
          </a:p>
        </p:txBody>
      </p:sp>
      <p:sp>
        <p:nvSpPr>
          <p:cNvPr id="3" name="TextBox 2"/>
          <p:cNvSpPr txBox="1"/>
          <p:nvPr/>
        </p:nvSpPr>
        <p:spPr>
          <a:xfrm>
            <a:off x="4619510" y="1080471"/>
            <a:ext cx="3333666" cy="190495"/>
          </a:xfrm>
          <a:prstGeom prst="rect">
            <a:avLst/>
          </a:prstGeom>
          <a:noFill/>
        </p:spPr>
        <p:txBody>
          <a:bodyPr wrap="square"/>
          <a:lstStyle/>
          <a:p>
            <a:pPr algn="ctr">
              <a:spcBef>
                <a:spcPts val="0"/>
              </a:spcBef>
              <a:spcAft>
                <a:spcPts val="0"/>
              </a:spcAft>
            </a:pPr>
            <a:r>
              <a:rPr lang="en-US" sz="900" b="1" noProof="0" dirty="0">
                <a:solidFill>
                  <a:srgbClr val="1A237E"/>
                </a:solidFill>
                <a:latin typeface="Segoe UI"/>
              </a:rPr>
              <a:t>QUERY PERFORMANCE EVALUATION PIPELINE</a:t>
            </a:r>
          </a:p>
        </p:txBody>
      </p:sp>
      <p:sp>
        <p:nvSpPr>
          <p:cNvPr id="4" name="Rectangle 3">
            <a:extLst>
              <a:ext uri="{C183D7F6-B498-43B3-948B-1728B52AA6E4}">
                <adec:decorative xmlns:adec="http://schemas.microsoft.com/office/drawing/2017/decorative" val="1"/>
              </a:ext>
            </a:extLst>
          </p:cNvPr>
          <p:cNvSpPr/>
          <p:nvPr/>
        </p:nvSpPr>
        <p:spPr>
          <a:xfrm>
            <a:off x="4619510" y="1318591"/>
            <a:ext cx="3333666" cy="254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 name="Rectangle 4">
            <a:extLst>
              <a:ext uri="{C183D7F6-B498-43B3-948B-1728B52AA6E4}">
                <adec:decorative xmlns:adec="http://schemas.microsoft.com/office/drawing/2017/decorative" val="1"/>
              </a:ext>
            </a:extLst>
          </p:cNvPr>
          <p:cNvSpPr/>
          <p:nvPr/>
        </p:nvSpPr>
        <p:spPr>
          <a:xfrm>
            <a:off x="1809704" y="1601889"/>
            <a:ext cx="8667533" cy="38100"/>
          </a:xfrm>
          <a:prstGeom prst="rect">
            <a:avLst/>
          </a:prstGeom>
          <a:solidFill>
            <a:srgbClr val="C5CAE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 name="Oval 5">
            <a:extLst>
              <a:ext uri="{C183D7F6-B498-43B3-948B-1728B52AA6E4}">
                <adec:decorative xmlns:adec="http://schemas.microsoft.com/office/drawing/2017/decorative" val="1"/>
              </a:ext>
            </a:extLst>
          </p:cNvPr>
          <p:cNvSpPr/>
          <p:nvPr/>
        </p:nvSpPr>
        <p:spPr>
          <a:xfrm>
            <a:off x="1428714" y="1430444"/>
            <a:ext cx="380990" cy="380990"/>
          </a:xfrm>
          <a:prstGeom prst="ellipse">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 name="TextBox 6"/>
          <p:cNvSpPr txBox="1"/>
          <p:nvPr/>
        </p:nvSpPr>
        <p:spPr>
          <a:xfrm>
            <a:off x="1476338" y="1463172"/>
            <a:ext cx="285742" cy="209544"/>
          </a:xfrm>
          <a:prstGeom prst="rect">
            <a:avLst/>
          </a:prstGeom>
          <a:noFill/>
        </p:spPr>
        <p:txBody>
          <a:bodyPr wrap="square"/>
          <a:lstStyle/>
          <a:p>
            <a:pPr algn="ctr">
              <a:spcBef>
                <a:spcPts val="0"/>
              </a:spcBef>
              <a:spcAft>
                <a:spcPts val="0"/>
              </a:spcAft>
            </a:pPr>
            <a:r>
              <a:rPr lang="en-US" sz="1400" b="1" noProof="0" dirty="0">
                <a:solidFill>
                  <a:srgbClr val="FFFFFF"/>
                </a:solidFill>
                <a:latin typeface="Segoe UI"/>
              </a:rPr>
              <a:t>1</a:t>
            </a:r>
          </a:p>
        </p:txBody>
      </p:sp>
      <p:sp>
        <p:nvSpPr>
          <p:cNvPr id="8" name="TextBox 7"/>
          <p:cNvSpPr txBox="1"/>
          <p:nvPr/>
        </p:nvSpPr>
        <p:spPr>
          <a:xfrm>
            <a:off x="1047724" y="1819983"/>
            <a:ext cx="1142971" cy="152396"/>
          </a:xfrm>
          <a:prstGeom prst="rect">
            <a:avLst/>
          </a:prstGeom>
          <a:noFill/>
        </p:spPr>
        <p:txBody>
          <a:bodyPr wrap="square"/>
          <a:lstStyle/>
          <a:p>
            <a:pPr algn="ctr">
              <a:spcBef>
                <a:spcPts val="0"/>
              </a:spcBef>
              <a:spcAft>
                <a:spcPts val="0"/>
              </a:spcAft>
            </a:pPr>
            <a:r>
              <a:rPr lang="en-US" sz="1000" b="1" noProof="0" dirty="0">
                <a:solidFill>
                  <a:srgbClr val="1A237E"/>
                </a:solidFill>
                <a:latin typeface="Segoe UI"/>
              </a:rPr>
              <a:t>IDENTIFY</a:t>
            </a:r>
          </a:p>
        </p:txBody>
      </p:sp>
      <p:sp>
        <p:nvSpPr>
          <p:cNvPr id="9" name="TextBox 8"/>
          <p:cNvSpPr txBox="1"/>
          <p:nvPr/>
        </p:nvSpPr>
        <p:spPr>
          <a:xfrm>
            <a:off x="857229" y="2011454"/>
            <a:ext cx="1523961" cy="133346"/>
          </a:xfrm>
          <a:prstGeom prst="rect">
            <a:avLst/>
          </a:prstGeom>
          <a:noFill/>
        </p:spPr>
        <p:txBody>
          <a:bodyPr wrap="square"/>
          <a:lstStyle/>
          <a:p>
            <a:pPr algn="ctr">
              <a:spcBef>
                <a:spcPts val="0"/>
              </a:spcBef>
              <a:spcAft>
                <a:spcPts val="0"/>
              </a:spcAft>
            </a:pPr>
            <a:r>
              <a:rPr lang="en-US" sz="800" b="0" noProof="0" dirty="0">
                <a:solidFill>
                  <a:srgbClr val="757575"/>
                </a:solidFill>
                <a:latin typeface="Segoe UI"/>
              </a:rPr>
              <a:t>Find slow queries</a:t>
            </a:r>
          </a:p>
        </p:txBody>
      </p:sp>
      <p:sp>
        <p:nvSpPr>
          <p:cNvPr id="10" name="Oval 9">
            <a:extLst>
              <a:ext uri="{C183D7F6-B498-43B3-948B-1728B52AA6E4}">
                <adec:decorative xmlns:adec="http://schemas.microsoft.com/office/drawing/2017/decorative" val="1"/>
              </a:ext>
            </a:extLst>
          </p:cNvPr>
          <p:cNvSpPr/>
          <p:nvPr/>
        </p:nvSpPr>
        <p:spPr>
          <a:xfrm>
            <a:off x="4476638" y="1430444"/>
            <a:ext cx="380990" cy="38099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1" name="TextBox 10"/>
          <p:cNvSpPr txBox="1"/>
          <p:nvPr/>
        </p:nvSpPr>
        <p:spPr>
          <a:xfrm>
            <a:off x="4524262" y="1463171"/>
            <a:ext cx="285742" cy="209544"/>
          </a:xfrm>
          <a:prstGeom prst="rect">
            <a:avLst/>
          </a:prstGeom>
          <a:noFill/>
        </p:spPr>
        <p:txBody>
          <a:bodyPr wrap="square"/>
          <a:lstStyle/>
          <a:p>
            <a:pPr algn="ctr">
              <a:spcBef>
                <a:spcPts val="0"/>
              </a:spcBef>
              <a:spcAft>
                <a:spcPts val="0"/>
              </a:spcAft>
            </a:pPr>
            <a:r>
              <a:rPr lang="en-US" sz="1400" b="1" noProof="0" dirty="0">
                <a:solidFill>
                  <a:srgbClr val="FFFFFF"/>
                </a:solidFill>
                <a:latin typeface="Segoe UI"/>
              </a:rPr>
              <a:t>2</a:t>
            </a:r>
          </a:p>
        </p:txBody>
      </p:sp>
      <p:sp>
        <p:nvSpPr>
          <p:cNvPr id="12" name="TextBox 11"/>
          <p:cNvSpPr txBox="1"/>
          <p:nvPr/>
        </p:nvSpPr>
        <p:spPr>
          <a:xfrm>
            <a:off x="4095648" y="1819983"/>
            <a:ext cx="1142971" cy="152396"/>
          </a:xfrm>
          <a:prstGeom prst="rect">
            <a:avLst/>
          </a:prstGeom>
          <a:noFill/>
        </p:spPr>
        <p:txBody>
          <a:bodyPr wrap="square"/>
          <a:lstStyle/>
          <a:p>
            <a:pPr algn="ctr">
              <a:spcBef>
                <a:spcPts val="0"/>
              </a:spcBef>
              <a:spcAft>
                <a:spcPts val="0"/>
              </a:spcAft>
            </a:pPr>
            <a:r>
              <a:rPr lang="en-US" sz="1000" b="1" noProof="0" dirty="0">
                <a:solidFill>
                  <a:srgbClr val="0078D4"/>
                </a:solidFill>
                <a:latin typeface="Segoe UI"/>
              </a:rPr>
              <a:t>ANALYZE</a:t>
            </a:r>
          </a:p>
        </p:txBody>
      </p:sp>
      <p:sp>
        <p:nvSpPr>
          <p:cNvPr id="13" name="TextBox 12"/>
          <p:cNvSpPr txBox="1"/>
          <p:nvPr/>
        </p:nvSpPr>
        <p:spPr>
          <a:xfrm>
            <a:off x="3905153" y="2011454"/>
            <a:ext cx="1523961" cy="133346"/>
          </a:xfrm>
          <a:prstGeom prst="rect">
            <a:avLst/>
          </a:prstGeom>
          <a:noFill/>
        </p:spPr>
        <p:txBody>
          <a:bodyPr wrap="square"/>
          <a:lstStyle/>
          <a:p>
            <a:pPr algn="ctr">
              <a:spcBef>
                <a:spcPts val="0"/>
              </a:spcBef>
              <a:spcAft>
                <a:spcPts val="0"/>
              </a:spcAft>
            </a:pPr>
            <a:r>
              <a:rPr lang="en-US" sz="800" b="0" noProof="0" dirty="0">
                <a:solidFill>
                  <a:srgbClr val="757575"/>
                </a:solidFill>
                <a:latin typeface="Segoe UI"/>
              </a:rPr>
              <a:t>Read execution plans</a:t>
            </a:r>
          </a:p>
        </p:txBody>
      </p:sp>
      <p:sp>
        <p:nvSpPr>
          <p:cNvPr id="14" name="Oval 13">
            <a:extLst>
              <a:ext uri="{C183D7F6-B498-43B3-948B-1728B52AA6E4}">
                <adec:decorative xmlns:adec="http://schemas.microsoft.com/office/drawing/2017/decorative" val="1"/>
              </a:ext>
            </a:extLst>
          </p:cNvPr>
          <p:cNvSpPr/>
          <p:nvPr/>
        </p:nvSpPr>
        <p:spPr>
          <a:xfrm>
            <a:off x="7524562" y="1430444"/>
            <a:ext cx="380990" cy="380990"/>
          </a:xfrm>
          <a:prstGeom prst="ellipse">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5" name="TextBox 14"/>
          <p:cNvSpPr txBox="1"/>
          <p:nvPr/>
        </p:nvSpPr>
        <p:spPr>
          <a:xfrm>
            <a:off x="7572186" y="1463172"/>
            <a:ext cx="285742" cy="209544"/>
          </a:xfrm>
          <a:prstGeom prst="rect">
            <a:avLst/>
          </a:prstGeom>
          <a:noFill/>
        </p:spPr>
        <p:txBody>
          <a:bodyPr wrap="square"/>
          <a:lstStyle/>
          <a:p>
            <a:pPr algn="ctr">
              <a:spcBef>
                <a:spcPts val="0"/>
              </a:spcBef>
              <a:spcAft>
                <a:spcPts val="0"/>
              </a:spcAft>
            </a:pPr>
            <a:r>
              <a:rPr lang="en-US" sz="1400" b="1" noProof="0" dirty="0">
                <a:solidFill>
                  <a:srgbClr val="FFFFFF"/>
                </a:solidFill>
                <a:latin typeface="Segoe UI"/>
              </a:rPr>
              <a:t>3</a:t>
            </a:r>
          </a:p>
        </p:txBody>
      </p:sp>
      <p:sp>
        <p:nvSpPr>
          <p:cNvPr id="16" name="TextBox 15"/>
          <p:cNvSpPr txBox="1"/>
          <p:nvPr/>
        </p:nvSpPr>
        <p:spPr>
          <a:xfrm>
            <a:off x="7143572" y="1819983"/>
            <a:ext cx="1142971" cy="152396"/>
          </a:xfrm>
          <a:prstGeom prst="rect">
            <a:avLst/>
          </a:prstGeom>
          <a:noFill/>
        </p:spPr>
        <p:txBody>
          <a:bodyPr wrap="square"/>
          <a:lstStyle/>
          <a:p>
            <a:pPr algn="ctr">
              <a:spcBef>
                <a:spcPts val="0"/>
              </a:spcBef>
              <a:spcAft>
                <a:spcPts val="0"/>
              </a:spcAft>
            </a:pPr>
            <a:r>
              <a:rPr lang="en-US" sz="1000" b="1" noProof="0" dirty="0">
                <a:solidFill>
                  <a:srgbClr val="1A237E"/>
                </a:solidFill>
                <a:latin typeface="Segoe UI"/>
              </a:rPr>
              <a:t>DISCOVER</a:t>
            </a:r>
          </a:p>
        </p:txBody>
      </p:sp>
      <p:sp>
        <p:nvSpPr>
          <p:cNvPr id="17" name="TextBox 16"/>
          <p:cNvSpPr txBox="1"/>
          <p:nvPr/>
        </p:nvSpPr>
        <p:spPr>
          <a:xfrm>
            <a:off x="6953077" y="2011454"/>
            <a:ext cx="1523961" cy="133346"/>
          </a:xfrm>
          <a:prstGeom prst="rect">
            <a:avLst/>
          </a:prstGeom>
          <a:noFill/>
        </p:spPr>
        <p:txBody>
          <a:bodyPr wrap="square"/>
          <a:lstStyle/>
          <a:p>
            <a:pPr algn="ctr">
              <a:spcBef>
                <a:spcPts val="0"/>
              </a:spcBef>
              <a:spcAft>
                <a:spcPts val="0"/>
              </a:spcAft>
            </a:pPr>
            <a:r>
              <a:rPr lang="en-US" sz="800" b="0" noProof="0" dirty="0">
                <a:solidFill>
                  <a:srgbClr val="757575"/>
                </a:solidFill>
                <a:latin typeface="Segoe UI"/>
              </a:rPr>
              <a:t>Find missing indexes</a:t>
            </a:r>
          </a:p>
        </p:txBody>
      </p:sp>
      <p:sp>
        <p:nvSpPr>
          <p:cNvPr id="18" name="Oval 17">
            <a:extLst>
              <a:ext uri="{C183D7F6-B498-43B3-948B-1728B52AA6E4}">
                <adec:decorative xmlns:adec="http://schemas.microsoft.com/office/drawing/2017/decorative" val="1"/>
              </a:ext>
            </a:extLst>
          </p:cNvPr>
          <p:cNvSpPr/>
          <p:nvPr/>
        </p:nvSpPr>
        <p:spPr>
          <a:xfrm>
            <a:off x="10477238" y="1430444"/>
            <a:ext cx="380990" cy="38099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9" name="TextBox 18"/>
          <p:cNvSpPr txBox="1"/>
          <p:nvPr/>
        </p:nvSpPr>
        <p:spPr>
          <a:xfrm>
            <a:off x="10524862" y="1463171"/>
            <a:ext cx="285742" cy="209544"/>
          </a:xfrm>
          <a:prstGeom prst="rect">
            <a:avLst/>
          </a:prstGeom>
          <a:noFill/>
        </p:spPr>
        <p:txBody>
          <a:bodyPr wrap="square"/>
          <a:lstStyle/>
          <a:p>
            <a:pPr algn="ctr">
              <a:spcBef>
                <a:spcPts val="0"/>
              </a:spcBef>
              <a:spcAft>
                <a:spcPts val="0"/>
              </a:spcAft>
            </a:pPr>
            <a:r>
              <a:rPr lang="en-US" sz="1400" b="1" noProof="0" dirty="0">
                <a:solidFill>
                  <a:srgbClr val="FFFFFF"/>
                </a:solidFill>
                <a:latin typeface="Segoe UI"/>
              </a:rPr>
              <a:t>4</a:t>
            </a:r>
          </a:p>
        </p:txBody>
      </p:sp>
      <p:sp>
        <p:nvSpPr>
          <p:cNvPr id="20" name="TextBox 19"/>
          <p:cNvSpPr txBox="1"/>
          <p:nvPr/>
        </p:nvSpPr>
        <p:spPr>
          <a:xfrm>
            <a:off x="10096248" y="1819983"/>
            <a:ext cx="1142971" cy="152396"/>
          </a:xfrm>
          <a:prstGeom prst="rect">
            <a:avLst/>
          </a:prstGeom>
          <a:noFill/>
        </p:spPr>
        <p:txBody>
          <a:bodyPr wrap="square"/>
          <a:lstStyle/>
          <a:p>
            <a:pPr algn="ctr">
              <a:spcBef>
                <a:spcPts val="0"/>
              </a:spcBef>
              <a:spcAft>
                <a:spcPts val="0"/>
              </a:spcAft>
            </a:pPr>
            <a:r>
              <a:rPr lang="en-US" sz="1000" b="1" noProof="0" dirty="0">
                <a:solidFill>
                  <a:srgbClr val="0078D4"/>
                </a:solidFill>
                <a:latin typeface="Segoe UI"/>
              </a:rPr>
              <a:t>OPTIMIZE</a:t>
            </a:r>
          </a:p>
        </p:txBody>
      </p:sp>
      <p:sp>
        <p:nvSpPr>
          <p:cNvPr id="21" name="TextBox 20"/>
          <p:cNvSpPr txBox="1"/>
          <p:nvPr/>
        </p:nvSpPr>
        <p:spPr>
          <a:xfrm>
            <a:off x="9905753" y="2011454"/>
            <a:ext cx="1523961" cy="133346"/>
          </a:xfrm>
          <a:prstGeom prst="rect">
            <a:avLst/>
          </a:prstGeom>
          <a:noFill/>
        </p:spPr>
        <p:txBody>
          <a:bodyPr wrap="square"/>
          <a:lstStyle/>
          <a:p>
            <a:pPr algn="ctr">
              <a:spcBef>
                <a:spcPts val="0"/>
              </a:spcBef>
              <a:spcAft>
                <a:spcPts val="0"/>
              </a:spcAft>
            </a:pPr>
            <a:r>
              <a:rPr lang="en-US" sz="800" b="0" noProof="0" dirty="0">
                <a:solidFill>
                  <a:srgbClr val="757575"/>
                </a:solidFill>
                <a:latin typeface="Segoe UI"/>
              </a:rPr>
              <a:t>Apply improvements</a:t>
            </a:r>
          </a:p>
        </p:txBody>
      </p:sp>
      <p:sp>
        <p:nvSpPr>
          <p:cNvPr id="22" name="Isosceles Triangle 21">
            <a:extLst>
              <a:ext uri="{C183D7F6-B498-43B3-948B-1728B52AA6E4}">
                <adec:decorative xmlns:adec="http://schemas.microsoft.com/office/drawing/2017/decorative" val="1"/>
              </a:ext>
            </a:extLst>
          </p:cNvPr>
          <p:cNvSpPr/>
          <p:nvPr/>
        </p:nvSpPr>
        <p:spPr>
          <a:xfrm rot="5400000">
            <a:off x="3143171" y="1563791"/>
            <a:ext cx="95247" cy="114297"/>
          </a:xfrm>
          <a:prstGeom prst="triangle">
            <a:avLst/>
          </a:prstGeom>
          <a:solidFill>
            <a:srgbClr val="C5CAE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3" name="Isosceles Triangle 22">
            <a:extLst>
              <a:ext uri="{C183D7F6-B498-43B3-948B-1728B52AA6E4}">
                <adec:decorative xmlns:adec="http://schemas.microsoft.com/office/drawing/2017/decorative" val="1"/>
              </a:ext>
            </a:extLst>
          </p:cNvPr>
          <p:cNvSpPr/>
          <p:nvPr/>
        </p:nvSpPr>
        <p:spPr>
          <a:xfrm rot="5400000">
            <a:off x="6191095" y="1563791"/>
            <a:ext cx="95247" cy="114297"/>
          </a:xfrm>
          <a:prstGeom prst="triangle">
            <a:avLst/>
          </a:prstGeom>
          <a:solidFill>
            <a:srgbClr val="C5CAE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4" name="Isosceles Triangle 23">
            <a:extLst>
              <a:ext uri="{C183D7F6-B498-43B3-948B-1728B52AA6E4}">
                <adec:decorative xmlns:adec="http://schemas.microsoft.com/office/drawing/2017/decorative" val="1"/>
              </a:ext>
            </a:extLst>
          </p:cNvPr>
          <p:cNvSpPr/>
          <p:nvPr/>
        </p:nvSpPr>
        <p:spPr>
          <a:xfrm rot="5400000">
            <a:off x="9191395" y="1563791"/>
            <a:ext cx="95247" cy="114297"/>
          </a:xfrm>
          <a:prstGeom prst="triangle">
            <a:avLst/>
          </a:prstGeom>
          <a:solidFill>
            <a:srgbClr val="C5CAE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5" name="Rounded Rectangle 24">
            <a:extLst>
              <a:ext uri="{C183D7F6-B498-43B3-948B-1728B52AA6E4}">
                <adec:decorative xmlns:adec="http://schemas.microsoft.com/office/drawing/2017/decorative" val="1"/>
              </a:ext>
            </a:extLst>
          </p:cNvPr>
          <p:cNvSpPr/>
          <p:nvPr/>
        </p:nvSpPr>
        <p:spPr>
          <a:xfrm>
            <a:off x="380990" y="2328215"/>
            <a:ext cx="3714657" cy="2714557"/>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6" name="Rounded Rectangle 25">
            <a:extLst>
              <a:ext uri="{C183D7F6-B498-43B3-948B-1728B52AA6E4}">
                <adec:decorative xmlns:adec="http://schemas.microsoft.com/office/drawing/2017/decorative" val="1"/>
              </a:ext>
            </a:extLst>
          </p:cNvPr>
          <p:cNvSpPr/>
          <p:nvPr/>
        </p:nvSpPr>
        <p:spPr>
          <a:xfrm>
            <a:off x="380990" y="2328215"/>
            <a:ext cx="3714657" cy="361940"/>
          </a:xfrm>
          <a:prstGeom prst="roundRect">
            <a:avLst>
              <a:gd name="adj" fmla="val 0"/>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7" name="TextBox 26"/>
          <p:cNvSpPr txBox="1"/>
          <p:nvPr/>
        </p:nvSpPr>
        <p:spPr>
          <a:xfrm>
            <a:off x="380990" y="2404413"/>
            <a:ext cx="3714657" cy="228594"/>
          </a:xfrm>
          <a:prstGeom prst="rect">
            <a:avLst/>
          </a:prstGeom>
          <a:noFill/>
        </p:spPr>
        <p:txBody>
          <a:bodyPr wrap="square"/>
          <a:lstStyle/>
          <a:p>
            <a:pPr algn="ctr">
              <a:spcBef>
                <a:spcPts val="0"/>
              </a:spcBef>
              <a:spcAft>
                <a:spcPts val="0"/>
              </a:spcAft>
            </a:pPr>
            <a:r>
              <a:rPr lang="en-US" sz="1200" b="1" noProof="0" dirty="0">
                <a:solidFill>
                  <a:srgbClr val="FFFFFF"/>
                </a:solidFill>
                <a:latin typeface="Segoe UI"/>
              </a:rPr>
              <a:t>DMV Analysis</a:t>
            </a:r>
          </a:p>
        </p:txBody>
      </p:sp>
      <p:sp>
        <p:nvSpPr>
          <p:cNvPr id="28" name="TextBox 27"/>
          <p:cNvSpPr txBox="1"/>
          <p:nvPr/>
        </p:nvSpPr>
        <p:spPr>
          <a:xfrm>
            <a:off x="571485" y="2823502"/>
            <a:ext cx="1904952" cy="152396"/>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Primary DMV</a:t>
            </a:r>
          </a:p>
        </p:txBody>
      </p:sp>
      <p:sp>
        <p:nvSpPr>
          <p:cNvPr id="29" name="Rounded Rectangle 28">
            <a:extLst>
              <a:ext uri="{C183D7F6-B498-43B3-948B-1728B52AA6E4}">
                <adec:decorative xmlns:adec="http://schemas.microsoft.com/office/drawing/2017/decorative" val="1"/>
              </a:ext>
            </a:extLst>
          </p:cNvPr>
          <p:cNvSpPr/>
          <p:nvPr/>
        </p:nvSpPr>
        <p:spPr>
          <a:xfrm>
            <a:off x="571485" y="3028894"/>
            <a:ext cx="3333666" cy="266693"/>
          </a:xfrm>
          <a:prstGeom prst="roundRect">
            <a:avLst>
              <a:gd name="adj" fmla="val 5000"/>
            </a:avLst>
          </a:prstGeom>
          <a:solidFill>
            <a:srgbClr val="E8EAF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TextBox 29"/>
          <p:cNvSpPr txBox="1"/>
          <p:nvPr/>
        </p:nvSpPr>
        <p:spPr>
          <a:xfrm>
            <a:off x="571485" y="2994948"/>
            <a:ext cx="3333666" cy="209544"/>
          </a:xfrm>
          <a:prstGeom prst="rect">
            <a:avLst/>
          </a:prstGeom>
          <a:noFill/>
        </p:spPr>
        <p:txBody>
          <a:bodyPr wrap="square"/>
          <a:lstStyle/>
          <a:p>
            <a:pPr algn="ctr">
              <a:spcBef>
                <a:spcPts val="0"/>
              </a:spcBef>
              <a:spcAft>
                <a:spcPts val="0"/>
              </a:spcAft>
            </a:pPr>
            <a:r>
              <a:rPr lang="en-US" sz="900" b="1" noProof="0" dirty="0" err="1">
                <a:solidFill>
                  <a:srgbClr val="1A237E"/>
                </a:solidFill>
                <a:latin typeface="Consolas"/>
              </a:rPr>
              <a:t>sys.dm_exec_query_stats</a:t>
            </a:r>
            <a:endParaRPr lang="en-US" sz="900" b="1" noProof="0" dirty="0">
              <a:solidFill>
                <a:srgbClr val="1A237E"/>
              </a:solidFill>
              <a:latin typeface="Consolas"/>
            </a:endParaRPr>
          </a:p>
        </p:txBody>
      </p:sp>
      <p:sp>
        <p:nvSpPr>
          <p:cNvPr id="31" name="TextBox 30"/>
          <p:cNvSpPr txBox="1"/>
          <p:nvPr/>
        </p:nvSpPr>
        <p:spPr>
          <a:xfrm>
            <a:off x="571485" y="3394988"/>
            <a:ext cx="1904952" cy="152396"/>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Sort &amp; Rank By</a:t>
            </a:r>
          </a:p>
        </p:txBody>
      </p:sp>
      <p:sp>
        <p:nvSpPr>
          <p:cNvPr id="32" name="Rounded Rectangle 31">
            <a:extLst>
              <a:ext uri="{C183D7F6-B498-43B3-948B-1728B52AA6E4}">
                <adec:decorative xmlns:adec="http://schemas.microsoft.com/office/drawing/2017/decorative" val="1"/>
              </a:ext>
            </a:extLst>
          </p:cNvPr>
          <p:cNvSpPr/>
          <p:nvPr/>
        </p:nvSpPr>
        <p:spPr>
          <a:xfrm>
            <a:off x="761980" y="3619429"/>
            <a:ext cx="952476" cy="247643"/>
          </a:xfrm>
          <a:prstGeom prst="roundRect">
            <a:avLst>
              <a:gd name="adj" fmla="val 50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3" name="TextBox 32"/>
          <p:cNvSpPr txBox="1"/>
          <p:nvPr/>
        </p:nvSpPr>
        <p:spPr>
          <a:xfrm>
            <a:off x="761980" y="3638478"/>
            <a:ext cx="952476" cy="209544"/>
          </a:xfrm>
          <a:prstGeom prst="rect">
            <a:avLst/>
          </a:prstGeom>
          <a:noFill/>
        </p:spPr>
        <p:txBody>
          <a:bodyPr wrap="square"/>
          <a:lstStyle/>
          <a:p>
            <a:pPr algn="ctr">
              <a:spcBef>
                <a:spcPts val="0"/>
              </a:spcBef>
              <a:spcAft>
                <a:spcPts val="0"/>
              </a:spcAft>
            </a:pPr>
            <a:r>
              <a:rPr lang="en-US" sz="800" b="1" noProof="0" dirty="0">
                <a:solidFill>
                  <a:srgbClr val="FFFFFF"/>
                </a:solidFill>
                <a:latin typeface="Segoe UI"/>
              </a:rPr>
              <a:t>CPU Time</a:t>
            </a:r>
          </a:p>
        </p:txBody>
      </p:sp>
      <p:sp>
        <p:nvSpPr>
          <p:cNvPr id="34" name="Rounded Rectangle 33">
            <a:extLst>
              <a:ext uri="{C183D7F6-B498-43B3-948B-1728B52AA6E4}">
                <adec:decorative xmlns:adec="http://schemas.microsoft.com/office/drawing/2017/decorative" val="1"/>
              </a:ext>
            </a:extLst>
          </p:cNvPr>
          <p:cNvSpPr/>
          <p:nvPr/>
        </p:nvSpPr>
        <p:spPr>
          <a:xfrm>
            <a:off x="1790654" y="3619429"/>
            <a:ext cx="1104872" cy="247643"/>
          </a:xfrm>
          <a:prstGeom prst="roundRect">
            <a:avLst>
              <a:gd name="adj" fmla="val 50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5" name="TextBox 34"/>
          <p:cNvSpPr txBox="1"/>
          <p:nvPr/>
        </p:nvSpPr>
        <p:spPr>
          <a:xfrm>
            <a:off x="1790654" y="3638478"/>
            <a:ext cx="1104872" cy="209544"/>
          </a:xfrm>
          <a:prstGeom prst="rect">
            <a:avLst/>
          </a:prstGeom>
          <a:noFill/>
        </p:spPr>
        <p:txBody>
          <a:bodyPr wrap="square"/>
          <a:lstStyle/>
          <a:p>
            <a:pPr algn="ctr">
              <a:spcBef>
                <a:spcPts val="0"/>
              </a:spcBef>
              <a:spcAft>
                <a:spcPts val="0"/>
              </a:spcAft>
            </a:pPr>
            <a:r>
              <a:rPr lang="en-US" sz="800" b="1" noProof="0" dirty="0">
                <a:solidFill>
                  <a:srgbClr val="FFFFFF"/>
                </a:solidFill>
                <a:latin typeface="Segoe UI"/>
              </a:rPr>
              <a:t>Logical Reads</a:t>
            </a:r>
          </a:p>
        </p:txBody>
      </p:sp>
      <p:sp>
        <p:nvSpPr>
          <p:cNvPr id="36" name="Rounded Rectangle 35">
            <a:extLst>
              <a:ext uri="{C183D7F6-B498-43B3-948B-1728B52AA6E4}">
                <adec:decorative xmlns:adec="http://schemas.microsoft.com/office/drawing/2017/decorative" val="1"/>
              </a:ext>
            </a:extLst>
          </p:cNvPr>
          <p:cNvSpPr/>
          <p:nvPr/>
        </p:nvSpPr>
        <p:spPr>
          <a:xfrm>
            <a:off x="2971725" y="3619429"/>
            <a:ext cx="1066773" cy="247643"/>
          </a:xfrm>
          <a:prstGeom prst="roundRect">
            <a:avLst>
              <a:gd name="adj" fmla="val 50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7" name="TextBox 36"/>
          <p:cNvSpPr txBox="1"/>
          <p:nvPr/>
        </p:nvSpPr>
        <p:spPr>
          <a:xfrm>
            <a:off x="2971725" y="3638478"/>
            <a:ext cx="1066773" cy="209544"/>
          </a:xfrm>
          <a:prstGeom prst="rect">
            <a:avLst/>
          </a:prstGeom>
          <a:noFill/>
        </p:spPr>
        <p:txBody>
          <a:bodyPr wrap="square"/>
          <a:lstStyle/>
          <a:p>
            <a:pPr algn="ctr">
              <a:spcBef>
                <a:spcPts val="0"/>
              </a:spcBef>
              <a:spcAft>
                <a:spcPts val="0"/>
              </a:spcAft>
            </a:pPr>
            <a:r>
              <a:rPr lang="en-US" sz="800" b="1" noProof="0" dirty="0">
                <a:solidFill>
                  <a:srgbClr val="FFFFFF"/>
                </a:solidFill>
                <a:latin typeface="Segoe UI"/>
              </a:rPr>
              <a:t>Exec Count</a:t>
            </a:r>
          </a:p>
        </p:txBody>
      </p:sp>
      <p:sp>
        <p:nvSpPr>
          <p:cNvPr id="38" name="TextBox 37"/>
          <p:cNvSpPr txBox="1"/>
          <p:nvPr/>
        </p:nvSpPr>
        <p:spPr>
          <a:xfrm>
            <a:off x="571485" y="3995048"/>
            <a:ext cx="1904952" cy="152396"/>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Goal</a:t>
            </a:r>
          </a:p>
        </p:txBody>
      </p:sp>
      <p:sp>
        <p:nvSpPr>
          <p:cNvPr id="39" name="TextBox 38"/>
          <p:cNvSpPr txBox="1"/>
          <p:nvPr/>
        </p:nvSpPr>
        <p:spPr>
          <a:xfrm>
            <a:off x="571485" y="4156969"/>
            <a:ext cx="3333666" cy="380990"/>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Find the top resource-consuming queries that are candidates for optimization.</a:t>
            </a:r>
          </a:p>
        </p:txBody>
      </p:sp>
      <p:sp>
        <p:nvSpPr>
          <p:cNvPr id="40" name="Rounded Rectangle 39">
            <a:extLst>
              <a:ext uri="{C183D7F6-B498-43B3-948B-1728B52AA6E4}">
                <adec:decorative xmlns:adec="http://schemas.microsoft.com/office/drawing/2017/decorative" val="1"/>
              </a:ext>
            </a:extLst>
          </p:cNvPr>
          <p:cNvSpPr/>
          <p:nvPr/>
        </p:nvSpPr>
        <p:spPr>
          <a:xfrm>
            <a:off x="4238519" y="2328215"/>
            <a:ext cx="3714657" cy="2714557"/>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1" name="Rounded Rectangle 40">
            <a:extLst>
              <a:ext uri="{C183D7F6-B498-43B3-948B-1728B52AA6E4}">
                <adec:decorative xmlns:adec="http://schemas.microsoft.com/office/drawing/2017/decorative" val="1"/>
              </a:ext>
            </a:extLst>
          </p:cNvPr>
          <p:cNvSpPr/>
          <p:nvPr/>
        </p:nvSpPr>
        <p:spPr>
          <a:xfrm>
            <a:off x="4238519" y="2328215"/>
            <a:ext cx="3714657" cy="361940"/>
          </a:xfrm>
          <a:prstGeom prst="roundRect">
            <a:avLst>
              <a:gd name="adj" fmla="val 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2" name="TextBox 41"/>
          <p:cNvSpPr txBox="1"/>
          <p:nvPr/>
        </p:nvSpPr>
        <p:spPr>
          <a:xfrm>
            <a:off x="4238519" y="2404413"/>
            <a:ext cx="3714657" cy="228594"/>
          </a:xfrm>
          <a:prstGeom prst="rect">
            <a:avLst/>
          </a:prstGeom>
          <a:noFill/>
        </p:spPr>
        <p:txBody>
          <a:bodyPr wrap="square"/>
          <a:lstStyle/>
          <a:p>
            <a:pPr algn="ctr">
              <a:spcBef>
                <a:spcPts val="0"/>
              </a:spcBef>
              <a:spcAft>
                <a:spcPts val="0"/>
              </a:spcAft>
            </a:pPr>
            <a:r>
              <a:rPr lang="en-US" sz="1200" b="1" noProof="0" dirty="0">
                <a:solidFill>
                  <a:srgbClr val="FFFFFF"/>
                </a:solidFill>
                <a:latin typeface="Segoe UI"/>
              </a:rPr>
              <a:t>Execution Plan Analysis</a:t>
            </a:r>
          </a:p>
        </p:txBody>
      </p:sp>
      <p:sp>
        <p:nvSpPr>
          <p:cNvPr id="43" name="TextBox 42"/>
          <p:cNvSpPr txBox="1"/>
          <p:nvPr/>
        </p:nvSpPr>
        <p:spPr>
          <a:xfrm>
            <a:off x="4429014" y="2823502"/>
            <a:ext cx="1904952" cy="152396"/>
          </a:xfrm>
          <a:prstGeom prst="rect">
            <a:avLst/>
          </a:prstGeom>
          <a:noFill/>
        </p:spPr>
        <p:txBody>
          <a:bodyPr wrap="square"/>
          <a:lstStyle/>
          <a:p>
            <a:pPr algn="l">
              <a:spcBef>
                <a:spcPts val="0"/>
              </a:spcBef>
              <a:spcAft>
                <a:spcPts val="0"/>
              </a:spcAft>
            </a:pPr>
            <a:r>
              <a:rPr lang="en-US" sz="900" b="1" noProof="0" dirty="0">
                <a:solidFill>
                  <a:srgbClr val="0070C0"/>
                </a:solidFill>
                <a:latin typeface="Segoe UI"/>
              </a:rPr>
              <a:t>Compare Plans</a:t>
            </a:r>
          </a:p>
        </p:txBody>
      </p:sp>
      <p:sp>
        <p:nvSpPr>
          <p:cNvPr id="44" name="Rounded Rectangle 43">
            <a:extLst>
              <a:ext uri="{C183D7F6-B498-43B3-948B-1728B52AA6E4}">
                <adec:decorative xmlns:adec="http://schemas.microsoft.com/office/drawing/2017/decorative" val="1"/>
              </a:ext>
            </a:extLst>
          </p:cNvPr>
          <p:cNvSpPr/>
          <p:nvPr/>
        </p:nvSpPr>
        <p:spPr>
          <a:xfrm>
            <a:off x="4429014" y="3028894"/>
            <a:ext cx="1476338" cy="247643"/>
          </a:xfrm>
          <a:prstGeom prst="roundRect">
            <a:avLst>
              <a:gd name="adj" fmla="val 5000"/>
            </a:avLst>
          </a:prstGeom>
          <a:solidFill>
            <a:srgbClr val="E3F2F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5" name="TextBox 44"/>
          <p:cNvSpPr txBox="1"/>
          <p:nvPr/>
        </p:nvSpPr>
        <p:spPr>
          <a:xfrm>
            <a:off x="4429014" y="3047943"/>
            <a:ext cx="1476338" cy="209544"/>
          </a:xfrm>
          <a:prstGeom prst="rect">
            <a:avLst/>
          </a:prstGeom>
          <a:noFill/>
        </p:spPr>
        <p:txBody>
          <a:bodyPr wrap="square"/>
          <a:lstStyle/>
          <a:p>
            <a:pPr algn="ctr">
              <a:spcBef>
                <a:spcPts val="0"/>
              </a:spcBef>
              <a:spcAft>
                <a:spcPts val="0"/>
              </a:spcAft>
            </a:pPr>
            <a:r>
              <a:rPr lang="en-US" sz="800" b="1" noProof="0" dirty="0">
                <a:solidFill>
                  <a:srgbClr val="0070C0"/>
                </a:solidFill>
                <a:latin typeface="Segoe UI"/>
              </a:rPr>
              <a:t>Estimated Plan</a:t>
            </a:r>
          </a:p>
        </p:txBody>
      </p:sp>
      <p:sp>
        <p:nvSpPr>
          <p:cNvPr id="46" name="TextBox 45"/>
          <p:cNvSpPr txBox="1"/>
          <p:nvPr/>
        </p:nvSpPr>
        <p:spPr>
          <a:xfrm>
            <a:off x="5906086" y="2929008"/>
            <a:ext cx="285742" cy="209544"/>
          </a:xfrm>
          <a:prstGeom prst="rect">
            <a:avLst/>
          </a:prstGeom>
          <a:noFill/>
        </p:spPr>
        <p:txBody>
          <a:bodyPr wrap="square"/>
          <a:lstStyle/>
          <a:p>
            <a:pPr algn="ctr">
              <a:spcBef>
                <a:spcPts val="0"/>
              </a:spcBef>
              <a:spcAft>
                <a:spcPts val="0"/>
              </a:spcAft>
            </a:pPr>
            <a:r>
              <a:rPr lang="en-US" sz="1000" b="1" noProof="0" dirty="0">
                <a:solidFill>
                  <a:srgbClr val="0070C0"/>
                </a:solidFill>
                <a:latin typeface="Segoe UI"/>
              </a:rPr>
              <a:t>vs</a:t>
            </a:r>
          </a:p>
        </p:txBody>
      </p:sp>
      <p:sp>
        <p:nvSpPr>
          <p:cNvPr id="47" name="Rounded Rectangle 46">
            <a:extLst>
              <a:ext uri="{C183D7F6-B498-43B3-948B-1728B52AA6E4}">
                <adec:decorative xmlns:adec="http://schemas.microsoft.com/office/drawing/2017/decorative" val="1"/>
              </a:ext>
            </a:extLst>
          </p:cNvPr>
          <p:cNvSpPr/>
          <p:nvPr/>
        </p:nvSpPr>
        <p:spPr>
          <a:xfrm>
            <a:off x="6191095" y="3028894"/>
            <a:ext cx="1476338" cy="247643"/>
          </a:xfrm>
          <a:prstGeom prst="roundRect">
            <a:avLst>
              <a:gd name="adj" fmla="val 5000"/>
            </a:avLst>
          </a:prstGeom>
          <a:solidFill>
            <a:srgbClr val="E3F2F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8" name="TextBox 47"/>
          <p:cNvSpPr txBox="1"/>
          <p:nvPr/>
        </p:nvSpPr>
        <p:spPr>
          <a:xfrm>
            <a:off x="6191095" y="3047943"/>
            <a:ext cx="1476338" cy="209544"/>
          </a:xfrm>
          <a:prstGeom prst="rect">
            <a:avLst/>
          </a:prstGeom>
          <a:noFill/>
        </p:spPr>
        <p:txBody>
          <a:bodyPr wrap="square"/>
          <a:lstStyle/>
          <a:p>
            <a:pPr algn="ctr">
              <a:spcBef>
                <a:spcPts val="0"/>
              </a:spcBef>
              <a:spcAft>
                <a:spcPts val="0"/>
              </a:spcAft>
            </a:pPr>
            <a:r>
              <a:rPr lang="en-US" sz="800" b="1" noProof="0" dirty="0">
                <a:solidFill>
                  <a:srgbClr val="0070C0"/>
                </a:solidFill>
                <a:latin typeface="Segoe UI"/>
              </a:rPr>
              <a:t>Actual Plan</a:t>
            </a:r>
          </a:p>
        </p:txBody>
      </p:sp>
      <p:sp>
        <p:nvSpPr>
          <p:cNvPr id="49" name="TextBox 48"/>
          <p:cNvSpPr txBox="1"/>
          <p:nvPr/>
        </p:nvSpPr>
        <p:spPr>
          <a:xfrm>
            <a:off x="4429014" y="3375938"/>
            <a:ext cx="1904952" cy="152396"/>
          </a:xfrm>
          <a:prstGeom prst="rect">
            <a:avLst/>
          </a:prstGeom>
          <a:noFill/>
        </p:spPr>
        <p:txBody>
          <a:bodyPr wrap="square"/>
          <a:lstStyle/>
          <a:p>
            <a:pPr algn="l">
              <a:spcBef>
                <a:spcPts val="0"/>
              </a:spcBef>
              <a:spcAft>
                <a:spcPts val="0"/>
              </a:spcAft>
            </a:pPr>
            <a:r>
              <a:rPr lang="en-US" sz="900" b="1" noProof="0" dirty="0">
                <a:solidFill>
                  <a:srgbClr val="0070C0"/>
                </a:solidFill>
                <a:latin typeface="Segoe UI"/>
              </a:rPr>
              <a:t>Inspect</a:t>
            </a:r>
          </a:p>
        </p:txBody>
      </p:sp>
      <p:sp>
        <p:nvSpPr>
          <p:cNvPr id="50" name="Oval 49">
            <a:extLst>
              <a:ext uri="{C183D7F6-B498-43B3-948B-1728B52AA6E4}">
                <adec:decorative xmlns:adec="http://schemas.microsoft.com/office/drawing/2017/decorative" val="1"/>
              </a:ext>
            </a:extLst>
          </p:cNvPr>
          <p:cNvSpPr/>
          <p:nvPr/>
        </p:nvSpPr>
        <p:spPr>
          <a:xfrm>
            <a:off x="4486161" y="3652398"/>
            <a:ext cx="76200" cy="762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1" name="TextBox 50"/>
          <p:cNvSpPr txBox="1"/>
          <p:nvPr/>
        </p:nvSpPr>
        <p:spPr>
          <a:xfrm>
            <a:off x="4638558" y="3578644"/>
            <a:ext cx="3047923" cy="171445"/>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Operator types &amp; costs</a:t>
            </a:r>
          </a:p>
        </p:txBody>
      </p:sp>
      <p:sp>
        <p:nvSpPr>
          <p:cNvPr id="52" name="Oval 51">
            <a:extLst>
              <a:ext uri="{C183D7F6-B498-43B3-948B-1728B52AA6E4}">
                <adec:decorative xmlns:adec="http://schemas.microsoft.com/office/drawing/2017/decorative" val="1"/>
              </a:ext>
            </a:extLst>
          </p:cNvPr>
          <p:cNvSpPr/>
          <p:nvPr/>
        </p:nvSpPr>
        <p:spPr>
          <a:xfrm>
            <a:off x="4486161" y="3842893"/>
            <a:ext cx="76200" cy="762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3" name="TextBox 52"/>
          <p:cNvSpPr txBox="1"/>
          <p:nvPr/>
        </p:nvSpPr>
        <p:spPr>
          <a:xfrm>
            <a:off x="4638558" y="3769139"/>
            <a:ext cx="3047923" cy="171445"/>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Row count estimates vs actuals</a:t>
            </a:r>
          </a:p>
        </p:txBody>
      </p:sp>
      <p:sp>
        <p:nvSpPr>
          <p:cNvPr id="56" name="Rounded Rectangle 55">
            <a:extLst>
              <a:ext uri="{C183D7F6-B498-43B3-948B-1728B52AA6E4}">
                <adec:decorative xmlns:adec="http://schemas.microsoft.com/office/drawing/2017/decorative" val="1"/>
              </a:ext>
            </a:extLst>
          </p:cNvPr>
          <p:cNvSpPr/>
          <p:nvPr/>
        </p:nvSpPr>
        <p:spPr>
          <a:xfrm>
            <a:off x="4429014" y="4204593"/>
            <a:ext cx="3333666" cy="400039"/>
          </a:xfrm>
          <a:prstGeom prst="roundRect">
            <a:avLst>
              <a:gd name="adj" fmla="val 3000"/>
            </a:avLst>
          </a:prstGeom>
          <a:solidFill>
            <a:srgbClr val="E3F2FD"/>
          </a:solidFill>
          <a:ln w="9525">
            <a:solidFill>
              <a:srgbClr val="0078D4"/>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7" name="TextBox 56"/>
          <p:cNvSpPr txBox="1"/>
          <p:nvPr/>
        </p:nvSpPr>
        <p:spPr>
          <a:xfrm>
            <a:off x="4476638" y="4223642"/>
            <a:ext cx="3238419" cy="152396"/>
          </a:xfrm>
          <a:prstGeom prst="rect">
            <a:avLst/>
          </a:prstGeom>
          <a:noFill/>
        </p:spPr>
        <p:txBody>
          <a:bodyPr wrap="square"/>
          <a:lstStyle/>
          <a:p>
            <a:pPr algn="l">
              <a:spcBef>
                <a:spcPts val="0"/>
              </a:spcBef>
              <a:spcAft>
                <a:spcPts val="0"/>
              </a:spcAft>
            </a:pPr>
            <a:r>
              <a:rPr lang="en-US" sz="800" b="1" noProof="0" dirty="0">
                <a:solidFill>
                  <a:srgbClr val="0070C0"/>
                </a:solidFill>
                <a:latin typeface="Segoe UI"/>
              </a:rPr>
              <a:t>TIP: Key Lookups found?</a:t>
            </a:r>
          </a:p>
        </p:txBody>
      </p:sp>
      <p:sp>
        <p:nvSpPr>
          <p:cNvPr id="58" name="TextBox 57"/>
          <p:cNvSpPr txBox="1"/>
          <p:nvPr/>
        </p:nvSpPr>
        <p:spPr>
          <a:xfrm>
            <a:off x="4476638" y="4366514"/>
            <a:ext cx="3238419" cy="152396"/>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Add INCLUDE columns to create covering indexes</a:t>
            </a:r>
          </a:p>
        </p:txBody>
      </p:sp>
      <p:sp>
        <p:nvSpPr>
          <p:cNvPr id="59" name="Rounded Rectangle 58">
            <a:extLst>
              <a:ext uri="{C183D7F6-B498-43B3-948B-1728B52AA6E4}">
                <adec:decorative xmlns:adec="http://schemas.microsoft.com/office/drawing/2017/decorative" val="1"/>
              </a:ext>
            </a:extLst>
          </p:cNvPr>
          <p:cNvSpPr/>
          <p:nvPr/>
        </p:nvSpPr>
        <p:spPr>
          <a:xfrm>
            <a:off x="8096047" y="2328215"/>
            <a:ext cx="3714657" cy="2714557"/>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0" name="Rounded Rectangle 59">
            <a:extLst>
              <a:ext uri="{C183D7F6-B498-43B3-948B-1728B52AA6E4}">
                <adec:decorative xmlns:adec="http://schemas.microsoft.com/office/drawing/2017/decorative" val="1"/>
              </a:ext>
            </a:extLst>
          </p:cNvPr>
          <p:cNvSpPr/>
          <p:nvPr/>
        </p:nvSpPr>
        <p:spPr>
          <a:xfrm>
            <a:off x="8096047" y="2328215"/>
            <a:ext cx="3714657" cy="361940"/>
          </a:xfrm>
          <a:prstGeom prst="roundRect">
            <a:avLst>
              <a:gd name="adj" fmla="val 0"/>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1" name="TextBox 60"/>
          <p:cNvSpPr txBox="1"/>
          <p:nvPr/>
        </p:nvSpPr>
        <p:spPr>
          <a:xfrm>
            <a:off x="8096047" y="2404413"/>
            <a:ext cx="3714657" cy="228594"/>
          </a:xfrm>
          <a:prstGeom prst="rect">
            <a:avLst/>
          </a:prstGeom>
          <a:noFill/>
        </p:spPr>
        <p:txBody>
          <a:bodyPr wrap="square"/>
          <a:lstStyle/>
          <a:p>
            <a:pPr algn="ctr">
              <a:spcBef>
                <a:spcPts val="0"/>
              </a:spcBef>
              <a:spcAft>
                <a:spcPts val="0"/>
              </a:spcAft>
            </a:pPr>
            <a:r>
              <a:rPr lang="en-US" sz="1200" b="1" noProof="0" dirty="0">
                <a:solidFill>
                  <a:srgbClr val="FFFFFF"/>
                </a:solidFill>
                <a:latin typeface="Segoe UI"/>
              </a:rPr>
              <a:t>Missing Indexes &amp; Warnings</a:t>
            </a:r>
          </a:p>
        </p:txBody>
      </p:sp>
      <p:sp>
        <p:nvSpPr>
          <p:cNvPr id="62" name="TextBox 61"/>
          <p:cNvSpPr txBox="1"/>
          <p:nvPr/>
        </p:nvSpPr>
        <p:spPr>
          <a:xfrm>
            <a:off x="8286542" y="2823502"/>
            <a:ext cx="2857428" cy="152396"/>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Index Discovery DMV</a:t>
            </a:r>
          </a:p>
        </p:txBody>
      </p:sp>
      <p:sp>
        <p:nvSpPr>
          <p:cNvPr id="63" name="Rounded Rectangle 62">
            <a:extLst>
              <a:ext uri="{C183D7F6-B498-43B3-948B-1728B52AA6E4}">
                <adec:decorative xmlns:adec="http://schemas.microsoft.com/office/drawing/2017/decorative" val="1"/>
              </a:ext>
            </a:extLst>
          </p:cNvPr>
          <p:cNvSpPr/>
          <p:nvPr/>
        </p:nvSpPr>
        <p:spPr>
          <a:xfrm>
            <a:off x="8286542" y="3028894"/>
            <a:ext cx="3333666" cy="266693"/>
          </a:xfrm>
          <a:prstGeom prst="roundRect">
            <a:avLst>
              <a:gd name="adj" fmla="val 5000"/>
            </a:avLst>
          </a:prstGeom>
          <a:solidFill>
            <a:srgbClr val="E8EAF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4" name="TextBox 63"/>
          <p:cNvSpPr txBox="1"/>
          <p:nvPr/>
        </p:nvSpPr>
        <p:spPr>
          <a:xfrm>
            <a:off x="8286542" y="3057468"/>
            <a:ext cx="3333666" cy="209544"/>
          </a:xfrm>
          <a:prstGeom prst="rect">
            <a:avLst/>
          </a:prstGeom>
          <a:noFill/>
        </p:spPr>
        <p:txBody>
          <a:bodyPr wrap="square"/>
          <a:lstStyle/>
          <a:p>
            <a:pPr algn="ctr">
              <a:spcBef>
                <a:spcPts val="0"/>
              </a:spcBef>
              <a:spcAft>
                <a:spcPts val="0"/>
              </a:spcAft>
            </a:pPr>
            <a:r>
              <a:rPr lang="en-US" sz="900" b="1" noProof="0" dirty="0" err="1">
                <a:solidFill>
                  <a:srgbClr val="1A237E"/>
                </a:solidFill>
                <a:latin typeface="Consolas"/>
              </a:rPr>
              <a:t>dm_db_missing_index_details</a:t>
            </a:r>
            <a:endParaRPr lang="en-US" sz="900" b="1" noProof="0" dirty="0">
              <a:solidFill>
                <a:srgbClr val="1A237E"/>
              </a:solidFill>
              <a:latin typeface="Consolas"/>
            </a:endParaRPr>
          </a:p>
        </p:txBody>
      </p:sp>
      <p:sp>
        <p:nvSpPr>
          <p:cNvPr id="65" name="TextBox 64"/>
          <p:cNvSpPr txBox="1"/>
          <p:nvPr/>
        </p:nvSpPr>
        <p:spPr>
          <a:xfrm>
            <a:off x="8286542" y="3328314"/>
            <a:ext cx="3333666" cy="133346"/>
          </a:xfrm>
          <a:prstGeom prst="rect">
            <a:avLst/>
          </a:prstGeom>
          <a:noFill/>
        </p:spPr>
        <p:txBody>
          <a:bodyPr wrap="square"/>
          <a:lstStyle/>
          <a:p>
            <a:pPr algn="l">
              <a:spcBef>
                <a:spcPts val="0"/>
              </a:spcBef>
              <a:spcAft>
                <a:spcPts val="0"/>
              </a:spcAft>
            </a:pPr>
            <a:r>
              <a:rPr lang="en-US" sz="800" b="0" noProof="0" dirty="0">
                <a:solidFill>
                  <a:schemeClr val="tx1">
                    <a:lumMod val="85000"/>
                    <a:lumOff val="15000"/>
                  </a:schemeClr>
                </a:solidFill>
                <a:latin typeface="Segoe UI"/>
              </a:rPr>
              <a:t>Ranked by </a:t>
            </a:r>
            <a:r>
              <a:rPr lang="en-US" sz="800" b="0" noProof="0" dirty="0" err="1">
                <a:solidFill>
                  <a:schemeClr val="tx1">
                    <a:lumMod val="85000"/>
                    <a:lumOff val="15000"/>
                  </a:schemeClr>
                </a:solidFill>
                <a:latin typeface="Segoe UI"/>
              </a:rPr>
              <a:t>improvement_measure</a:t>
            </a:r>
            <a:r>
              <a:rPr lang="en-US" sz="800" b="0" noProof="0" dirty="0">
                <a:solidFill>
                  <a:schemeClr val="tx1">
                    <a:lumMod val="85000"/>
                    <a:lumOff val="15000"/>
                  </a:schemeClr>
                </a:solidFill>
                <a:latin typeface="Segoe UI"/>
              </a:rPr>
              <a:t> score</a:t>
            </a:r>
          </a:p>
        </p:txBody>
      </p:sp>
      <p:sp>
        <p:nvSpPr>
          <p:cNvPr id="66" name="TextBox 65"/>
          <p:cNvSpPr txBox="1"/>
          <p:nvPr/>
        </p:nvSpPr>
        <p:spPr>
          <a:xfrm>
            <a:off x="8286542" y="3566434"/>
            <a:ext cx="2857428" cy="152396"/>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Warning Signs in Plans</a:t>
            </a:r>
          </a:p>
        </p:txBody>
      </p:sp>
      <p:sp>
        <p:nvSpPr>
          <p:cNvPr id="67" name="Rounded Rectangle 66">
            <a:extLst>
              <a:ext uri="{C183D7F6-B498-43B3-948B-1728B52AA6E4}">
                <adec:decorative xmlns:adec="http://schemas.microsoft.com/office/drawing/2017/decorative" val="1"/>
              </a:ext>
            </a:extLst>
          </p:cNvPr>
          <p:cNvSpPr/>
          <p:nvPr/>
        </p:nvSpPr>
        <p:spPr>
          <a:xfrm>
            <a:off x="8286542" y="3800399"/>
            <a:ext cx="1600159" cy="228594"/>
          </a:xfrm>
          <a:prstGeom prst="roundRect">
            <a:avLst>
              <a:gd name="adj" fmla="val 15000"/>
            </a:avLst>
          </a:prstGeom>
          <a:solidFill>
            <a:srgbClr val="E8EAF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8" name="TextBox 67"/>
          <p:cNvSpPr txBox="1"/>
          <p:nvPr/>
        </p:nvSpPr>
        <p:spPr>
          <a:xfrm>
            <a:off x="8286542" y="3809924"/>
            <a:ext cx="1600159" cy="209544"/>
          </a:xfrm>
          <a:prstGeom prst="rect">
            <a:avLst/>
          </a:prstGeom>
          <a:noFill/>
        </p:spPr>
        <p:txBody>
          <a:bodyPr wrap="square"/>
          <a:lstStyle/>
          <a:p>
            <a:pPr algn="ctr">
              <a:spcBef>
                <a:spcPts val="0"/>
              </a:spcBef>
              <a:spcAft>
                <a:spcPts val="0"/>
              </a:spcAft>
            </a:pPr>
            <a:r>
              <a:rPr lang="en-US" sz="800" b="1" noProof="0" dirty="0">
                <a:solidFill>
                  <a:srgbClr val="1A237E"/>
                </a:solidFill>
                <a:latin typeface="Segoe UI"/>
              </a:rPr>
              <a:t>Stale statistics</a:t>
            </a:r>
          </a:p>
        </p:txBody>
      </p:sp>
      <p:sp>
        <p:nvSpPr>
          <p:cNvPr id="69" name="Rounded Rectangle 68">
            <a:extLst>
              <a:ext uri="{C183D7F6-B498-43B3-948B-1728B52AA6E4}">
                <adec:decorative xmlns:adec="http://schemas.microsoft.com/office/drawing/2017/decorative" val="1"/>
              </a:ext>
            </a:extLst>
          </p:cNvPr>
          <p:cNvSpPr/>
          <p:nvPr/>
        </p:nvSpPr>
        <p:spPr>
          <a:xfrm>
            <a:off x="9962900" y="3800399"/>
            <a:ext cx="1600159" cy="228594"/>
          </a:xfrm>
          <a:prstGeom prst="roundRect">
            <a:avLst>
              <a:gd name="adj" fmla="val 15000"/>
            </a:avLst>
          </a:prstGeom>
          <a:solidFill>
            <a:srgbClr val="E8EAF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0" name="TextBox 69"/>
          <p:cNvSpPr txBox="1"/>
          <p:nvPr/>
        </p:nvSpPr>
        <p:spPr>
          <a:xfrm>
            <a:off x="9962900" y="3809924"/>
            <a:ext cx="1600159" cy="209544"/>
          </a:xfrm>
          <a:prstGeom prst="rect">
            <a:avLst/>
          </a:prstGeom>
          <a:noFill/>
        </p:spPr>
        <p:txBody>
          <a:bodyPr wrap="square"/>
          <a:lstStyle/>
          <a:p>
            <a:pPr algn="ctr">
              <a:spcBef>
                <a:spcPts val="0"/>
              </a:spcBef>
              <a:spcAft>
                <a:spcPts val="0"/>
              </a:spcAft>
            </a:pPr>
            <a:r>
              <a:rPr lang="en-US" sz="800" b="1" noProof="0" dirty="0" err="1">
                <a:solidFill>
                  <a:srgbClr val="1A237E"/>
                </a:solidFill>
                <a:latin typeface="Segoe UI"/>
              </a:rPr>
              <a:t>TempDB</a:t>
            </a:r>
            <a:r>
              <a:rPr lang="en-US" sz="800" b="1" noProof="0" dirty="0">
                <a:solidFill>
                  <a:srgbClr val="1A237E"/>
                </a:solidFill>
                <a:latin typeface="Segoe UI"/>
              </a:rPr>
              <a:t> spills</a:t>
            </a:r>
          </a:p>
        </p:txBody>
      </p:sp>
      <p:sp>
        <p:nvSpPr>
          <p:cNvPr id="71" name="Rounded Rectangle 70">
            <a:extLst>
              <a:ext uri="{C183D7F6-B498-43B3-948B-1728B52AA6E4}">
                <adec:decorative xmlns:adec="http://schemas.microsoft.com/office/drawing/2017/decorative" val="1"/>
              </a:ext>
            </a:extLst>
          </p:cNvPr>
          <p:cNvSpPr/>
          <p:nvPr/>
        </p:nvSpPr>
        <p:spPr>
          <a:xfrm>
            <a:off x="8286542" y="4086141"/>
            <a:ext cx="1600159" cy="228594"/>
          </a:xfrm>
          <a:prstGeom prst="roundRect">
            <a:avLst>
              <a:gd name="adj" fmla="val 15000"/>
            </a:avLst>
          </a:prstGeom>
          <a:solidFill>
            <a:srgbClr val="E8EAF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2" name="TextBox 71"/>
          <p:cNvSpPr txBox="1"/>
          <p:nvPr/>
        </p:nvSpPr>
        <p:spPr>
          <a:xfrm>
            <a:off x="8286542" y="4095666"/>
            <a:ext cx="1600159" cy="209544"/>
          </a:xfrm>
          <a:prstGeom prst="rect">
            <a:avLst/>
          </a:prstGeom>
          <a:noFill/>
        </p:spPr>
        <p:txBody>
          <a:bodyPr wrap="square"/>
          <a:lstStyle/>
          <a:p>
            <a:pPr algn="ctr">
              <a:spcBef>
                <a:spcPts val="0"/>
              </a:spcBef>
              <a:spcAft>
                <a:spcPts val="0"/>
              </a:spcAft>
            </a:pPr>
            <a:r>
              <a:rPr lang="en-US" sz="800" b="1" noProof="0" dirty="0">
                <a:solidFill>
                  <a:srgbClr val="1A237E"/>
                </a:solidFill>
                <a:latin typeface="Segoe UI"/>
              </a:rPr>
              <a:t>Implicit conversions</a:t>
            </a:r>
          </a:p>
        </p:txBody>
      </p:sp>
      <p:sp>
        <p:nvSpPr>
          <p:cNvPr id="73" name="Rounded Rectangle 72">
            <a:extLst>
              <a:ext uri="{C183D7F6-B498-43B3-948B-1728B52AA6E4}">
                <adec:decorative xmlns:adec="http://schemas.microsoft.com/office/drawing/2017/decorative" val="1"/>
              </a:ext>
            </a:extLst>
          </p:cNvPr>
          <p:cNvSpPr/>
          <p:nvPr/>
        </p:nvSpPr>
        <p:spPr>
          <a:xfrm>
            <a:off x="9962900" y="4086141"/>
            <a:ext cx="1600159" cy="228594"/>
          </a:xfrm>
          <a:prstGeom prst="roundRect">
            <a:avLst>
              <a:gd name="adj" fmla="val 15000"/>
            </a:avLst>
          </a:prstGeom>
          <a:solidFill>
            <a:srgbClr val="E8EAF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4" name="TextBox 73"/>
          <p:cNvSpPr txBox="1"/>
          <p:nvPr/>
        </p:nvSpPr>
        <p:spPr>
          <a:xfrm>
            <a:off x="9962900" y="4095666"/>
            <a:ext cx="1600159" cy="209544"/>
          </a:xfrm>
          <a:prstGeom prst="rect">
            <a:avLst/>
          </a:prstGeom>
          <a:noFill/>
        </p:spPr>
        <p:txBody>
          <a:bodyPr wrap="square"/>
          <a:lstStyle/>
          <a:p>
            <a:pPr algn="ctr">
              <a:spcBef>
                <a:spcPts val="0"/>
              </a:spcBef>
              <a:spcAft>
                <a:spcPts val="0"/>
              </a:spcAft>
            </a:pPr>
            <a:r>
              <a:rPr lang="en-US" sz="800" b="1" noProof="0" dirty="0">
                <a:solidFill>
                  <a:srgbClr val="1A237E"/>
                </a:solidFill>
                <a:latin typeface="Segoe UI"/>
              </a:rPr>
              <a:t>No join predicate</a:t>
            </a:r>
          </a:p>
        </p:txBody>
      </p:sp>
      <p:sp>
        <p:nvSpPr>
          <p:cNvPr id="75" name="Rounded Rectangle 74">
            <a:extLst>
              <a:ext uri="{C183D7F6-B498-43B3-948B-1728B52AA6E4}">
                <adec:decorative xmlns:adec="http://schemas.microsoft.com/office/drawing/2017/decorative" val="1"/>
              </a:ext>
            </a:extLst>
          </p:cNvPr>
          <p:cNvSpPr/>
          <p:nvPr/>
        </p:nvSpPr>
        <p:spPr>
          <a:xfrm>
            <a:off x="8286542" y="4395088"/>
            <a:ext cx="3333666" cy="266693"/>
          </a:xfrm>
          <a:prstGeom prst="roundRect">
            <a:avLst>
              <a:gd name="adj" fmla="val 3000"/>
            </a:avLst>
          </a:prstGeom>
          <a:solidFill>
            <a:srgbClr val="E8EAF6"/>
          </a:solidFill>
          <a:ln w="9525">
            <a:solidFill>
              <a:srgbClr val="1A237E"/>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6" name="TextBox 75"/>
          <p:cNvSpPr txBox="1"/>
          <p:nvPr/>
        </p:nvSpPr>
        <p:spPr>
          <a:xfrm>
            <a:off x="8286542" y="4423662"/>
            <a:ext cx="3333666" cy="209544"/>
          </a:xfrm>
          <a:prstGeom prst="rect">
            <a:avLst/>
          </a:prstGeom>
          <a:noFill/>
        </p:spPr>
        <p:txBody>
          <a:bodyPr wrap="square"/>
          <a:lstStyle/>
          <a:p>
            <a:pPr algn="ctr">
              <a:spcBef>
                <a:spcPts val="0"/>
              </a:spcBef>
              <a:spcAft>
                <a:spcPts val="0"/>
              </a:spcAft>
            </a:pPr>
            <a:r>
              <a:rPr lang="en-US" sz="800" b="1" noProof="0" dirty="0">
                <a:solidFill>
                  <a:srgbClr val="1A237E"/>
                </a:solidFill>
                <a:latin typeface="Segoe UI"/>
              </a:rPr>
              <a:t>Each warning = potential performance bottleneck</a:t>
            </a:r>
          </a:p>
        </p:txBody>
      </p:sp>
      <p:sp>
        <p:nvSpPr>
          <p:cNvPr id="77" name="Rounded Rectangle 76">
            <a:extLst>
              <a:ext uri="{C183D7F6-B498-43B3-948B-1728B52AA6E4}">
                <adec:decorative xmlns:adec="http://schemas.microsoft.com/office/drawing/2017/decorative" val="1"/>
              </a:ext>
            </a:extLst>
          </p:cNvPr>
          <p:cNvSpPr/>
          <p:nvPr/>
        </p:nvSpPr>
        <p:spPr>
          <a:xfrm>
            <a:off x="380990" y="5233267"/>
            <a:ext cx="11429714" cy="476238"/>
          </a:xfrm>
          <a:prstGeom prst="roundRect">
            <a:avLst>
              <a:gd name="adj" fmla="val 3000"/>
            </a:avLst>
          </a:prstGeom>
          <a:solidFill>
            <a:srgbClr val="E8F5E9"/>
          </a:solidFill>
          <a:ln w="19050">
            <a:solidFill>
              <a:srgbClr val="2E7D32"/>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8" name="Oval 77">
            <a:extLst>
              <a:ext uri="{C183D7F6-B498-43B3-948B-1728B52AA6E4}">
                <adec:decorative xmlns:adec="http://schemas.microsoft.com/office/drawing/2017/decorative" val="1"/>
              </a:ext>
            </a:extLst>
          </p:cNvPr>
          <p:cNvSpPr/>
          <p:nvPr/>
        </p:nvSpPr>
        <p:spPr>
          <a:xfrm>
            <a:off x="571485" y="5357089"/>
            <a:ext cx="228594" cy="228594"/>
          </a:xfrm>
          <a:prstGeom prst="ellipse">
            <a:avLst/>
          </a:prstGeom>
          <a:solidFill>
            <a:srgbClr val="2E7D3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9" name="TextBox 78"/>
          <p:cNvSpPr txBox="1"/>
          <p:nvPr/>
        </p:nvSpPr>
        <p:spPr>
          <a:xfrm>
            <a:off x="571485" y="5328513"/>
            <a:ext cx="228594" cy="209544"/>
          </a:xfrm>
          <a:prstGeom prst="rect">
            <a:avLst/>
          </a:prstGeom>
          <a:noFill/>
        </p:spPr>
        <p:txBody>
          <a:bodyPr wrap="square"/>
          <a:lstStyle/>
          <a:p>
            <a:pPr algn="ctr">
              <a:spcBef>
                <a:spcPts val="0"/>
              </a:spcBef>
              <a:spcAft>
                <a:spcPts val="0"/>
              </a:spcAft>
            </a:pPr>
            <a:r>
              <a:rPr lang="en-US" sz="1300" b="1" noProof="0" dirty="0">
                <a:solidFill>
                  <a:srgbClr val="FFFFFF"/>
                </a:solidFill>
                <a:latin typeface="Segoe UI"/>
              </a:rPr>
              <a:t>✓</a:t>
            </a:r>
          </a:p>
        </p:txBody>
      </p:sp>
      <p:sp>
        <p:nvSpPr>
          <p:cNvPr id="80" name="TextBox 79"/>
          <p:cNvSpPr txBox="1"/>
          <p:nvPr/>
        </p:nvSpPr>
        <p:spPr>
          <a:xfrm>
            <a:off x="876278" y="5290415"/>
            <a:ext cx="3809904" cy="171445"/>
          </a:xfrm>
          <a:prstGeom prst="rect">
            <a:avLst/>
          </a:prstGeom>
          <a:noFill/>
        </p:spPr>
        <p:txBody>
          <a:bodyPr wrap="square"/>
          <a:lstStyle/>
          <a:p>
            <a:pPr algn="l">
              <a:spcBef>
                <a:spcPts val="0"/>
              </a:spcBef>
              <a:spcAft>
                <a:spcPts val="0"/>
              </a:spcAft>
            </a:pPr>
            <a:r>
              <a:rPr lang="en-US" sz="1100" b="1" noProof="0" dirty="0">
                <a:solidFill>
                  <a:srgbClr val="2E7D32"/>
                </a:solidFill>
                <a:latin typeface="Segoe UI"/>
              </a:rPr>
              <a:t>Optimized Result</a:t>
            </a:r>
          </a:p>
        </p:txBody>
      </p:sp>
      <p:sp>
        <p:nvSpPr>
          <p:cNvPr id="81" name="TextBox 80"/>
          <p:cNvSpPr txBox="1"/>
          <p:nvPr/>
        </p:nvSpPr>
        <p:spPr>
          <a:xfrm>
            <a:off x="876278" y="5461861"/>
            <a:ext cx="10477238" cy="152396"/>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Covering indexes created  ·  Statistics updated  ·  Queries rewritten  ·  Key Lookups eliminated</a:t>
            </a:r>
          </a:p>
        </p:txBody>
      </p:sp>
      <p:sp>
        <p:nvSpPr>
          <p:cNvPr id="82" name="Rounded Rectangle 81">
            <a:extLst>
              <a:ext uri="{C183D7F6-B498-43B3-948B-1728B52AA6E4}">
                <adec:decorative xmlns:adec="http://schemas.microsoft.com/office/drawing/2017/decorative" val="1"/>
              </a:ext>
            </a:extLst>
          </p:cNvPr>
          <p:cNvSpPr/>
          <p:nvPr/>
        </p:nvSpPr>
        <p:spPr>
          <a:xfrm>
            <a:off x="380990" y="5900000"/>
            <a:ext cx="5619609" cy="666733"/>
          </a:xfrm>
          <a:prstGeom prst="roundRect">
            <a:avLst>
              <a:gd name="adj" fmla="val 2000"/>
            </a:avLst>
          </a:prstGeom>
          <a:solidFill>
            <a:srgbClr val="F5F7FA"/>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3" name="Rounded Rectangle 82">
            <a:extLst>
              <a:ext uri="{C183D7F6-B498-43B3-948B-1728B52AA6E4}">
                <adec:decorative xmlns:adec="http://schemas.microsoft.com/office/drawing/2017/decorative" val="1"/>
              </a:ext>
            </a:extLst>
          </p:cNvPr>
          <p:cNvSpPr/>
          <p:nvPr/>
        </p:nvSpPr>
        <p:spPr>
          <a:xfrm>
            <a:off x="409564" y="5928574"/>
            <a:ext cx="38100" cy="609584"/>
          </a:xfrm>
          <a:prstGeom prst="roundRect">
            <a:avLst>
              <a:gd name="adj" fmla="val 0"/>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4" name="TextBox 83"/>
          <p:cNvSpPr txBox="1"/>
          <p:nvPr/>
        </p:nvSpPr>
        <p:spPr>
          <a:xfrm>
            <a:off x="552436" y="5976198"/>
            <a:ext cx="5333866" cy="152396"/>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Best Practice</a:t>
            </a:r>
          </a:p>
        </p:txBody>
      </p:sp>
      <p:sp>
        <p:nvSpPr>
          <p:cNvPr id="85" name="TextBox 84"/>
          <p:cNvSpPr txBox="1"/>
          <p:nvPr/>
        </p:nvSpPr>
        <p:spPr>
          <a:xfrm>
            <a:off x="552436" y="6147643"/>
            <a:ext cx="5333866" cy="323841"/>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Always compare estimated vs actual execution plans - row count mismatches could reveal stale statistics.</a:t>
            </a:r>
          </a:p>
        </p:txBody>
      </p:sp>
      <p:sp>
        <p:nvSpPr>
          <p:cNvPr id="86" name="Rounded Rectangle 85">
            <a:extLst>
              <a:ext uri="{C183D7F6-B498-43B3-948B-1728B52AA6E4}">
                <adec:decorative xmlns:adec="http://schemas.microsoft.com/office/drawing/2017/decorative" val="1"/>
              </a:ext>
            </a:extLst>
          </p:cNvPr>
          <p:cNvSpPr/>
          <p:nvPr/>
        </p:nvSpPr>
        <p:spPr>
          <a:xfrm>
            <a:off x="6191095" y="5900000"/>
            <a:ext cx="5619609" cy="666733"/>
          </a:xfrm>
          <a:prstGeom prst="roundRect">
            <a:avLst>
              <a:gd name="adj" fmla="val 2000"/>
            </a:avLst>
          </a:prstGeom>
          <a:solidFill>
            <a:srgbClr val="F5F7FA"/>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7" name="Rounded Rectangle 86">
            <a:extLst>
              <a:ext uri="{C183D7F6-B498-43B3-948B-1728B52AA6E4}">
                <adec:decorative xmlns:adec="http://schemas.microsoft.com/office/drawing/2017/decorative" val="1"/>
              </a:ext>
            </a:extLst>
          </p:cNvPr>
          <p:cNvSpPr/>
          <p:nvPr/>
        </p:nvSpPr>
        <p:spPr>
          <a:xfrm>
            <a:off x="6219669" y="5928574"/>
            <a:ext cx="38100" cy="609584"/>
          </a:xfrm>
          <a:prstGeom prst="roundRect">
            <a:avLst>
              <a:gd name="adj" fmla="val 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8" name="TextBox 87"/>
          <p:cNvSpPr txBox="1"/>
          <p:nvPr/>
        </p:nvSpPr>
        <p:spPr>
          <a:xfrm>
            <a:off x="6362540" y="5976198"/>
            <a:ext cx="5333866" cy="152396"/>
          </a:xfrm>
          <a:prstGeom prst="rect">
            <a:avLst/>
          </a:prstGeom>
          <a:noFill/>
        </p:spPr>
        <p:txBody>
          <a:bodyPr wrap="square"/>
          <a:lstStyle/>
          <a:p>
            <a:pPr algn="l">
              <a:spcBef>
                <a:spcPts val="0"/>
              </a:spcBef>
              <a:spcAft>
                <a:spcPts val="0"/>
              </a:spcAft>
            </a:pPr>
            <a:r>
              <a:rPr lang="en-US" sz="900" b="1" noProof="0" dirty="0">
                <a:solidFill>
                  <a:srgbClr val="0070C0"/>
                </a:solidFill>
                <a:latin typeface="Segoe UI"/>
              </a:rPr>
              <a:t>Performance Impact</a:t>
            </a:r>
          </a:p>
        </p:txBody>
      </p:sp>
      <p:sp>
        <p:nvSpPr>
          <p:cNvPr id="89" name="TextBox 88"/>
          <p:cNvSpPr txBox="1"/>
          <p:nvPr/>
        </p:nvSpPr>
        <p:spPr>
          <a:xfrm>
            <a:off x="6362540" y="6147643"/>
            <a:ext cx="5333866" cy="323841"/>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If the filter returns many rows, Key Lookups add up fast and become a major performance bottleneck.</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Monitor and tune with Query Store</a:t>
            </a:r>
          </a:p>
        </p:txBody>
      </p:sp>
      <p:sp>
        <p:nvSpPr>
          <p:cNvPr id="3" name="Rounded Rectangle 2">
            <a:extLst>
              <a:ext uri="{C183D7F6-B498-43B3-948B-1728B52AA6E4}">
                <adec:decorative xmlns:adec="http://schemas.microsoft.com/office/drawing/2017/decorative" val="1"/>
              </a:ext>
            </a:extLst>
          </p:cNvPr>
          <p:cNvSpPr/>
          <p:nvPr/>
        </p:nvSpPr>
        <p:spPr>
          <a:xfrm>
            <a:off x="411480" y="1535430"/>
            <a:ext cx="5394960" cy="2761488"/>
          </a:xfrm>
          <a:prstGeom prst="roundRect">
            <a:avLst>
              <a:gd name="adj" fmla="val 1000"/>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pic>
        <p:nvPicPr>
          <p:cNvPr id="4" name="Picture 3" descr="Query store screenshot."/>
          <p:cNvPicPr>
            <a:picLocks noChangeAspect="1"/>
          </p:cNvPicPr>
          <p:nvPr/>
        </p:nvPicPr>
        <p:blipFill>
          <a:blip r:embed="rId3"/>
          <a:stretch>
            <a:fillRect/>
          </a:stretch>
        </p:blipFill>
        <p:spPr>
          <a:xfrm>
            <a:off x="457200" y="1581150"/>
            <a:ext cx="5303520" cy="2670048"/>
          </a:xfrm>
          <a:prstGeom prst="rect">
            <a:avLst/>
          </a:prstGeom>
        </p:spPr>
      </p:pic>
      <p:sp>
        <p:nvSpPr>
          <p:cNvPr id="5" name="TextBox 4"/>
          <p:cNvSpPr txBox="1"/>
          <p:nvPr/>
        </p:nvSpPr>
        <p:spPr>
          <a:xfrm>
            <a:off x="457200" y="4342638"/>
            <a:ext cx="5303520" cy="274320"/>
          </a:xfrm>
          <a:prstGeom prst="rect">
            <a:avLst/>
          </a:prstGeom>
          <a:noFill/>
        </p:spPr>
        <p:txBody>
          <a:bodyPr wrap="square"/>
          <a:lstStyle/>
          <a:p>
            <a:pPr algn="ctr">
              <a:spcBef>
                <a:spcPts val="0"/>
              </a:spcBef>
              <a:spcAft>
                <a:spcPts val="0"/>
              </a:spcAft>
            </a:pPr>
            <a:r>
              <a:rPr lang="en-US" sz="800" b="0" noProof="0" dirty="0">
                <a:solidFill>
                  <a:srgbClr val="757575"/>
                </a:solidFill>
                <a:latin typeface="Segoe UI"/>
              </a:rPr>
              <a:t>Query Store - Wait Statistics Detail View</a:t>
            </a:r>
          </a:p>
        </p:txBody>
      </p:sp>
      <p:sp>
        <p:nvSpPr>
          <p:cNvPr id="6" name="TextBox 5"/>
          <p:cNvSpPr txBox="1"/>
          <p:nvPr/>
        </p:nvSpPr>
        <p:spPr>
          <a:xfrm>
            <a:off x="6035040" y="1051560"/>
            <a:ext cx="5669280" cy="228600"/>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QUERY STORE CAPABILITIES</a:t>
            </a:r>
          </a:p>
        </p:txBody>
      </p:sp>
      <p:sp>
        <p:nvSpPr>
          <p:cNvPr id="7" name="Rectangle 6">
            <a:extLst>
              <a:ext uri="{C183D7F6-B498-43B3-948B-1728B52AA6E4}">
                <adec:decorative xmlns:adec="http://schemas.microsoft.com/office/drawing/2017/decorative" val="1"/>
              </a:ext>
            </a:extLst>
          </p:cNvPr>
          <p:cNvSpPr/>
          <p:nvPr/>
        </p:nvSpPr>
        <p:spPr>
          <a:xfrm>
            <a:off x="6035040" y="1307592"/>
            <a:ext cx="1828800" cy="254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 name="Rounded Rectangle 7">
            <a:extLst>
              <a:ext uri="{C183D7F6-B498-43B3-948B-1728B52AA6E4}">
                <adec:decorative xmlns:adec="http://schemas.microsoft.com/office/drawing/2017/decorative" val="1"/>
              </a:ext>
            </a:extLst>
          </p:cNvPr>
          <p:cNvSpPr/>
          <p:nvPr/>
        </p:nvSpPr>
        <p:spPr>
          <a:xfrm>
            <a:off x="6035040" y="1463040"/>
            <a:ext cx="5669280" cy="566928"/>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 name="Rectangle 8">
            <a:extLst>
              <a:ext uri="{C183D7F6-B498-43B3-948B-1728B52AA6E4}">
                <adec:decorative xmlns:adec="http://schemas.microsoft.com/office/drawing/2017/decorative" val="1"/>
              </a:ext>
            </a:extLst>
          </p:cNvPr>
          <p:cNvSpPr/>
          <p:nvPr/>
        </p:nvSpPr>
        <p:spPr>
          <a:xfrm>
            <a:off x="6062472" y="1517904"/>
            <a:ext cx="38100" cy="45720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TextBox 9"/>
          <p:cNvSpPr txBox="1"/>
          <p:nvPr/>
        </p:nvSpPr>
        <p:spPr>
          <a:xfrm>
            <a:off x="6217920" y="1517904"/>
            <a:ext cx="5394960" cy="182880"/>
          </a:xfrm>
          <a:prstGeom prst="rect">
            <a:avLst/>
          </a:prstGeom>
          <a:noFill/>
        </p:spPr>
        <p:txBody>
          <a:bodyPr wrap="square"/>
          <a:lstStyle/>
          <a:p>
            <a:pPr algn="l">
              <a:spcBef>
                <a:spcPts val="0"/>
              </a:spcBef>
              <a:spcAft>
                <a:spcPts val="0"/>
              </a:spcAft>
            </a:pPr>
            <a:r>
              <a:rPr lang="en-US" sz="1000" b="1" noProof="0" dirty="0">
                <a:solidFill>
                  <a:srgbClr val="1A237E"/>
                </a:solidFill>
                <a:latin typeface="Segoe UI"/>
              </a:rPr>
              <a:t>Plan Store</a:t>
            </a:r>
          </a:p>
        </p:txBody>
      </p:sp>
      <p:sp>
        <p:nvSpPr>
          <p:cNvPr id="11" name="TextBox 10"/>
          <p:cNvSpPr txBox="1"/>
          <p:nvPr/>
        </p:nvSpPr>
        <p:spPr>
          <a:xfrm>
            <a:off x="6217920" y="1737360"/>
            <a:ext cx="5394960" cy="256032"/>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Persisted execution plans; multiple plans per query</a:t>
            </a:r>
          </a:p>
        </p:txBody>
      </p:sp>
      <p:sp>
        <p:nvSpPr>
          <p:cNvPr id="12" name="Rounded Rectangle 11">
            <a:extLst>
              <a:ext uri="{C183D7F6-B498-43B3-948B-1728B52AA6E4}">
                <adec:decorative xmlns:adec="http://schemas.microsoft.com/office/drawing/2017/decorative" val="1"/>
              </a:ext>
            </a:extLst>
          </p:cNvPr>
          <p:cNvSpPr/>
          <p:nvPr/>
        </p:nvSpPr>
        <p:spPr>
          <a:xfrm>
            <a:off x="6035040" y="2103120"/>
            <a:ext cx="5669280" cy="566928"/>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3" name="Rectangle 12">
            <a:extLst>
              <a:ext uri="{C183D7F6-B498-43B3-948B-1728B52AA6E4}">
                <adec:decorative xmlns:adec="http://schemas.microsoft.com/office/drawing/2017/decorative" val="1"/>
              </a:ext>
            </a:extLst>
          </p:cNvPr>
          <p:cNvSpPr/>
          <p:nvPr/>
        </p:nvSpPr>
        <p:spPr>
          <a:xfrm>
            <a:off x="6062472" y="2157984"/>
            <a:ext cx="38100" cy="4572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4" name="TextBox 13"/>
          <p:cNvSpPr txBox="1"/>
          <p:nvPr/>
        </p:nvSpPr>
        <p:spPr>
          <a:xfrm>
            <a:off x="6217920" y="2157984"/>
            <a:ext cx="5394960" cy="182880"/>
          </a:xfrm>
          <a:prstGeom prst="rect">
            <a:avLst/>
          </a:prstGeom>
          <a:noFill/>
        </p:spPr>
        <p:txBody>
          <a:bodyPr wrap="square"/>
          <a:lstStyle/>
          <a:p>
            <a:pPr algn="l">
              <a:spcBef>
                <a:spcPts val="0"/>
              </a:spcBef>
              <a:spcAft>
                <a:spcPts val="0"/>
              </a:spcAft>
            </a:pPr>
            <a:r>
              <a:rPr lang="en-US" sz="1000" b="1" noProof="0" dirty="0">
                <a:solidFill>
                  <a:srgbClr val="0070C0"/>
                </a:solidFill>
                <a:latin typeface="Segoe UI"/>
              </a:rPr>
              <a:t>Runtime Stats</a:t>
            </a:r>
          </a:p>
        </p:txBody>
      </p:sp>
      <p:sp>
        <p:nvSpPr>
          <p:cNvPr id="15" name="TextBox 14"/>
          <p:cNvSpPr txBox="1"/>
          <p:nvPr/>
        </p:nvSpPr>
        <p:spPr>
          <a:xfrm>
            <a:off x="6217920" y="2377440"/>
            <a:ext cx="5394960" cy="256032"/>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CPU, duration, reads aggregated per time interval</a:t>
            </a:r>
          </a:p>
        </p:txBody>
      </p:sp>
      <p:sp>
        <p:nvSpPr>
          <p:cNvPr id="16" name="Rounded Rectangle 15">
            <a:extLst>
              <a:ext uri="{C183D7F6-B498-43B3-948B-1728B52AA6E4}">
                <adec:decorative xmlns:adec="http://schemas.microsoft.com/office/drawing/2017/decorative" val="1"/>
              </a:ext>
            </a:extLst>
          </p:cNvPr>
          <p:cNvSpPr/>
          <p:nvPr/>
        </p:nvSpPr>
        <p:spPr>
          <a:xfrm>
            <a:off x="6035040" y="2743200"/>
            <a:ext cx="5669280" cy="566928"/>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7" name="Rectangle 16">
            <a:extLst>
              <a:ext uri="{C183D7F6-B498-43B3-948B-1728B52AA6E4}">
                <adec:decorative xmlns:adec="http://schemas.microsoft.com/office/drawing/2017/decorative" val="1"/>
              </a:ext>
            </a:extLst>
          </p:cNvPr>
          <p:cNvSpPr/>
          <p:nvPr/>
        </p:nvSpPr>
        <p:spPr>
          <a:xfrm>
            <a:off x="6062472" y="2798064"/>
            <a:ext cx="38100" cy="45720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8" name="TextBox 17"/>
          <p:cNvSpPr txBox="1"/>
          <p:nvPr/>
        </p:nvSpPr>
        <p:spPr>
          <a:xfrm>
            <a:off x="6217920" y="2798064"/>
            <a:ext cx="5394960" cy="182880"/>
          </a:xfrm>
          <a:prstGeom prst="rect">
            <a:avLst/>
          </a:prstGeom>
          <a:noFill/>
        </p:spPr>
        <p:txBody>
          <a:bodyPr wrap="square"/>
          <a:lstStyle/>
          <a:p>
            <a:pPr algn="l">
              <a:spcBef>
                <a:spcPts val="0"/>
              </a:spcBef>
              <a:spcAft>
                <a:spcPts val="0"/>
              </a:spcAft>
            </a:pPr>
            <a:r>
              <a:rPr lang="en-US" sz="1000" b="1" noProof="0" dirty="0">
                <a:solidFill>
                  <a:srgbClr val="1A237E"/>
                </a:solidFill>
                <a:latin typeface="Segoe UI"/>
              </a:rPr>
              <a:t>Regressed Queries</a:t>
            </a:r>
          </a:p>
        </p:txBody>
      </p:sp>
      <p:sp>
        <p:nvSpPr>
          <p:cNvPr id="19" name="TextBox 18"/>
          <p:cNvSpPr txBox="1"/>
          <p:nvPr/>
        </p:nvSpPr>
        <p:spPr>
          <a:xfrm>
            <a:off x="6217920" y="3017520"/>
            <a:ext cx="5394960" cy="256032"/>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Detect plan changes that degraded performance</a:t>
            </a:r>
          </a:p>
        </p:txBody>
      </p:sp>
      <p:sp>
        <p:nvSpPr>
          <p:cNvPr id="20" name="Rounded Rectangle 19">
            <a:extLst>
              <a:ext uri="{C183D7F6-B498-43B3-948B-1728B52AA6E4}">
                <adec:decorative xmlns:adec="http://schemas.microsoft.com/office/drawing/2017/decorative" val="1"/>
              </a:ext>
            </a:extLst>
          </p:cNvPr>
          <p:cNvSpPr/>
          <p:nvPr/>
        </p:nvSpPr>
        <p:spPr>
          <a:xfrm>
            <a:off x="6035040" y="3383280"/>
            <a:ext cx="5669280" cy="566928"/>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1" name="Rectangle 20">
            <a:extLst>
              <a:ext uri="{C183D7F6-B498-43B3-948B-1728B52AA6E4}">
                <adec:decorative xmlns:adec="http://schemas.microsoft.com/office/drawing/2017/decorative" val="1"/>
              </a:ext>
            </a:extLst>
          </p:cNvPr>
          <p:cNvSpPr/>
          <p:nvPr/>
        </p:nvSpPr>
        <p:spPr>
          <a:xfrm>
            <a:off x="6062472" y="3438144"/>
            <a:ext cx="38100" cy="4572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2" name="TextBox 21"/>
          <p:cNvSpPr txBox="1"/>
          <p:nvPr/>
        </p:nvSpPr>
        <p:spPr>
          <a:xfrm>
            <a:off x="6217920" y="3438144"/>
            <a:ext cx="5394960" cy="182880"/>
          </a:xfrm>
          <a:prstGeom prst="rect">
            <a:avLst/>
          </a:prstGeom>
          <a:noFill/>
        </p:spPr>
        <p:txBody>
          <a:bodyPr wrap="square"/>
          <a:lstStyle/>
          <a:p>
            <a:pPr algn="l">
              <a:spcBef>
                <a:spcPts val="0"/>
              </a:spcBef>
              <a:spcAft>
                <a:spcPts val="0"/>
              </a:spcAft>
            </a:pPr>
            <a:r>
              <a:rPr lang="en-US" sz="1000" b="1" noProof="0" dirty="0">
                <a:solidFill>
                  <a:srgbClr val="0070C0"/>
                </a:solidFill>
                <a:latin typeface="Segoe UI"/>
              </a:rPr>
              <a:t>Plan Forcing</a:t>
            </a:r>
          </a:p>
        </p:txBody>
      </p:sp>
      <p:sp>
        <p:nvSpPr>
          <p:cNvPr id="23" name="TextBox 22"/>
          <p:cNvSpPr txBox="1"/>
          <p:nvPr/>
        </p:nvSpPr>
        <p:spPr>
          <a:xfrm>
            <a:off x="6217920" y="3657600"/>
            <a:ext cx="5394960" cy="256032"/>
          </a:xfrm>
          <a:prstGeom prst="rect">
            <a:avLst/>
          </a:prstGeom>
          <a:noFill/>
        </p:spPr>
        <p:txBody>
          <a:bodyPr wrap="square"/>
          <a:lstStyle/>
          <a:p>
            <a:pPr algn="l">
              <a:spcBef>
                <a:spcPts val="0"/>
              </a:spcBef>
              <a:spcAft>
                <a:spcPts val="0"/>
              </a:spcAft>
            </a:pPr>
            <a:r>
              <a:rPr lang="en-US" sz="900" b="0" noProof="0" dirty="0" err="1">
                <a:solidFill>
                  <a:srgbClr val="424242"/>
                </a:solidFill>
                <a:latin typeface="Segoe UI"/>
              </a:rPr>
              <a:t>sp_query_store_force_plan</a:t>
            </a:r>
            <a:r>
              <a:rPr lang="en-US" sz="900" b="0" noProof="0" dirty="0">
                <a:solidFill>
                  <a:srgbClr val="424242"/>
                </a:solidFill>
                <a:latin typeface="Segoe UI"/>
              </a:rPr>
              <a:t> for immediate rollback</a:t>
            </a:r>
          </a:p>
        </p:txBody>
      </p:sp>
      <p:sp>
        <p:nvSpPr>
          <p:cNvPr id="24" name="Rounded Rectangle 23">
            <a:extLst>
              <a:ext uri="{C183D7F6-B498-43B3-948B-1728B52AA6E4}">
                <adec:decorative xmlns:adec="http://schemas.microsoft.com/office/drawing/2017/decorative" val="1"/>
              </a:ext>
            </a:extLst>
          </p:cNvPr>
          <p:cNvSpPr/>
          <p:nvPr/>
        </p:nvSpPr>
        <p:spPr>
          <a:xfrm>
            <a:off x="6035040" y="4023360"/>
            <a:ext cx="5669280" cy="566928"/>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5" name="Rectangle 24">
            <a:extLst>
              <a:ext uri="{C183D7F6-B498-43B3-948B-1728B52AA6E4}">
                <adec:decorative xmlns:adec="http://schemas.microsoft.com/office/drawing/2017/decorative" val="1"/>
              </a:ext>
            </a:extLst>
          </p:cNvPr>
          <p:cNvSpPr/>
          <p:nvPr/>
        </p:nvSpPr>
        <p:spPr>
          <a:xfrm>
            <a:off x="6062472" y="4078224"/>
            <a:ext cx="38100" cy="45720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6" name="TextBox 25"/>
          <p:cNvSpPr txBox="1"/>
          <p:nvPr/>
        </p:nvSpPr>
        <p:spPr>
          <a:xfrm>
            <a:off x="6217920" y="4078224"/>
            <a:ext cx="5394960" cy="182880"/>
          </a:xfrm>
          <a:prstGeom prst="rect">
            <a:avLst/>
          </a:prstGeom>
          <a:noFill/>
        </p:spPr>
        <p:txBody>
          <a:bodyPr wrap="square"/>
          <a:lstStyle/>
          <a:p>
            <a:pPr algn="l">
              <a:spcBef>
                <a:spcPts val="0"/>
              </a:spcBef>
              <a:spcAft>
                <a:spcPts val="0"/>
              </a:spcAft>
            </a:pPr>
            <a:r>
              <a:rPr lang="en-US" sz="1000" b="1" noProof="0" dirty="0">
                <a:solidFill>
                  <a:srgbClr val="1A237E"/>
                </a:solidFill>
                <a:latin typeface="Segoe UI"/>
              </a:rPr>
              <a:t>QS Hints</a:t>
            </a:r>
          </a:p>
        </p:txBody>
      </p:sp>
      <p:sp>
        <p:nvSpPr>
          <p:cNvPr id="27" name="TextBox 26"/>
          <p:cNvSpPr txBox="1"/>
          <p:nvPr/>
        </p:nvSpPr>
        <p:spPr>
          <a:xfrm>
            <a:off x="6217920" y="4297680"/>
            <a:ext cx="5394960" cy="256032"/>
          </a:xfrm>
          <a:prstGeom prst="rect">
            <a:avLst/>
          </a:prstGeom>
          <a:noFill/>
        </p:spPr>
        <p:txBody>
          <a:bodyPr wrap="square"/>
          <a:lstStyle/>
          <a:p>
            <a:pPr algn="l">
              <a:spcBef>
                <a:spcPts val="0"/>
              </a:spcBef>
              <a:spcAft>
                <a:spcPts val="0"/>
              </a:spcAft>
            </a:pPr>
            <a:r>
              <a:rPr lang="en-US" sz="900" b="0" i="1" noProof="0" dirty="0">
                <a:solidFill>
                  <a:srgbClr val="424242"/>
                </a:solidFill>
                <a:latin typeface="Segoe UI"/>
              </a:rPr>
              <a:t>MAXDOP</a:t>
            </a:r>
            <a:r>
              <a:rPr lang="en-US" sz="900" b="0" noProof="0" dirty="0">
                <a:solidFill>
                  <a:srgbClr val="424242"/>
                </a:solidFill>
                <a:latin typeface="Segoe UI"/>
              </a:rPr>
              <a:t>,</a:t>
            </a:r>
            <a:r>
              <a:rPr lang="en-US" sz="900" b="0" i="1" noProof="0" dirty="0">
                <a:solidFill>
                  <a:srgbClr val="424242"/>
                </a:solidFill>
                <a:latin typeface="Segoe UI"/>
              </a:rPr>
              <a:t> RECOMPILE </a:t>
            </a:r>
            <a:r>
              <a:rPr lang="en-US" sz="900" b="0" noProof="0" dirty="0">
                <a:solidFill>
                  <a:srgbClr val="424242"/>
                </a:solidFill>
                <a:latin typeface="Segoe UI"/>
              </a:rPr>
              <a:t>without modifying application code</a:t>
            </a:r>
          </a:p>
        </p:txBody>
      </p:sp>
      <p:sp>
        <p:nvSpPr>
          <p:cNvPr id="28" name="Rounded Rectangle 27">
            <a:extLst>
              <a:ext uri="{C183D7F6-B498-43B3-948B-1728B52AA6E4}">
                <adec:decorative xmlns:adec="http://schemas.microsoft.com/office/drawing/2017/decorative" val="1"/>
              </a:ext>
            </a:extLst>
          </p:cNvPr>
          <p:cNvSpPr/>
          <p:nvPr/>
        </p:nvSpPr>
        <p:spPr>
          <a:xfrm>
            <a:off x="457200" y="4846320"/>
            <a:ext cx="11247120" cy="502920"/>
          </a:xfrm>
          <a:prstGeom prst="roundRect">
            <a:avLst>
              <a:gd name="adj" fmla="val 3000"/>
            </a:avLst>
          </a:prstGeom>
          <a:solidFill>
            <a:srgbClr val="E8EAF6"/>
          </a:solidFill>
          <a:ln w="12700">
            <a:solidFill>
              <a:srgbClr val="1A237E"/>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9" name="Oval 28">
            <a:extLst>
              <a:ext uri="{C183D7F6-B498-43B3-948B-1728B52AA6E4}">
                <adec:decorative xmlns:adec="http://schemas.microsoft.com/office/drawing/2017/decorative" val="1"/>
              </a:ext>
            </a:extLst>
          </p:cNvPr>
          <p:cNvSpPr/>
          <p:nvPr/>
        </p:nvSpPr>
        <p:spPr>
          <a:xfrm>
            <a:off x="594360" y="4956048"/>
            <a:ext cx="274320" cy="274320"/>
          </a:xfrm>
          <a:prstGeom prst="ellipse">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TextBox 29"/>
          <p:cNvSpPr txBox="1"/>
          <p:nvPr/>
        </p:nvSpPr>
        <p:spPr>
          <a:xfrm>
            <a:off x="594360" y="4956048"/>
            <a:ext cx="274320" cy="274320"/>
          </a:xfrm>
          <a:prstGeom prst="rect">
            <a:avLst/>
          </a:prstGeom>
          <a:noFill/>
        </p:spPr>
        <p:txBody>
          <a:bodyPr wrap="square"/>
          <a:lstStyle/>
          <a:p>
            <a:pPr algn="ctr">
              <a:spcBef>
                <a:spcPts val="0"/>
              </a:spcBef>
              <a:spcAft>
                <a:spcPts val="0"/>
              </a:spcAft>
            </a:pPr>
            <a:r>
              <a:rPr lang="en-US" sz="1200" b="1" noProof="0" dirty="0" err="1">
                <a:solidFill>
                  <a:srgbClr val="FFFFFF"/>
                </a:solidFill>
                <a:latin typeface="Segoe UI"/>
              </a:rPr>
              <a:t>i</a:t>
            </a:r>
            <a:endParaRPr lang="en-US" sz="1200" b="1" noProof="0" dirty="0">
              <a:solidFill>
                <a:srgbClr val="FFFFFF"/>
              </a:solidFill>
              <a:latin typeface="Segoe UI"/>
            </a:endParaRPr>
          </a:p>
        </p:txBody>
      </p:sp>
      <p:sp>
        <p:nvSpPr>
          <p:cNvPr id="31" name="TextBox 30"/>
          <p:cNvSpPr txBox="1"/>
          <p:nvPr/>
        </p:nvSpPr>
        <p:spPr>
          <a:xfrm>
            <a:off x="960120" y="4910328"/>
            <a:ext cx="10515600" cy="164592"/>
          </a:xfrm>
          <a:prstGeom prst="rect">
            <a:avLst/>
          </a:prstGeom>
          <a:noFill/>
        </p:spPr>
        <p:txBody>
          <a:bodyPr wrap="square"/>
          <a:lstStyle/>
          <a:p>
            <a:pPr algn="l">
              <a:spcBef>
                <a:spcPts val="0"/>
              </a:spcBef>
              <a:spcAft>
                <a:spcPts val="0"/>
              </a:spcAft>
            </a:pPr>
            <a:r>
              <a:rPr lang="en-US" sz="1000" b="1" noProof="0" dirty="0">
                <a:solidFill>
                  <a:srgbClr val="1A237E"/>
                </a:solidFill>
                <a:latin typeface="Segoe UI"/>
              </a:rPr>
              <a:t>Key Benefit</a:t>
            </a:r>
          </a:p>
        </p:txBody>
      </p:sp>
      <p:sp>
        <p:nvSpPr>
          <p:cNvPr id="32" name="TextBox 31"/>
          <p:cNvSpPr txBox="1"/>
          <p:nvPr/>
        </p:nvSpPr>
        <p:spPr>
          <a:xfrm>
            <a:off x="960120" y="5102352"/>
            <a:ext cx="10515600" cy="182880"/>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Historical performance tracking + plan forcing + QPI - detect regressions and fix them without code changes</a:t>
            </a:r>
          </a:p>
        </p:txBody>
      </p:sp>
      <p:sp>
        <p:nvSpPr>
          <p:cNvPr id="33" name="Rounded Rectangle 32">
            <a:extLst>
              <a:ext uri="{C183D7F6-B498-43B3-948B-1728B52AA6E4}">
                <adec:decorative xmlns:adec="http://schemas.microsoft.com/office/drawing/2017/decorative" val="1"/>
              </a:ext>
            </a:extLst>
          </p:cNvPr>
          <p:cNvSpPr/>
          <p:nvPr/>
        </p:nvSpPr>
        <p:spPr>
          <a:xfrm>
            <a:off x="457200" y="5532120"/>
            <a:ext cx="5486400" cy="594360"/>
          </a:xfrm>
          <a:prstGeom prst="roundRect">
            <a:avLst>
              <a:gd name="adj" fmla="val 2000"/>
            </a:avLst>
          </a:prstGeom>
          <a:solidFill>
            <a:srgbClr val="F5F7FA"/>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4" name="Rectangle 33">
            <a:extLst>
              <a:ext uri="{C183D7F6-B498-43B3-948B-1728B52AA6E4}">
                <adec:decorative xmlns:adec="http://schemas.microsoft.com/office/drawing/2017/decorative" val="1"/>
              </a:ext>
            </a:extLst>
          </p:cNvPr>
          <p:cNvSpPr/>
          <p:nvPr/>
        </p:nvSpPr>
        <p:spPr>
          <a:xfrm>
            <a:off x="484632" y="5577840"/>
            <a:ext cx="38100" cy="50292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5" name="TextBox 34"/>
          <p:cNvSpPr txBox="1"/>
          <p:nvPr/>
        </p:nvSpPr>
        <p:spPr>
          <a:xfrm>
            <a:off x="621792" y="5586984"/>
            <a:ext cx="5120640" cy="164592"/>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Plan Forcing</a:t>
            </a:r>
          </a:p>
        </p:txBody>
      </p:sp>
      <p:sp>
        <p:nvSpPr>
          <p:cNvPr id="36" name="TextBox 35"/>
          <p:cNvSpPr txBox="1"/>
          <p:nvPr/>
        </p:nvSpPr>
        <p:spPr>
          <a:xfrm>
            <a:off x="621792" y="5788152"/>
            <a:ext cx="5120640" cy="274320"/>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Force a known-good plan immediately - no application restart or code deploy needed.</a:t>
            </a:r>
          </a:p>
        </p:txBody>
      </p:sp>
      <p:sp>
        <p:nvSpPr>
          <p:cNvPr id="37" name="Rounded Rectangle 36">
            <a:extLst>
              <a:ext uri="{C183D7F6-B498-43B3-948B-1728B52AA6E4}">
                <adec:decorative xmlns:adec="http://schemas.microsoft.com/office/drawing/2017/decorative" val="1"/>
              </a:ext>
            </a:extLst>
          </p:cNvPr>
          <p:cNvSpPr/>
          <p:nvPr/>
        </p:nvSpPr>
        <p:spPr>
          <a:xfrm>
            <a:off x="6217920" y="5532120"/>
            <a:ext cx="5486400" cy="594360"/>
          </a:xfrm>
          <a:prstGeom prst="roundRect">
            <a:avLst>
              <a:gd name="adj" fmla="val 2000"/>
            </a:avLst>
          </a:prstGeom>
          <a:solidFill>
            <a:srgbClr val="F5F7FA"/>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8" name="Rectangle 37">
            <a:extLst>
              <a:ext uri="{C183D7F6-B498-43B3-948B-1728B52AA6E4}">
                <adec:decorative xmlns:adec="http://schemas.microsoft.com/office/drawing/2017/decorative" val="1"/>
              </a:ext>
            </a:extLst>
          </p:cNvPr>
          <p:cNvSpPr/>
          <p:nvPr/>
        </p:nvSpPr>
        <p:spPr>
          <a:xfrm>
            <a:off x="6245352" y="5577840"/>
            <a:ext cx="38100" cy="50292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9" name="TextBox 38"/>
          <p:cNvSpPr txBox="1"/>
          <p:nvPr/>
        </p:nvSpPr>
        <p:spPr>
          <a:xfrm>
            <a:off x="6382512" y="5586984"/>
            <a:ext cx="5120640" cy="164592"/>
          </a:xfrm>
          <a:prstGeom prst="rect">
            <a:avLst/>
          </a:prstGeom>
          <a:noFill/>
        </p:spPr>
        <p:txBody>
          <a:bodyPr wrap="square"/>
          <a:lstStyle/>
          <a:p>
            <a:pPr algn="l">
              <a:spcBef>
                <a:spcPts val="0"/>
              </a:spcBef>
              <a:spcAft>
                <a:spcPts val="0"/>
              </a:spcAft>
            </a:pPr>
            <a:r>
              <a:rPr lang="en-US" sz="900" b="1" noProof="0" dirty="0">
                <a:solidFill>
                  <a:srgbClr val="0070C0"/>
                </a:solidFill>
                <a:latin typeface="Segoe UI"/>
              </a:rPr>
              <a:t>QPI Integration</a:t>
            </a:r>
          </a:p>
        </p:txBody>
      </p:sp>
      <p:sp>
        <p:nvSpPr>
          <p:cNvPr id="40" name="TextBox 39"/>
          <p:cNvSpPr txBox="1"/>
          <p:nvPr/>
        </p:nvSpPr>
        <p:spPr>
          <a:xfrm>
            <a:off x="6382512" y="5788152"/>
            <a:ext cx="5120640" cy="274320"/>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Query Performance Insight in Azure portal surfaces top queries, wait categories, and trends at a glance.</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1" y="585216"/>
            <a:ext cx="5069589" cy="307777"/>
          </a:xfrm>
        </p:spPr>
        <p:txBody>
          <a:bodyPr/>
          <a:lstStyle/>
          <a:p>
            <a:r>
              <a:rPr lang="en-US" noProof="0" dirty="0"/>
              <a:t>Identify and resolve blocking &amp; deadlocks</a:t>
            </a:r>
          </a:p>
        </p:txBody>
      </p:sp>
      <p:sp>
        <p:nvSpPr>
          <p:cNvPr id="5" name="TextBox 4"/>
          <p:cNvSpPr txBox="1"/>
          <p:nvPr/>
        </p:nvSpPr>
        <p:spPr>
          <a:xfrm>
            <a:off x="0" y="1415722"/>
            <a:ext cx="5669280" cy="182880"/>
          </a:xfrm>
          <a:prstGeom prst="rect">
            <a:avLst/>
          </a:prstGeom>
          <a:noFill/>
        </p:spPr>
        <p:txBody>
          <a:bodyPr wrap="square"/>
          <a:lstStyle/>
          <a:p>
            <a:pPr algn="ctr">
              <a:spcBef>
                <a:spcPts val="0"/>
              </a:spcBef>
              <a:spcAft>
                <a:spcPts val="0"/>
              </a:spcAft>
            </a:pPr>
            <a:r>
              <a:rPr lang="en-US" sz="700" b="0" noProof="0" dirty="0">
                <a:solidFill>
                  <a:srgbClr val="757575"/>
                </a:solidFill>
                <a:latin typeface="Segoe UI"/>
              </a:rPr>
              <a:t>Deadlock Cycle - Session A &amp; B circular lock dependency</a:t>
            </a:r>
          </a:p>
        </p:txBody>
      </p:sp>
      <p:sp>
        <p:nvSpPr>
          <p:cNvPr id="3" name="Rounded Rectangle 2">
            <a:extLst>
              <a:ext uri="{C183D7F6-B498-43B3-948B-1728B52AA6E4}">
                <adec:decorative xmlns:adec="http://schemas.microsoft.com/office/drawing/2017/decorative" val="1"/>
              </a:ext>
            </a:extLst>
          </p:cNvPr>
          <p:cNvSpPr/>
          <p:nvPr/>
        </p:nvSpPr>
        <p:spPr>
          <a:xfrm>
            <a:off x="615695" y="1665276"/>
            <a:ext cx="4737355" cy="2696411"/>
          </a:xfrm>
          <a:prstGeom prst="roundRect">
            <a:avLst>
              <a:gd name="adj" fmla="val 1000"/>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pic>
        <p:nvPicPr>
          <p:cNvPr id="4" name="Picture 3" descr="Deadlock cycle diagram."/>
          <p:cNvPicPr>
            <a:picLocks noChangeAspect="1"/>
          </p:cNvPicPr>
          <p:nvPr/>
        </p:nvPicPr>
        <p:blipFill>
          <a:blip r:embed="rId3"/>
          <a:stretch>
            <a:fillRect/>
          </a:stretch>
        </p:blipFill>
        <p:spPr>
          <a:xfrm>
            <a:off x="681228" y="1722046"/>
            <a:ext cx="4595622" cy="2579478"/>
          </a:xfrm>
          <a:prstGeom prst="rect">
            <a:avLst/>
          </a:prstGeom>
        </p:spPr>
      </p:pic>
      <p:sp>
        <p:nvSpPr>
          <p:cNvPr id="10" name="Rounded Rectangle 9">
            <a:extLst>
              <a:ext uri="{C183D7F6-B498-43B3-948B-1728B52AA6E4}">
                <adec:decorative xmlns:adec="http://schemas.microsoft.com/office/drawing/2017/decorative" val="1"/>
              </a:ext>
            </a:extLst>
          </p:cNvPr>
          <p:cNvSpPr/>
          <p:nvPr/>
        </p:nvSpPr>
        <p:spPr>
          <a:xfrm>
            <a:off x="6204966" y="1722046"/>
            <a:ext cx="5303520" cy="438912"/>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1" name="Rectangle 10">
            <a:extLst>
              <a:ext uri="{C183D7F6-B498-43B3-948B-1728B52AA6E4}">
                <adec:decorative xmlns:adec="http://schemas.microsoft.com/office/drawing/2017/decorative" val="1"/>
              </a:ext>
            </a:extLst>
          </p:cNvPr>
          <p:cNvSpPr/>
          <p:nvPr/>
        </p:nvSpPr>
        <p:spPr>
          <a:xfrm>
            <a:off x="6232398" y="1767766"/>
            <a:ext cx="38100" cy="347472"/>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2" name="TextBox 11"/>
          <p:cNvSpPr txBox="1"/>
          <p:nvPr/>
        </p:nvSpPr>
        <p:spPr>
          <a:xfrm>
            <a:off x="6369558" y="1758622"/>
            <a:ext cx="5029200" cy="164592"/>
          </a:xfrm>
          <a:prstGeom prst="rect">
            <a:avLst/>
          </a:prstGeom>
          <a:noFill/>
        </p:spPr>
        <p:txBody>
          <a:bodyPr wrap="square"/>
          <a:lstStyle/>
          <a:p>
            <a:pPr algn="l">
              <a:spcBef>
                <a:spcPts val="0"/>
              </a:spcBef>
              <a:spcAft>
                <a:spcPts val="0"/>
              </a:spcAft>
            </a:pPr>
            <a:r>
              <a:rPr lang="en-US" sz="900" b="1" noProof="0" dirty="0">
                <a:solidFill>
                  <a:srgbClr val="0070C0"/>
                </a:solidFill>
                <a:latin typeface="Segoe UI"/>
              </a:rPr>
              <a:t>Deadlock</a:t>
            </a:r>
          </a:p>
        </p:txBody>
      </p:sp>
      <p:sp>
        <p:nvSpPr>
          <p:cNvPr id="13" name="TextBox 12"/>
          <p:cNvSpPr txBox="1"/>
          <p:nvPr/>
        </p:nvSpPr>
        <p:spPr>
          <a:xfrm>
            <a:off x="6369558" y="1941502"/>
            <a:ext cx="5029200" cy="201168"/>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Circular lock dependency, engine kills cheapest transaction.</a:t>
            </a:r>
          </a:p>
        </p:txBody>
      </p:sp>
      <p:sp>
        <p:nvSpPr>
          <p:cNvPr id="40" name="Rounded Rectangle 39">
            <a:extLst>
              <a:ext uri="{C183D7F6-B498-43B3-948B-1728B52AA6E4}">
                <adec:decorative xmlns:adec="http://schemas.microsoft.com/office/drawing/2017/decorative" val="1"/>
              </a:ext>
            </a:extLst>
          </p:cNvPr>
          <p:cNvSpPr/>
          <p:nvPr/>
        </p:nvSpPr>
        <p:spPr>
          <a:xfrm>
            <a:off x="6204966" y="2219365"/>
            <a:ext cx="5300583" cy="659927"/>
          </a:xfrm>
          <a:prstGeom prst="roundRect">
            <a:avLst>
              <a:gd name="adj" fmla="val 2000"/>
            </a:avLst>
          </a:prstGeom>
          <a:solidFill>
            <a:srgbClr val="F5F7FA"/>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6" name="Rectangle 45">
            <a:extLst>
              <a:ext uri="{FF2B5EF4-FFF2-40B4-BE49-F238E27FC236}">
                <a16:creationId xmlns:a16="http://schemas.microsoft.com/office/drawing/2014/main" id="{957F0B00-3B2E-14DC-294B-F27CBC4D9792}"/>
              </a:ext>
              <a:ext uri="{C183D7F6-B498-43B3-948B-1728B52AA6E4}">
                <adec:decorative xmlns:adec="http://schemas.microsoft.com/office/drawing/2017/decorative" val="1"/>
              </a:ext>
            </a:extLst>
          </p:cNvPr>
          <p:cNvSpPr/>
          <p:nvPr/>
        </p:nvSpPr>
        <p:spPr>
          <a:xfrm>
            <a:off x="6232398" y="2269033"/>
            <a:ext cx="46481" cy="560589"/>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6" name="TextBox 15"/>
          <p:cNvSpPr txBox="1"/>
          <p:nvPr/>
        </p:nvSpPr>
        <p:spPr>
          <a:xfrm>
            <a:off x="6320901" y="2284620"/>
            <a:ext cx="5029200" cy="164592"/>
          </a:xfrm>
          <a:prstGeom prst="rect">
            <a:avLst/>
          </a:prstGeom>
          <a:noFill/>
        </p:spPr>
        <p:txBody>
          <a:bodyPr wrap="square"/>
          <a:lstStyle/>
          <a:p>
            <a:pPr algn="l">
              <a:spcBef>
                <a:spcPts val="0"/>
              </a:spcBef>
              <a:spcAft>
                <a:spcPts val="0"/>
              </a:spcAft>
            </a:pPr>
            <a:r>
              <a:rPr lang="en-US" sz="900" b="1" noProof="0" dirty="0">
                <a:solidFill>
                  <a:srgbClr val="0070C0"/>
                </a:solidFill>
                <a:latin typeface="Segoe UI"/>
              </a:rPr>
              <a:t>Extended</a:t>
            </a:r>
            <a:r>
              <a:rPr lang="en-US" sz="900" b="1" noProof="0" dirty="0">
                <a:solidFill>
                  <a:srgbClr val="0078D4"/>
                </a:solidFill>
                <a:latin typeface="Segoe UI"/>
              </a:rPr>
              <a:t> </a:t>
            </a:r>
            <a:r>
              <a:rPr lang="en-US" sz="900" b="1" noProof="0" dirty="0">
                <a:solidFill>
                  <a:srgbClr val="0070C0"/>
                </a:solidFill>
                <a:latin typeface="Segoe UI"/>
              </a:rPr>
              <a:t>Events</a:t>
            </a:r>
          </a:p>
        </p:txBody>
      </p:sp>
      <p:sp>
        <p:nvSpPr>
          <p:cNvPr id="43" name="TextBox 42"/>
          <p:cNvSpPr txBox="1"/>
          <p:nvPr/>
        </p:nvSpPr>
        <p:spPr>
          <a:xfrm>
            <a:off x="6369558" y="2420534"/>
            <a:ext cx="5107184" cy="405140"/>
          </a:xfrm>
          <a:prstGeom prst="rect">
            <a:avLst/>
          </a:prstGeom>
          <a:noFill/>
        </p:spPr>
        <p:txBody>
          <a:bodyPr wrap="square"/>
          <a:lstStyle/>
          <a:p>
            <a:r>
              <a:rPr lang="en-US" sz="900" noProof="0" dirty="0">
                <a:solidFill>
                  <a:srgbClr val="424242"/>
                </a:solidFill>
              </a:rPr>
              <a:t>Create an XEvent session with </a:t>
            </a:r>
            <a:r>
              <a:rPr lang="en-US" sz="900" i="1" noProof="0" dirty="0" err="1">
                <a:solidFill>
                  <a:srgbClr val="424242"/>
                </a:solidFill>
              </a:rPr>
              <a:t>database_xml_deadlock_report</a:t>
            </a:r>
            <a:r>
              <a:rPr lang="en-US" sz="900" noProof="0" dirty="0">
                <a:solidFill>
                  <a:srgbClr val="424242"/>
                </a:solidFill>
              </a:rPr>
              <a:t> to capture deadlock graphs. Use </a:t>
            </a:r>
            <a:r>
              <a:rPr lang="en-US" sz="900" noProof="0" dirty="0" err="1">
                <a:solidFill>
                  <a:srgbClr val="424242"/>
                </a:solidFill>
              </a:rPr>
              <a:t>ring_buffer</a:t>
            </a:r>
            <a:r>
              <a:rPr lang="en-US" sz="900" noProof="0" dirty="0">
                <a:solidFill>
                  <a:srgbClr val="424242"/>
                </a:solidFill>
              </a:rPr>
              <a:t> or Azure Blob Storage as the target, Azure SQL DB has no </a:t>
            </a:r>
            <a:r>
              <a:rPr lang="en-US" sz="900" i="1" noProof="0" dirty="0" err="1">
                <a:solidFill>
                  <a:srgbClr val="424242"/>
                </a:solidFill>
              </a:rPr>
              <a:t>system_health</a:t>
            </a:r>
            <a:r>
              <a:rPr lang="en-US" sz="900" noProof="0" dirty="0">
                <a:solidFill>
                  <a:srgbClr val="424242"/>
                </a:solidFill>
              </a:rPr>
              <a:t> session.</a:t>
            </a:r>
            <a:endParaRPr lang="en-US" sz="900" b="0" noProof="0" dirty="0">
              <a:solidFill>
                <a:srgbClr val="424242"/>
              </a:solidFill>
              <a:latin typeface="Segoe UI"/>
            </a:endParaRPr>
          </a:p>
        </p:txBody>
      </p:sp>
      <p:sp>
        <p:nvSpPr>
          <p:cNvPr id="6" name="Rounded Rectangle 9">
            <a:extLst>
              <a:ext uri="{FF2B5EF4-FFF2-40B4-BE49-F238E27FC236}">
                <a16:creationId xmlns:a16="http://schemas.microsoft.com/office/drawing/2014/main" id="{9E82F08B-0EF2-B77C-42C7-D9F37AC1617C}"/>
              </a:ext>
              <a:ext uri="{C183D7F6-B498-43B3-948B-1728B52AA6E4}">
                <adec:decorative xmlns:adec="http://schemas.microsoft.com/office/drawing/2017/decorative" val="1"/>
              </a:ext>
            </a:extLst>
          </p:cNvPr>
          <p:cNvSpPr/>
          <p:nvPr/>
        </p:nvSpPr>
        <p:spPr>
          <a:xfrm>
            <a:off x="6202029" y="3149346"/>
            <a:ext cx="5303520" cy="559308"/>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 name="Rectangle 6">
            <a:extLst>
              <a:ext uri="{FF2B5EF4-FFF2-40B4-BE49-F238E27FC236}">
                <a16:creationId xmlns:a16="http://schemas.microsoft.com/office/drawing/2014/main" id="{E6AD1E4F-4A40-8F74-6E8C-C34473AB4CFB}"/>
              </a:ext>
              <a:ext uri="{C183D7F6-B498-43B3-948B-1728B52AA6E4}">
                <adec:decorative xmlns:adec="http://schemas.microsoft.com/office/drawing/2017/decorative" val="1"/>
              </a:ext>
            </a:extLst>
          </p:cNvPr>
          <p:cNvSpPr/>
          <p:nvPr/>
        </p:nvSpPr>
        <p:spPr>
          <a:xfrm>
            <a:off x="6229460" y="3195065"/>
            <a:ext cx="45719" cy="471737"/>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 name="TextBox 7">
            <a:extLst>
              <a:ext uri="{FF2B5EF4-FFF2-40B4-BE49-F238E27FC236}">
                <a16:creationId xmlns:a16="http://schemas.microsoft.com/office/drawing/2014/main" id="{39131F17-BBC5-CA52-0AFE-C82B9858715F}"/>
              </a:ext>
            </a:extLst>
          </p:cNvPr>
          <p:cNvSpPr txBox="1"/>
          <p:nvPr/>
        </p:nvSpPr>
        <p:spPr>
          <a:xfrm>
            <a:off x="6366621" y="3185922"/>
            <a:ext cx="5029200" cy="164592"/>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Blocking</a:t>
            </a:r>
          </a:p>
        </p:txBody>
      </p:sp>
      <p:sp>
        <p:nvSpPr>
          <p:cNvPr id="9" name="TextBox 8">
            <a:extLst>
              <a:ext uri="{FF2B5EF4-FFF2-40B4-BE49-F238E27FC236}">
                <a16:creationId xmlns:a16="http://schemas.microsoft.com/office/drawing/2014/main" id="{905794FC-7A95-B910-F614-169A8F871CFF}"/>
              </a:ext>
            </a:extLst>
          </p:cNvPr>
          <p:cNvSpPr txBox="1"/>
          <p:nvPr/>
        </p:nvSpPr>
        <p:spPr>
          <a:xfrm>
            <a:off x="6366621" y="3368802"/>
            <a:ext cx="5029200" cy="298000"/>
          </a:xfrm>
          <a:prstGeom prst="rect">
            <a:avLst/>
          </a:prstGeom>
          <a:noFill/>
        </p:spPr>
        <p:txBody>
          <a:bodyPr wrap="square"/>
          <a:lstStyle/>
          <a:p>
            <a:r>
              <a:rPr lang="en-US" sz="800" noProof="0" dirty="0">
                <a:solidFill>
                  <a:srgbClr val="424242"/>
                </a:solidFill>
              </a:rPr>
              <a:t>Use </a:t>
            </a:r>
            <a:r>
              <a:rPr lang="en-US" sz="800" i="1" noProof="0" dirty="0" err="1">
                <a:solidFill>
                  <a:srgbClr val="424242"/>
                </a:solidFill>
              </a:rPr>
              <a:t>sys.dm_exec_requests</a:t>
            </a:r>
            <a:r>
              <a:rPr lang="en-US" sz="800" noProof="0" dirty="0">
                <a:solidFill>
                  <a:srgbClr val="424242"/>
                </a:solidFill>
              </a:rPr>
              <a:t> to find the blocking chain. </a:t>
            </a:r>
            <a:r>
              <a:rPr lang="en-US" sz="800" noProof="0" dirty="0">
                <a:solidFill>
                  <a:srgbClr val="424242"/>
                </a:solidFill>
                <a:latin typeface="Segoe UI"/>
              </a:rPr>
              <a:t>Head blocker has </a:t>
            </a:r>
            <a:r>
              <a:rPr lang="en-US" sz="800" i="1" noProof="0" dirty="0" err="1">
                <a:solidFill>
                  <a:srgbClr val="424242"/>
                </a:solidFill>
                <a:latin typeface="Segoe UI"/>
              </a:rPr>
              <a:t>blocking_session_id</a:t>
            </a:r>
            <a:r>
              <a:rPr lang="en-US" sz="800" i="1" noProof="0" dirty="0">
                <a:solidFill>
                  <a:srgbClr val="424242"/>
                </a:solidFill>
                <a:latin typeface="Segoe UI"/>
              </a:rPr>
              <a:t> = 0</a:t>
            </a:r>
            <a:r>
              <a:rPr lang="en-US" sz="800" noProof="0" dirty="0">
                <a:solidFill>
                  <a:srgbClr val="424242"/>
                </a:solidFill>
                <a:latin typeface="Segoe UI"/>
              </a:rPr>
              <a:t>. </a:t>
            </a:r>
          </a:p>
          <a:p>
            <a:r>
              <a:rPr lang="en-US" sz="800" noProof="0" dirty="0">
                <a:solidFill>
                  <a:srgbClr val="424242"/>
                </a:solidFill>
                <a:latin typeface="Segoe UI"/>
              </a:rPr>
              <a:t>Common fix: commit or kill the orphaned session.</a:t>
            </a:r>
            <a:endParaRPr lang="en-US" sz="800" b="0" noProof="0" dirty="0">
              <a:solidFill>
                <a:srgbClr val="424242"/>
              </a:solidFill>
              <a:latin typeface="Segoe UI"/>
            </a:endParaRPr>
          </a:p>
        </p:txBody>
      </p:sp>
      <p:sp>
        <p:nvSpPr>
          <p:cNvPr id="18" name="Rounded Rectangle 17">
            <a:extLst>
              <a:ext uri="{C183D7F6-B498-43B3-948B-1728B52AA6E4}">
                <adec:decorative xmlns:adec="http://schemas.microsoft.com/office/drawing/2017/decorative" val="1"/>
              </a:ext>
            </a:extLst>
          </p:cNvPr>
          <p:cNvSpPr/>
          <p:nvPr/>
        </p:nvSpPr>
        <p:spPr>
          <a:xfrm>
            <a:off x="6202029" y="3991202"/>
            <a:ext cx="5303520" cy="365760"/>
          </a:xfrm>
          <a:prstGeom prst="roundRect">
            <a:avLst>
              <a:gd name="adj" fmla="val 3000"/>
            </a:avLst>
          </a:prstGeom>
          <a:solidFill>
            <a:srgbClr val="E8EAF6"/>
          </a:solidFill>
          <a:ln w="9525">
            <a:solidFill>
              <a:srgbClr val="1A237E"/>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9" name="Oval 18">
            <a:extLst>
              <a:ext uri="{C183D7F6-B498-43B3-948B-1728B52AA6E4}">
                <adec:decorative xmlns:adec="http://schemas.microsoft.com/office/drawing/2017/decorative" val="1"/>
              </a:ext>
            </a:extLst>
          </p:cNvPr>
          <p:cNvSpPr/>
          <p:nvPr/>
        </p:nvSpPr>
        <p:spPr>
          <a:xfrm>
            <a:off x="6264600" y="4056734"/>
            <a:ext cx="237744" cy="237744"/>
          </a:xfrm>
          <a:prstGeom prst="ellipse">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TextBox 19"/>
          <p:cNvSpPr txBox="1"/>
          <p:nvPr/>
        </p:nvSpPr>
        <p:spPr>
          <a:xfrm>
            <a:off x="6333360" y="4056734"/>
            <a:ext cx="111834" cy="237744"/>
          </a:xfrm>
          <a:prstGeom prst="rect">
            <a:avLst/>
          </a:prstGeom>
          <a:noFill/>
        </p:spPr>
        <p:txBody>
          <a:bodyPr wrap="square"/>
          <a:lstStyle/>
          <a:p>
            <a:pPr algn="ctr">
              <a:spcBef>
                <a:spcPts val="0"/>
              </a:spcBef>
              <a:spcAft>
                <a:spcPts val="0"/>
              </a:spcAft>
            </a:pPr>
            <a:r>
              <a:rPr lang="en-US" sz="1100" b="1" noProof="0" dirty="0">
                <a:solidFill>
                  <a:srgbClr val="FFFFFF"/>
                </a:solidFill>
                <a:latin typeface="Segoe UI"/>
              </a:rPr>
              <a:t>!</a:t>
            </a:r>
          </a:p>
        </p:txBody>
      </p:sp>
      <p:sp>
        <p:nvSpPr>
          <p:cNvPr id="21" name="TextBox 20"/>
          <p:cNvSpPr txBox="1"/>
          <p:nvPr/>
        </p:nvSpPr>
        <p:spPr>
          <a:xfrm>
            <a:off x="6642698" y="4056734"/>
            <a:ext cx="4650633" cy="274320"/>
          </a:xfrm>
          <a:prstGeom prst="rect">
            <a:avLst/>
          </a:prstGeom>
          <a:noFill/>
        </p:spPr>
        <p:txBody>
          <a:bodyPr wrap="square"/>
          <a:lstStyle/>
          <a:p>
            <a:pPr algn="l">
              <a:spcBef>
                <a:spcPts val="0"/>
              </a:spcBef>
              <a:spcAft>
                <a:spcPts val="0"/>
              </a:spcAft>
            </a:pPr>
            <a:r>
              <a:rPr lang="en-US" sz="900" b="0" noProof="0" dirty="0">
                <a:solidFill>
                  <a:srgbClr val="424242"/>
                </a:solidFill>
                <a:latin typeface="Segoe UI"/>
              </a:rPr>
              <a:t>Common causes: uncommitted transactions, orphaned sessions, long-running queries</a:t>
            </a:r>
          </a:p>
        </p:txBody>
      </p:sp>
      <p:sp>
        <p:nvSpPr>
          <p:cNvPr id="22" name="TextBox 21"/>
          <p:cNvSpPr txBox="1"/>
          <p:nvPr/>
        </p:nvSpPr>
        <p:spPr>
          <a:xfrm>
            <a:off x="590550" y="4638675"/>
            <a:ext cx="3657600" cy="201168"/>
          </a:xfrm>
          <a:prstGeom prst="rect">
            <a:avLst/>
          </a:prstGeom>
          <a:noFill/>
        </p:spPr>
        <p:txBody>
          <a:bodyPr wrap="square"/>
          <a:lstStyle/>
          <a:p>
            <a:pPr algn="l">
              <a:spcBef>
                <a:spcPts val="0"/>
              </a:spcBef>
              <a:spcAft>
                <a:spcPts val="0"/>
              </a:spcAft>
            </a:pPr>
            <a:r>
              <a:rPr lang="en-US" sz="900" b="1" noProof="0" dirty="0">
                <a:solidFill>
                  <a:srgbClr val="1A237E"/>
                </a:solidFill>
                <a:latin typeface="Segoe UI"/>
              </a:rPr>
              <a:t>PREVENTION STRATEGIES</a:t>
            </a:r>
          </a:p>
        </p:txBody>
      </p:sp>
      <p:sp>
        <p:nvSpPr>
          <p:cNvPr id="23" name="Rectangle 22">
            <a:extLst>
              <a:ext uri="{C183D7F6-B498-43B3-948B-1728B52AA6E4}">
                <adec:decorative xmlns:adec="http://schemas.microsoft.com/office/drawing/2017/decorative" val="1"/>
              </a:ext>
            </a:extLst>
          </p:cNvPr>
          <p:cNvSpPr/>
          <p:nvPr/>
        </p:nvSpPr>
        <p:spPr>
          <a:xfrm>
            <a:off x="590550" y="4858131"/>
            <a:ext cx="1828800" cy="254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4" name="Rounded Rectangle 23">
            <a:extLst>
              <a:ext uri="{C183D7F6-B498-43B3-948B-1728B52AA6E4}">
                <adec:decorative xmlns:adec="http://schemas.microsoft.com/office/drawing/2017/decorative" val="1"/>
              </a:ext>
            </a:extLst>
          </p:cNvPr>
          <p:cNvSpPr/>
          <p:nvPr/>
        </p:nvSpPr>
        <p:spPr>
          <a:xfrm>
            <a:off x="590550" y="5004435"/>
            <a:ext cx="2697480" cy="822960"/>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5" name="Rectangle 24">
            <a:extLst>
              <a:ext uri="{C183D7F6-B498-43B3-948B-1728B52AA6E4}">
                <adec:decorative xmlns:adec="http://schemas.microsoft.com/office/drawing/2017/decorative" val="1"/>
              </a:ext>
            </a:extLst>
          </p:cNvPr>
          <p:cNvSpPr/>
          <p:nvPr/>
        </p:nvSpPr>
        <p:spPr>
          <a:xfrm>
            <a:off x="590550" y="5004435"/>
            <a:ext cx="2697480" cy="4572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6" name="TextBox 25"/>
          <p:cNvSpPr txBox="1"/>
          <p:nvPr/>
        </p:nvSpPr>
        <p:spPr>
          <a:xfrm>
            <a:off x="700278" y="5114163"/>
            <a:ext cx="2478024" cy="182880"/>
          </a:xfrm>
          <a:prstGeom prst="rect">
            <a:avLst/>
          </a:prstGeom>
          <a:noFill/>
        </p:spPr>
        <p:txBody>
          <a:bodyPr wrap="square"/>
          <a:lstStyle/>
          <a:p>
            <a:pPr algn="l">
              <a:spcBef>
                <a:spcPts val="0"/>
              </a:spcBef>
              <a:spcAft>
                <a:spcPts val="0"/>
              </a:spcAft>
            </a:pPr>
            <a:r>
              <a:rPr lang="en-US" sz="1000" b="1" noProof="0" dirty="0">
                <a:solidFill>
                  <a:srgbClr val="1A237E"/>
                </a:solidFill>
                <a:latin typeface="Segoe UI"/>
              </a:rPr>
              <a:t>Consistent Access Order</a:t>
            </a:r>
          </a:p>
        </p:txBody>
      </p:sp>
      <p:sp>
        <p:nvSpPr>
          <p:cNvPr id="27" name="TextBox 26"/>
          <p:cNvSpPr txBox="1"/>
          <p:nvPr/>
        </p:nvSpPr>
        <p:spPr>
          <a:xfrm>
            <a:off x="700278" y="5333619"/>
            <a:ext cx="2478024" cy="457200"/>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Access tables in the same order across all transactions to break circular dependencies.</a:t>
            </a:r>
          </a:p>
        </p:txBody>
      </p:sp>
      <p:sp>
        <p:nvSpPr>
          <p:cNvPr id="28" name="Rounded Rectangle 27">
            <a:extLst>
              <a:ext uri="{C183D7F6-B498-43B3-948B-1728B52AA6E4}">
                <adec:decorative xmlns:adec="http://schemas.microsoft.com/office/drawing/2017/decorative" val="1"/>
              </a:ext>
            </a:extLst>
          </p:cNvPr>
          <p:cNvSpPr/>
          <p:nvPr/>
        </p:nvSpPr>
        <p:spPr>
          <a:xfrm>
            <a:off x="3397758" y="5004435"/>
            <a:ext cx="2697480" cy="822960"/>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9" name="Rectangle 28">
            <a:extLst>
              <a:ext uri="{C183D7F6-B498-43B3-948B-1728B52AA6E4}">
                <adec:decorative xmlns:adec="http://schemas.microsoft.com/office/drawing/2017/decorative" val="1"/>
              </a:ext>
            </a:extLst>
          </p:cNvPr>
          <p:cNvSpPr/>
          <p:nvPr/>
        </p:nvSpPr>
        <p:spPr>
          <a:xfrm>
            <a:off x="3397758" y="5004435"/>
            <a:ext cx="2697480" cy="4572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TextBox 29"/>
          <p:cNvSpPr txBox="1"/>
          <p:nvPr/>
        </p:nvSpPr>
        <p:spPr>
          <a:xfrm>
            <a:off x="3507486" y="5114163"/>
            <a:ext cx="2478024" cy="182880"/>
          </a:xfrm>
          <a:prstGeom prst="rect">
            <a:avLst/>
          </a:prstGeom>
          <a:noFill/>
        </p:spPr>
        <p:txBody>
          <a:bodyPr wrap="square"/>
          <a:lstStyle/>
          <a:p>
            <a:pPr algn="l">
              <a:spcBef>
                <a:spcPts val="0"/>
              </a:spcBef>
              <a:spcAft>
                <a:spcPts val="0"/>
              </a:spcAft>
            </a:pPr>
            <a:r>
              <a:rPr lang="en-US" sz="1000" b="1" noProof="0" dirty="0">
                <a:solidFill>
                  <a:srgbClr val="0070C0"/>
                </a:solidFill>
                <a:latin typeface="Segoe UI"/>
              </a:rPr>
              <a:t>Short Transactions</a:t>
            </a:r>
          </a:p>
        </p:txBody>
      </p:sp>
      <p:sp>
        <p:nvSpPr>
          <p:cNvPr id="31" name="TextBox 30"/>
          <p:cNvSpPr txBox="1"/>
          <p:nvPr/>
        </p:nvSpPr>
        <p:spPr>
          <a:xfrm>
            <a:off x="3507486" y="5333619"/>
            <a:ext cx="2478024" cy="457200"/>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Keep transactions brief and in one batch - reduces lock hold time.</a:t>
            </a:r>
          </a:p>
        </p:txBody>
      </p:sp>
      <p:sp>
        <p:nvSpPr>
          <p:cNvPr id="32" name="Rounded Rectangle 31">
            <a:extLst>
              <a:ext uri="{C183D7F6-B498-43B3-948B-1728B52AA6E4}">
                <adec:decorative xmlns:adec="http://schemas.microsoft.com/office/drawing/2017/decorative" val="1"/>
              </a:ext>
            </a:extLst>
          </p:cNvPr>
          <p:cNvSpPr/>
          <p:nvPr/>
        </p:nvSpPr>
        <p:spPr>
          <a:xfrm>
            <a:off x="6204966" y="5004435"/>
            <a:ext cx="2697480" cy="822960"/>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3" name="Rectangle 32">
            <a:extLst>
              <a:ext uri="{C183D7F6-B498-43B3-948B-1728B52AA6E4}">
                <adec:decorative xmlns:adec="http://schemas.microsoft.com/office/drawing/2017/decorative" val="1"/>
              </a:ext>
            </a:extLst>
          </p:cNvPr>
          <p:cNvSpPr/>
          <p:nvPr/>
        </p:nvSpPr>
        <p:spPr>
          <a:xfrm>
            <a:off x="6204966" y="5004435"/>
            <a:ext cx="2697480" cy="4572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4" name="TextBox 33"/>
          <p:cNvSpPr txBox="1"/>
          <p:nvPr/>
        </p:nvSpPr>
        <p:spPr>
          <a:xfrm>
            <a:off x="6314694" y="5114163"/>
            <a:ext cx="2478024" cy="182880"/>
          </a:xfrm>
          <a:prstGeom prst="rect">
            <a:avLst/>
          </a:prstGeom>
          <a:noFill/>
        </p:spPr>
        <p:txBody>
          <a:bodyPr wrap="square"/>
          <a:lstStyle/>
          <a:p>
            <a:pPr algn="l">
              <a:spcBef>
                <a:spcPts val="0"/>
              </a:spcBef>
              <a:spcAft>
                <a:spcPts val="0"/>
              </a:spcAft>
            </a:pPr>
            <a:r>
              <a:rPr lang="en-US" sz="1000" b="1" noProof="0" dirty="0">
                <a:solidFill>
                  <a:srgbClr val="1A237E"/>
                </a:solidFill>
                <a:latin typeface="Segoe UI"/>
              </a:rPr>
              <a:t>XACT_ABORT ON</a:t>
            </a:r>
          </a:p>
        </p:txBody>
      </p:sp>
      <p:sp>
        <p:nvSpPr>
          <p:cNvPr id="35" name="TextBox 34"/>
          <p:cNvSpPr txBox="1"/>
          <p:nvPr/>
        </p:nvSpPr>
        <p:spPr>
          <a:xfrm>
            <a:off x="6314694" y="5333619"/>
            <a:ext cx="2478024" cy="457200"/>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Auto-rollback on error ensures locks are released immediately on failure.</a:t>
            </a:r>
          </a:p>
        </p:txBody>
      </p:sp>
      <p:sp>
        <p:nvSpPr>
          <p:cNvPr id="36" name="Rounded Rectangle 35">
            <a:extLst>
              <a:ext uri="{C183D7F6-B498-43B3-948B-1728B52AA6E4}">
                <adec:decorative xmlns:adec="http://schemas.microsoft.com/office/drawing/2017/decorative" val="1"/>
              </a:ext>
            </a:extLst>
          </p:cNvPr>
          <p:cNvSpPr/>
          <p:nvPr/>
        </p:nvSpPr>
        <p:spPr>
          <a:xfrm>
            <a:off x="9012174" y="5004435"/>
            <a:ext cx="2697480" cy="822960"/>
          </a:xfrm>
          <a:prstGeom prst="roundRect">
            <a:avLst>
              <a:gd name="adj" fmla="val 3000"/>
            </a:avLst>
          </a:prstGeom>
          <a:solidFill>
            <a:srgbClr val="FAFBFC"/>
          </a:solidFill>
          <a:ln w="9525">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7" name="Rectangle 36">
            <a:extLst>
              <a:ext uri="{C183D7F6-B498-43B3-948B-1728B52AA6E4}">
                <adec:decorative xmlns:adec="http://schemas.microsoft.com/office/drawing/2017/decorative" val="1"/>
              </a:ext>
            </a:extLst>
          </p:cNvPr>
          <p:cNvSpPr/>
          <p:nvPr/>
        </p:nvSpPr>
        <p:spPr>
          <a:xfrm>
            <a:off x="9012174" y="5004435"/>
            <a:ext cx="2697480" cy="4572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8" name="TextBox 37"/>
          <p:cNvSpPr txBox="1"/>
          <p:nvPr/>
        </p:nvSpPr>
        <p:spPr>
          <a:xfrm>
            <a:off x="9121902" y="5114163"/>
            <a:ext cx="2478024" cy="182880"/>
          </a:xfrm>
          <a:prstGeom prst="rect">
            <a:avLst/>
          </a:prstGeom>
          <a:noFill/>
        </p:spPr>
        <p:txBody>
          <a:bodyPr wrap="square"/>
          <a:lstStyle/>
          <a:p>
            <a:pPr algn="l">
              <a:spcBef>
                <a:spcPts val="0"/>
              </a:spcBef>
              <a:spcAft>
                <a:spcPts val="0"/>
              </a:spcAft>
            </a:pPr>
            <a:r>
              <a:rPr lang="en-US" sz="1000" b="1" noProof="0" dirty="0">
                <a:solidFill>
                  <a:srgbClr val="0070C0"/>
                </a:solidFill>
                <a:latin typeface="Segoe UI"/>
              </a:rPr>
              <a:t>Retry Error 1205</a:t>
            </a:r>
          </a:p>
        </p:txBody>
      </p:sp>
      <p:sp>
        <p:nvSpPr>
          <p:cNvPr id="39" name="TextBox 38"/>
          <p:cNvSpPr txBox="1"/>
          <p:nvPr/>
        </p:nvSpPr>
        <p:spPr>
          <a:xfrm>
            <a:off x="9121902" y="5333619"/>
            <a:ext cx="2478024" cy="457200"/>
          </a:xfrm>
          <a:prstGeom prst="rect">
            <a:avLst/>
          </a:prstGeom>
          <a:noFill/>
        </p:spPr>
        <p:txBody>
          <a:bodyPr wrap="square"/>
          <a:lstStyle/>
          <a:p>
            <a:pPr algn="l">
              <a:spcBef>
                <a:spcPts val="0"/>
              </a:spcBef>
              <a:spcAft>
                <a:spcPts val="0"/>
              </a:spcAft>
            </a:pPr>
            <a:r>
              <a:rPr lang="en-US" sz="800" b="0" noProof="0" dirty="0">
                <a:solidFill>
                  <a:srgbClr val="424242"/>
                </a:solidFill>
                <a:latin typeface="Segoe UI"/>
              </a:rPr>
              <a:t>Catch deadlock victim error in TRY/CATCH and retry with randomized back-off.</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Optimize query performance</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1231106"/>
          </a:xfrm>
        </p:spPr>
        <p:txBody>
          <a:bodyPr/>
          <a:lstStyle/>
          <a:p>
            <a:pPr marL="0" indent="0">
              <a:buNone/>
            </a:pPr>
            <a:r>
              <a:rPr lang="en-US" noProof="0" dirty="0"/>
              <a:t>Investigate and resolve performance issues in Azure SQL Database using execution plans, DMVs, and Query Store. Identify missing indexes, simulate and fix a parameter sniffing regression via plan forcing, apply Query Store hints, and diagnose blocking scenarios.</a:t>
            </a:r>
          </a:p>
        </p:txBody>
      </p:sp>
      <p:sp>
        <p:nvSpPr>
          <p:cNvPr id="6" name="Oval 5"/>
          <p:cNvSpPr/>
          <p:nvPr/>
        </p:nvSpPr>
        <p:spPr>
          <a:xfrm>
            <a:off x="7770495" y="232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310000"/>
            <a:ext cx="3973449" cy="360000"/>
          </a:xfrm>
          <a:prstGeom prst="rect">
            <a:avLst/>
          </a:prstGeom>
          <a:noFill/>
        </p:spPr>
        <p:txBody>
          <a:bodyPr wrap="square" lIns="45720" tIns="0" rIns="45720" bIns="0">
            <a:spAutoFit/>
          </a:bodyPr>
          <a:lstStyle/>
          <a:p>
            <a:pPr algn="l"/>
            <a:r>
              <a:rPr lang="en-US" sz="1000" b="0" noProof="0" dirty="0">
                <a:solidFill>
                  <a:srgbClr val="091F2C"/>
                </a:solidFill>
              </a:rPr>
              <a:t>Create test workload and enable Query Store</a:t>
            </a:r>
          </a:p>
        </p:txBody>
      </p:sp>
      <p:sp>
        <p:nvSpPr>
          <p:cNvPr id="8" name="Oval 7"/>
          <p:cNvSpPr/>
          <p:nvPr/>
        </p:nvSpPr>
        <p:spPr>
          <a:xfrm>
            <a:off x="7770495" y="271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2700000"/>
            <a:ext cx="3973449" cy="360000"/>
          </a:xfrm>
          <a:prstGeom prst="rect">
            <a:avLst/>
          </a:prstGeom>
          <a:noFill/>
        </p:spPr>
        <p:txBody>
          <a:bodyPr wrap="square" lIns="45720" tIns="0" rIns="45720" bIns="0">
            <a:spAutoFit/>
          </a:bodyPr>
          <a:lstStyle/>
          <a:p>
            <a:pPr algn="l"/>
            <a:r>
              <a:rPr lang="en-US" sz="1000" b="0" noProof="0" dirty="0">
                <a:solidFill>
                  <a:srgbClr val="091F2C"/>
                </a:solidFill>
              </a:rPr>
              <a:t>Analyze plans and add a covering index</a:t>
            </a:r>
          </a:p>
        </p:txBody>
      </p:sp>
      <p:sp>
        <p:nvSpPr>
          <p:cNvPr id="10" name="Oval 9"/>
          <p:cNvSpPr/>
          <p:nvPr/>
        </p:nvSpPr>
        <p:spPr>
          <a:xfrm>
            <a:off x="7770495" y="310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090000"/>
            <a:ext cx="3973449" cy="360000"/>
          </a:xfrm>
          <a:prstGeom prst="rect">
            <a:avLst/>
          </a:prstGeom>
          <a:noFill/>
        </p:spPr>
        <p:txBody>
          <a:bodyPr wrap="square" lIns="45720" tIns="0" rIns="45720" bIns="0">
            <a:spAutoFit/>
          </a:bodyPr>
          <a:lstStyle/>
          <a:p>
            <a:pPr algn="l"/>
            <a:r>
              <a:rPr lang="en-US" sz="1000" b="0" noProof="0" dirty="0">
                <a:solidFill>
                  <a:srgbClr val="091F2C"/>
                </a:solidFill>
              </a:rPr>
              <a:t>Find expensive queries with DMVs</a:t>
            </a:r>
          </a:p>
        </p:txBody>
      </p:sp>
      <p:sp>
        <p:nvSpPr>
          <p:cNvPr id="12" name="Oval 11"/>
          <p:cNvSpPr/>
          <p:nvPr/>
        </p:nvSpPr>
        <p:spPr>
          <a:xfrm>
            <a:off x="7770495" y="349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3480000"/>
            <a:ext cx="3973449" cy="360000"/>
          </a:xfrm>
          <a:prstGeom prst="rect">
            <a:avLst/>
          </a:prstGeom>
          <a:noFill/>
        </p:spPr>
        <p:txBody>
          <a:bodyPr wrap="square" lIns="45720" tIns="0" rIns="45720" bIns="0">
            <a:spAutoFit/>
          </a:bodyPr>
          <a:lstStyle/>
          <a:p>
            <a:pPr algn="l"/>
            <a:r>
              <a:rPr lang="en-US" sz="1000" b="0" noProof="0" dirty="0">
                <a:solidFill>
                  <a:srgbClr val="091F2C"/>
                </a:solidFill>
              </a:rPr>
              <a:t>Simulate parameter sniffing regression</a:t>
            </a:r>
          </a:p>
        </p:txBody>
      </p:sp>
      <p:sp>
        <p:nvSpPr>
          <p:cNvPr id="14" name="Oval 13"/>
          <p:cNvSpPr/>
          <p:nvPr/>
        </p:nvSpPr>
        <p:spPr>
          <a:xfrm>
            <a:off x="7770495" y="388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3870000"/>
            <a:ext cx="3973449" cy="360000"/>
          </a:xfrm>
          <a:prstGeom prst="rect">
            <a:avLst/>
          </a:prstGeom>
          <a:noFill/>
        </p:spPr>
        <p:txBody>
          <a:bodyPr wrap="square" lIns="45720" tIns="0" rIns="45720" bIns="0">
            <a:spAutoFit/>
          </a:bodyPr>
          <a:lstStyle/>
          <a:p>
            <a:pPr algn="l"/>
            <a:r>
              <a:rPr lang="en-US" sz="1000" b="0" noProof="0" dirty="0">
                <a:solidFill>
                  <a:srgbClr val="091F2C"/>
                </a:solidFill>
              </a:rPr>
              <a:t>Force the better plan via Query Store</a:t>
            </a:r>
          </a:p>
        </p:txBody>
      </p:sp>
      <p:sp>
        <p:nvSpPr>
          <p:cNvPr id="16" name="Oval 15"/>
          <p:cNvSpPr/>
          <p:nvPr/>
        </p:nvSpPr>
        <p:spPr>
          <a:xfrm>
            <a:off x="7770495" y="427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6</a:t>
            </a:r>
          </a:p>
        </p:txBody>
      </p:sp>
      <p:sp>
        <p:nvSpPr>
          <p:cNvPr id="17" name="TextBox 16"/>
          <p:cNvSpPr txBox="1"/>
          <p:nvPr/>
        </p:nvSpPr>
        <p:spPr>
          <a:xfrm>
            <a:off x="8127111" y="4260000"/>
            <a:ext cx="3973449" cy="360000"/>
          </a:xfrm>
          <a:prstGeom prst="rect">
            <a:avLst/>
          </a:prstGeom>
          <a:noFill/>
        </p:spPr>
        <p:txBody>
          <a:bodyPr wrap="square" lIns="45720" tIns="0" rIns="45720" bIns="0">
            <a:spAutoFit/>
          </a:bodyPr>
          <a:lstStyle/>
          <a:p>
            <a:pPr algn="l"/>
            <a:r>
              <a:rPr lang="en-US" sz="1000" b="0" noProof="0" dirty="0">
                <a:solidFill>
                  <a:srgbClr val="091F2C"/>
                </a:solidFill>
              </a:rPr>
              <a:t>Apply a Query Store hint (MAXDOP)</a:t>
            </a:r>
          </a:p>
        </p:txBody>
      </p:sp>
      <p:sp>
        <p:nvSpPr>
          <p:cNvPr id="18" name="Oval 17"/>
          <p:cNvSpPr/>
          <p:nvPr/>
        </p:nvSpPr>
        <p:spPr>
          <a:xfrm>
            <a:off x="7770495" y="466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7</a:t>
            </a:r>
          </a:p>
        </p:txBody>
      </p:sp>
      <p:sp>
        <p:nvSpPr>
          <p:cNvPr id="19" name="TextBox 18"/>
          <p:cNvSpPr txBox="1"/>
          <p:nvPr/>
        </p:nvSpPr>
        <p:spPr>
          <a:xfrm>
            <a:off x="8127111" y="4650000"/>
            <a:ext cx="3973449" cy="360000"/>
          </a:xfrm>
          <a:prstGeom prst="rect">
            <a:avLst/>
          </a:prstGeom>
          <a:noFill/>
        </p:spPr>
        <p:txBody>
          <a:bodyPr wrap="square" lIns="45720" tIns="0" rIns="45720" bIns="0">
            <a:spAutoFit/>
          </a:bodyPr>
          <a:lstStyle/>
          <a:p>
            <a:pPr algn="l"/>
            <a:r>
              <a:rPr lang="en-US" sz="1000" b="0" noProof="0" dirty="0">
                <a:solidFill>
                  <a:srgbClr val="091F2C"/>
                </a:solidFill>
              </a:rPr>
              <a:t>Diagnose and resolve blocking</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Knowledge check </a:t>
            </a:r>
            <a:r>
              <a:rPr lang="en-US" dirty="0"/>
              <a:t>- Optimize database performance</a:t>
            </a:r>
            <a:endParaRPr lang="en-US" noProof="0" dirty="0"/>
          </a:p>
        </p:txBody>
      </p:sp>
      <p:sp>
        <p:nvSpPr>
          <p:cNvPr id="3" name="Text Placeholder 2"/>
          <p:cNvSpPr>
            <a:spLocks noGrp="1"/>
          </p:cNvSpPr>
          <p:nvPr>
            <p:ph type="body" sz="quarter" idx="17"/>
          </p:nvPr>
        </p:nvSpPr>
        <p:spPr/>
        <p:txBody>
          <a:bodyPr/>
          <a:lstStyle/>
          <a:p>
            <a:r>
              <a:rPr lang="en-US" noProof="0" dirty="0"/>
              <a:t>A team needs I/O latency under 2 milliseconds and a free read-only replica for reporting queries. Which Azure SQL Database service tier should they choose?</a:t>
            </a:r>
          </a:p>
        </p:txBody>
      </p:sp>
      <p:sp>
        <p:nvSpPr>
          <p:cNvPr id="4" name="Text Placeholder 3"/>
          <p:cNvSpPr>
            <a:spLocks noGrp="1"/>
          </p:cNvSpPr>
          <p:nvPr>
            <p:ph type="body" sz="quarter" idx="15"/>
          </p:nvPr>
        </p:nvSpPr>
        <p:spPr>
          <a:xfrm>
            <a:off x="1237265" y="2033199"/>
            <a:ext cx="8775098" cy="732508"/>
          </a:xfrm>
        </p:spPr>
        <p:txBody>
          <a:bodyPr/>
          <a:lstStyle/>
          <a:p>
            <a:r>
              <a:rPr lang="en-US" noProof="0" dirty="0"/>
              <a:t>a) General Purpose</a:t>
            </a:r>
          </a:p>
          <a:p>
            <a:r>
              <a:rPr lang="en-US" noProof="0" dirty="0"/>
              <a:t>b) Business Critical</a:t>
            </a:r>
          </a:p>
          <a:p>
            <a:r>
              <a:rPr lang="en-US" noProof="0" dirty="0"/>
              <a:t>c) Hyperscale</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308168"/>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p:txBody>
          <a:bodyPr/>
          <a:lstStyle/>
          <a:p>
            <a:r>
              <a:rPr lang="en-US" noProof="0" dirty="0"/>
              <a:t>Which isolation level is the default in Azure SQL Database and uses row versioning to prevent readers from blocking writers?</a:t>
            </a:r>
          </a:p>
        </p:txBody>
      </p:sp>
      <p:sp>
        <p:nvSpPr>
          <p:cNvPr id="8" name="Text Placeholder 7"/>
          <p:cNvSpPr>
            <a:spLocks noGrp="1"/>
          </p:cNvSpPr>
          <p:nvPr>
            <p:ph type="body" sz="quarter" idx="23"/>
          </p:nvPr>
        </p:nvSpPr>
        <p:spPr>
          <a:xfrm>
            <a:off x="1237265" y="3449013"/>
            <a:ext cx="8775098" cy="732508"/>
          </a:xfrm>
        </p:spPr>
        <p:txBody>
          <a:bodyPr/>
          <a:lstStyle/>
          <a:p>
            <a:r>
              <a:rPr lang="en-US" noProof="0" dirty="0"/>
              <a:t>a) READ COMMITTED with shared locks</a:t>
            </a:r>
          </a:p>
          <a:p>
            <a:r>
              <a:rPr lang="en-US" noProof="0" dirty="0"/>
              <a:t>b) READ COMMITTED SNAPSHOT (RCSI)</a:t>
            </a:r>
          </a:p>
          <a:p>
            <a:r>
              <a:rPr lang="en-US" noProof="0" dirty="0"/>
              <a:t>c) SNAPSHOT</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3729251"/>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p:txBody>
          <a:bodyPr/>
          <a:lstStyle/>
          <a:p>
            <a:r>
              <a:rPr lang="en-US" noProof="0" dirty="0"/>
              <a:t>Which Query Store feature restores query performance after a plan regression without modifying application code?</a:t>
            </a:r>
          </a:p>
        </p:txBody>
      </p:sp>
      <p:sp>
        <p:nvSpPr>
          <p:cNvPr id="6" name="Text Placeholder 5"/>
          <p:cNvSpPr>
            <a:spLocks noGrp="1"/>
          </p:cNvSpPr>
          <p:nvPr>
            <p:ph type="body" sz="quarter" idx="21"/>
          </p:nvPr>
        </p:nvSpPr>
        <p:spPr>
          <a:xfrm>
            <a:off x="1237265" y="4898755"/>
            <a:ext cx="8775098" cy="732508"/>
          </a:xfrm>
        </p:spPr>
        <p:txBody>
          <a:bodyPr/>
          <a:lstStyle/>
          <a:p>
            <a:r>
              <a:rPr lang="en-US" noProof="0" dirty="0"/>
              <a:t>a) Query Store hints</a:t>
            </a:r>
          </a:p>
          <a:p>
            <a:r>
              <a:rPr lang="en-US" noProof="0" dirty="0"/>
              <a:t>b) Regressed Queries view</a:t>
            </a:r>
          </a:p>
          <a:p>
            <a:r>
              <a:rPr lang="en-US" noProof="0" dirty="0"/>
              <a:t>c) Plan forcing</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423839"/>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Summary</a:t>
            </a:r>
            <a:r>
              <a:rPr lang="en-US" dirty="0"/>
              <a:t> - Optimize database performance</a:t>
            </a:r>
            <a:endParaRPr lang="en-US" noProof="0" dirty="0"/>
          </a:p>
        </p:txBody>
      </p:sp>
      <p:sp>
        <p:nvSpPr>
          <p:cNvPr id="5" name="Text Placeholder 4"/>
          <p:cNvSpPr>
            <a:spLocks noGrp="1"/>
          </p:cNvSpPr>
          <p:nvPr>
            <p:ph type="body" sz="quarter" idx="34"/>
          </p:nvPr>
        </p:nvSpPr>
        <p:spPr/>
        <p:txBody>
          <a:bodyPr/>
          <a:lstStyle/>
          <a:p>
            <a:r>
              <a:rPr lang="en-US" noProof="0" dirty="0"/>
              <a:t>Optimize database performance</a:t>
            </a:r>
          </a:p>
        </p:txBody>
      </p:sp>
      <p:grpSp>
        <p:nvGrpSpPr>
          <p:cNvPr id="15" name="Group 14">
            <a:extLst>
              <a:ext uri="{FF2B5EF4-FFF2-40B4-BE49-F238E27FC236}">
                <a16:creationId xmlns:a16="http://schemas.microsoft.com/office/drawing/2014/main" id="{0DD2D701-7D9E-B1FE-5941-7187033CA38D}"/>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6" name="Oval 15">
              <a:extLst>
                <a:ext uri="{FF2B5EF4-FFF2-40B4-BE49-F238E27FC236}">
                  <a16:creationId xmlns:a16="http://schemas.microsoft.com/office/drawing/2014/main" id="{C4A264B7-BC8E-A74E-695F-828AAAFD2ACF}"/>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7" name="Picture 16">
              <a:extLst>
                <a:ext uri="{FF2B5EF4-FFF2-40B4-BE49-F238E27FC236}">
                  <a16:creationId xmlns:a16="http://schemas.microsoft.com/office/drawing/2014/main" id="{347B46EE-7030-9650-49EF-D544EB9FA974}"/>
                </a:ext>
              </a:extLst>
            </p:cNvPr>
            <p:cNvPicPr/>
            <p:nvPr/>
          </p:nvPicPr>
          <p:blipFill>
            <a:blip r:embed="rId3"/>
            <a:srcRect/>
            <a:stretch/>
          </p:blipFill>
          <p:spPr>
            <a:xfrm>
              <a:off x="5749602" y="2325202"/>
              <a:ext cx="692796" cy="692796"/>
            </a:xfrm>
            <a:prstGeom prst="rect">
              <a:avLst/>
            </a:prstGeom>
            <a:noFill/>
          </p:spPr>
        </p:pic>
      </p:gr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a:xfrm>
            <a:off x="4358228" y="2578100"/>
            <a:ext cx="7147972" cy="2365263"/>
          </a:xfrm>
        </p:spPr>
        <p:txBody>
          <a:bodyPr/>
          <a:lstStyle/>
          <a:p>
            <a:r>
              <a:rPr lang="en-US" sz="1450" b="1" noProof="0" dirty="0"/>
              <a:t>Configurations: </a:t>
            </a:r>
            <a:r>
              <a:rPr lang="en-US" sz="1450" noProof="0" dirty="0" err="1"/>
              <a:t>vCore</a:t>
            </a:r>
            <a:r>
              <a:rPr lang="en-US" sz="1450" noProof="0" dirty="0"/>
              <a:t> tiers - GP / BC / HS + provisioned vs serverless</a:t>
            </a:r>
          </a:p>
          <a:p>
            <a:endParaRPr lang="en-US" sz="1450" noProof="0" dirty="0"/>
          </a:p>
          <a:p>
            <a:r>
              <a:rPr lang="en-US" sz="1450" b="1" noProof="0" dirty="0"/>
              <a:t>Isolation levels: </a:t>
            </a:r>
            <a:r>
              <a:rPr lang="en-US" sz="1450" noProof="0" dirty="0"/>
              <a:t>RCSI default + optimized locking; SERIALIZABLE for phantom reads</a:t>
            </a:r>
          </a:p>
          <a:p>
            <a:endParaRPr lang="en-US" sz="1450" noProof="0" dirty="0"/>
          </a:p>
          <a:p>
            <a:r>
              <a:rPr lang="en-US" sz="1450" b="1" noProof="0" dirty="0"/>
              <a:t>Query performance: </a:t>
            </a:r>
            <a:r>
              <a:rPr lang="en-US" sz="1450" noProof="0" dirty="0"/>
              <a:t>Execution plans, DMVs, missing index improvement measure</a:t>
            </a:r>
          </a:p>
          <a:p>
            <a:endParaRPr lang="en-US" sz="1450" noProof="0" dirty="0"/>
          </a:p>
          <a:p>
            <a:r>
              <a:rPr lang="en-US" sz="1450" b="1" noProof="0" dirty="0"/>
              <a:t>Query Store: </a:t>
            </a:r>
            <a:r>
              <a:rPr lang="en-US" sz="1450" noProof="0" dirty="0"/>
              <a:t>Regressed queries, plan forcing, QS hints, QPI</a:t>
            </a:r>
          </a:p>
          <a:p>
            <a:endParaRPr lang="en-US" sz="1450" noProof="0" dirty="0"/>
          </a:p>
          <a:p>
            <a:r>
              <a:rPr lang="en-US" sz="1450" b="1" noProof="0" dirty="0"/>
              <a:t>Blocking &amp; deadlocks: </a:t>
            </a:r>
            <a:r>
              <a:rPr lang="en-US" sz="1450" noProof="0" dirty="0"/>
              <a:t>Head blocker DMVs, Extended Events, retry error 1205</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CCA667-5CE6-57CA-C55C-1B539C98CDC3}"/>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44557C9A-4A05-23D4-2C3A-A912F314B1F0}"/>
              </a:ext>
            </a:extLst>
          </p:cNvPr>
          <p:cNvSpPr>
            <a:spLocks noGrp="1"/>
          </p:cNvSpPr>
          <p:nvPr>
            <p:ph type="title"/>
          </p:nvPr>
        </p:nvSpPr>
        <p:spPr>
          <a:xfrm>
            <a:off x="569911" y="2769057"/>
            <a:ext cx="6345239" cy="1231106"/>
          </a:xfrm>
        </p:spPr>
        <p:txBody>
          <a:bodyPr/>
          <a:lstStyle/>
          <a:p>
            <a:r>
              <a:rPr lang="en-US" noProof="0" dirty="0"/>
              <a:t>Implement CI/CD for</a:t>
            </a:r>
            <a:br>
              <a:rPr lang="en-US" noProof="0" dirty="0"/>
            </a:br>
            <a:r>
              <a:rPr lang="en-US" noProof="0" dirty="0"/>
              <a:t>SQL Database Projects</a:t>
            </a:r>
          </a:p>
        </p:txBody>
      </p:sp>
      <p:sp>
        <p:nvSpPr>
          <p:cNvPr id="11" name="Footer Placeholder 10">
            <a:extLst>
              <a:ext uri="{FF2B5EF4-FFF2-40B4-BE49-F238E27FC236}">
                <a16:creationId xmlns:a16="http://schemas.microsoft.com/office/drawing/2014/main" id="{EDC09CB7-C874-BBE7-08C0-0854BD10C8B5}"/>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84661D10-E10F-11F3-35F8-CA27FC7BEDA2}"/>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1524801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SQL Database Projects &amp; .</a:t>
            </a:r>
            <a:r>
              <a:rPr lang="en-US" noProof="0" dirty="0" err="1"/>
              <a:t>dacpac</a:t>
            </a:r>
            <a:endParaRPr lang="en-US" noProof="0" dirty="0"/>
          </a:p>
        </p:txBody>
      </p:sp>
      <p:sp>
        <p:nvSpPr>
          <p:cNvPr id="3" name="Text Placeholder 2"/>
          <p:cNvSpPr>
            <a:spLocks noGrp="1"/>
          </p:cNvSpPr>
          <p:nvPr>
            <p:ph type="body" sz="quarter" idx="16"/>
          </p:nvPr>
        </p:nvSpPr>
        <p:spPr>
          <a:xfrm>
            <a:off x="584200" y="1594155"/>
            <a:ext cx="4714663" cy="230832"/>
          </a:xfrm>
        </p:spPr>
        <p:txBody>
          <a:bodyPr/>
          <a:lstStyle/>
          <a:p>
            <a:r>
              <a:rPr lang="en-US" sz="1500" noProof="0" dirty="0"/>
              <a:t>Declarative database-as-code with compiled artifacts</a:t>
            </a:r>
          </a:p>
        </p:txBody>
      </p:sp>
      <p:sp>
        <p:nvSpPr>
          <p:cNvPr id="4" name="Text Placeholder 3"/>
          <p:cNvSpPr>
            <a:spLocks noGrp="1"/>
          </p:cNvSpPr>
          <p:nvPr>
            <p:ph type="body" sz="quarter" idx="15"/>
          </p:nvPr>
        </p:nvSpPr>
        <p:spPr>
          <a:xfrm>
            <a:off x="586389" y="2085764"/>
            <a:ext cx="4053611" cy="3422475"/>
          </a:xfrm>
        </p:spPr>
        <p:txBody>
          <a:bodyPr/>
          <a:lstStyle/>
          <a:p>
            <a:r>
              <a:rPr lang="en-US" b="1" noProof="0" dirty="0"/>
              <a:t>Project: </a:t>
            </a:r>
          </a:p>
          <a:p>
            <a:pPr lvl="1"/>
            <a:r>
              <a:rPr lang="en-US" sz="1200" noProof="0" dirty="0"/>
              <a:t>Every table, view, SP lives in its own .</a:t>
            </a:r>
            <a:r>
              <a:rPr lang="en-US" sz="1200" noProof="0" dirty="0" err="1"/>
              <a:t>sql</a:t>
            </a:r>
            <a:r>
              <a:rPr lang="en-US" sz="1200" noProof="0" dirty="0"/>
              <a:t> file</a:t>
            </a:r>
          </a:p>
          <a:p>
            <a:pPr lvl="1"/>
            <a:endParaRPr lang="en-US" sz="1200" noProof="0" dirty="0"/>
          </a:p>
          <a:p>
            <a:r>
              <a:rPr lang="en-US" b="1" noProof="0" dirty="0"/>
              <a:t>SDK-style: </a:t>
            </a:r>
          </a:p>
          <a:p>
            <a:pPr lvl="1"/>
            <a:r>
              <a:rPr lang="en-US" sz="1200" noProof="0" dirty="0" err="1"/>
              <a:t>Microsoft.Build.Sql</a:t>
            </a:r>
            <a:r>
              <a:rPr lang="en-US" sz="1200" noProof="0" dirty="0"/>
              <a:t>: .NET 8+, cross-platform, NuGet refs</a:t>
            </a:r>
          </a:p>
          <a:p>
            <a:pPr lvl="1"/>
            <a:endParaRPr lang="en-US" sz="1200" noProof="0" dirty="0"/>
          </a:p>
          <a:p>
            <a:r>
              <a:rPr lang="en-US" b="1" noProof="0" dirty="0"/>
              <a:t>Build: </a:t>
            </a:r>
          </a:p>
          <a:p>
            <a:pPr lvl="1"/>
            <a:r>
              <a:rPr lang="en-US" sz="1200" noProof="0" dirty="0"/>
              <a:t>Dotnet build → .</a:t>
            </a:r>
            <a:r>
              <a:rPr lang="en-US" sz="1200" noProof="0" dirty="0" err="1"/>
              <a:t>dacpac</a:t>
            </a:r>
            <a:r>
              <a:rPr lang="en-US" sz="1200" noProof="0" dirty="0"/>
              <a:t>; validates references + syntax</a:t>
            </a:r>
          </a:p>
          <a:p>
            <a:pPr lvl="1"/>
            <a:endParaRPr lang="en-US" sz="1200" noProof="0" dirty="0"/>
          </a:p>
          <a:p>
            <a:r>
              <a:rPr lang="en-US" b="1" noProof="0" dirty="0"/>
              <a:t>Deploy: </a:t>
            </a:r>
          </a:p>
          <a:p>
            <a:pPr lvl="1"/>
            <a:r>
              <a:rPr lang="en-US" sz="1200" noProof="0" dirty="0" err="1"/>
              <a:t>SqlPackage</a:t>
            </a:r>
            <a:r>
              <a:rPr lang="en-US" sz="1200" noProof="0" dirty="0"/>
              <a:t> calculates diff → only ALTER/CREATE needed</a:t>
            </a:r>
          </a:p>
          <a:p>
            <a:pPr lvl="1"/>
            <a:endParaRPr lang="en-US" sz="1200" noProof="0" dirty="0"/>
          </a:p>
          <a:p>
            <a:r>
              <a:rPr lang="en-US" b="1" noProof="0" dirty="0"/>
              <a:t>Preview: </a:t>
            </a:r>
          </a:p>
          <a:p>
            <a:pPr lvl="1"/>
            <a:r>
              <a:rPr lang="en-US" sz="1200" noProof="0" dirty="0"/>
              <a:t>Script and </a:t>
            </a:r>
            <a:r>
              <a:rPr lang="en-US" sz="1200" noProof="0" dirty="0" err="1"/>
              <a:t>DeployReport</a:t>
            </a:r>
            <a:r>
              <a:rPr lang="en-US" sz="1200" noProof="0" dirty="0"/>
              <a:t> actions before production</a:t>
            </a:r>
          </a:p>
        </p:txBody>
      </p:sp>
      <p:sp>
        <p:nvSpPr>
          <p:cNvPr id="5" name="Rounded Rectangle 4">
            <a:extLst>
              <a:ext uri="{C183D7F6-B498-43B3-948B-1728B52AA6E4}">
                <adec:decorative xmlns:adec="http://schemas.microsoft.com/office/drawing/2017/decorative" val="1"/>
              </a:ext>
            </a:extLst>
          </p:cNvPr>
          <p:cNvSpPr/>
          <p:nvPr/>
        </p:nvSpPr>
        <p:spPr>
          <a:xfrm>
            <a:off x="5188863" y="2541538"/>
            <a:ext cx="1150000" cy="1536892"/>
          </a:xfrm>
          <a:prstGeom prst="roundRect">
            <a:avLst>
              <a:gd name="adj" fmla="val 6000"/>
            </a:avLst>
          </a:prstGeom>
          <a:solidFill>
            <a:srgbClr val="E8F4FD"/>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 name="Rectangle 5">
            <a:extLst>
              <a:ext uri="{C183D7F6-B498-43B3-948B-1728B52AA6E4}">
                <adec:decorative xmlns:adec="http://schemas.microsoft.com/office/drawing/2017/decorative" val="1"/>
              </a:ext>
            </a:extLst>
          </p:cNvPr>
          <p:cNvSpPr/>
          <p:nvPr/>
        </p:nvSpPr>
        <p:spPr>
          <a:xfrm>
            <a:off x="5188863" y="2541538"/>
            <a:ext cx="1150000" cy="8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 name="Oval 6">
            <a:extLst>
              <a:ext uri="{C183D7F6-B498-43B3-948B-1728B52AA6E4}">
                <adec:decorative xmlns:adec="http://schemas.microsoft.com/office/drawing/2017/decorative" val="1"/>
              </a:ext>
            </a:extLst>
          </p:cNvPr>
          <p:cNvSpPr/>
          <p:nvPr/>
        </p:nvSpPr>
        <p:spPr>
          <a:xfrm>
            <a:off x="5613863" y="2691538"/>
            <a:ext cx="300000" cy="30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 name="TextBox 7"/>
          <p:cNvSpPr txBox="1"/>
          <p:nvPr/>
        </p:nvSpPr>
        <p:spPr>
          <a:xfrm>
            <a:off x="5613863" y="2680353"/>
            <a:ext cx="300000" cy="200000"/>
          </a:xfrm>
          <a:prstGeom prst="rect">
            <a:avLst/>
          </a:prstGeom>
          <a:noFill/>
        </p:spPr>
        <p:txBody>
          <a:bodyPr wrap="square">
            <a:spAutoFit/>
          </a:bodyPr>
          <a:lstStyle/>
          <a:p>
            <a:pPr algn="ctr"/>
            <a:r>
              <a:rPr lang="en-US" sz="1400" b="1" noProof="0" dirty="0">
                <a:solidFill>
                  <a:srgbClr val="FFFFFF"/>
                </a:solidFill>
              </a:rPr>
              <a:t>1</a:t>
            </a:r>
          </a:p>
        </p:txBody>
      </p:sp>
      <p:sp>
        <p:nvSpPr>
          <p:cNvPr id="9" name="TextBox 8"/>
          <p:cNvSpPr txBox="1"/>
          <p:nvPr/>
        </p:nvSpPr>
        <p:spPr>
          <a:xfrm>
            <a:off x="5218863" y="3061538"/>
            <a:ext cx="1090000" cy="200000"/>
          </a:xfrm>
          <a:prstGeom prst="rect">
            <a:avLst/>
          </a:prstGeom>
          <a:noFill/>
        </p:spPr>
        <p:txBody>
          <a:bodyPr wrap="square">
            <a:spAutoFit/>
          </a:bodyPr>
          <a:lstStyle/>
          <a:p>
            <a:pPr algn="ctr"/>
            <a:r>
              <a:rPr lang="en-US" sz="1000" b="1" noProof="0" dirty="0">
                <a:solidFill>
                  <a:srgbClr val="1E1E1E"/>
                </a:solidFill>
              </a:rPr>
              <a:t>.</a:t>
            </a:r>
            <a:r>
              <a:rPr lang="en-US" sz="1000" b="1" noProof="0" dirty="0" err="1">
                <a:solidFill>
                  <a:srgbClr val="1E1E1E"/>
                </a:solidFill>
              </a:rPr>
              <a:t>sql</a:t>
            </a:r>
            <a:r>
              <a:rPr lang="en-US" sz="1000" b="1" noProof="0" dirty="0">
                <a:solidFill>
                  <a:srgbClr val="1E1E1E"/>
                </a:solidFill>
              </a:rPr>
              <a:t> files</a:t>
            </a:r>
          </a:p>
        </p:txBody>
      </p:sp>
      <p:sp>
        <p:nvSpPr>
          <p:cNvPr id="10" name="TextBox 9"/>
          <p:cNvSpPr txBox="1"/>
          <p:nvPr/>
        </p:nvSpPr>
        <p:spPr>
          <a:xfrm>
            <a:off x="5218863" y="3241538"/>
            <a:ext cx="1090000" cy="215444"/>
          </a:xfrm>
          <a:prstGeom prst="rect">
            <a:avLst/>
          </a:prstGeom>
          <a:noFill/>
        </p:spPr>
        <p:txBody>
          <a:bodyPr wrap="square">
            <a:spAutoFit/>
          </a:bodyPr>
          <a:lstStyle/>
          <a:p>
            <a:pPr algn="ctr"/>
            <a:r>
              <a:rPr lang="en-US" sz="800" b="1" noProof="0" dirty="0">
                <a:solidFill>
                  <a:srgbClr val="2A446F"/>
                </a:solidFill>
              </a:rPr>
              <a:t>Declare</a:t>
            </a:r>
          </a:p>
        </p:txBody>
      </p:sp>
      <p:sp>
        <p:nvSpPr>
          <p:cNvPr id="11" name="Rectangle 10">
            <a:extLst>
              <a:ext uri="{C183D7F6-B498-43B3-948B-1728B52AA6E4}">
                <adec:decorative xmlns:adec="http://schemas.microsoft.com/office/drawing/2017/decorative" val="1"/>
              </a:ext>
            </a:extLst>
          </p:cNvPr>
          <p:cNvSpPr/>
          <p:nvPr/>
        </p:nvSpPr>
        <p:spPr>
          <a:xfrm>
            <a:off x="5268863" y="3441538"/>
            <a:ext cx="990000" cy="12000"/>
          </a:xfrm>
          <a:prstGeom prst="rect">
            <a:avLst/>
          </a:prstGeom>
          <a:solidFill>
            <a:srgbClr val="DDDDD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2" name="Oval 11">
            <a:extLst>
              <a:ext uri="{C183D7F6-B498-43B3-948B-1728B52AA6E4}">
                <adec:decorative xmlns:adec="http://schemas.microsoft.com/office/drawing/2017/decorative" val="1"/>
              </a:ext>
            </a:extLst>
          </p:cNvPr>
          <p:cNvSpPr/>
          <p:nvPr/>
        </p:nvSpPr>
        <p:spPr>
          <a:xfrm>
            <a:off x="5248863" y="354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3" name="TextBox 12"/>
          <p:cNvSpPr txBox="1"/>
          <p:nvPr/>
        </p:nvSpPr>
        <p:spPr>
          <a:xfrm>
            <a:off x="5318863" y="3519538"/>
            <a:ext cx="990000" cy="140000"/>
          </a:xfrm>
          <a:prstGeom prst="rect">
            <a:avLst/>
          </a:prstGeom>
          <a:noFill/>
        </p:spPr>
        <p:txBody>
          <a:bodyPr wrap="square">
            <a:spAutoFit/>
          </a:bodyPr>
          <a:lstStyle/>
          <a:p>
            <a:pPr algn="l"/>
            <a:r>
              <a:rPr lang="en-US" sz="700" b="0" noProof="0" dirty="0">
                <a:solidFill>
                  <a:srgbClr val="666666"/>
                </a:solidFill>
              </a:rPr>
              <a:t>One file per object</a:t>
            </a:r>
          </a:p>
        </p:txBody>
      </p:sp>
      <p:sp>
        <p:nvSpPr>
          <p:cNvPr id="14" name="Oval 13">
            <a:extLst>
              <a:ext uri="{C183D7F6-B498-43B3-948B-1728B52AA6E4}">
                <adec:decorative xmlns:adec="http://schemas.microsoft.com/office/drawing/2017/decorative" val="1"/>
              </a:ext>
            </a:extLst>
          </p:cNvPr>
          <p:cNvSpPr/>
          <p:nvPr/>
        </p:nvSpPr>
        <p:spPr>
          <a:xfrm>
            <a:off x="5248863" y="370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5" name="TextBox 14"/>
          <p:cNvSpPr txBox="1"/>
          <p:nvPr/>
        </p:nvSpPr>
        <p:spPr>
          <a:xfrm>
            <a:off x="5318863" y="3679538"/>
            <a:ext cx="990000" cy="140000"/>
          </a:xfrm>
          <a:prstGeom prst="rect">
            <a:avLst/>
          </a:prstGeom>
          <a:noFill/>
        </p:spPr>
        <p:txBody>
          <a:bodyPr wrap="square">
            <a:spAutoFit/>
          </a:bodyPr>
          <a:lstStyle/>
          <a:p>
            <a:pPr algn="l"/>
            <a:r>
              <a:rPr lang="en-US" sz="700" b="0" noProof="0" dirty="0">
                <a:solidFill>
                  <a:srgbClr val="666666"/>
                </a:solidFill>
              </a:rPr>
              <a:t>Schema-qualified</a:t>
            </a:r>
          </a:p>
        </p:txBody>
      </p:sp>
      <p:sp>
        <p:nvSpPr>
          <p:cNvPr id="16" name="Right Arrow 15">
            <a:extLst>
              <a:ext uri="{C183D7F6-B498-43B3-948B-1728B52AA6E4}">
                <adec:decorative xmlns:adec="http://schemas.microsoft.com/office/drawing/2017/decorative" val="1"/>
              </a:ext>
            </a:extLst>
          </p:cNvPr>
          <p:cNvSpPr/>
          <p:nvPr/>
        </p:nvSpPr>
        <p:spPr>
          <a:xfrm>
            <a:off x="6368863" y="3257538"/>
            <a:ext cx="164000" cy="150000"/>
          </a:xfrm>
          <a:prstGeom prst="rightArrow">
            <a:avLst/>
          </a:prstGeom>
          <a:solidFill>
            <a:srgbClr val="BBBBB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7" name="Rounded Rectangle 16">
            <a:extLst>
              <a:ext uri="{C183D7F6-B498-43B3-948B-1728B52AA6E4}">
                <adec:decorative xmlns:adec="http://schemas.microsoft.com/office/drawing/2017/decorative" val="1"/>
              </a:ext>
            </a:extLst>
          </p:cNvPr>
          <p:cNvSpPr/>
          <p:nvPr/>
        </p:nvSpPr>
        <p:spPr>
          <a:xfrm>
            <a:off x="6568863" y="2541538"/>
            <a:ext cx="1150000" cy="1536892"/>
          </a:xfrm>
          <a:prstGeom prst="roundRect">
            <a:avLst>
              <a:gd name="adj" fmla="val 6000"/>
            </a:avLst>
          </a:prstGeom>
          <a:solidFill>
            <a:srgbClr val="E8F4FD"/>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8" name="Rectangle 17">
            <a:extLst>
              <a:ext uri="{C183D7F6-B498-43B3-948B-1728B52AA6E4}">
                <adec:decorative xmlns:adec="http://schemas.microsoft.com/office/drawing/2017/decorative" val="1"/>
              </a:ext>
            </a:extLst>
          </p:cNvPr>
          <p:cNvSpPr/>
          <p:nvPr/>
        </p:nvSpPr>
        <p:spPr>
          <a:xfrm>
            <a:off x="6568863" y="2541538"/>
            <a:ext cx="1150000" cy="8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9" name="Oval 18">
            <a:extLst>
              <a:ext uri="{C183D7F6-B498-43B3-948B-1728B52AA6E4}">
                <adec:decorative xmlns:adec="http://schemas.microsoft.com/office/drawing/2017/decorative" val="1"/>
              </a:ext>
            </a:extLst>
          </p:cNvPr>
          <p:cNvSpPr/>
          <p:nvPr/>
        </p:nvSpPr>
        <p:spPr>
          <a:xfrm>
            <a:off x="6993863" y="2691538"/>
            <a:ext cx="300000" cy="30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TextBox 19"/>
          <p:cNvSpPr txBox="1"/>
          <p:nvPr/>
        </p:nvSpPr>
        <p:spPr>
          <a:xfrm>
            <a:off x="6993863" y="2680353"/>
            <a:ext cx="300000" cy="200000"/>
          </a:xfrm>
          <a:prstGeom prst="rect">
            <a:avLst/>
          </a:prstGeom>
          <a:noFill/>
        </p:spPr>
        <p:txBody>
          <a:bodyPr wrap="square">
            <a:spAutoFit/>
          </a:bodyPr>
          <a:lstStyle/>
          <a:p>
            <a:pPr algn="ctr"/>
            <a:r>
              <a:rPr lang="en-US" sz="1400" b="1" noProof="0" dirty="0">
                <a:solidFill>
                  <a:srgbClr val="FFFFFF"/>
                </a:solidFill>
              </a:rPr>
              <a:t>2</a:t>
            </a:r>
          </a:p>
        </p:txBody>
      </p:sp>
      <p:sp>
        <p:nvSpPr>
          <p:cNvPr id="21" name="TextBox 20"/>
          <p:cNvSpPr txBox="1"/>
          <p:nvPr/>
        </p:nvSpPr>
        <p:spPr>
          <a:xfrm>
            <a:off x="6598863" y="3061538"/>
            <a:ext cx="1090000" cy="200000"/>
          </a:xfrm>
          <a:prstGeom prst="rect">
            <a:avLst/>
          </a:prstGeom>
          <a:noFill/>
        </p:spPr>
        <p:txBody>
          <a:bodyPr wrap="square">
            <a:spAutoFit/>
          </a:bodyPr>
          <a:lstStyle/>
          <a:p>
            <a:pPr algn="ctr"/>
            <a:r>
              <a:rPr lang="en-US" sz="1000" b="1" noProof="0" dirty="0">
                <a:solidFill>
                  <a:srgbClr val="1E1E1E"/>
                </a:solidFill>
              </a:rPr>
              <a:t>dotnet build</a:t>
            </a:r>
          </a:p>
        </p:txBody>
      </p:sp>
      <p:sp>
        <p:nvSpPr>
          <p:cNvPr id="22" name="TextBox 21"/>
          <p:cNvSpPr txBox="1"/>
          <p:nvPr/>
        </p:nvSpPr>
        <p:spPr>
          <a:xfrm>
            <a:off x="6598863" y="3241538"/>
            <a:ext cx="1090000" cy="215444"/>
          </a:xfrm>
          <a:prstGeom prst="rect">
            <a:avLst/>
          </a:prstGeom>
          <a:noFill/>
        </p:spPr>
        <p:txBody>
          <a:bodyPr wrap="square">
            <a:spAutoFit/>
          </a:bodyPr>
          <a:lstStyle/>
          <a:p>
            <a:pPr algn="ctr"/>
            <a:r>
              <a:rPr lang="en-US" sz="800" b="1" noProof="0" dirty="0">
                <a:solidFill>
                  <a:srgbClr val="C00000"/>
                </a:solidFill>
              </a:rPr>
              <a:t>Validate</a:t>
            </a:r>
          </a:p>
        </p:txBody>
      </p:sp>
      <p:sp>
        <p:nvSpPr>
          <p:cNvPr id="23" name="Rectangle 22">
            <a:extLst>
              <a:ext uri="{C183D7F6-B498-43B3-948B-1728B52AA6E4}">
                <adec:decorative xmlns:adec="http://schemas.microsoft.com/office/drawing/2017/decorative" val="1"/>
              </a:ext>
            </a:extLst>
          </p:cNvPr>
          <p:cNvSpPr/>
          <p:nvPr/>
        </p:nvSpPr>
        <p:spPr>
          <a:xfrm>
            <a:off x="6648863" y="3441538"/>
            <a:ext cx="990000" cy="12000"/>
          </a:xfrm>
          <a:prstGeom prst="rect">
            <a:avLst/>
          </a:prstGeom>
          <a:solidFill>
            <a:srgbClr val="DDDDD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4" name="Oval 23">
            <a:extLst>
              <a:ext uri="{C183D7F6-B498-43B3-948B-1728B52AA6E4}">
                <adec:decorative xmlns:adec="http://schemas.microsoft.com/office/drawing/2017/decorative" val="1"/>
              </a:ext>
            </a:extLst>
          </p:cNvPr>
          <p:cNvSpPr/>
          <p:nvPr/>
        </p:nvSpPr>
        <p:spPr>
          <a:xfrm>
            <a:off x="6628863" y="354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5" name="TextBox 24"/>
          <p:cNvSpPr txBox="1"/>
          <p:nvPr/>
        </p:nvSpPr>
        <p:spPr>
          <a:xfrm>
            <a:off x="6698863" y="3519538"/>
            <a:ext cx="990000" cy="140000"/>
          </a:xfrm>
          <a:prstGeom prst="rect">
            <a:avLst/>
          </a:prstGeom>
          <a:noFill/>
        </p:spPr>
        <p:txBody>
          <a:bodyPr wrap="square">
            <a:spAutoFit/>
          </a:bodyPr>
          <a:lstStyle/>
          <a:p>
            <a:pPr algn="l"/>
            <a:r>
              <a:rPr lang="en-US" sz="700" b="0" noProof="0" dirty="0">
                <a:solidFill>
                  <a:srgbClr val="666666"/>
                </a:solidFill>
              </a:rPr>
              <a:t>Syntax check</a:t>
            </a:r>
          </a:p>
        </p:txBody>
      </p:sp>
      <p:sp>
        <p:nvSpPr>
          <p:cNvPr id="26" name="Oval 25">
            <a:extLst>
              <a:ext uri="{C183D7F6-B498-43B3-948B-1728B52AA6E4}">
                <adec:decorative xmlns:adec="http://schemas.microsoft.com/office/drawing/2017/decorative" val="1"/>
              </a:ext>
            </a:extLst>
          </p:cNvPr>
          <p:cNvSpPr/>
          <p:nvPr/>
        </p:nvSpPr>
        <p:spPr>
          <a:xfrm>
            <a:off x="6628863" y="370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7" name="TextBox 26"/>
          <p:cNvSpPr txBox="1"/>
          <p:nvPr/>
        </p:nvSpPr>
        <p:spPr>
          <a:xfrm>
            <a:off x="6698863" y="3679538"/>
            <a:ext cx="990000" cy="140000"/>
          </a:xfrm>
          <a:prstGeom prst="rect">
            <a:avLst/>
          </a:prstGeom>
          <a:noFill/>
        </p:spPr>
        <p:txBody>
          <a:bodyPr wrap="square">
            <a:spAutoFit/>
          </a:bodyPr>
          <a:lstStyle/>
          <a:p>
            <a:pPr algn="l"/>
            <a:r>
              <a:rPr lang="en-US" sz="700" b="0" noProof="0" dirty="0">
                <a:solidFill>
                  <a:srgbClr val="666666"/>
                </a:solidFill>
              </a:rPr>
              <a:t>Ref validation</a:t>
            </a:r>
          </a:p>
        </p:txBody>
      </p:sp>
      <p:sp>
        <p:nvSpPr>
          <p:cNvPr id="28" name="Right Arrow 27">
            <a:extLst>
              <a:ext uri="{C183D7F6-B498-43B3-948B-1728B52AA6E4}">
                <adec:decorative xmlns:adec="http://schemas.microsoft.com/office/drawing/2017/decorative" val="1"/>
              </a:ext>
            </a:extLst>
          </p:cNvPr>
          <p:cNvSpPr/>
          <p:nvPr/>
        </p:nvSpPr>
        <p:spPr>
          <a:xfrm>
            <a:off x="7748863" y="3257538"/>
            <a:ext cx="164000" cy="150000"/>
          </a:xfrm>
          <a:prstGeom prst="rightArrow">
            <a:avLst/>
          </a:prstGeom>
          <a:solidFill>
            <a:srgbClr val="BBBBB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9" name="Rounded Rectangle 28">
            <a:extLst>
              <a:ext uri="{C183D7F6-B498-43B3-948B-1728B52AA6E4}">
                <adec:decorative xmlns:adec="http://schemas.microsoft.com/office/drawing/2017/decorative" val="1"/>
              </a:ext>
            </a:extLst>
          </p:cNvPr>
          <p:cNvSpPr/>
          <p:nvPr/>
        </p:nvSpPr>
        <p:spPr>
          <a:xfrm>
            <a:off x="7948863" y="2541538"/>
            <a:ext cx="1150000" cy="1536892"/>
          </a:xfrm>
          <a:prstGeom prst="roundRect">
            <a:avLst>
              <a:gd name="adj" fmla="val 6000"/>
            </a:avLst>
          </a:prstGeom>
          <a:solidFill>
            <a:srgbClr val="E8F4FD"/>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Rectangle 29">
            <a:extLst>
              <a:ext uri="{C183D7F6-B498-43B3-948B-1728B52AA6E4}">
                <adec:decorative xmlns:adec="http://schemas.microsoft.com/office/drawing/2017/decorative" val="1"/>
              </a:ext>
            </a:extLst>
          </p:cNvPr>
          <p:cNvSpPr/>
          <p:nvPr/>
        </p:nvSpPr>
        <p:spPr>
          <a:xfrm>
            <a:off x="7948863" y="2541538"/>
            <a:ext cx="1150000" cy="8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1" name="Oval 30">
            <a:extLst>
              <a:ext uri="{C183D7F6-B498-43B3-948B-1728B52AA6E4}">
                <adec:decorative xmlns:adec="http://schemas.microsoft.com/office/drawing/2017/decorative" val="1"/>
              </a:ext>
            </a:extLst>
          </p:cNvPr>
          <p:cNvSpPr/>
          <p:nvPr/>
        </p:nvSpPr>
        <p:spPr>
          <a:xfrm>
            <a:off x="8373863" y="2691538"/>
            <a:ext cx="300000" cy="30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2" name="TextBox 31"/>
          <p:cNvSpPr txBox="1"/>
          <p:nvPr/>
        </p:nvSpPr>
        <p:spPr>
          <a:xfrm>
            <a:off x="8373863" y="2680353"/>
            <a:ext cx="300000" cy="200000"/>
          </a:xfrm>
          <a:prstGeom prst="rect">
            <a:avLst/>
          </a:prstGeom>
          <a:noFill/>
        </p:spPr>
        <p:txBody>
          <a:bodyPr wrap="square">
            <a:spAutoFit/>
          </a:bodyPr>
          <a:lstStyle/>
          <a:p>
            <a:pPr algn="ctr"/>
            <a:r>
              <a:rPr lang="en-US" sz="1400" b="1" noProof="0" dirty="0">
                <a:solidFill>
                  <a:srgbClr val="FFFFFF"/>
                </a:solidFill>
              </a:rPr>
              <a:t>3</a:t>
            </a:r>
          </a:p>
        </p:txBody>
      </p:sp>
      <p:sp>
        <p:nvSpPr>
          <p:cNvPr id="33" name="TextBox 32"/>
          <p:cNvSpPr txBox="1"/>
          <p:nvPr/>
        </p:nvSpPr>
        <p:spPr>
          <a:xfrm>
            <a:off x="7978863" y="3061538"/>
            <a:ext cx="1090000" cy="200000"/>
          </a:xfrm>
          <a:prstGeom prst="rect">
            <a:avLst/>
          </a:prstGeom>
          <a:noFill/>
        </p:spPr>
        <p:txBody>
          <a:bodyPr wrap="square">
            <a:spAutoFit/>
          </a:bodyPr>
          <a:lstStyle/>
          <a:p>
            <a:pPr algn="ctr"/>
            <a:r>
              <a:rPr lang="en-US" sz="1000" b="1" noProof="0" dirty="0">
                <a:solidFill>
                  <a:srgbClr val="1E1E1E"/>
                </a:solidFill>
              </a:rPr>
              <a:t>.</a:t>
            </a:r>
            <a:r>
              <a:rPr lang="en-US" sz="1000" b="1" noProof="0" dirty="0" err="1">
                <a:solidFill>
                  <a:srgbClr val="1E1E1E"/>
                </a:solidFill>
              </a:rPr>
              <a:t>dacpac</a:t>
            </a:r>
            <a:endParaRPr lang="en-US" sz="1000" b="1" noProof="0" dirty="0">
              <a:solidFill>
                <a:srgbClr val="1E1E1E"/>
              </a:solidFill>
            </a:endParaRPr>
          </a:p>
        </p:txBody>
      </p:sp>
      <p:sp>
        <p:nvSpPr>
          <p:cNvPr id="34" name="TextBox 33"/>
          <p:cNvSpPr txBox="1"/>
          <p:nvPr/>
        </p:nvSpPr>
        <p:spPr>
          <a:xfrm>
            <a:off x="7978863" y="3241538"/>
            <a:ext cx="1090000" cy="215444"/>
          </a:xfrm>
          <a:prstGeom prst="rect">
            <a:avLst/>
          </a:prstGeom>
          <a:noFill/>
        </p:spPr>
        <p:txBody>
          <a:bodyPr wrap="square">
            <a:spAutoFit/>
          </a:bodyPr>
          <a:lstStyle/>
          <a:p>
            <a:pPr algn="ctr"/>
            <a:r>
              <a:rPr lang="en-US" sz="800" b="1" noProof="0" dirty="0">
                <a:solidFill>
                  <a:srgbClr val="07641D"/>
                </a:solidFill>
              </a:rPr>
              <a:t>Artifact</a:t>
            </a:r>
          </a:p>
        </p:txBody>
      </p:sp>
      <p:sp>
        <p:nvSpPr>
          <p:cNvPr id="35" name="Rectangle 34">
            <a:extLst>
              <a:ext uri="{C183D7F6-B498-43B3-948B-1728B52AA6E4}">
                <adec:decorative xmlns:adec="http://schemas.microsoft.com/office/drawing/2017/decorative" val="1"/>
              </a:ext>
            </a:extLst>
          </p:cNvPr>
          <p:cNvSpPr/>
          <p:nvPr/>
        </p:nvSpPr>
        <p:spPr>
          <a:xfrm>
            <a:off x="8028863" y="3441538"/>
            <a:ext cx="990000" cy="12000"/>
          </a:xfrm>
          <a:prstGeom prst="rect">
            <a:avLst/>
          </a:prstGeom>
          <a:solidFill>
            <a:srgbClr val="DDDDD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6" name="Oval 35">
            <a:extLst>
              <a:ext uri="{C183D7F6-B498-43B3-948B-1728B52AA6E4}">
                <adec:decorative xmlns:adec="http://schemas.microsoft.com/office/drawing/2017/decorative" val="1"/>
              </a:ext>
            </a:extLst>
          </p:cNvPr>
          <p:cNvSpPr/>
          <p:nvPr/>
        </p:nvSpPr>
        <p:spPr>
          <a:xfrm>
            <a:off x="8008863" y="354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7" name="TextBox 36"/>
          <p:cNvSpPr txBox="1"/>
          <p:nvPr/>
        </p:nvSpPr>
        <p:spPr>
          <a:xfrm>
            <a:off x="8078863" y="3519538"/>
            <a:ext cx="990000" cy="140000"/>
          </a:xfrm>
          <a:prstGeom prst="rect">
            <a:avLst/>
          </a:prstGeom>
          <a:noFill/>
        </p:spPr>
        <p:txBody>
          <a:bodyPr wrap="square">
            <a:spAutoFit/>
          </a:bodyPr>
          <a:lstStyle/>
          <a:p>
            <a:pPr algn="l"/>
            <a:r>
              <a:rPr lang="en-US" sz="700" b="0" noProof="0" dirty="0">
                <a:solidFill>
                  <a:srgbClr val="666666"/>
                </a:solidFill>
              </a:rPr>
              <a:t>Compiled model</a:t>
            </a:r>
          </a:p>
        </p:txBody>
      </p:sp>
      <p:sp>
        <p:nvSpPr>
          <p:cNvPr id="38" name="Oval 37">
            <a:extLst>
              <a:ext uri="{C183D7F6-B498-43B3-948B-1728B52AA6E4}">
                <adec:decorative xmlns:adec="http://schemas.microsoft.com/office/drawing/2017/decorative" val="1"/>
              </a:ext>
            </a:extLst>
          </p:cNvPr>
          <p:cNvSpPr/>
          <p:nvPr/>
        </p:nvSpPr>
        <p:spPr>
          <a:xfrm>
            <a:off x="8008863" y="370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9" name="TextBox 38"/>
          <p:cNvSpPr txBox="1"/>
          <p:nvPr/>
        </p:nvSpPr>
        <p:spPr>
          <a:xfrm>
            <a:off x="8078863" y="3679538"/>
            <a:ext cx="990000" cy="140000"/>
          </a:xfrm>
          <a:prstGeom prst="rect">
            <a:avLst/>
          </a:prstGeom>
          <a:noFill/>
        </p:spPr>
        <p:txBody>
          <a:bodyPr wrap="square">
            <a:spAutoFit/>
          </a:bodyPr>
          <a:lstStyle/>
          <a:p>
            <a:pPr algn="l"/>
            <a:r>
              <a:rPr lang="en-US" sz="700" b="0" noProof="0" dirty="0">
                <a:solidFill>
                  <a:srgbClr val="666666"/>
                </a:solidFill>
              </a:rPr>
              <a:t>Portable package</a:t>
            </a:r>
          </a:p>
        </p:txBody>
      </p:sp>
      <p:sp>
        <p:nvSpPr>
          <p:cNvPr id="40" name="Right Arrow 39">
            <a:extLst>
              <a:ext uri="{C183D7F6-B498-43B3-948B-1728B52AA6E4}">
                <adec:decorative xmlns:adec="http://schemas.microsoft.com/office/drawing/2017/decorative" val="1"/>
              </a:ext>
            </a:extLst>
          </p:cNvPr>
          <p:cNvSpPr/>
          <p:nvPr/>
        </p:nvSpPr>
        <p:spPr>
          <a:xfrm>
            <a:off x="9128863" y="3257538"/>
            <a:ext cx="164000" cy="150000"/>
          </a:xfrm>
          <a:prstGeom prst="rightArrow">
            <a:avLst/>
          </a:prstGeom>
          <a:solidFill>
            <a:srgbClr val="BBBBB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1" name="Rounded Rectangle 40">
            <a:extLst>
              <a:ext uri="{C183D7F6-B498-43B3-948B-1728B52AA6E4}">
                <adec:decorative xmlns:adec="http://schemas.microsoft.com/office/drawing/2017/decorative" val="1"/>
              </a:ext>
            </a:extLst>
          </p:cNvPr>
          <p:cNvSpPr/>
          <p:nvPr/>
        </p:nvSpPr>
        <p:spPr>
          <a:xfrm>
            <a:off x="9328863" y="2541538"/>
            <a:ext cx="1150000" cy="1536892"/>
          </a:xfrm>
          <a:prstGeom prst="roundRect">
            <a:avLst>
              <a:gd name="adj" fmla="val 6000"/>
            </a:avLst>
          </a:prstGeom>
          <a:solidFill>
            <a:srgbClr val="E8F4FD"/>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2" name="Rectangle 41">
            <a:extLst>
              <a:ext uri="{C183D7F6-B498-43B3-948B-1728B52AA6E4}">
                <adec:decorative xmlns:adec="http://schemas.microsoft.com/office/drawing/2017/decorative" val="1"/>
              </a:ext>
            </a:extLst>
          </p:cNvPr>
          <p:cNvSpPr/>
          <p:nvPr/>
        </p:nvSpPr>
        <p:spPr>
          <a:xfrm>
            <a:off x="9328863" y="2541538"/>
            <a:ext cx="1150000" cy="8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3" name="Oval 42">
            <a:extLst>
              <a:ext uri="{C183D7F6-B498-43B3-948B-1728B52AA6E4}">
                <adec:decorative xmlns:adec="http://schemas.microsoft.com/office/drawing/2017/decorative" val="1"/>
              </a:ext>
            </a:extLst>
          </p:cNvPr>
          <p:cNvSpPr/>
          <p:nvPr/>
        </p:nvSpPr>
        <p:spPr>
          <a:xfrm>
            <a:off x="9753863" y="2691538"/>
            <a:ext cx="300000" cy="30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4" name="TextBox 43"/>
          <p:cNvSpPr txBox="1"/>
          <p:nvPr/>
        </p:nvSpPr>
        <p:spPr>
          <a:xfrm>
            <a:off x="9753863" y="2680353"/>
            <a:ext cx="300000" cy="200000"/>
          </a:xfrm>
          <a:prstGeom prst="rect">
            <a:avLst/>
          </a:prstGeom>
          <a:noFill/>
        </p:spPr>
        <p:txBody>
          <a:bodyPr wrap="square">
            <a:spAutoFit/>
          </a:bodyPr>
          <a:lstStyle/>
          <a:p>
            <a:pPr algn="ctr"/>
            <a:r>
              <a:rPr lang="en-US" sz="1400" b="1" noProof="0" dirty="0">
                <a:solidFill>
                  <a:srgbClr val="FFFFFF"/>
                </a:solidFill>
              </a:rPr>
              <a:t>4</a:t>
            </a:r>
          </a:p>
        </p:txBody>
      </p:sp>
      <p:sp>
        <p:nvSpPr>
          <p:cNvPr id="45" name="TextBox 44"/>
          <p:cNvSpPr txBox="1"/>
          <p:nvPr/>
        </p:nvSpPr>
        <p:spPr>
          <a:xfrm>
            <a:off x="9358863" y="3061538"/>
            <a:ext cx="1090000" cy="200000"/>
          </a:xfrm>
          <a:prstGeom prst="rect">
            <a:avLst/>
          </a:prstGeom>
          <a:noFill/>
        </p:spPr>
        <p:txBody>
          <a:bodyPr wrap="square">
            <a:spAutoFit/>
          </a:bodyPr>
          <a:lstStyle/>
          <a:p>
            <a:pPr algn="ctr"/>
            <a:r>
              <a:rPr lang="en-US" sz="1000" b="1" noProof="0" dirty="0" err="1">
                <a:solidFill>
                  <a:srgbClr val="1E1E1E"/>
                </a:solidFill>
              </a:rPr>
              <a:t>SqlPackage</a:t>
            </a:r>
            <a:endParaRPr lang="en-US" sz="1000" b="1" noProof="0" dirty="0">
              <a:solidFill>
                <a:srgbClr val="1E1E1E"/>
              </a:solidFill>
            </a:endParaRPr>
          </a:p>
        </p:txBody>
      </p:sp>
      <p:sp>
        <p:nvSpPr>
          <p:cNvPr id="46" name="TextBox 45"/>
          <p:cNvSpPr txBox="1"/>
          <p:nvPr/>
        </p:nvSpPr>
        <p:spPr>
          <a:xfrm>
            <a:off x="9358863" y="3241538"/>
            <a:ext cx="1090000" cy="215444"/>
          </a:xfrm>
          <a:prstGeom prst="rect">
            <a:avLst/>
          </a:prstGeom>
          <a:noFill/>
        </p:spPr>
        <p:txBody>
          <a:bodyPr wrap="square">
            <a:spAutoFit/>
          </a:bodyPr>
          <a:lstStyle/>
          <a:p>
            <a:pPr algn="ctr"/>
            <a:r>
              <a:rPr lang="en-US" sz="800" b="1" noProof="0" dirty="0">
                <a:solidFill>
                  <a:srgbClr val="463668"/>
                </a:solidFill>
              </a:rPr>
              <a:t>Diff &amp; Deploy</a:t>
            </a:r>
          </a:p>
        </p:txBody>
      </p:sp>
      <p:sp>
        <p:nvSpPr>
          <p:cNvPr id="47" name="Rectangle 46">
            <a:extLst>
              <a:ext uri="{C183D7F6-B498-43B3-948B-1728B52AA6E4}">
                <adec:decorative xmlns:adec="http://schemas.microsoft.com/office/drawing/2017/decorative" val="1"/>
              </a:ext>
            </a:extLst>
          </p:cNvPr>
          <p:cNvSpPr/>
          <p:nvPr/>
        </p:nvSpPr>
        <p:spPr>
          <a:xfrm>
            <a:off x="9408863" y="3441538"/>
            <a:ext cx="990000" cy="12000"/>
          </a:xfrm>
          <a:prstGeom prst="rect">
            <a:avLst/>
          </a:prstGeom>
          <a:solidFill>
            <a:srgbClr val="DDDDD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8" name="Oval 47">
            <a:extLst>
              <a:ext uri="{C183D7F6-B498-43B3-948B-1728B52AA6E4}">
                <adec:decorative xmlns:adec="http://schemas.microsoft.com/office/drawing/2017/decorative" val="1"/>
              </a:ext>
            </a:extLst>
          </p:cNvPr>
          <p:cNvSpPr/>
          <p:nvPr/>
        </p:nvSpPr>
        <p:spPr>
          <a:xfrm>
            <a:off x="9388863" y="354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9" name="TextBox 48"/>
          <p:cNvSpPr txBox="1"/>
          <p:nvPr/>
        </p:nvSpPr>
        <p:spPr>
          <a:xfrm>
            <a:off x="9458863" y="3519538"/>
            <a:ext cx="990000" cy="140000"/>
          </a:xfrm>
          <a:prstGeom prst="rect">
            <a:avLst/>
          </a:prstGeom>
          <a:noFill/>
        </p:spPr>
        <p:txBody>
          <a:bodyPr wrap="square">
            <a:spAutoFit/>
          </a:bodyPr>
          <a:lstStyle/>
          <a:p>
            <a:pPr algn="l"/>
            <a:r>
              <a:rPr lang="en-US" sz="700" b="0" noProof="0" dirty="0">
                <a:solidFill>
                  <a:srgbClr val="666666"/>
                </a:solidFill>
              </a:rPr>
              <a:t>Calculate diff</a:t>
            </a:r>
          </a:p>
        </p:txBody>
      </p:sp>
      <p:sp>
        <p:nvSpPr>
          <p:cNvPr id="50" name="Oval 49">
            <a:extLst>
              <a:ext uri="{C183D7F6-B498-43B3-948B-1728B52AA6E4}">
                <adec:decorative xmlns:adec="http://schemas.microsoft.com/office/drawing/2017/decorative" val="1"/>
              </a:ext>
            </a:extLst>
          </p:cNvPr>
          <p:cNvSpPr/>
          <p:nvPr/>
        </p:nvSpPr>
        <p:spPr>
          <a:xfrm>
            <a:off x="9388863" y="370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1" name="TextBox 50"/>
          <p:cNvSpPr txBox="1"/>
          <p:nvPr/>
        </p:nvSpPr>
        <p:spPr>
          <a:xfrm>
            <a:off x="9458863" y="3679538"/>
            <a:ext cx="990000" cy="140000"/>
          </a:xfrm>
          <a:prstGeom prst="rect">
            <a:avLst/>
          </a:prstGeom>
          <a:noFill/>
        </p:spPr>
        <p:txBody>
          <a:bodyPr wrap="square">
            <a:spAutoFit/>
          </a:bodyPr>
          <a:lstStyle/>
          <a:p>
            <a:pPr algn="l"/>
            <a:r>
              <a:rPr lang="en-US" sz="700" b="0" noProof="0" dirty="0">
                <a:solidFill>
                  <a:srgbClr val="666666"/>
                </a:solidFill>
              </a:rPr>
              <a:t>ALTER/CREATE only</a:t>
            </a:r>
          </a:p>
        </p:txBody>
      </p:sp>
      <p:sp>
        <p:nvSpPr>
          <p:cNvPr id="52" name="Right Arrow 51">
            <a:extLst>
              <a:ext uri="{C183D7F6-B498-43B3-948B-1728B52AA6E4}">
                <adec:decorative xmlns:adec="http://schemas.microsoft.com/office/drawing/2017/decorative" val="1"/>
              </a:ext>
            </a:extLst>
          </p:cNvPr>
          <p:cNvSpPr/>
          <p:nvPr/>
        </p:nvSpPr>
        <p:spPr>
          <a:xfrm>
            <a:off x="10508863" y="3257538"/>
            <a:ext cx="164000" cy="150000"/>
          </a:xfrm>
          <a:prstGeom prst="rightArrow">
            <a:avLst/>
          </a:prstGeom>
          <a:solidFill>
            <a:srgbClr val="BBBBB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3" name="Rounded Rectangle 52">
            <a:extLst>
              <a:ext uri="{C183D7F6-B498-43B3-948B-1728B52AA6E4}">
                <adec:decorative xmlns:adec="http://schemas.microsoft.com/office/drawing/2017/decorative" val="1"/>
              </a:ext>
            </a:extLst>
          </p:cNvPr>
          <p:cNvSpPr/>
          <p:nvPr/>
        </p:nvSpPr>
        <p:spPr>
          <a:xfrm>
            <a:off x="10708863" y="2541538"/>
            <a:ext cx="1150000" cy="1536892"/>
          </a:xfrm>
          <a:prstGeom prst="roundRect">
            <a:avLst>
              <a:gd name="adj" fmla="val 6000"/>
            </a:avLst>
          </a:prstGeom>
          <a:solidFill>
            <a:srgbClr val="E8F4FD"/>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4" name="Rectangle 53">
            <a:extLst>
              <a:ext uri="{C183D7F6-B498-43B3-948B-1728B52AA6E4}">
                <adec:decorative xmlns:adec="http://schemas.microsoft.com/office/drawing/2017/decorative" val="1"/>
              </a:ext>
            </a:extLst>
          </p:cNvPr>
          <p:cNvSpPr/>
          <p:nvPr/>
        </p:nvSpPr>
        <p:spPr>
          <a:xfrm>
            <a:off x="10708863" y="2541538"/>
            <a:ext cx="1150000" cy="8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5" name="Oval 54">
            <a:extLst>
              <a:ext uri="{C183D7F6-B498-43B3-948B-1728B52AA6E4}">
                <adec:decorative xmlns:adec="http://schemas.microsoft.com/office/drawing/2017/decorative" val="1"/>
              </a:ext>
            </a:extLst>
          </p:cNvPr>
          <p:cNvSpPr/>
          <p:nvPr/>
        </p:nvSpPr>
        <p:spPr>
          <a:xfrm>
            <a:off x="11133863" y="2691538"/>
            <a:ext cx="300000" cy="30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6" name="TextBox 55"/>
          <p:cNvSpPr txBox="1"/>
          <p:nvPr/>
        </p:nvSpPr>
        <p:spPr>
          <a:xfrm>
            <a:off x="11133863" y="2680353"/>
            <a:ext cx="300000" cy="200000"/>
          </a:xfrm>
          <a:prstGeom prst="rect">
            <a:avLst/>
          </a:prstGeom>
          <a:noFill/>
        </p:spPr>
        <p:txBody>
          <a:bodyPr wrap="square">
            <a:spAutoFit/>
          </a:bodyPr>
          <a:lstStyle/>
          <a:p>
            <a:pPr algn="ctr"/>
            <a:r>
              <a:rPr lang="en-US" sz="1400" b="1" noProof="0" dirty="0">
                <a:solidFill>
                  <a:srgbClr val="FFFFFF"/>
                </a:solidFill>
              </a:rPr>
              <a:t>5</a:t>
            </a:r>
          </a:p>
        </p:txBody>
      </p:sp>
      <p:sp>
        <p:nvSpPr>
          <p:cNvPr id="57" name="TextBox 56"/>
          <p:cNvSpPr txBox="1"/>
          <p:nvPr/>
        </p:nvSpPr>
        <p:spPr>
          <a:xfrm>
            <a:off x="10738863" y="3061538"/>
            <a:ext cx="1090000" cy="200000"/>
          </a:xfrm>
          <a:prstGeom prst="rect">
            <a:avLst/>
          </a:prstGeom>
          <a:noFill/>
        </p:spPr>
        <p:txBody>
          <a:bodyPr wrap="square">
            <a:spAutoFit/>
          </a:bodyPr>
          <a:lstStyle/>
          <a:p>
            <a:pPr algn="ctr"/>
            <a:r>
              <a:rPr lang="en-US" sz="1000" b="1" noProof="0" dirty="0">
                <a:solidFill>
                  <a:srgbClr val="1E1E1E"/>
                </a:solidFill>
              </a:rPr>
              <a:t>Database</a:t>
            </a:r>
          </a:p>
        </p:txBody>
      </p:sp>
      <p:sp>
        <p:nvSpPr>
          <p:cNvPr id="58" name="TextBox 57"/>
          <p:cNvSpPr txBox="1"/>
          <p:nvPr/>
        </p:nvSpPr>
        <p:spPr>
          <a:xfrm>
            <a:off x="10738863" y="3241538"/>
            <a:ext cx="1090000" cy="215444"/>
          </a:xfrm>
          <a:prstGeom prst="rect">
            <a:avLst/>
          </a:prstGeom>
          <a:noFill/>
          <a:ln>
            <a:noFill/>
          </a:ln>
        </p:spPr>
        <p:txBody>
          <a:bodyPr wrap="square">
            <a:spAutoFit/>
          </a:bodyPr>
          <a:lstStyle/>
          <a:p>
            <a:pPr algn="ctr"/>
            <a:r>
              <a:rPr lang="en-US" sz="800" b="1" noProof="0" dirty="0">
                <a:solidFill>
                  <a:srgbClr val="225B62"/>
                </a:solidFill>
              </a:rPr>
              <a:t>Updated</a:t>
            </a:r>
          </a:p>
        </p:txBody>
      </p:sp>
      <p:sp>
        <p:nvSpPr>
          <p:cNvPr id="59" name="Rectangle 58">
            <a:extLst>
              <a:ext uri="{C183D7F6-B498-43B3-948B-1728B52AA6E4}">
                <adec:decorative xmlns:adec="http://schemas.microsoft.com/office/drawing/2017/decorative" val="1"/>
              </a:ext>
            </a:extLst>
          </p:cNvPr>
          <p:cNvSpPr/>
          <p:nvPr/>
        </p:nvSpPr>
        <p:spPr>
          <a:xfrm>
            <a:off x="10788863" y="3441538"/>
            <a:ext cx="990000" cy="12000"/>
          </a:xfrm>
          <a:prstGeom prst="rect">
            <a:avLst/>
          </a:prstGeom>
          <a:solidFill>
            <a:srgbClr val="DDDDD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0" name="Oval 59">
            <a:extLst>
              <a:ext uri="{C183D7F6-B498-43B3-948B-1728B52AA6E4}">
                <adec:decorative xmlns:adec="http://schemas.microsoft.com/office/drawing/2017/decorative" val="1"/>
              </a:ext>
            </a:extLst>
          </p:cNvPr>
          <p:cNvSpPr/>
          <p:nvPr/>
        </p:nvSpPr>
        <p:spPr>
          <a:xfrm>
            <a:off x="10768863" y="354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1" name="TextBox 60"/>
          <p:cNvSpPr txBox="1"/>
          <p:nvPr/>
        </p:nvSpPr>
        <p:spPr>
          <a:xfrm>
            <a:off x="10838863" y="3519538"/>
            <a:ext cx="990000" cy="140000"/>
          </a:xfrm>
          <a:prstGeom prst="rect">
            <a:avLst/>
          </a:prstGeom>
          <a:noFill/>
        </p:spPr>
        <p:txBody>
          <a:bodyPr wrap="square">
            <a:spAutoFit/>
          </a:bodyPr>
          <a:lstStyle/>
          <a:p>
            <a:pPr algn="l"/>
            <a:r>
              <a:rPr lang="en-US" sz="700" b="0" noProof="0" dirty="0">
                <a:solidFill>
                  <a:srgbClr val="666666"/>
                </a:solidFill>
              </a:rPr>
              <a:t>Production DB</a:t>
            </a:r>
          </a:p>
        </p:txBody>
      </p:sp>
      <p:sp>
        <p:nvSpPr>
          <p:cNvPr id="62" name="Oval 61">
            <a:extLst>
              <a:ext uri="{C183D7F6-B498-43B3-948B-1728B52AA6E4}">
                <adec:decorative xmlns:adec="http://schemas.microsoft.com/office/drawing/2017/decorative" val="1"/>
              </a:ext>
            </a:extLst>
          </p:cNvPr>
          <p:cNvSpPr/>
          <p:nvPr/>
        </p:nvSpPr>
        <p:spPr>
          <a:xfrm>
            <a:off x="10768863" y="3706538"/>
            <a:ext cx="50000" cy="5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3" name="TextBox 62"/>
          <p:cNvSpPr txBox="1"/>
          <p:nvPr/>
        </p:nvSpPr>
        <p:spPr>
          <a:xfrm>
            <a:off x="10838863" y="3679538"/>
            <a:ext cx="990000" cy="140000"/>
          </a:xfrm>
          <a:prstGeom prst="rect">
            <a:avLst/>
          </a:prstGeom>
          <a:noFill/>
        </p:spPr>
        <p:txBody>
          <a:bodyPr wrap="square">
            <a:spAutoFit/>
          </a:bodyPr>
          <a:lstStyle/>
          <a:p>
            <a:pPr algn="l"/>
            <a:r>
              <a:rPr lang="en-US" sz="700" b="0" noProof="0" dirty="0">
                <a:solidFill>
                  <a:srgbClr val="666666"/>
                </a:solidFill>
              </a:rPr>
              <a:t>Minimal changes</a:t>
            </a:r>
          </a:p>
        </p:txBody>
      </p:sp>
      <p:sp>
        <p:nvSpPr>
          <p:cNvPr id="64" name="Rounded Rectangle 63">
            <a:extLst>
              <a:ext uri="{C183D7F6-B498-43B3-948B-1728B52AA6E4}">
                <adec:decorative xmlns:adec="http://schemas.microsoft.com/office/drawing/2017/decorative" val="1"/>
              </a:ext>
            </a:extLst>
          </p:cNvPr>
          <p:cNvSpPr/>
          <p:nvPr/>
        </p:nvSpPr>
        <p:spPr>
          <a:xfrm>
            <a:off x="5298863" y="4367429"/>
            <a:ext cx="6440000" cy="427551"/>
          </a:xfrm>
          <a:prstGeom prst="roundRect">
            <a:avLst>
              <a:gd name="adj" fmla="val 6000"/>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5" name="TextBox 64"/>
          <p:cNvSpPr txBox="1"/>
          <p:nvPr/>
        </p:nvSpPr>
        <p:spPr>
          <a:xfrm>
            <a:off x="5358863" y="4397430"/>
            <a:ext cx="1600000" cy="200055"/>
          </a:xfrm>
          <a:prstGeom prst="rect">
            <a:avLst/>
          </a:prstGeom>
          <a:noFill/>
        </p:spPr>
        <p:txBody>
          <a:bodyPr wrap="square">
            <a:spAutoFit/>
          </a:bodyPr>
          <a:lstStyle/>
          <a:p>
            <a:pPr algn="l"/>
            <a:r>
              <a:rPr lang="en-US" sz="700" b="1" noProof="0" dirty="0">
                <a:solidFill>
                  <a:schemeClr val="tx2">
                    <a:lumMod val="25000"/>
                    <a:lumOff val="75000"/>
                  </a:schemeClr>
                </a:solidFill>
              </a:rPr>
              <a:t>SDK-STYLE PROJECT</a:t>
            </a:r>
          </a:p>
        </p:txBody>
      </p:sp>
      <p:sp>
        <p:nvSpPr>
          <p:cNvPr id="66" name="TextBox 65"/>
          <p:cNvSpPr txBox="1"/>
          <p:nvPr/>
        </p:nvSpPr>
        <p:spPr>
          <a:xfrm>
            <a:off x="5358863" y="4517430"/>
            <a:ext cx="1600000" cy="120000"/>
          </a:xfrm>
          <a:prstGeom prst="rect">
            <a:avLst/>
          </a:prstGeom>
          <a:noFill/>
        </p:spPr>
        <p:txBody>
          <a:bodyPr wrap="square">
            <a:spAutoFit/>
          </a:bodyPr>
          <a:lstStyle/>
          <a:p>
            <a:pPr algn="l"/>
            <a:r>
              <a:rPr lang="en-US" sz="900" b="1" noProof="0" dirty="0" err="1">
                <a:solidFill>
                  <a:srgbClr val="FFFFFF"/>
                </a:solidFill>
              </a:rPr>
              <a:t>Microsoft.Build.Sql</a:t>
            </a:r>
            <a:endParaRPr lang="en-US" sz="900" b="1" noProof="0" dirty="0">
              <a:solidFill>
                <a:srgbClr val="FFFFFF"/>
              </a:solidFill>
            </a:endParaRPr>
          </a:p>
        </p:txBody>
      </p:sp>
      <p:sp>
        <p:nvSpPr>
          <p:cNvPr id="67" name="Rounded Rectangle 66">
            <a:extLst>
              <a:ext uri="{C183D7F6-B498-43B3-948B-1728B52AA6E4}">
                <adec:decorative xmlns:adec="http://schemas.microsoft.com/office/drawing/2017/decorative" val="1"/>
              </a:ext>
            </a:extLst>
          </p:cNvPr>
          <p:cNvSpPr/>
          <p:nvPr/>
        </p:nvSpPr>
        <p:spPr>
          <a:xfrm>
            <a:off x="7098863" y="4479952"/>
            <a:ext cx="1300000" cy="220000"/>
          </a:xfrm>
          <a:prstGeom prst="roundRect">
            <a:avLst>
              <a:gd name="adj" fmla="val 6000"/>
            </a:avLst>
          </a:prstGeom>
          <a:solidFill>
            <a:srgbClr val="F5F5F5"/>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8" name="TextBox 67"/>
          <p:cNvSpPr txBox="1"/>
          <p:nvPr/>
        </p:nvSpPr>
        <p:spPr>
          <a:xfrm>
            <a:off x="7128863" y="4499952"/>
            <a:ext cx="1240000" cy="160000"/>
          </a:xfrm>
          <a:prstGeom prst="rect">
            <a:avLst/>
          </a:prstGeom>
          <a:noFill/>
        </p:spPr>
        <p:txBody>
          <a:bodyPr wrap="square">
            <a:spAutoFit/>
          </a:bodyPr>
          <a:lstStyle/>
          <a:p>
            <a:pPr algn="ctr"/>
            <a:r>
              <a:rPr lang="en-US" sz="800" b="1" noProof="0" dirty="0">
                <a:solidFill>
                  <a:srgbClr val="1E1E1E"/>
                </a:solidFill>
              </a:rPr>
              <a:t>.NET 8+</a:t>
            </a:r>
          </a:p>
        </p:txBody>
      </p:sp>
      <p:sp>
        <p:nvSpPr>
          <p:cNvPr id="69" name="Rounded Rectangle 68">
            <a:extLst>
              <a:ext uri="{C183D7F6-B498-43B3-948B-1728B52AA6E4}">
                <adec:decorative xmlns:adec="http://schemas.microsoft.com/office/drawing/2017/decorative" val="1"/>
              </a:ext>
            </a:extLst>
          </p:cNvPr>
          <p:cNvSpPr/>
          <p:nvPr/>
        </p:nvSpPr>
        <p:spPr>
          <a:xfrm>
            <a:off x="8478863" y="4479952"/>
            <a:ext cx="1300000" cy="220000"/>
          </a:xfrm>
          <a:prstGeom prst="roundRect">
            <a:avLst>
              <a:gd name="adj" fmla="val 6000"/>
            </a:avLst>
          </a:prstGeom>
          <a:solidFill>
            <a:srgbClr val="F5F5F5"/>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0" name="TextBox 69"/>
          <p:cNvSpPr txBox="1"/>
          <p:nvPr/>
        </p:nvSpPr>
        <p:spPr>
          <a:xfrm>
            <a:off x="8508863" y="4499952"/>
            <a:ext cx="1240000" cy="160000"/>
          </a:xfrm>
          <a:prstGeom prst="rect">
            <a:avLst/>
          </a:prstGeom>
          <a:noFill/>
        </p:spPr>
        <p:txBody>
          <a:bodyPr wrap="square">
            <a:spAutoFit/>
          </a:bodyPr>
          <a:lstStyle/>
          <a:p>
            <a:pPr algn="ctr"/>
            <a:r>
              <a:rPr lang="en-US" sz="800" b="1" noProof="0" dirty="0">
                <a:solidFill>
                  <a:srgbClr val="1E1E1E"/>
                </a:solidFill>
              </a:rPr>
              <a:t>Cross-platform</a:t>
            </a:r>
          </a:p>
        </p:txBody>
      </p:sp>
      <p:sp>
        <p:nvSpPr>
          <p:cNvPr id="71" name="Rounded Rectangle 70">
            <a:extLst>
              <a:ext uri="{C183D7F6-B498-43B3-948B-1728B52AA6E4}">
                <adec:decorative xmlns:adec="http://schemas.microsoft.com/office/drawing/2017/decorative" val="1"/>
              </a:ext>
            </a:extLst>
          </p:cNvPr>
          <p:cNvSpPr/>
          <p:nvPr/>
        </p:nvSpPr>
        <p:spPr>
          <a:xfrm>
            <a:off x="9858863" y="4479952"/>
            <a:ext cx="1300000" cy="220000"/>
          </a:xfrm>
          <a:prstGeom prst="roundRect">
            <a:avLst>
              <a:gd name="adj" fmla="val 6000"/>
            </a:avLst>
          </a:prstGeom>
          <a:solidFill>
            <a:srgbClr val="F5F5F5"/>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2" name="TextBox 71"/>
          <p:cNvSpPr txBox="1"/>
          <p:nvPr/>
        </p:nvSpPr>
        <p:spPr>
          <a:xfrm>
            <a:off x="9888863" y="4499952"/>
            <a:ext cx="1240000" cy="160000"/>
          </a:xfrm>
          <a:prstGeom prst="rect">
            <a:avLst/>
          </a:prstGeom>
          <a:noFill/>
        </p:spPr>
        <p:txBody>
          <a:bodyPr wrap="square">
            <a:spAutoFit/>
          </a:bodyPr>
          <a:lstStyle/>
          <a:p>
            <a:pPr algn="ctr"/>
            <a:r>
              <a:rPr lang="en-US" sz="800" b="1" noProof="0" dirty="0">
                <a:solidFill>
                  <a:srgbClr val="1E1E1E"/>
                </a:solidFill>
              </a:rPr>
              <a:t>NuGet refs</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Source control &amp; reference data</a:t>
            </a:r>
          </a:p>
        </p:txBody>
      </p:sp>
      <p:sp>
        <p:nvSpPr>
          <p:cNvPr id="4" name="Text Placeholder 3"/>
          <p:cNvSpPr>
            <a:spLocks noGrp="1"/>
          </p:cNvSpPr>
          <p:nvPr>
            <p:ph type="body" sz="quarter" idx="16"/>
          </p:nvPr>
        </p:nvSpPr>
        <p:spPr>
          <a:xfrm>
            <a:off x="584200" y="1594155"/>
            <a:ext cx="4605215" cy="246221"/>
          </a:xfrm>
        </p:spPr>
        <p:txBody>
          <a:bodyPr/>
          <a:lstStyle/>
          <a:p>
            <a:r>
              <a:rPr lang="en-US" noProof="0" dirty="0"/>
              <a:t>Git + pre-deployment/post-deployment scripts</a:t>
            </a:r>
          </a:p>
        </p:txBody>
      </p:sp>
      <p:sp>
        <p:nvSpPr>
          <p:cNvPr id="5" name="Text Placeholder 4"/>
          <p:cNvSpPr>
            <a:spLocks noGrp="1"/>
          </p:cNvSpPr>
          <p:nvPr>
            <p:ph type="body" sz="quarter" idx="15"/>
          </p:nvPr>
        </p:nvSpPr>
        <p:spPr>
          <a:xfrm>
            <a:off x="930266" y="2031057"/>
            <a:ext cx="5814411" cy="3791807"/>
          </a:xfrm>
        </p:spPr>
        <p:txBody>
          <a:bodyPr/>
          <a:lstStyle/>
          <a:p>
            <a:r>
              <a:rPr lang="en-US" b="1" noProof="0" dirty="0"/>
              <a:t>Git </a:t>
            </a:r>
            <a:r>
              <a:rPr lang="en-US" b="1" noProof="0" dirty="0" err="1"/>
              <a:t>init</a:t>
            </a:r>
            <a:r>
              <a:rPr lang="en-US" b="1" noProof="0" dirty="0"/>
              <a:t>: </a:t>
            </a:r>
          </a:p>
          <a:p>
            <a:pPr lvl="1"/>
            <a:r>
              <a:rPr lang="en-US" noProof="0" dirty="0"/>
              <a:t>each object = one file → granular diffs per commit</a:t>
            </a:r>
          </a:p>
          <a:p>
            <a:pPr lvl="1"/>
            <a:endParaRPr lang="en-US" noProof="0" dirty="0"/>
          </a:p>
          <a:p>
            <a:r>
              <a:rPr lang="en-US" b="1" noProof="0" dirty="0"/>
              <a:t>Folder layout: </a:t>
            </a:r>
          </a:p>
          <a:p>
            <a:pPr lvl="1"/>
            <a:r>
              <a:rPr lang="en-US" noProof="0" dirty="0"/>
              <a:t>Tables/, Views/, </a:t>
            </a:r>
            <a:r>
              <a:rPr lang="en-US" noProof="0" dirty="0" err="1"/>
              <a:t>StoredProcedures</a:t>
            </a:r>
            <a:r>
              <a:rPr lang="en-US" noProof="0" dirty="0"/>
              <a:t>/, Scripts/</a:t>
            </a:r>
          </a:p>
          <a:p>
            <a:pPr lvl="1"/>
            <a:endParaRPr lang="en-US" noProof="0" dirty="0"/>
          </a:p>
          <a:p>
            <a:r>
              <a:rPr lang="en-US" b="1" noProof="0" dirty="0"/>
              <a:t>.</a:t>
            </a:r>
            <a:r>
              <a:rPr lang="en-US" b="1" noProof="0" dirty="0" err="1"/>
              <a:t>gitignore</a:t>
            </a:r>
            <a:r>
              <a:rPr lang="en-US" b="1" noProof="0" dirty="0"/>
              <a:t>: </a:t>
            </a:r>
          </a:p>
          <a:p>
            <a:pPr lvl="1"/>
            <a:r>
              <a:rPr lang="en-US" noProof="0" dirty="0"/>
              <a:t>exclude bin/, obj/, .</a:t>
            </a:r>
            <a:r>
              <a:rPr lang="en-US" noProof="0" dirty="0" err="1"/>
              <a:t>dacpac</a:t>
            </a:r>
            <a:r>
              <a:rPr lang="en-US" noProof="0" dirty="0"/>
              <a:t>, .user</a:t>
            </a:r>
          </a:p>
          <a:p>
            <a:pPr lvl="1"/>
            <a:endParaRPr lang="en-US" noProof="0" dirty="0"/>
          </a:p>
          <a:p>
            <a:r>
              <a:rPr lang="en-US" b="1" noProof="0" dirty="0"/>
              <a:t>Post-deploy: </a:t>
            </a:r>
          </a:p>
          <a:p>
            <a:pPr lvl="1"/>
            <a:r>
              <a:rPr lang="en-US" noProof="0" dirty="0"/>
              <a:t>SQLCMD :r includes for reference data seed scripts</a:t>
            </a:r>
          </a:p>
          <a:p>
            <a:pPr lvl="1"/>
            <a:endParaRPr lang="en-US" noProof="0" dirty="0"/>
          </a:p>
          <a:p>
            <a:r>
              <a:rPr lang="en-US" b="1" noProof="0" dirty="0"/>
              <a:t>Idempotent: </a:t>
            </a:r>
          </a:p>
          <a:p>
            <a:pPr lvl="1"/>
            <a:r>
              <a:rPr lang="en-US" noProof="0" dirty="0"/>
              <a:t>MERGE statements → safe to run on every deployment</a:t>
            </a:r>
          </a:p>
        </p:txBody>
      </p:sp>
      <p:pic>
        <p:nvPicPr>
          <p:cNvPr id="6" name="Picture 5" descr="SQL Database project directory structure."/>
          <p:cNvPicPr>
            <a:picLocks noChangeAspect="1"/>
          </p:cNvPicPr>
          <p:nvPr/>
        </p:nvPicPr>
        <p:blipFill>
          <a:blip r:embed="rId3"/>
          <a:stretch>
            <a:fillRect/>
          </a:stretch>
        </p:blipFill>
        <p:spPr>
          <a:xfrm>
            <a:off x="7925982" y="892993"/>
            <a:ext cx="3681818" cy="5400000"/>
          </a:xfrm>
          <a:prstGeom prst="rect">
            <a:avLst/>
          </a:prstGeom>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Branching, PRs &amp; conflict resolution</a:t>
            </a:r>
          </a:p>
        </p:txBody>
      </p:sp>
      <p:sp>
        <p:nvSpPr>
          <p:cNvPr id="2" name="Text Placeholder 1"/>
          <p:cNvSpPr>
            <a:spLocks noGrp="1"/>
          </p:cNvSpPr>
          <p:nvPr>
            <p:ph type="body" sz="quarter" idx="15"/>
          </p:nvPr>
        </p:nvSpPr>
        <p:spPr>
          <a:xfrm>
            <a:off x="484789" y="1944554"/>
            <a:ext cx="5217510" cy="3201960"/>
          </a:xfrm>
        </p:spPr>
        <p:txBody>
          <a:bodyPr/>
          <a:lstStyle/>
          <a:p>
            <a:r>
              <a:rPr lang="en-US" noProof="0" dirty="0"/>
              <a:t>Feature branch per change → isolate work</a:t>
            </a:r>
          </a:p>
          <a:p>
            <a:endParaRPr lang="en-US" noProof="0" dirty="0"/>
          </a:p>
          <a:p>
            <a:r>
              <a:rPr lang="en-US" noProof="0" dirty="0"/>
              <a:t>Pull request = second pair of eyes on T-SQL diffs</a:t>
            </a:r>
          </a:p>
          <a:p>
            <a:endParaRPr lang="en-US" noProof="0" dirty="0"/>
          </a:p>
          <a:p>
            <a:r>
              <a:rPr lang="en-US" noProof="0" dirty="0"/>
              <a:t>CI build on PR validates schema references</a:t>
            </a:r>
          </a:p>
          <a:p>
            <a:endParaRPr lang="en-US" noProof="0" dirty="0"/>
          </a:p>
          <a:p>
            <a:r>
              <a:rPr lang="en-US" noProof="0" dirty="0"/>
              <a:t>Merge conflicts: edit same CREATE TABLE file</a:t>
            </a:r>
          </a:p>
          <a:p>
            <a:endParaRPr lang="en-US" noProof="0" dirty="0"/>
          </a:p>
          <a:p>
            <a:r>
              <a:rPr lang="en-US" noProof="0" dirty="0"/>
              <a:t>Always dotnet build after resolving conflicts</a:t>
            </a:r>
          </a:p>
          <a:p>
            <a:endParaRPr lang="en-US" noProof="0" dirty="0"/>
          </a:p>
          <a:p>
            <a:r>
              <a:rPr lang="en-US" noProof="0" dirty="0"/>
              <a:t>Short-lived branches reduce conflict frequency</a:t>
            </a:r>
          </a:p>
          <a:p>
            <a:endParaRPr lang="en-US" noProof="0" dirty="0"/>
          </a:p>
        </p:txBody>
      </p:sp>
      <p:sp>
        <p:nvSpPr>
          <p:cNvPr id="6" name="Rounded Rectangle 5">
            <a:extLst>
              <a:ext uri="{C183D7F6-B498-43B3-948B-1728B52AA6E4}">
                <adec:decorative xmlns:adec="http://schemas.microsoft.com/office/drawing/2017/decorative" val="1"/>
              </a:ext>
            </a:extLst>
          </p:cNvPr>
          <p:cNvSpPr/>
          <p:nvPr/>
        </p:nvSpPr>
        <p:spPr>
          <a:xfrm>
            <a:off x="5788267" y="1740135"/>
            <a:ext cx="5720864" cy="3610799"/>
          </a:xfrm>
          <a:prstGeom prst="roundRect">
            <a:avLst>
              <a:gd name="adj" fmla="val 1115"/>
            </a:avLst>
          </a:prstGeom>
          <a:solidFill>
            <a:srgbClr val="F0F2F5"/>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pic>
        <p:nvPicPr>
          <p:cNvPr id="7" name="Picture 6" descr="GIT branching workflow."/>
          <p:cNvPicPr>
            <a:picLocks noChangeAspect="1"/>
          </p:cNvPicPr>
          <p:nvPr/>
        </p:nvPicPr>
        <p:blipFill>
          <a:blip r:embed="rId3"/>
          <a:stretch>
            <a:fillRect/>
          </a:stretch>
        </p:blipFill>
        <p:spPr>
          <a:xfrm>
            <a:off x="5803900" y="1771489"/>
            <a:ext cx="5689601" cy="3556001"/>
          </a:xfrm>
          <a:prstGeom prst="rect">
            <a:avLst/>
          </a:prstGeom>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Detect &amp; resolve schema drift</a:t>
            </a:r>
          </a:p>
        </p:txBody>
      </p:sp>
      <p:sp>
        <p:nvSpPr>
          <p:cNvPr id="3" name="Rounded Rectangle 2">
            <a:extLst>
              <a:ext uri="{C183D7F6-B498-43B3-948B-1728B52AA6E4}">
                <adec:decorative xmlns:adec="http://schemas.microsoft.com/office/drawing/2017/decorative" val="1"/>
              </a:ext>
            </a:extLst>
          </p:cNvPr>
          <p:cNvSpPr/>
          <p:nvPr/>
        </p:nvSpPr>
        <p:spPr>
          <a:xfrm>
            <a:off x="969600" y="1450044"/>
            <a:ext cx="3285000" cy="4600292"/>
          </a:xfrm>
          <a:prstGeom prst="roundRect">
            <a:avLst>
              <a:gd name="adj" fmla="val 6000"/>
            </a:avLst>
          </a:prstGeom>
          <a:solidFill>
            <a:srgbClr val="FFF0EB"/>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 name="Rectangle 3">
            <a:extLst>
              <a:ext uri="{C183D7F6-B498-43B3-948B-1728B52AA6E4}">
                <adec:decorative xmlns:adec="http://schemas.microsoft.com/office/drawing/2017/decorative" val="1"/>
              </a:ext>
            </a:extLst>
          </p:cNvPr>
          <p:cNvSpPr/>
          <p:nvPr/>
        </p:nvSpPr>
        <p:spPr>
          <a:xfrm>
            <a:off x="969600" y="1450044"/>
            <a:ext cx="3285000" cy="179950"/>
          </a:xfrm>
          <a:prstGeom prst="rect">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 name="Oval 4">
            <a:extLst>
              <a:ext uri="{C183D7F6-B498-43B3-948B-1728B52AA6E4}">
                <adec:decorative xmlns:adec="http://schemas.microsoft.com/office/drawing/2017/decorative" val="1"/>
              </a:ext>
            </a:extLst>
          </p:cNvPr>
          <p:cNvSpPr/>
          <p:nvPr/>
        </p:nvSpPr>
        <p:spPr>
          <a:xfrm>
            <a:off x="2414100" y="1779320"/>
            <a:ext cx="396000" cy="396000"/>
          </a:xfrm>
          <a:prstGeom prst="ellipse">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 name="TextBox 5"/>
          <p:cNvSpPr txBox="1"/>
          <p:nvPr/>
        </p:nvSpPr>
        <p:spPr>
          <a:xfrm>
            <a:off x="2414100" y="1773166"/>
            <a:ext cx="396000" cy="252000"/>
          </a:xfrm>
          <a:prstGeom prst="rect">
            <a:avLst/>
          </a:prstGeom>
          <a:noFill/>
        </p:spPr>
        <p:txBody>
          <a:bodyPr wrap="square">
            <a:spAutoFit/>
          </a:bodyPr>
          <a:lstStyle/>
          <a:p>
            <a:pPr algn="ctr"/>
            <a:r>
              <a:rPr lang="en-US" sz="2200" b="1" noProof="0" dirty="0">
                <a:solidFill>
                  <a:srgbClr val="FFFFFF"/>
                </a:solidFill>
              </a:rPr>
              <a:t>!</a:t>
            </a:r>
          </a:p>
        </p:txBody>
      </p:sp>
      <p:sp>
        <p:nvSpPr>
          <p:cNvPr id="7" name="TextBox 6"/>
          <p:cNvSpPr txBox="1"/>
          <p:nvPr/>
        </p:nvSpPr>
        <p:spPr>
          <a:xfrm>
            <a:off x="1059600" y="2265320"/>
            <a:ext cx="3105000" cy="338554"/>
          </a:xfrm>
          <a:prstGeom prst="rect">
            <a:avLst/>
          </a:prstGeom>
          <a:noFill/>
        </p:spPr>
        <p:txBody>
          <a:bodyPr wrap="square">
            <a:spAutoFit/>
          </a:bodyPr>
          <a:lstStyle/>
          <a:p>
            <a:pPr algn="ctr"/>
            <a:r>
              <a:rPr lang="en-US" sz="1600" b="1" noProof="0" dirty="0">
                <a:solidFill>
                  <a:schemeClr val="accent3">
                    <a:lumMod val="75000"/>
                  </a:schemeClr>
                </a:solidFill>
              </a:rPr>
              <a:t>What causes drift</a:t>
            </a:r>
          </a:p>
        </p:txBody>
      </p:sp>
      <p:sp>
        <p:nvSpPr>
          <p:cNvPr id="8" name="Rectangle 7">
            <a:extLst>
              <a:ext uri="{C183D7F6-B498-43B3-948B-1728B52AA6E4}">
                <adec:decorative xmlns:adec="http://schemas.microsoft.com/office/drawing/2017/decorative" val="1"/>
              </a:ext>
            </a:extLst>
          </p:cNvPr>
          <p:cNvSpPr/>
          <p:nvPr/>
        </p:nvSpPr>
        <p:spPr>
          <a:xfrm>
            <a:off x="1239600" y="2571320"/>
            <a:ext cx="2745000" cy="14400"/>
          </a:xfrm>
          <a:prstGeom prst="rect">
            <a:avLst/>
          </a:prstGeom>
          <a:solidFill>
            <a:srgbClr val="DDDDD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 name="Rounded Rectangle 8">
            <a:extLst>
              <a:ext uri="{C183D7F6-B498-43B3-948B-1728B52AA6E4}">
                <adec:decorative xmlns:adec="http://schemas.microsoft.com/office/drawing/2017/decorative" val="1"/>
              </a:ext>
            </a:extLst>
          </p:cNvPr>
          <p:cNvSpPr/>
          <p:nvPr/>
        </p:nvSpPr>
        <p:spPr>
          <a:xfrm>
            <a:off x="1041600" y="2661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Rectangle 9">
            <a:extLst>
              <a:ext uri="{C183D7F6-B498-43B3-948B-1728B52AA6E4}">
                <adec:decorative xmlns:adec="http://schemas.microsoft.com/office/drawing/2017/decorative" val="1"/>
              </a:ext>
            </a:extLst>
          </p:cNvPr>
          <p:cNvSpPr/>
          <p:nvPr/>
        </p:nvSpPr>
        <p:spPr>
          <a:xfrm>
            <a:off x="1041600" y="2661320"/>
            <a:ext cx="7200" cy="540000"/>
          </a:xfrm>
          <a:prstGeom prst="rect">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1" name="Oval 10">
            <a:extLst>
              <a:ext uri="{C183D7F6-B498-43B3-948B-1728B52AA6E4}">
                <adec:decorative xmlns:adec="http://schemas.microsoft.com/office/drawing/2017/decorative" val="1"/>
              </a:ext>
            </a:extLst>
          </p:cNvPr>
          <p:cNvSpPr/>
          <p:nvPr/>
        </p:nvSpPr>
        <p:spPr>
          <a:xfrm>
            <a:off x="1086600" y="2715320"/>
            <a:ext cx="72000" cy="72000"/>
          </a:xfrm>
          <a:prstGeom prst="ellipse">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2" name="TextBox 11"/>
          <p:cNvSpPr txBox="1"/>
          <p:nvPr/>
        </p:nvSpPr>
        <p:spPr>
          <a:xfrm>
            <a:off x="1194600" y="2701820"/>
            <a:ext cx="2943000" cy="180000"/>
          </a:xfrm>
          <a:prstGeom prst="rect">
            <a:avLst/>
          </a:prstGeom>
          <a:noFill/>
        </p:spPr>
        <p:txBody>
          <a:bodyPr wrap="square">
            <a:spAutoFit/>
          </a:bodyPr>
          <a:lstStyle/>
          <a:p>
            <a:pPr algn="l"/>
            <a:r>
              <a:rPr lang="en-US" sz="1100" b="1" noProof="0" dirty="0">
                <a:solidFill>
                  <a:srgbClr val="1E1E1E"/>
                </a:solidFill>
              </a:rPr>
              <a:t>Manual changes via SSMS</a:t>
            </a:r>
          </a:p>
        </p:txBody>
      </p:sp>
      <p:sp>
        <p:nvSpPr>
          <p:cNvPr id="13" name="TextBox 12"/>
          <p:cNvSpPr txBox="1"/>
          <p:nvPr/>
        </p:nvSpPr>
        <p:spPr>
          <a:xfrm>
            <a:off x="1194600" y="2877320"/>
            <a:ext cx="2943000" cy="180000"/>
          </a:xfrm>
          <a:prstGeom prst="rect">
            <a:avLst/>
          </a:prstGeom>
          <a:noFill/>
        </p:spPr>
        <p:txBody>
          <a:bodyPr wrap="square">
            <a:spAutoFit/>
          </a:bodyPr>
          <a:lstStyle/>
          <a:p>
            <a:pPr algn="l"/>
            <a:r>
              <a:rPr lang="en-US" sz="900" b="0" noProof="0" dirty="0">
                <a:solidFill>
                  <a:srgbClr val="666666"/>
                </a:solidFill>
              </a:rPr>
              <a:t>Ad-hoc ALTER/CREATE in production</a:t>
            </a:r>
          </a:p>
        </p:txBody>
      </p:sp>
      <p:sp>
        <p:nvSpPr>
          <p:cNvPr id="14" name="Rounded Rectangle 13">
            <a:extLst>
              <a:ext uri="{C183D7F6-B498-43B3-948B-1728B52AA6E4}">
                <adec:decorative xmlns:adec="http://schemas.microsoft.com/office/drawing/2017/decorative" val="1"/>
              </a:ext>
            </a:extLst>
          </p:cNvPr>
          <p:cNvSpPr/>
          <p:nvPr/>
        </p:nvSpPr>
        <p:spPr>
          <a:xfrm>
            <a:off x="1041600" y="3273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5" name="Rectangle 14">
            <a:extLst>
              <a:ext uri="{C183D7F6-B498-43B3-948B-1728B52AA6E4}">
                <adec:decorative xmlns:adec="http://schemas.microsoft.com/office/drawing/2017/decorative" val="1"/>
              </a:ext>
            </a:extLst>
          </p:cNvPr>
          <p:cNvSpPr/>
          <p:nvPr/>
        </p:nvSpPr>
        <p:spPr>
          <a:xfrm>
            <a:off x="1041600" y="3273320"/>
            <a:ext cx="7200" cy="540000"/>
          </a:xfrm>
          <a:prstGeom prst="rect">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6" name="Oval 15">
            <a:extLst>
              <a:ext uri="{C183D7F6-B498-43B3-948B-1728B52AA6E4}">
                <adec:decorative xmlns:adec="http://schemas.microsoft.com/office/drawing/2017/decorative" val="1"/>
              </a:ext>
            </a:extLst>
          </p:cNvPr>
          <p:cNvSpPr/>
          <p:nvPr/>
        </p:nvSpPr>
        <p:spPr>
          <a:xfrm>
            <a:off x="1086600" y="3327320"/>
            <a:ext cx="72000" cy="72000"/>
          </a:xfrm>
          <a:prstGeom prst="ellipse">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7" name="TextBox 16"/>
          <p:cNvSpPr txBox="1"/>
          <p:nvPr/>
        </p:nvSpPr>
        <p:spPr>
          <a:xfrm>
            <a:off x="1194600" y="3313820"/>
            <a:ext cx="2943000" cy="180000"/>
          </a:xfrm>
          <a:prstGeom prst="rect">
            <a:avLst/>
          </a:prstGeom>
          <a:noFill/>
        </p:spPr>
        <p:txBody>
          <a:bodyPr wrap="square">
            <a:spAutoFit/>
          </a:bodyPr>
          <a:lstStyle/>
          <a:p>
            <a:pPr algn="l"/>
            <a:r>
              <a:rPr lang="en-US" sz="1100" b="1" noProof="0" dirty="0">
                <a:solidFill>
                  <a:srgbClr val="1E1E1E"/>
                </a:solidFill>
              </a:rPr>
              <a:t>Emergency hotfixes at 2 AM</a:t>
            </a:r>
          </a:p>
        </p:txBody>
      </p:sp>
      <p:sp>
        <p:nvSpPr>
          <p:cNvPr id="18" name="TextBox 17"/>
          <p:cNvSpPr txBox="1"/>
          <p:nvPr/>
        </p:nvSpPr>
        <p:spPr>
          <a:xfrm>
            <a:off x="1194600" y="3489320"/>
            <a:ext cx="2943000" cy="180000"/>
          </a:xfrm>
          <a:prstGeom prst="rect">
            <a:avLst/>
          </a:prstGeom>
          <a:noFill/>
        </p:spPr>
        <p:txBody>
          <a:bodyPr wrap="square">
            <a:spAutoFit/>
          </a:bodyPr>
          <a:lstStyle/>
          <a:p>
            <a:pPr algn="l"/>
            <a:r>
              <a:rPr lang="en-US" sz="900" b="0" noProof="0" dirty="0">
                <a:solidFill>
                  <a:srgbClr val="666666"/>
                </a:solidFill>
              </a:rPr>
              <a:t>Bypassing source control under pressure</a:t>
            </a:r>
          </a:p>
        </p:txBody>
      </p:sp>
      <p:sp>
        <p:nvSpPr>
          <p:cNvPr id="19" name="Rounded Rectangle 18">
            <a:extLst>
              <a:ext uri="{C183D7F6-B498-43B3-948B-1728B52AA6E4}">
                <adec:decorative xmlns:adec="http://schemas.microsoft.com/office/drawing/2017/decorative" val="1"/>
              </a:ext>
            </a:extLst>
          </p:cNvPr>
          <p:cNvSpPr/>
          <p:nvPr/>
        </p:nvSpPr>
        <p:spPr>
          <a:xfrm>
            <a:off x="1041600" y="3885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Rectangle 19">
            <a:extLst>
              <a:ext uri="{C183D7F6-B498-43B3-948B-1728B52AA6E4}">
                <adec:decorative xmlns:adec="http://schemas.microsoft.com/office/drawing/2017/decorative" val="1"/>
              </a:ext>
            </a:extLst>
          </p:cNvPr>
          <p:cNvSpPr/>
          <p:nvPr/>
        </p:nvSpPr>
        <p:spPr>
          <a:xfrm>
            <a:off x="1041600" y="3885320"/>
            <a:ext cx="7200" cy="540000"/>
          </a:xfrm>
          <a:prstGeom prst="rect">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1" name="Oval 20">
            <a:extLst>
              <a:ext uri="{C183D7F6-B498-43B3-948B-1728B52AA6E4}">
                <adec:decorative xmlns:adec="http://schemas.microsoft.com/office/drawing/2017/decorative" val="1"/>
              </a:ext>
            </a:extLst>
          </p:cNvPr>
          <p:cNvSpPr/>
          <p:nvPr/>
        </p:nvSpPr>
        <p:spPr>
          <a:xfrm>
            <a:off x="1086600" y="3939320"/>
            <a:ext cx="72000" cy="72000"/>
          </a:xfrm>
          <a:prstGeom prst="ellipse">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2" name="TextBox 21"/>
          <p:cNvSpPr txBox="1"/>
          <p:nvPr/>
        </p:nvSpPr>
        <p:spPr>
          <a:xfrm>
            <a:off x="1194600" y="3925820"/>
            <a:ext cx="2943000" cy="180000"/>
          </a:xfrm>
          <a:prstGeom prst="rect">
            <a:avLst/>
          </a:prstGeom>
          <a:noFill/>
        </p:spPr>
        <p:txBody>
          <a:bodyPr wrap="square">
            <a:spAutoFit/>
          </a:bodyPr>
          <a:lstStyle/>
          <a:p>
            <a:pPr algn="l"/>
            <a:r>
              <a:rPr lang="en-US" sz="1100" b="1" noProof="0" dirty="0">
                <a:solidFill>
                  <a:srgbClr val="1E1E1E"/>
                </a:solidFill>
              </a:rPr>
              <a:t>ORM frameworks creating objects</a:t>
            </a:r>
          </a:p>
        </p:txBody>
      </p:sp>
      <p:sp>
        <p:nvSpPr>
          <p:cNvPr id="23" name="TextBox 22"/>
          <p:cNvSpPr txBox="1"/>
          <p:nvPr/>
        </p:nvSpPr>
        <p:spPr>
          <a:xfrm>
            <a:off x="1194600" y="4101320"/>
            <a:ext cx="2943000" cy="180000"/>
          </a:xfrm>
          <a:prstGeom prst="rect">
            <a:avLst/>
          </a:prstGeom>
          <a:noFill/>
        </p:spPr>
        <p:txBody>
          <a:bodyPr wrap="square">
            <a:spAutoFit/>
          </a:bodyPr>
          <a:lstStyle/>
          <a:p>
            <a:pPr algn="l"/>
            <a:r>
              <a:rPr lang="en-US" sz="900" b="0" noProof="0" dirty="0">
                <a:solidFill>
                  <a:srgbClr val="666666"/>
                </a:solidFill>
              </a:rPr>
              <a:t>Entity Framework migrations gone wild</a:t>
            </a:r>
          </a:p>
        </p:txBody>
      </p:sp>
      <p:sp>
        <p:nvSpPr>
          <p:cNvPr id="24" name="Rounded Rectangle 23">
            <a:extLst>
              <a:ext uri="{C183D7F6-B498-43B3-948B-1728B52AA6E4}">
                <adec:decorative xmlns:adec="http://schemas.microsoft.com/office/drawing/2017/decorative" val="1"/>
              </a:ext>
            </a:extLst>
          </p:cNvPr>
          <p:cNvSpPr/>
          <p:nvPr/>
        </p:nvSpPr>
        <p:spPr>
          <a:xfrm>
            <a:off x="1041600" y="4497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5" name="Rectangle 24">
            <a:extLst>
              <a:ext uri="{C183D7F6-B498-43B3-948B-1728B52AA6E4}">
                <adec:decorative xmlns:adec="http://schemas.microsoft.com/office/drawing/2017/decorative" val="1"/>
              </a:ext>
            </a:extLst>
          </p:cNvPr>
          <p:cNvSpPr/>
          <p:nvPr/>
        </p:nvSpPr>
        <p:spPr>
          <a:xfrm>
            <a:off x="1041600" y="4497320"/>
            <a:ext cx="7200" cy="540000"/>
          </a:xfrm>
          <a:prstGeom prst="rect">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6" name="Oval 25">
            <a:extLst>
              <a:ext uri="{C183D7F6-B498-43B3-948B-1728B52AA6E4}">
                <adec:decorative xmlns:adec="http://schemas.microsoft.com/office/drawing/2017/decorative" val="1"/>
              </a:ext>
            </a:extLst>
          </p:cNvPr>
          <p:cNvSpPr/>
          <p:nvPr/>
        </p:nvSpPr>
        <p:spPr>
          <a:xfrm>
            <a:off x="1086600" y="4551320"/>
            <a:ext cx="72000" cy="72000"/>
          </a:xfrm>
          <a:prstGeom prst="ellipse">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7" name="TextBox 26"/>
          <p:cNvSpPr txBox="1"/>
          <p:nvPr/>
        </p:nvSpPr>
        <p:spPr>
          <a:xfrm>
            <a:off x="1194600" y="4537820"/>
            <a:ext cx="2943000" cy="180000"/>
          </a:xfrm>
          <a:prstGeom prst="rect">
            <a:avLst/>
          </a:prstGeom>
          <a:noFill/>
        </p:spPr>
        <p:txBody>
          <a:bodyPr wrap="square">
            <a:spAutoFit/>
          </a:bodyPr>
          <a:lstStyle/>
          <a:p>
            <a:pPr algn="l"/>
            <a:r>
              <a:rPr lang="en-US" sz="1100" b="1" noProof="0" dirty="0">
                <a:solidFill>
                  <a:srgbClr val="1E1E1E"/>
                </a:solidFill>
              </a:rPr>
              <a:t>Monitoring agent temp tables</a:t>
            </a:r>
          </a:p>
        </p:txBody>
      </p:sp>
      <p:sp>
        <p:nvSpPr>
          <p:cNvPr id="28" name="TextBox 27"/>
          <p:cNvSpPr txBox="1"/>
          <p:nvPr/>
        </p:nvSpPr>
        <p:spPr>
          <a:xfrm>
            <a:off x="1194600" y="4713320"/>
            <a:ext cx="2943000" cy="180000"/>
          </a:xfrm>
          <a:prstGeom prst="rect">
            <a:avLst/>
          </a:prstGeom>
          <a:noFill/>
        </p:spPr>
        <p:txBody>
          <a:bodyPr wrap="square">
            <a:spAutoFit/>
          </a:bodyPr>
          <a:lstStyle/>
          <a:p>
            <a:pPr algn="l"/>
            <a:r>
              <a:rPr lang="en-US" sz="900" b="0" noProof="0" dirty="0">
                <a:solidFill>
                  <a:srgbClr val="666666"/>
                </a:solidFill>
              </a:rPr>
              <a:t>Third-party tools adding objects</a:t>
            </a:r>
          </a:p>
        </p:txBody>
      </p:sp>
      <p:sp>
        <p:nvSpPr>
          <p:cNvPr id="29" name="Rounded Rectangle 28">
            <a:extLst>
              <a:ext uri="{C183D7F6-B498-43B3-948B-1728B52AA6E4}">
                <adec:decorative xmlns:adec="http://schemas.microsoft.com/office/drawing/2017/decorative" val="1"/>
              </a:ext>
            </a:extLst>
          </p:cNvPr>
          <p:cNvSpPr/>
          <p:nvPr/>
        </p:nvSpPr>
        <p:spPr>
          <a:xfrm>
            <a:off x="1041600" y="5109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Rectangle 29">
            <a:extLst>
              <a:ext uri="{C183D7F6-B498-43B3-948B-1728B52AA6E4}">
                <adec:decorative xmlns:adec="http://schemas.microsoft.com/office/drawing/2017/decorative" val="1"/>
              </a:ext>
            </a:extLst>
          </p:cNvPr>
          <p:cNvSpPr/>
          <p:nvPr/>
        </p:nvSpPr>
        <p:spPr>
          <a:xfrm>
            <a:off x="1041600" y="5109320"/>
            <a:ext cx="7200" cy="540000"/>
          </a:xfrm>
          <a:prstGeom prst="rect">
            <a:avLst/>
          </a:prstGeom>
          <a:solidFill>
            <a:srgbClr val="FF5C3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1" name="Oval 30">
            <a:extLst>
              <a:ext uri="{C183D7F6-B498-43B3-948B-1728B52AA6E4}">
                <adec:decorative xmlns:adec="http://schemas.microsoft.com/office/drawing/2017/decorative" val="1"/>
              </a:ext>
            </a:extLst>
          </p:cNvPr>
          <p:cNvSpPr/>
          <p:nvPr/>
        </p:nvSpPr>
        <p:spPr>
          <a:xfrm>
            <a:off x="1086600" y="5163320"/>
            <a:ext cx="72000" cy="72000"/>
          </a:xfrm>
          <a:prstGeom prst="ellipse">
            <a:avLst/>
          </a:prstGeom>
          <a:solidFill>
            <a:srgbClr val="EC563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2" name="TextBox 31"/>
          <p:cNvSpPr txBox="1"/>
          <p:nvPr/>
        </p:nvSpPr>
        <p:spPr>
          <a:xfrm>
            <a:off x="1194600" y="5149820"/>
            <a:ext cx="2943000" cy="180000"/>
          </a:xfrm>
          <a:prstGeom prst="rect">
            <a:avLst/>
          </a:prstGeom>
          <a:noFill/>
        </p:spPr>
        <p:txBody>
          <a:bodyPr wrap="square">
            <a:spAutoFit/>
          </a:bodyPr>
          <a:lstStyle/>
          <a:p>
            <a:pPr algn="l"/>
            <a:r>
              <a:rPr lang="en-US" sz="1100" b="1" noProof="0" dirty="0">
                <a:solidFill>
                  <a:srgbClr val="1E1E1E"/>
                </a:solidFill>
              </a:rPr>
              <a:t>Untracked production patches</a:t>
            </a:r>
          </a:p>
        </p:txBody>
      </p:sp>
      <p:sp>
        <p:nvSpPr>
          <p:cNvPr id="33" name="TextBox 32"/>
          <p:cNvSpPr txBox="1"/>
          <p:nvPr/>
        </p:nvSpPr>
        <p:spPr>
          <a:xfrm>
            <a:off x="1194600" y="5325320"/>
            <a:ext cx="2943000" cy="180000"/>
          </a:xfrm>
          <a:prstGeom prst="rect">
            <a:avLst/>
          </a:prstGeom>
          <a:noFill/>
        </p:spPr>
        <p:txBody>
          <a:bodyPr wrap="square">
            <a:spAutoFit/>
          </a:bodyPr>
          <a:lstStyle/>
          <a:p>
            <a:pPr algn="l"/>
            <a:r>
              <a:rPr lang="en-US" sz="900" b="0" noProof="0" dirty="0">
                <a:solidFill>
                  <a:srgbClr val="666666"/>
                </a:solidFill>
              </a:rPr>
              <a:t>Changes nobody documented</a:t>
            </a:r>
          </a:p>
        </p:txBody>
      </p:sp>
      <p:sp>
        <p:nvSpPr>
          <p:cNvPr id="34" name="Rounded Rectangle 33">
            <a:extLst>
              <a:ext uri="{C183D7F6-B498-43B3-948B-1728B52AA6E4}">
                <adec:decorative xmlns:adec="http://schemas.microsoft.com/office/drawing/2017/decorative" val="1"/>
              </a:ext>
            </a:extLst>
          </p:cNvPr>
          <p:cNvSpPr/>
          <p:nvPr/>
        </p:nvSpPr>
        <p:spPr>
          <a:xfrm>
            <a:off x="4389600" y="1450044"/>
            <a:ext cx="3285000" cy="4600292"/>
          </a:xfrm>
          <a:prstGeom prst="roundRect">
            <a:avLst>
              <a:gd name="adj" fmla="val 6000"/>
            </a:avLst>
          </a:prstGeom>
          <a:solidFill>
            <a:srgbClr val="E8F4FD"/>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5" name="Rectangle 34">
            <a:extLst>
              <a:ext uri="{C183D7F6-B498-43B3-948B-1728B52AA6E4}">
                <adec:decorative xmlns:adec="http://schemas.microsoft.com/office/drawing/2017/decorative" val="1"/>
              </a:ext>
            </a:extLst>
          </p:cNvPr>
          <p:cNvSpPr/>
          <p:nvPr/>
        </p:nvSpPr>
        <p:spPr>
          <a:xfrm>
            <a:off x="4389600" y="1450044"/>
            <a:ext cx="3285000" cy="17995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6" name="Oval 35">
            <a:extLst>
              <a:ext uri="{C183D7F6-B498-43B3-948B-1728B52AA6E4}">
                <adec:decorative xmlns:adec="http://schemas.microsoft.com/office/drawing/2017/decorative" val="1"/>
              </a:ext>
            </a:extLst>
          </p:cNvPr>
          <p:cNvSpPr/>
          <p:nvPr/>
        </p:nvSpPr>
        <p:spPr>
          <a:xfrm>
            <a:off x="5834100" y="1779320"/>
            <a:ext cx="396000" cy="396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7" name="TextBox 36"/>
          <p:cNvSpPr txBox="1"/>
          <p:nvPr/>
        </p:nvSpPr>
        <p:spPr>
          <a:xfrm>
            <a:off x="5834100" y="1773166"/>
            <a:ext cx="396000" cy="252000"/>
          </a:xfrm>
          <a:prstGeom prst="rect">
            <a:avLst/>
          </a:prstGeom>
          <a:noFill/>
        </p:spPr>
        <p:txBody>
          <a:bodyPr wrap="square">
            <a:spAutoFit/>
          </a:bodyPr>
          <a:lstStyle/>
          <a:p>
            <a:pPr algn="ctr"/>
            <a:r>
              <a:rPr lang="en-US" sz="2200" b="1" noProof="0" dirty="0">
                <a:solidFill>
                  <a:srgbClr val="FFFFFF"/>
                </a:solidFill>
              </a:rPr>
              <a:t>?</a:t>
            </a:r>
          </a:p>
        </p:txBody>
      </p:sp>
      <p:sp>
        <p:nvSpPr>
          <p:cNvPr id="38" name="TextBox 37"/>
          <p:cNvSpPr txBox="1"/>
          <p:nvPr/>
        </p:nvSpPr>
        <p:spPr>
          <a:xfrm>
            <a:off x="4479600" y="2265320"/>
            <a:ext cx="3105000" cy="270000"/>
          </a:xfrm>
          <a:prstGeom prst="rect">
            <a:avLst/>
          </a:prstGeom>
          <a:noFill/>
        </p:spPr>
        <p:txBody>
          <a:bodyPr wrap="square">
            <a:spAutoFit/>
          </a:bodyPr>
          <a:lstStyle/>
          <a:p>
            <a:pPr algn="ctr"/>
            <a:r>
              <a:rPr lang="en-US" sz="1600" b="1" noProof="0" dirty="0">
                <a:solidFill>
                  <a:srgbClr val="0078D4"/>
                </a:solidFill>
              </a:rPr>
              <a:t>How to detect it</a:t>
            </a:r>
          </a:p>
        </p:txBody>
      </p:sp>
      <p:sp>
        <p:nvSpPr>
          <p:cNvPr id="39" name="Rectangle 38">
            <a:extLst>
              <a:ext uri="{C183D7F6-B498-43B3-948B-1728B52AA6E4}">
                <adec:decorative xmlns:adec="http://schemas.microsoft.com/office/drawing/2017/decorative" val="1"/>
              </a:ext>
            </a:extLst>
          </p:cNvPr>
          <p:cNvSpPr/>
          <p:nvPr/>
        </p:nvSpPr>
        <p:spPr>
          <a:xfrm>
            <a:off x="4659600" y="2571320"/>
            <a:ext cx="2745000" cy="14400"/>
          </a:xfrm>
          <a:prstGeom prst="rect">
            <a:avLst/>
          </a:prstGeom>
          <a:solidFill>
            <a:srgbClr val="DDDDD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0" name="Rounded Rectangle 39">
            <a:extLst>
              <a:ext uri="{C183D7F6-B498-43B3-948B-1728B52AA6E4}">
                <adec:decorative xmlns:adec="http://schemas.microsoft.com/office/drawing/2017/decorative" val="1"/>
              </a:ext>
            </a:extLst>
          </p:cNvPr>
          <p:cNvSpPr/>
          <p:nvPr/>
        </p:nvSpPr>
        <p:spPr>
          <a:xfrm>
            <a:off x="4461600" y="2661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1" name="Rectangle 40">
            <a:extLst>
              <a:ext uri="{C183D7F6-B498-43B3-948B-1728B52AA6E4}">
                <adec:decorative xmlns:adec="http://schemas.microsoft.com/office/drawing/2017/decorative" val="1"/>
              </a:ext>
            </a:extLst>
          </p:cNvPr>
          <p:cNvSpPr/>
          <p:nvPr/>
        </p:nvSpPr>
        <p:spPr>
          <a:xfrm>
            <a:off x="4461600" y="2661320"/>
            <a:ext cx="7200" cy="54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2" name="Oval 41">
            <a:extLst>
              <a:ext uri="{C183D7F6-B498-43B3-948B-1728B52AA6E4}">
                <adec:decorative xmlns:adec="http://schemas.microsoft.com/office/drawing/2017/decorative" val="1"/>
              </a:ext>
            </a:extLst>
          </p:cNvPr>
          <p:cNvSpPr/>
          <p:nvPr/>
        </p:nvSpPr>
        <p:spPr>
          <a:xfrm>
            <a:off x="4506600" y="2715320"/>
            <a:ext cx="72000" cy="72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3" name="TextBox 42"/>
          <p:cNvSpPr txBox="1"/>
          <p:nvPr/>
        </p:nvSpPr>
        <p:spPr>
          <a:xfrm>
            <a:off x="4614600" y="2701820"/>
            <a:ext cx="2943000" cy="180000"/>
          </a:xfrm>
          <a:prstGeom prst="rect">
            <a:avLst/>
          </a:prstGeom>
          <a:noFill/>
        </p:spPr>
        <p:txBody>
          <a:bodyPr wrap="square">
            <a:spAutoFit/>
          </a:bodyPr>
          <a:lstStyle/>
          <a:p>
            <a:pPr algn="l"/>
            <a:r>
              <a:rPr lang="en-US" sz="1100" b="1" noProof="0" dirty="0">
                <a:solidFill>
                  <a:srgbClr val="1E1E1E"/>
                </a:solidFill>
              </a:rPr>
              <a:t>Schema comparison</a:t>
            </a:r>
          </a:p>
        </p:txBody>
      </p:sp>
      <p:sp>
        <p:nvSpPr>
          <p:cNvPr id="44" name="TextBox 43"/>
          <p:cNvSpPr txBox="1"/>
          <p:nvPr/>
        </p:nvSpPr>
        <p:spPr>
          <a:xfrm>
            <a:off x="4614600" y="2877320"/>
            <a:ext cx="2943000" cy="180000"/>
          </a:xfrm>
          <a:prstGeom prst="rect">
            <a:avLst/>
          </a:prstGeom>
          <a:noFill/>
        </p:spPr>
        <p:txBody>
          <a:bodyPr wrap="square">
            <a:spAutoFit/>
          </a:bodyPr>
          <a:lstStyle/>
          <a:p>
            <a:pPr algn="l"/>
            <a:r>
              <a:rPr lang="en-US" sz="900" b="0" noProof="0" dirty="0">
                <a:solidFill>
                  <a:srgbClr val="666666"/>
                </a:solidFill>
              </a:rPr>
              <a:t>Compare DB vs project side-by-side</a:t>
            </a:r>
          </a:p>
        </p:txBody>
      </p:sp>
      <p:sp>
        <p:nvSpPr>
          <p:cNvPr id="45" name="Rounded Rectangle 44">
            <a:extLst>
              <a:ext uri="{C183D7F6-B498-43B3-948B-1728B52AA6E4}">
                <adec:decorative xmlns:adec="http://schemas.microsoft.com/office/drawing/2017/decorative" val="1"/>
              </a:ext>
            </a:extLst>
          </p:cNvPr>
          <p:cNvSpPr/>
          <p:nvPr/>
        </p:nvSpPr>
        <p:spPr>
          <a:xfrm>
            <a:off x="4461600" y="3273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6" name="Rectangle 45">
            <a:extLst>
              <a:ext uri="{C183D7F6-B498-43B3-948B-1728B52AA6E4}">
                <adec:decorative xmlns:adec="http://schemas.microsoft.com/office/drawing/2017/decorative" val="1"/>
              </a:ext>
            </a:extLst>
          </p:cNvPr>
          <p:cNvSpPr/>
          <p:nvPr/>
        </p:nvSpPr>
        <p:spPr>
          <a:xfrm>
            <a:off x="4461600" y="3273320"/>
            <a:ext cx="7200" cy="54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7" name="Oval 46">
            <a:extLst>
              <a:ext uri="{C183D7F6-B498-43B3-948B-1728B52AA6E4}">
                <adec:decorative xmlns:adec="http://schemas.microsoft.com/office/drawing/2017/decorative" val="1"/>
              </a:ext>
            </a:extLst>
          </p:cNvPr>
          <p:cNvSpPr/>
          <p:nvPr/>
        </p:nvSpPr>
        <p:spPr>
          <a:xfrm>
            <a:off x="4506600" y="3327320"/>
            <a:ext cx="72000" cy="72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8" name="TextBox 47"/>
          <p:cNvSpPr txBox="1"/>
          <p:nvPr/>
        </p:nvSpPr>
        <p:spPr>
          <a:xfrm>
            <a:off x="4614600" y="3313820"/>
            <a:ext cx="2943000" cy="180000"/>
          </a:xfrm>
          <a:prstGeom prst="rect">
            <a:avLst/>
          </a:prstGeom>
          <a:noFill/>
        </p:spPr>
        <p:txBody>
          <a:bodyPr wrap="square">
            <a:spAutoFit/>
          </a:bodyPr>
          <a:lstStyle/>
          <a:p>
            <a:pPr algn="l"/>
            <a:r>
              <a:rPr lang="en-US" sz="1100" b="1" noProof="0" dirty="0" err="1">
                <a:solidFill>
                  <a:srgbClr val="1E1E1E"/>
                </a:solidFill>
              </a:rPr>
              <a:t>SqlPackage</a:t>
            </a:r>
            <a:r>
              <a:rPr lang="en-US" sz="1100" b="1" noProof="0" dirty="0">
                <a:solidFill>
                  <a:srgbClr val="1E1E1E"/>
                </a:solidFill>
              </a:rPr>
              <a:t> Extract</a:t>
            </a:r>
          </a:p>
        </p:txBody>
      </p:sp>
      <p:sp>
        <p:nvSpPr>
          <p:cNvPr id="49" name="TextBox 48"/>
          <p:cNvSpPr txBox="1"/>
          <p:nvPr/>
        </p:nvSpPr>
        <p:spPr>
          <a:xfrm>
            <a:off x="4614600" y="3489320"/>
            <a:ext cx="2943000" cy="180000"/>
          </a:xfrm>
          <a:prstGeom prst="rect">
            <a:avLst/>
          </a:prstGeom>
          <a:noFill/>
        </p:spPr>
        <p:txBody>
          <a:bodyPr wrap="square">
            <a:spAutoFit/>
          </a:bodyPr>
          <a:lstStyle/>
          <a:p>
            <a:pPr algn="l"/>
            <a:r>
              <a:rPr lang="en-US" sz="900" b="0" noProof="0" dirty="0">
                <a:solidFill>
                  <a:srgbClr val="666666"/>
                </a:solidFill>
              </a:rPr>
              <a:t>Pull live schema, diff with git status</a:t>
            </a:r>
          </a:p>
        </p:txBody>
      </p:sp>
      <p:sp>
        <p:nvSpPr>
          <p:cNvPr id="50" name="Rounded Rectangle 49">
            <a:extLst>
              <a:ext uri="{C183D7F6-B498-43B3-948B-1728B52AA6E4}">
                <adec:decorative xmlns:adec="http://schemas.microsoft.com/office/drawing/2017/decorative" val="1"/>
              </a:ext>
            </a:extLst>
          </p:cNvPr>
          <p:cNvSpPr/>
          <p:nvPr/>
        </p:nvSpPr>
        <p:spPr>
          <a:xfrm>
            <a:off x="4461600" y="3885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1" name="Rectangle 50">
            <a:extLst>
              <a:ext uri="{C183D7F6-B498-43B3-948B-1728B52AA6E4}">
                <adec:decorative xmlns:adec="http://schemas.microsoft.com/office/drawing/2017/decorative" val="1"/>
              </a:ext>
            </a:extLst>
          </p:cNvPr>
          <p:cNvSpPr/>
          <p:nvPr/>
        </p:nvSpPr>
        <p:spPr>
          <a:xfrm>
            <a:off x="4461600" y="3885320"/>
            <a:ext cx="7200" cy="54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2" name="Oval 51">
            <a:extLst>
              <a:ext uri="{C183D7F6-B498-43B3-948B-1728B52AA6E4}">
                <adec:decorative xmlns:adec="http://schemas.microsoft.com/office/drawing/2017/decorative" val="1"/>
              </a:ext>
            </a:extLst>
          </p:cNvPr>
          <p:cNvSpPr/>
          <p:nvPr/>
        </p:nvSpPr>
        <p:spPr>
          <a:xfrm>
            <a:off x="4506600" y="3939320"/>
            <a:ext cx="72000" cy="72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3" name="TextBox 52"/>
          <p:cNvSpPr txBox="1"/>
          <p:nvPr/>
        </p:nvSpPr>
        <p:spPr>
          <a:xfrm>
            <a:off x="4614600" y="3925820"/>
            <a:ext cx="2943000" cy="180000"/>
          </a:xfrm>
          <a:prstGeom prst="rect">
            <a:avLst/>
          </a:prstGeom>
          <a:noFill/>
        </p:spPr>
        <p:txBody>
          <a:bodyPr wrap="square">
            <a:spAutoFit/>
          </a:bodyPr>
          <a:lstStyle/>
          <a:p>
            <a:pPr algn="l"/>
            <a:r>
              <a:rPr lang="en-US" sz="1100" b="1" noProof="0" dirty="0" err="1">
                <a:solidFill>
                  <a:srgbClr val="1E1E1E"/>
                </a:solidFill>
              </a:rPr>
              <a:t>DeployReport</a:t>
            </a:r>
            <a:endParaRPr lang="en-US" sz="1100" b="1" noProof="0" dirty="0">
              <a:solidFill>
                <a:srgbClr val="1E1E1E"/>
              </a:solidFill>
            </a:endParaRPr>
          </a:p>
        </p:txBody>
      </p:sp>
      <p:sp>
        <p:nvSpPr>
          <p:cNvPr id="54" name="TextBox 53"/>
          <p:cNvSpPr txBox="1"/>
          <p:nvPr/>
        </p:nvSpPr>
        <p:spPr>
          <a:xfrm>
            <a:off x="4614600" y="4101320"/>
            <a:ext cx="2943000" cy="180000"/>
          </a:xfrm>
          <a:prstGeom prst="rect">
            <a:avLst/>
          </a:prstGeom>
          <a:noFill/>
        </p:spPr>
        <p:txBody>
          <a:bodyPr wrap="square">
            <a:spAutoFit/>
          </a:bodyPr>
          <a:lstStyle/>
          <a:p>
            <a:pPr algn="l"/>
            <a:r>
              <a:rPr lang="en-US" sz="900" b="0" noProof="0" dirty="0">
                <a:solidFill>
                  <a:srgbClr val="666666"/>
                </a:solidFill>
              </a:rPr>
              <a:t>XML change summary before deploy</a:t>
            </a:r>
          </a:p>
        </p:txBody>
      </p:sp>
      <p:sp>
        <p:nvSpPr>
          <p:cNvPr id="55" name="Rounded Rectangle 54">
            <a:extLst>
              <a:ext uri="{C183D7F6-B498-43B3-948B-1728B52AA6E4}">
                <adec:decorative xmlns:adec="http://schemas.microsoft.com/office/drawing/2017/decorative" val="1"/>
              </a:ext>
            </a:extLst>
          </p:cNvPr>
          <p:cNvSpPr/>
          <p:nvPr/>
        </p:nvSpPr>
        <p:spPr>
          <a:xfrm>
            <a:off x="4461600" y="4497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6" name="Rectangle 55">
            <a:extLst>
              <a:ext uri="{C183D7F6-B498-43B3-948B-1728B52AA6E4}">
                <adec:decorative xmlns:adec="http://schemas.microsoft.com/office/drawing/2017/decorative" val="1"/>
              </a:ext>
            </a:extLst>
          </p:cNvPr>
          <p:cNvSpPr/>
          <p:nvPr/>
        </p:nvSpPr>
        <p:spPr>
          <a:xfrm>
            <a:off x="4461600" y="4497320"/>
            <a:ext cx="7200" cy="54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7" name="Oval 56">
            <a:extLst>
              <a:ext uri="{C183D7F6-B498-43B3-948B-1728B52AA6E4}">
                <adec:decorative xmlns:adec="http://schemas.microsoft.com/office/drawing/2017/decorative" val="1"/>
              </a:ext>
            </a:extLst>
          </p:cNvPr>
          <p:cNvSpPr/>
          <p:nvPr/>
        </p:nvSpPr>
        <p:spPr>
          <a:xfrm>
            <a:off x="4506600" y="4551320"/>
            <a:ext cx="72000" cy="72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8" name="TextBox 57"/>
          <p:cNvSpPr txBox="1"/>
          <p:nvPr/>
        </p:nvSpPr>
        <p:spPr>
          <a:xfrm>
            <a:off x="4614600" y="4537820"/>
            <a:ext cx="2943000" cy="180000"/>
          </a:xfrm>
          <a:prstGeom prst="rect">
            <a:avLst/>
          </a:prstGeom>
          <a:noFill/>
        </p:spPr>
        <p:txBody>
          <a:bodyPr wrap="square">
            <a:spAutoFit/>
          </a:bodyPr>
          <a:lstStyle/>
          <a:p>
            <a:pPr algn="l"/>
            <a:r>
              <a:rPr lang="en-US" sz="1100" b="1" noProof="0" dirty="0">
                <a:solidFill>
                  <a:srgbClr val="1E1E1E"/>
                </a:solidFill>
              </a:rPr>
              <a:t>Script action</a:t>
            </a:r>
          </a:p>
        </p:txBody>
      </p:sp>
      <p:sp>
        <p:nvSpPr>
          <p:cNvPr id="59" name="TextBox 58"/>
          <p:cNvSpPr txBox="1"/>
          <p:nvPr/>
        </p:nvSpPr>
        <p:spPr>
          <a:xfrm>
            <a:off x="4614600" y="4713320"/>
            <a:ext cx="2943000" cy="180000"/>
          </a:xfrm>
          <a:prstGeom prst="rect">
            <a:avLst/>
          </a:prstGeom>
          <a:noFill/>
        </p:spPr>
        <p:txBody>
          <a:bodyPr wrap="square">
            <a:spAutoFit/>
          </a:bodyPr>
          <a:lstStyle/>
          <a:p>
            <a:pPr algn="l"/>
            <a:r>
              <a:rPr lang="en-US" sz="900" b="0" noProof="0" dirty="0">
                <a:solidFill>
                  <a:srgbClr val="666666"/>
                </a:solidFill>
              </a:rPr>
              <a:t>Preview exact T-SQL that would run</a:t>
            </a:r>
          </a:p>
        </p:txBody>
      </p:sp>
      <p:sp>
        <p:nvSpPr>
          <p:cNvPr id="60" name="Rounded Rectangle 59">
            <a:extLst>
              <a:ext uri="{C183D7F6-B498-43B3-948B-1728B52AA6E4}">
                <adec:decorative xmlns:adec="http://schemas.microsoft.com/office/drawing/2017/decorative" val="1"/>
              </a:ext>
            </a:extLst>
          </p:cNvPr>
          <p:cNvSpPr/>
          <p:nvPr/>
        </p:nvSpPr>
        <p:spPr>
          <a:xfrm>
            <a:off x="4461600" y="5109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1" name="Rectangle 60">
            <a:extLst>
              <a:ext uri="{C183D7F6-B498-43B3-948B-1728B52AA6E4}">
                <adec:decorative xmlns:adec="http://schemas.microsoft.com/office/drawing/2017/decorative" val="1"/>
              </a:ext>
            </a:extLst>
          </p:cNvPr>
          <p:cNvSpPr/>
          <p:nvPr/>
        </p:nvSpPr>
        <p:spPr>
          <a:xfrm>
            <a:off x="4461600" y="5109320"/>
            <a:ext cx="7200" cy="54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2" name="Oval 61">
            <a:extLst>
              <a:ext uri="{C183D7F6-B498-43B3-948B-1728B52AA6E4}">
                <adec:decorative xmlns:adec="http://schemas.microsoft.com/office/drawing/2017/decorative" val="1"/>
              </a:ext>
            </a:extLst>
          </p:cNvPr>
          <p:cNvSpPr/>
          <p:nvPr/>
        </p:nvSpPr>
        <p:spPr>
          <a:xfrm>
            <a:off x="4506600" y="5163320"/>
            <a:ext cx="72000" cy="72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3" name="TextBox 62"/>
          <p:cNvSpPr txBox="1"/>
          <p:nvPr/>
        </p:nvSpPr>
        <p:spPr>
          <a:xfrm>
            <a:off x="4614600" y="5149820"/>
            <a:ext cx="2943000" cy="180000"/>
          </a:xfrm>
          <a:prstGeom prst="rect">
            <a:avLst/>
          </a:prstGeom>
          <a:noFill/>
        </p:spPr>
        <p:txBody>
          <a:bodyPr wrap="square">
            <a:spAutoFit/>
          </a:bodyPr>
          <a:lstStyle/>
          <a:p>
            <a:pPr algn="l"/>
            <a:r>
              <a:rPr lang="en-US" sz="1100" b="1" noProof="0" dirty="0">
                <a:solidFill>
                  <a:srgbClr val="1E1E1E"/>
                </a:solidFill>
              </a:rPr>
              <a:t>Save .</a:t>
            </a:r>
            <a:r>
              <a:rPr lang="en-US" sz="1100" b="1" noProof="0" dirty="0" err="1">
                <a:solidFill>
                  <a:srgbClr val="1E1E1E"/>
                </a:solidFill>
              </a:rPr>
              <a:t>scmp</a:t>
            </a:r>
            <a:r>
              <a:rPr lang="en-US" sz="1100" b="1" noProof="0" dirty="0">
                <a:solidFill>
                  <a:srgbClr val="1E1E1E"/>
                </a:solidFill>
              </a:rPr>
              <a:t> files</a:t>
            </a:r>
          </a:p>
        </p:txBody>
      </p:sp>
      <p:sp>
        <p:nvSpPr>
          <p:cNvPr id="64" name="TextBox 63"/>
          <p:cNvSpPr txBox="1"/>
          <p:nvPr/>
        </p:nvSpPr>
        <p:spPr>
          <a:xfrm>
            <a:off x="4614600" y="5325320"/>
            <a:ext cx="2943000" cy="180000"/>
          </a:xfrm>
          <a:prstGeom prst="rect">
            <a:avLst/>
          </a:prstGeom>
          <a:noFill/>
        </p:spPr>
        <p:txBody>
          <a:bodyPr wrap="square">
            <a:spAutoFit/>
          </a:bodyPr>
          <a:lstStyle/>
          <a:p>
            <a:pPr algn="l"/>
            <a:r>
              <a:rPr lang="en-US" sz="900" b="0" noProof="0" dirty="0">
                <a:solidFill>
                  <a:srgbClr val="666666"/>
                </a:solidFill>
              </a:rPr>
              <a:t>Repeatable comparison configs</a:t>
            </a:r>
          </a:p>
        </p:txBody>
      </p:sp>
      <p:sp>
        <p:nvSpPr>
          <p:cNvPr id="65" name="Rounded Rectangle 64">
            <a:extLst>
              <a:ext uri="{C183D7F6-B498-43B3-948B-1728B52AA6E4}">
                <adec:decorative xmlns:adec="http://schemas.microsoft.com/office/drawing/2017/decorative" val="1"/>
              </a:ext>
            </a:extLst>
          </p:cNvPr>
          <p:cNvSpPr/>
          <p:nvPr/>
        </p:nvSpPr>
        <p:spPr>
          <a:xfrm>
            <a:off x="7809600" y="1450044"/>
            <a:ext cx="3285000" cy="4600292"/>
          </a:xfrm>
          <a:prstGeom prst="roundRect">
            <a:avLst>
              <a:gd name="adj" fmla="val 6000"/>
            </a:avLst>
          </a:prstGeom>
          <a:solidFill>
            <a:srgbClr val="E8F5E9"/>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6" name="Rectangle 65">
            <a:extLst>
              <a:ext uri="{C183D7F6-B498-43B3-948B-1728B52AA6E4}">
                <adec:decorative xmlns:adec="http://schemas.microsoft.com/office/drawing/2017/decorative" val="1"/>
              </a:ext>
            </a:extLst>
          </p:cNvPr>
          <p:cNvSpPr/>
          <p:nvPr/>
        </p:nvSpPr>
        <p:spPr>
          <a:xfrm>
            <a:off x="7809600" y="1450044"/>
            <a:ext cx="3285000" cy="179950"/>
          </a:xfrm>
          <a:prstGeom prst="rect">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7" name="Oval 66">
            <a:extLst>
              <a:ext uri="{C183D7F6-B498-43B3-948B-1728B52AA6E4}">
                <adec:decorative xmlns:adec="http://schemas.microsoft.com/office/drawing/2017/decorative" val="1"/>
              </a:ext>
            </a:extLst>
          </p:cNvPr>
          <p:cNvSpPr/>
          <p:nvPr/>
        </p:nvSpPr>
        <p:spPr>
          <a:xfrm>
            <a:off x="9254100" y="1779320"/>
            <a:ext cx="396000" cy="396000"/>
          </a:xfrm>
          <a:prstGeom prst="ellipse">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8" name="TextBox 67"/>
          <p:cNvSpPr txBox="1"/>
          <p:nvPr/>
        </p:nvSpPr>
        <p:spPr>
          <a:xfrm>
            <a:off x="9254100" y="1773166"/>
            <a:ext cx="396000" cy="252000"/>
          </a:xfrm>
          <a:prstGeom prst="rect">
            <a:avLst/>
          </a:prstGeom>
          <a:noFill/>
        </p:spPr>
        <p:txBody>
          <a:bodyPr wrap="square">
            <a:spAutoFit/>
          </a:bodyPr>
          <a:lstStyle/>
          <a:p>
            <a:pPr algn="ctr"/>
            <a:r>
              <a:rPr lang="en-US" sz="2200" b="1" noProof="0" dirty="0">
                <a:solidFill>
                  <a:srgbClr val="FFFFFF"/>
                </a:solidFill>
              </a:rPr>
              <a:t>✓</a:t>
            </a:r>
          </a:p>
        </p:txBody>
      </p:sp>
      <p:sp>
        <p:nvSpPr>
          <p:cNvPr id="69" name="TextBox 68"/>
          <p:cNvSpPr txBox="1"/>
          <p:nvPr/>
        </p:nvSpPr>
        <p:spPr>
          <a:xfrm>
            <a:off x="7899600" y="2265320"/>
            <a:ext cx="3105000" cy="270000"/>
          </a:xfrm>
          <a:prstGeom prst="rect">
            <a:avLst/>
          </a:prstGeom>
          <a:noFill/>
        </p:spPr>
        <p:txBody>
          <a:bodyPr wrap="square">
            <a:spAutoFit/>
          </a:bodyPr>
          <a:lstStyle/>
          <a:p>
            <a:pPr algn="ctr"/>
            <a:r>
              <a:rPr lang="en-US" sz="1600" b="1" noProof="0" dirty="0">
                <a:solidFill>
                  <a:srgbClr val="388E3C"/>
                </a:solidFill>
              </a:rPr>
              <a:t>How to resolve it</a:t>
            </a:r>
          </a:p>
        </p:txBody>
      </p:sp>
      <p:sp>
        <p:nvSpPr>
          <p:cNvPr id="70" name="Rectangle 69">
            <a:extLst>
              <a:ext uri="{C183D7F6-B498-43B3-948B-1728B52AA6E4}">
                <adec:decorative xmlns:adec="http://schemas.microsoft.com/office/drawing/2017/decorative" val="1"/>
              </a:ext>
            </a:extLst>
          </p:cNvPr>
          <p:cNvSpPr/>
          <p:nvPr/>
        </p:nvSpPr>
        <p:spPr>
          <a:xfrm>
            <a:off x="8079600" y="2571320"/>
            <a:ext cx="2745000" cy="14400"/>
          </a:xfrm>
          <a:prstGeom prst="rect">
            <a:avLst/>
          </a:prstGeom>
          <a:solidFill>
            <a:srgbClr val="DDDDDD"/>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1" name="Rounded Rectangle 70">
            <a:extLst>
              <a:ext uri="{C183D7F6-B498-43B3-948B-1728B52AA6E4}">
                <adec:decorative xmlns:adec="http://schemas.microsoft.com/office/drawing/2017/decorative" val="1"/>
              </a:ext>
            </a:extLst>
          </p:cNvPr>
          <p:cNvSpPr/>
          <p:nvPr/>
        </p:nvSpPr>
        <p:spPr>
          <a:xfrm>
            <a:off x="7881600" y="2661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2" name="Rectangle 71">
            <a:extLst>
              <a:ext uri="{C183D7F6-B498-43B3-948B-1728B52AA6E4}">
                <adec:decorative xmlns:adec="http://schemas.microsoft.com/office/drawing/2017/decorative" val="1"/>
              </a:ext>
            </a:extLst>
          </p:cNvPr>
          <p:cNvSpPr/>
          <p:nvPr/>
        </p:nvSpPr>
        <p:spPr>
          <a:xfrm>
            <a:off x="7881600" y="2661320"/>
            <a:ext cx="7200" cy="540000"/>
          </a:xfrm>
          <a:prstGeom prst="rect">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3" name="Oval 72">
            <a:extLst>
              <a:ext uri="{C183D7F6-B498-43B3-948B-1728B52AA6E4}">
                <adec:decorative xmlns:adec="http://schemas.microsoft.com/office/drawing/2017/decorative" val="1"/>
              </a:ext>
            </a:extLst>
          </p:cNvPr>
          <p:cNvSpPr/>
          <p:nvPr/>
        </p:nvSpPr>
        <p:spPr>
          <a:xfrm>
            <a:off x="7926600" y="2715320"/>
            <a:ext cx="72000" cy="72000"/>
          </a:xfrm>
          <a:prstGeom prst="ellipse">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4" name="TextBox 73"/>
          <p:cNvSpPr txBox="1"/>
          <p:nvPr/>
        </p:nvSpPr>
        <p:spPr>
          <a:xfrm>
            <a:off x="8034600" y="2701820"/>
            <a:ext cx="2943000" cy="180000"/>
          </a:xfrm>
          <a:prstGeom prst="rect">
            <a:avLst/>
          </a:prstGeom>
          <a:noFill/>
        </p:spPr>
        <p:txBody>
          <a:bodyPr wrap="square">
            <a:spAutoFit/>
          </a:bodyPr>
          <a:lstStyle/>
          <a:p>
            <a:pPr algn="l"/>
            <a:r>
              <a:rPr lang="en-US" sz="1100" b="1" noProof="0" dirty="0">
                <a:solidFill>
                  <a:srgbClr val="1E1E1E"/>
                </a:solidFill>
              </a:rPr>
              <a:t>Cherry-pick from comparison</a:t>
            </a:r>
          </a:p>
        </p:txBody>
      </p:sp>
      <p:sp>
        <p:nvSpPr>
          <p:cNvPr id="75" name="TextBox 74"/>
          <p:cNvSpPr txBox="1"/>
          <p:nvPr/>
        </p:nvSpPr>
        <p:spPr>
          <a:xfrm>
            <a:off x="8034600" y="2877320"/>
            <a:ext cx="2943000" cy="180000"/>
          </a:xfrm>
          <a:prstGeom prst="rect">
            <a:avLst/>
          </a:prstGeom>
          <a:noFill/>
        </p:spPr>
        <p:txBody>
          <a:bodyPr wrap="square">
            <a:spAutoFit/>
          </a:bodyPr>
          <a:lstStyle/>
          <a:p>
            <a:pPr algn="l"/>
            <a:r>
              <a:rPr lang="en-US" sz="900" b="0" noProof="0" dirty="0">
                <a:solidFill>
                  <a:srgbClr val="666666"/>
                </a:solidFill>
              </a:rPr>
              <a:t>Selectively import detected changes</a:t>
            </a:r>
          </a:p>
        </p:txBody>
      </p:sp>
      <p:sp>
        <p:nvSpPr>
          <p:cNvPr id="76" name="Rounded Rectangle 75">
            <a:extLst>
              <a:ext uri="{C183D7F6-B498-43B3-948B-1728B52AA6E4}">
                <adec:decorative xmlns:adec="http://schemas.microsoft.com/office/drawing/2017/decorative" val="1"/>
              </a:ext>
            </a:extLst>
          </p:cNvPr>
          <p:cNvSpPr/>
          <p:nvPr/>
        </p:nvSpPr>
        <p:spPr>
          <a:xfrm>
            <a:off x="7881600" y="3273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7" name="Rectangle 76">
            <a:extLst>
              <a:ext uri="{C183D7F6-B498-43B3-948B-1728B52AA6E4}">
                <adec:decorative xmlns:adec="http://schemas.microsoft.com/office/drawing/2017/decorative" val="1"/>
              </a:ext>
            </a:extLst>
          </p:cNvPr>
          <p:cNvSpPr/>
          <p:nvPr/>
        </p:nvSpPr>
        <p:spPr>
          <a:xfrm>
            <a:off x="7881600" y="3273320"/>
            <a:ext cx="7200" cy="540000"/>
          </a:xfrm>
          <a:prstGeom prst="rect">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8" name="Oval 77">
            <a:extLst>
              <a:ext uri="{C183D7F6-B498-43B3-948B-1728B52AA6E4}">
                <adec:decorative xmlns:adec="http://schemas.microsoft.com/office/drawing/2017/decorative" val="1"/>
              </a:ext>
            </a:extLst>
          </p:cNvPr>
          <p:cNvSpPr/>
          <p:nvPr/>
        </p:nvSpPr>
        <p:spPr>
          <a:xfrm>
            <a:off x="7926600" y="3327320"/>
            <a:ext cx="72000" cy="72000"/>
          </a:xfrm>
          <a:prstGeom prst="ellipse">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9" name="TextBox 78"/>
          <p:cNvSpPr txBox="1"/>
          <p:nvPr/>
        </p:nvSpPr>
        <p:spPr>
          <a:xfrm>
            <a:off x="8034600" y="3313820"/>
            <a:ext cx="2943000" cy="180000"/>
          </a:xfrm>
          <a:prstGeom prst="rect">
            <a:avLst/>
          </a:prstGeom>
          <a:noFill/>
        </p:spPr>
        <p:txBody>
          <a:bodyPr wrap="square">
            <a:spAutoFit/>
          </a:bodyPr>
          <a:lstStyle/>
          <a:p>
            <a:pPr algn="l"/>
            <a:r>
              <a:rPr lang="en-US" sz="1100" b="1" noProof="0" dirty="0">
                <a:solidFill>
                  <a:srgbClr val="1E1E1E"/>
                </a:solidFill>
              </a:rPr>
              <a:t>Import hotfix into project</a:t>
            </a:r>
          </a:p>
        </p:txBody>
      </p:sp>
      <p:sp>
        <p:nvSpPr>
          <p:cNvPr id="80" name="TextBox 79"/>
          <p:cNvSpPr txBox="1"/>
          <p:nvPr/>
        </p:nvSpPr>
        <p:spPr>
          <a:xfrm>
            <a:off x="8034600" y="3489320"/>
            <a:ext cx="2943000" cy="180000"/>
          </a:xfrm>
          <a:prstGeom prst="rect">
            <a:avLst/>
          </a:prstGeom>
          <a:noFill/>
        </p:spPr>
        <p:txBody>
          <a:bodyPr wrap="square">
            <a:spAutoFit/>
          </a:bodyPr>
          <a:lstStyle/>
          <a:p>
            <a:pPr algn="l"/>
            <a:r>
              <a:rPr lang="en-US" sz="900" b="0" noProof="0" dirty="0">
                <a:solidFill>
                  <a:srgbClr val="666666"/>
                </a:solidFill>
              </a:rPr>
              <a:t>Bring valid production fixes home</a:t>
            </a:r>
          </a:p>
        </p:txBody>
      </p:sp>
      <p:sp>
        <p:nvSpPr>
          <p:cNvPr id="81" name="Rounded Rectangle 80">
            <a:extLst>
              <a:ext uri="{C183D7F6-B498-43B3-948B-1728B52AA6E4}">
                <adec:decorative xmlns:adec="http://schemas.microsoft.com/office/drawing/2017/decorative" val="1"/>
              </a:ext>
            </a:extLst>
          </p:cNvPr>
          <p:cNvSpPr/>
          <p:nvPr/>
        </p:nvSpPr>
        <p:spPr>
          <a:xfrm>
            <a:off x="7881600" y="3885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2" name="Rectangle 81">
            <a:extLst>
              <a:ext uri="{C183D7F6-B498-43B3-948B-1728B52AA6E4}">
                <adec:decorative xmlns:adec="http://schemas.microsoft.com/office/drawing/2017/decorative" val="1"/>
              </a:ext>
            </a:extLst>
          </p:cNvPr>
          <p:cNvSpPr/>
          <p:nvPr/>
        </p:nvSpPr>
        <p:spPr>
          <a:xfrm>
            <a:off x="7881600" y="3885320"/>
            <a:ext cx="7200" cy="540000"/>
          </a:xfrm>
          <a:prstGeom prst="rect">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3" name="Oval 82">
            <a:extLst>
              <a:ext uri="{C183D7F6-B498-43B3-948B-1728B52AA6E4}">
                <adec:decorative xmlns:adec="http://schemas.microsoft.com/office/drawing/2017/decorative" val="1"/>
              </a:ext>
            </a:extLst>
          </p:cNvPr>
          <p:cNvSpPr/>
          <p:nvPr/>
        </p:nvSpPr>
        <p:spPr>
          <a:xfrm>
            <a:off x="7926600" y="3939320"/>
            <a:ext cx="72000" cy="72000"/>
          </a:xfrm>
          <a:prstGeom prst="ellipse">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4" name="TextBox 83"/>
          <p:cNvSpPr txBox="1"/>
          <p:nvPr/>
        </p:nvSpPr>
        <p:spPr>
          <a:xfrm>
            <a:off x="8034600" y="3925820"/>
            <a:ext cx="2943000" cy="180000"/>
          </a:xfrm>
          <a:prstGeom prst="rect">
            <a:avLst/>
          </a:prstGeom>
          <a:noFill/>
        </p:spPr>
        <p:txBody>
          <a:bodyPr wrap="square">
            <a:spAutoFit/>
          </a:bodyPr>
          <a:lstStyle/>
          <a:p>
            <a:pPr algn="l"/>
            <a:r>
              <a:rPr lang="en-US" sz="1100" b="1" noProof="0" dirty="0">
                <a:solidFill>
                  <a:srgbClr val="1E1E1E"/>
                </a:solidFill>
              </a:rPr>
              <a:t>Review Script action</a:t>
            </a:r>
          </a:p>
        </p:txBody>
      </p:sp>
      <p:sp>
        <p:nvSpPr>
          <p:cNvPr id="85" name="TextBox 84"/>
          <p:cNvSpPr txBox="1"/>
          <p:nvPr/>
        </p:nvSpPr>
        <p:spPr>
          <a:xfrm>
            <a:off x="8034600" y="4101320"/>
            <a:ext cx="2943000" cy="180000"/>
          </a:xfrm>
          <a:prstGeom prst="rect">
            <a:avLst/>
          </a:prstGeom>
          <a:noFill/>
        </p:spPr>
        <p:txBody>
          <a:bodyPr wrap="square">
            <a:spAutoFit/>
          </a:bodyPr>
          <a:lstStyle/>
          <a:p>
            <a:pPr algn="l"/>
            <a:r>
              <a:rPr lang="en-US" sz="900" b="0" noProof="0" dirty="0">
                <a:solidFill>
                  <a:srgbClr val="666666"/>
                </a:solidFill>
              </a:rPr>
              <a:t>Never deploy blind to production</a:t>
            </a:r>
          </a:p>
        </p:txBody>
      </p:sp>
      <p:sp>
        <p:nvSpPr>
          <p:cNvPr id="86" name="Rounded Rectangle 85">
            <a:extLst>
              <a:ext uri="{C183D7F6-B498-43B3-948B-1728B52AA6E4}">
                <adec:decorative xmlns:adec="http://schemas.microsoft.com/office/drawing/2017/decorative" val="1"/>
              </a:ext>
            </a:extLst>
          </p:cNvPr>
          <p:cNvSpPr/>
          <p:nvPr/>
        </p:nvSpPr>
        <p:spPr>
          <a:xfrm>
            <a:off x="7881600" y="4497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7" name="Rectangle 86">
            <a:extLst>
              <a:ext uri="{C183D7F6-B498-43B3-948B-1728B52AA6E4}">
                <adec:decorative xmlns:adec="http://schemas.microsoft.com/office/drawing/2017/decorative" val="1"/>
              </a:ext>
            </a:extLst>
          </p:cNvPr>
          <p:cNvSpPr/>
          <p:nvPr/>
        </p:nvSpPr>
        <p:spPr>
          <a:xfrm>
            <a:off x="7881600" y="4497320"/>
            <a:ext cx="7200" cy="540000"/>
          </a:xfrm>
          <a:prstGeom prst="rect">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8" name="Oval 87">
            <a:extLst>
              <a:ext uri="{C183D7F6-B498-43B3-948B-1728B52AA6E4}">
                <adec:decorative xmlns:adec="http://schemas.microsoft.com/office/drawing/2017/decorative" val="1"/>
              </a:ext>
            </a:extLst>
          </p:cNvPr>
          <p:cNvSpPr/>
          <p:nvPr/>
        </p:nvSpPr>
        <p:spPr>
          <a:xfrm>
            <a:off x="7926600" y="4551320"/>
            <a:ext cx="72000" cy="72000"/>
          </a:xfrm>
          <a:prstGeom prst="ellipse">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9" name="TextBox 88"/>
          <p:cNvSpPr txBox="1"/>
          <p:nvPr/>
        </p:nvSpPr>
        <p:spPr>
          <a:xfrm>
            <a:off x="8034600" y="4537820"/>
            <a:ext cx="2943000" cy="180000"/>
          </a:xfrm>
          <a:prstGeom prst="rect">
            <a:avLst/>
          </a:prstGeom>
          <a:noFill/>
        </p:spPr>
        <p:txBody>
          <a:bodyPr wrap="square">
            <a:spAutoFit/>
          </a:bodyPr>
          <a:lstStyle/>
          <a:p>
            <a:pPr algn="l"/>
            <a:r>
              <a:rPr lang="en-US" sz="1100" b="1" noProof="0" dirty="0" err="1">
                <a:solidFill>
                  <a:srgbClr val="1E1E1E"/>
                </a:solidFill>
              </a:rPr>
              <a:t>DacpacVerify</a:t>
            </a:r>
            <a:endParaRPr lang="en-US" sz="1100" b="1" noProof="0" dirty="0">
              <a:solidFill>
                <a:srgbClr val="1E1E1E"/>
              </a:solidFill>
            </a:endParaRPr>
          </a:p>
        </p:txBody>
      </p:sp>
      <p:sp>
        <p:nvSpPr>
          <p:cNvPr id="90" name="TextBox 89"/>
          <p:cNvSpPr txBox="1"/>
          <p:nvPr/>
        </p:nvSpPr>
        <p:spPr>
          <a:xfrm>
            <a:off x="8034600" y="4713320"/>
            <a:ext cx="2943000" cy="180000"/>
          </a:xfrm>
          <a:prstGeom prst="rect">
            <a:avLst/>
          </a:prstGeom>
          <a:noFill/>
        </p:spPr>
        <p:txBody>
          <a:bodyPr wrap="square">
            <a:spAutoFit/>
          </a:bodyPr>
          <a:lstStyle/>
          <a:p>
            <a:pPr algn="l"/>
            <a:r>
              <a:rPr lang="en-US" sz="900" b="0" noProof="0" dirty="0">
                <a:solidFill>
                  <a:srgbClr val="666666"/>
                </a:solidFill>
              </a:rPr>
              <a:t>Compare two .</a:t>
            </a:r>
            <a:r>
              <a:rPr lang="en-US" sz="900" b="0" noProof="0" dirty="0" err="1">
                <a:solidFill>
                  <a:srgbClr val="666666"/>
                </a:solidFill>
              </a:rPr>
              <a:t>dacpacs</a:t>
            </a:r>
            <a:r>
              <a:rPr lang="en-US" sz="900" b="0" noProof="0" dirty="0">
                <a:solidFill>
                  <a:srgbClr val="666666"/>
                </a:solidFill>
              </a:rPr>
              <a:t> for parity</a:t>
            </a:r>
          </a:p>
        </p:txBody>
      </p:sp>
      <p:sp>
        <p:nvSpPr>
          <p:cNvPr id="91" name="Rounded Rectangle 90">
            <a:extLst>
              <a:ext uri="{C183D7F6-B498-43B3-948B-1728B52AA6E4}">
                <adec:decorative xmlns:adec="http://schemas.microsoft.com/office/drawing/2017/decorative" val="1"/>
              </a:ext>
            </a:extLst>
          </p:cNvPr>
          <p:cNvSpPr/>
          <p:nvPr/>
        </p:nvSpPr>
        <p:spPr>
          <a:xfrm>
            <a:off x="7881600" y="5109320"/>
            <a:ext cx="3141000" cy="540000"/>
          </a:xfrm>
          <a:prstGeom prst="roundRect">
            <a:avLst>
              <a:gd name="adj" fmla="val 6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2" name="Rectangle 91">
            <a:extLst>
              <a:ext uri="{C183D7F6-B498-43B3-948B-1728B52AA6E4}">
                <adec:decorative xmlns:adec="http://schemas.microsoft.com/office/drawing/2017/decorative" val="1"/>
              </a:ext>
            </a:extLst>
          </p:cNvPr>
          <p:cNvSpPr/>
          <p:nvPr/>
        </p:nvSpPr>
        <p:spPr>
          <a:xfrm>
            <a:off x="7881600" y="5109320"/>
            <a:ext cx="7200" cy="540000"/>
          </a:xfrm>
          <a:prstGeom prst="rect">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3" name="Oval 92">
            <a:extLst>
              <a:ext uri="{C183D7F6-B498-43B3-948B-1728B52AA6E4}">
                <adec:decorative xmlns:adec="http://schemas.microsoft.com/office/drawing/2017/decorative" val="1"/>
              </a:ext>
            </a:extLst>
          </p:cNvPr>
          <p:cNvSpPr/>
          <p:nvPr/>
        </p:nvSpPr>
        <p:spPr>
          <a:xfrm>
            <a:off x="7926600" y="5163320"/>
            <a:ext cx="72000" cy="72000"/>
          </a:xfrm>
          <a:prstGeom prst="ellipse">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4" name="TextBox 93"/>
          <p:cNvSpPr txBox="1"/>
          <p:nvPr/>
        </p:nvSpPr>
        <p:spPr>
          <a:xfrm>
            <a:off x="8034600" y="5149820"/>
            <a:ext cx="2943000" cy="180000"/>
          </a:xfrm>
          <a:prstGeom prst="rect">
            <a:avLst/>
          </a:prstGeom>
          <a:noFill/>
        </p:spPr>
        <p:txBody>
          <a:bodyPr wrap="square">
            <a:spAutoFit/>
          </a:bodyPr>
          <a:lstStyle/>
          <a:p>
            <a:pPr algn="l"/>
            <a:r>
              <a:rPr lang="en-US" sz="1100" b="1" noProof="0" dirty="0">
                <a:solidFill>
                  <a:srgbClr val="1E1E1E"/>
                </a:solidFill>
              </a:rPr>
              <a:t>Block on data loss option</a:t>
            </a:r>
          </a:p>
        </p:txBody>
      </p:sp>
      <p:sp>
        <p:nvSpPr>
          <p:cNvPr id="95" name="TextBox 94"/>
          <p:cNvSpPr txBox="1"/>
          <p:nvPr/>
        </p:nvSpPr>
        <p:spPr>
          <a:xfrm>
            <a:off x="8034600" y="5325320"/>
            <a:ext cx="2943000" cy="180000"/>
          </a:xfrm>
          <a:prstGeom prst="rect">
            <a:avLst/>
          </a:prstGeom>
          <a:noFill/>
        </p:spPr>
        <p:txBody>
          <a:bodyPr wrap="square">
            <a:spAutoFit/>
          </a:bodyPr>
          <a:lstStyle/>
          <a:p>
            <a:pPr algn="l"/>
            <a:r>
              <a:rPr lang="en-US" sz="900" b="0" noProof="0" dirty="0">
                <a:solidFill>
                  <a:srgbClr val="666666"/>
                </a:solidFill>
              </a:rPr>
              <a:t>Safety net for destructive changes</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CI/CD pipelines</a:t>
            </a:r>
          </a:p>
        </p:txBody>
      </p:sp>
      <p:sp>
        <p:nvSpPr>
          <p:cNvPr id="3" name="Text Placeholder 2"/>
          <p:cNvSpPr>
            <a:spLocks noGrp="1"/>
          </p:cNvSpPr>
          <p:nvPr>
            <p:ph type="body" sz="quarter" idx="16"/>
          </p:nvPr>
        </p:nvSpPr>
        <p:spPr/>
        <p:txBody>
          <a:bodyPr/>
          <a:lstStyle/>
          <a:p>
            <a:r>
              <a:rPr lang="en-US" noProof="0" dirty="0"/>
              <a:t>GitHub Actions · Azure DevOps · secrets · controls</a:t>
            </a:r>
          </a:p>
        </p:txBody>
      </p:sp>
      <p:sp>
        <p:nvSpPr>
          <p:cNvPr id="4" name="Text Placeholder 3"/>
          <p:cNvSpPr>
            <a:spLocks noGrp="1"/>
          </p:cNvSpPr>
          <p:nvPr>
            <p:ph type="body" sz="quarter" idx="15"/>
          </p:nvPr>
        </p:nvSpPr>
        <p:spPr>
          <a:xfrm>
            <a:off x="586389" y="2085764"/>
            <a:ext cx="4712685" cy="2757678"/>
          </a:xfrm>
        </p:spPr>
        <p:txBody>
          <a:bodyPr/>
          <a:lstStyle/>
          <a:p>
            <a:r>
              <a:rPr lang="en-US" b="1" noProof="0" dirty="0"/>
              <a:t>Build once: </a:t>
            </a:r>
          </a:p>
          <a:p>
            <a:pPr lvl="1"/>
            <a:r>
              <a:rPr lang="en-US" noProof="0" dirty="0"/>
              <a:t>compile .</a:t>
            </a:r>
            <a:r>
              <a:rPr lang="en-US" noProof="0" dirty="0" err="1"/>
              <a:t>dacpac</a:t>
            </a:r>
            <a:r>
              <a:rPr lang="en-US" noProof="0" dirty="0"/>
              <a:t> artifact, deploy same file everywhere</a:t>
            </a:r>
          </a:p>
          <a:p>
            <a:r>
              <a:rPr lang="en-US" b="1" noProof="0" dirty="0"/>
              <a:t>GitHub Actions: </a:t>
            </a:r>
          </a:p>
          <a:p>
            <a:pPr lvl="1"/>
            <a:r>
              <a:rPr lang="en-US" noProof="0" dirty="0"/>
              <a:t>azure/</a:t>
            </a:r>
            <a:r>
              <a:rPr lang="en-US" noProof="0" dirty="0" err="1"/>
              <a:t>sql</a:t>
            </a:r>
            <a:r>
              <a:rPr lang="en-US" noProof="0" dirty="0"/>
              <a:t>-action + azure/login for .</a:t>
            </a:r>
            <a:r>
              <a:rPr lang="en-US" noProof="0" dirty="0" err="1"/>
              <a:t>dacpac</a:t>
            </a:r>
            <a:r>
              <a:rPr lang="en-US" noProof="0" dirty="0"/>
              <a:t> deploy</a:t>
            </a:r>
          </a:p>
          <a:p>
            <a:r>
              <a:rPr lang="en-US" b="1" noProof="0" dirty="0"/>
              <a:t>Azure DevOps: </a:t>
            </a:r>
          </a:p>
          <a:p>
            <a:pPr lvl="1"/>
            <a:r>
              <a:rPr lang="en-US" noProof="0" dirty="0" err="1"/>
              <a:t>SqlAzureDacpacDeployment</a:t>
            </a:r>
            <a:r>
              <a:rPr lang="en-US" noProof="0" dirty="0"/>
              <a:t> task or direct </a:t>
            </a:r>
            <a:r>
              <a:rPr lang="en-US" noProof="0" dirty="0" err="1"/>
              <a:t>SqlPackage</a:t>
            </a:r>
            <a:endParaRPr lang="en-US" noProof="0" dirty="0"/>
          </a:p>
          <a:p>
            <a:r>
              <a:rPr lang="en-US" b="1" noProof="0" dirty="0"/>
              <a:t>Secrets: </a:t>
            </a:r>
          </a:p>
          <a:p>
            <a:pPr lvl="1"/>
            <a:r>
              <a:rPr lang="en-US" noProof="0" dirty="0"/>
              <a:t>repo secrets, OIDC, Azure Key Vault: never hardcode</a:t>
            </a:r>
          </a:p>
          <a:p>
            <a:r>
              <a:rPr lang="en-US" b="1" noProof="0" dirty="0"/>
              <a:t>Controls: </a:t>
            </a:r>
          </a:p>
          <a:p>
            <a:pPr lvl="1"/>
            <a:r>
              <a:rPr lang="en-US" noProof="0" dirty="0"/>
              <a:t>required reviewers, CODEOWNERS, branch policies</a:t>
            </a:r>
          </a:p>
        </p:txBody>
      </p:sp>
      <p:pic>
        <p:nvPicPr>
          <p:cNvPr id="5" name="Picture 4" descr="CICD pipeline."/>
          <p:cNvPicPr>
            <a:picLocks noChangeAspect="1"/>
          </p:cNvPicPr>
          <p:nvPr/>
        </p:nvPicPr>
        <p:blipFill>
          <a:blip r:embed="rId3"/>
          <a:stretch>
            <a:fillRect/>
          </a:stretch>
        </p:blipFill>
        <p:spPr>
          <a:xfrm>
            <a:off x="5300000" y="1843750"/>
            <a:ext cx="6800000" cy="3170500"/>
          </a:xfrm>
          <a:prstGeom prst="rect">
            <a:avLst/>
          </a:prstGeom>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Testing strategy</a:t>
            </a:r>
          </a:p>
        </p:txBody>
      </p:sp>
      <p:sp>
        <p:nvSpPr>
          <p:cNvPr id="4" name="Text Placeholder 3"/>
          <p:cNvSpPr>
            <a:spLocks noGrp="1"/>
          </p:cNvSpPr>
          <p:nvPr>
            <p:ph type="body" sz="quarter" idx="16"/>
          </p:nvPr>
        </p:nvSpPr>
        <p:spPr>
          <a:xfrm>
            <a:off x="584200" y="1594155"/>
            <a:ext cx="4245708" cy="246221"/>
          </a:xfrm>
        </p:spPr>
        <p:txBody>
          <a:bodyPr/>
          <a:lstStyle/>
          <a:p>
            <a:r>
              <a:rPr lang="en-US" noProof="0" dirty="0"/>
              <a:t>Build validation · unit tests · integration tests</a:t>
            </a:r>
          </a:p>
        </p:txBody>
      </p:sp>
      <p:sp>
        <p:nvSpPr>
          <p:cNvPr id="5" name="Text Placeholder 4"/>
          <p:cNvSpPr>
            <a:spLocks noGrp="1"/>
          </p:cNvSpPr>
          <p:nvPr>
            <p:ph type="body" sz="quarter" idx="15"/>
          </p:nvPr>
        </p:nvSpPr>
        <p:spPr>
          <a:xfrm>
            <a:off x="586389" y="2085764"/>
            <a:ext cx="4587396" cy="3921073"/>
          </a:xfrm>
        </p:spPr>
        <p:txBody>
          <a:bodyPr/>
          <a:lstStyle/>
          <a:p>
            <a:r>
              <a:rPr lang="en-US" b="1" noProof="0" dirty="0"/>
              <a:t>Build validation: </a:t>
            </a:r>
          </a:p>
          <a:p>
            <a:pPr lvl="1"/>
            <a:r>
              <a:rPr lang="en-US" noProof="0" dirty="0"/>
              <a:t>dotnet build catches syntax errors, broken refs</a:t>
            </a:r>
          </a:p>
          <a:p>
            <a:r>
              <a:rPr lang="en-US" b="1" noProof="0" dirty="0"/>
              <a:t>Unit tests: </a:t>
            </a:r>
          </a:p>
          <a:p>
            <a:pPr lvl="1"/>
            <a:r>
              <a:rPr lang="en-US" noProof="0" dirty="0"/>
              <a:t>pre-test → test → post-test pattern; test conditions</a:t>
            </a:r>
          </a:p>
          <a:p>
            <a:r>
              <a:rPr lang="en-US" b="1" noProof="0" dirty="0"/>
              <a:t>Conditions: </a:t>
            </a:r>
          </a:p>
          <a:p>
            <a:pPr lvl="1"/>
            <a:r>
              <a:rPr lang="en-US" noProof="0" dirty="0"/>
              <a:t>Row Count, Scalar Value, Expected Schema, Execution Time</a:t>
            </a:r>
          </a:p>
          <a:p>
            <a:r>
              <a:rPr lang="en-US" b="1" noProof="0" dirty="0"/>
              <a:t>Negative tests: </a:t>
            </a:r>
          </a:p>
          <a:p>
            <a:pPr lvl="1"/>
            <a:r>
              <a:rPr lang="en-US" noProof="0" dirty="0"/>
              <a:t>[</a:t>
            </a:r>
            <a:r>
              <a:rPr lang="en-US" noProof="0" dirty="0" err="1"/>
              <a:t>ExpectedSqlException</a:t>
            </a:r>
            <a:r>
              <a:rPr lang="en-US" noProof="0" dirty="0"/>
              <a:t>] for error handling paths</a:t>
            </a:r>
          </a:p>
          <a:p>
            <a:r>
              <a:rPr lang="en-US" b="1" noProof="0" dirty="0"/>
              <a:t>CI integration: </a:t>
            </a:r>
          </a:p>
          <a:p>
            <a:pPr lvl="1"/>
            <a:r>
              <a:rPr lang="en-US" noProof="0" dirty="0" err="1"/>
              <a:t>VSTest</a:t>
            </a:r>
            <a:r>
              <a:rPr lang="en-US" noProof="0" dirty="0"/>
              <a:t> task (DevOps) or dotnet test (GitHub Actions)</a:t>
            </a:r>
          </a:p>
        </p:txBody>
      </p:sp>
      <p:pic>
        <p:nvPicPr>
          <p:cNvPr id="6" name="Picture 5" descr="Testing pyramid"/>
          <p:cNvPicPr>
            <a:picLocks noChangeAspect="1"/>
          </p:cNvPicPr>
          <p:nvPr/>
        </p:nvPicPr>
        <p:blipFill>
          <a:blip r:embed="rId3"/>
          <a:stretch>
            <a:fillRect/>
          </a:stretch>
        </p:blipFill>
        <p:spPr>
          <a:xfrm>
            <a:off x="5300000" y="600000"/>
            <a:ext cx="6800000" cy="5100000"/>
          </a:xfrm>
          <a:prstGeom prst="rect">
            <a:avLst/>
          </a:prstGeom>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Implement CI/CD for SQL Database Projects</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1231106"/>
          </a:xfrm>
        </p:spPr>
        <p:txBody>
          <a:bodyPr/>
          <a:lstStyle/>
          <a:p>
            <a:pPr marL="0" indent="0">
              <a:buNone/>
            </a:pPr>
            <a:r>
              <a:rPr lang="en-US" noProof="0" dirty="0"/>
              <a:t>Create a SQL database project, build a .</a:t>
            </a:r>
            <a:r>
              <a:rPr lang="en-US" noProof="0" dirty="0" err="1"/>
              <a:t>dacpac</a:t>
            </a:r>
            <a:r>
              <a:rPr lang="en-US" noProof="0" dirty="0"/>
              <a:t>, push to GitHub, and configure a GitHub Actions pipeline that automatically builds and deploys schema changes to Azure SQL Database, including verifying that a column addition triggers an automatic ALTER TABLE.</a:t>
            </a:r>
          </a:p>
        </p:txBody>
      </p:sp>
      <p:sp>
        <p:nvSpPr>
          <p:cNvPr id="6" name="Oval 5"/>
          <p:cNvSpPr/>
          <p:nvPr/>
        </p:nvSpPr>
        <p:spPr>
          <a:xfrm>
            <a:off x="7770495" y="232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310000"/>
            <a:ext cx="3973449" cy="360000"/>
          </a:xfrm>
          <a:prstGeom prst="rect">
            <a:avLst/>
          </a:prstGeom>
          <a:noFill/>
        </p:spPr>
        <p:txBody>
          <a:bodyPr wrap="square" lIns="45720" tIns="0" rIns="45720" bIns="0">
            <a:spAutoFit/>
          </a:bodyPr>
          <a:lstStyle/>
          <a:p>
            <a:pPr algn="l"/>
            <a:r>
              <a:rPr lang="en-US" sz="1000" b="0" noProof="0" dirty="0">
                <a:solidFill>
                  <a:srgbClr val="091F2C"/>
                </a:solidFill>
              </a:rPr>
              <a:t>Provision Azure SQL Database</a:t>
            </a:r>
          </a:p>
        </p:txBody>
      </p:sp>
      <p:sp>
        <p:nvSpPr>
          <p:cNvPr id="8" name="Oval 7"/>
          <p:cNvSpPr/>
          <p:nvPr/>
        </p:nvSpPr>
        <p:spPr>
          <a:xfrm>
            <a:off x="7770495" y="271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2700000"/>
            <a:ext cx="3973449" cy="360000"/>
          </a:xfrm>
          <a:prstGeom prst="rect">
            <a:avLst/>
          </a:prstGeom>
          <a:noFill/>
        </p:spPr>
        <p:txBody>
          <a:bodyPr wrap="square" lIns="45720" tIns="0" rIns="45720" bIns="0">
            <a:spAutoFit/>
          </a:bodyPr>
          <a:lstStyle/>
          <a:p>
            <a:pPr algn="l"/>
            <a:r>
              <a:rPr lang="en-US" sz="1000" b="0" noProof="0" dirty="0">
                <a:solidFill>
                  <a:srgbClr val="091F2C"/>
                </a:solidFill>
              </a:rPr>
              <a:t>Set up Git, GitHub CLI, and .NET SDK</a:t>
            </a:r>
          </a:p>
        </p:txBody>
      </p:sp>
      <p:sp>
        <p:nvSpPr>
          <p:cNvPr id="10" name="Oval 9"/>
          <p:cNvSpPr/>
          <p:nvPr/>
        </p:nvSpPr>
        <p:spPr>
          <a:xfrm>
            <a:off x="7770495" y="310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090000"/>
            <a:ext cx="3973449" cy="360000"/>
          </a:xfrm>
          <a:prstGeom prst="rect">
            <a:avLst/>
          </a:prstGeom>
          <a:noFill/>
        </p:spPr>
        <p:txBody>
          <a:bodyPr wrap="square" lIns="45720" tIns="0" rIns="45720" bIns="0">
            <a:spAutoFit/>
          </a:bodyPr>
          <a:lstStyle/>
          <a:p>
            <a:pPr algn="l"/>
            <a:r>
              <a:rPr lang="en-US" sz="1000" b="0" noProof="0" dirty="0">
                <a:solidFill>
                  <a:srgbClr val="091F2C"/>
                </a:solidFill>
              </a:rPr>
              <a:t>Create SQL project with table and procedure</a:t>
            </a:r>
          </a:p>
        </p:txBody>
      </p:sp>
      <p:sp>
        <p:nvSpPr>
          <p:cNvPr id="12" name="Oval 11"/>
          <p:cNvSpPr/>
          <p:nvPr/>
        </p:nvSpPr>
        <p:spPr>
          <a:xfrm>
            <a:off x="7770495" y="349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3480000"/>
            <a:ext cx="3973449" cy="360000"/>
          </a:xfrm>
          <a:prstGeom prst="rect">
            <a:avLst/>
          </a:prstGeom>
          <a:noFill/>
        </p:spPr>
        <p:txBody>
          <a:bodyPr wrap="square" lIns="45720" tIns="0" rIns="45720" bIns="0">
            <a:spAutoFit/>
          </a:bodyPr>
          <a:lstStyle/>
          <a:p>
            <a:pPr algn="l"/>
            <a:r>
              <a:rPr lang="en-US" sz="1000" b="0" noProof="0" dirty="0">
                <a:solidFill>
                  <a:srgbClr val="091F2C"/>
                </a:solidFill>
              </a:rPr>
              <a:t>Build the .</a:t>
            </a:r>
            <a:r>
              <a:rPr lang="en-US" sz="1000" b="0" noProof="0" dirty="0" err="1">
                <a:solidFill>
                  <a:srgbClr val="091F2C"/>
                </a:solidFill>
              </a:rPr>
              <a:t>dacpac</a:t>
            </a:r>
            <a:r>
              <a:rPr lang="en-US" sz="1000" b="0" noProof="0" dirty="0">
                <a:solidFill>
                  <a:srgbClr val="091F2C"/>
                </a:solidFill>
              </a:rPr>
              <a:t> locally</a:t>
            </a:r>
          </a:p>
        </p:txBody>
      </p:sp>
      <p:sp>
        <p:nvSpPr>
          <p:cNvPr id="14" name="Oval 13"/>
          <p:cNvSpPr/>
          <p:nvPr/>
        </p:nvSpPr>
        <p:spPr>
          <a:xfrm>
            <a:off x="7770495" y="388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3870000"/>
            <a:ext cx="3973449" cy="360000"/>
          </a:xfrm>
          <a:prstGeom prst="rect">
            <a:avLst/>
          </a:prstGeom>
          <a:noFill/>
        </p:spPr>
        <p:txBody>
          <a:bodyPr wrap="square" lIns="45720" tIns="0" rIns="45720" bIns="0">
            <a:spAutoFit/>
          </a:bodyPr>
          <a:lstStyle/>
          <a:p>
            <a:pPr algn="l"/>
            <a:r>
              <a:rPr lang="en-US" sz="1000" b="0" noProof="0" dirty="0">
                <a:solidFill>
                  <a:srgbClr val="091F2C"/>
                </a:solidFill>
              </a:rPr>
              <a:t>Push to GitHub and configure secrets</a:t>
            </a:r>
          </a:p>
        </p:txBody>
      </p:sp>
      <p:sp>
        <p:nvSpPr>
          <p:cNvPr id="16" name="Oval 15"/>
          <p:cNvSpPr/>
          <p:nvPr/>
        </p:nvSpPr>
        <p:spPr>
          <a:xfrm>
            <a:off x="7770495" y="427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6</a:t>
            </a:r>
          </a:p>
        </p:txBody>
      </p:sp>
      <p:sp>
        <p:nvSpPr>
          <p:cNvPr id="17" name="TextBox 16"/>
          <p:cNvSpPr txBox="1"/>
          <p:nvPr/>
        </p:nvSpPr>
        <p:spPr>
          <a:xfrm>
            <a:off x="8127111" y="4260000"/>
            <a:ext cx="3973449" cy="360000"/>
          </a:xfrm>
          <a:prstGeom prst="rect">
            <a:avLst/>
          </a:prstGeom>
          <a:noFill/>
        </p:spPr>
        <p:txBody>
          <a:bodyPr wrap="square" lIns="45720" tIns="0" rIns="45720" bIns="0">
            <a:spAutoFit/>
          </a:bodyPr>
          <a:lstStyle/>
          <a:p>
            <a:pPr algn="l"/>
            <a:r>
              <a:rPr lang="en-US" sz="1000" b="0" noProof="0" dirty="0">
                <a:solidFill>
                  <a:srgbClr val="091F2C"/>
                </a:solidFill>
              </a:rPr>
              <a:t>Create GitHub Actions workflow</a:t>
            </a:r>
          </a:p>
        </p:txBody>
      </p:sp>
      <p:sp>
        <p:nvSpPr>
          <p:cNvPr id="18" name="Oval 17"/>
          <p:cNvSpPr/>
          <p:nvPr/>
        </p:nvSpPr>
        <p:spPr>
          <a:xfrm>
            <a:off x="7770495" y="466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7</a:t>
            </a:r>
          </a:p>
        </p:txBody>
      </p:sp>
      <p:sp>
        <p:nvSpPr>
          <p:cNvPr id="19" name="TextBox 18"/>
          <p:cNvSpPr txBox="1"/>
          <p:nvPr/>
        </p:nvSpPr>
        <p:spPr>
          <a:xfrm>
            <a:off x="8127111" y="4650000"/>
            <a:ext cx="3973449" cy="360000"/>
          </a:xfrm>
          <a:prstGeom prst="rect">
            <a:avLst/>
          </a:prstGeom>
          <a:noFill/>
        </p:spPr>
        <p:txBody>
          <a:bodyPr wrap="square" lIns="45720" tIns="0" rIns="45720" bIns="0">
            <a:spAutoFit/>
          </a:bodyPr>
          <a:lstStyle/>
          <a:p>
            <a:pPr algn="l"/>
            <a:r>
              <a:rPr lang="en-US" sz="1000" b="0" noProof="0" dirty="0">
                <a:solidFill>
                  <a:srgbClr val="091F2C"/>
                </a:solidFill>
              </a:rPr>
              <a:t>Push a schema change and verify deployment</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Knowledge check</a:t>
            </a:r>
            <a:r>
              <a:rPr lang="en-US" dirty="0"/>
              <a:t> - Implement CI/CD for SQL Database Projects</a:t>
            </a:r>
            <a:endParaRPr lang="en-US" noProof="0" dirty="0"/>
          </a:p>
        </p:txBody>
      </p:sp>
      <p:sp>
        <p:nvSpPr>
          <p:cNvPr id="3" name="Text Placeholder 2"/>
          <p:cNvSpPr>
            <a:spLocks noGrp="1"/>
          </p:cNvSpPr>
          <p:nvPr>
            <p:ph type="body" sz="quarter" idx="17"/>
          </p:nvPr>
        </p:nvSpPr>
        <p:spPr/>
        <p:txBody>
          <a:bodyPr/>
          <a:lstStyle/>
          <a:p>
            <a:r>
              <a:rPr lang="en-US" noProof="0" dirty="0"/>
              <a:t>A database administrator applied a hotfix directly to production by adding a missing index. The SQL Database Project doesn't have this index. What is this situation called, and which tool detects it?</a:t>
            </a:r>
          </a:p>
        </p:txBody>
      </p:sp>
      <p:sp>
        <p:nvSpPr>
          <p:cNvPr id="4" name="Text Placeholder 3"/>
          <p:cNvSpPr>
            <a:spLocks noGrp="1"/>
          </p:cNvSpPr>
          <p:nvPr>
            <p:ph type="body" sz="quarter" idx="15"/>
          </p:nvPr>
        </p:nvSpPr>
        <p:spPr>
          <a:xfrm>
            <a:off x="1237265" y="2045051"/>
            <a:ext cx="8775098" cy="732508"/>
          </a:xfrm>
        </p:spPr>
        <p:txBody>
          <a:bodyPr/>
          <a:lstStyle/>
          <a:p>
            <a:r>
              <a:rPr lang="en-US" noProof="0" dirty="0"/>
              <a:t>a) Schema drift, detected by schema comparison</a:t>
            </a:r>
          </a:p>
          <a:p>
            <a:r>
              <a:rPr lang="en-US" noProof="0" dirty="0"/>
              <a:t>b) A build error, detected by dotnet build</a:t>
            </a:r>
          </a:p>
          <a:p>
            <a:r>
              <a:rPr lang="en-US" noProof="0" dirty="0"/>
              <a:t>c) A merge conflict, detected by Git</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074445"/>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p:txBody>
          <a:bodyPr/>
          <a:lstStyle/>
          <a:p>
            <a:r>
              <a:rPr lang="en-US" noProof="0" dirty="0"/>
              <a:t>Which GitHub Actions action deploys a .</a:t>
            </a:r>
            <a:r>
              <a:rPr lang="en-US" noProof="0" dirty="0" err="1"/>
              <a:t>dacpac</a:t>
            </a:r>
            <a:r>
              <a:rPr lang="en-US" noProof="0" dirty="0"/>
              <a:t> file to Azure SQL Database and can automatically configure firewall rules for the runner?</a:t>
            </a:r>
          </a:p>
        </p:txBody>
      </p:sp>
      <p:sp>
        <p:nvSpPr>
          <p:cNvPr id="8" name="Text Placeholder 7"/>
          <p:cNvSpPr>
            <a:spLocks noGrp="1"/>
          </p:cNvSpPr>
          <p:nvPr>
            <p:ph type="body" sz="quarter" idx="23"/>
          </p:nvPr>
        </p:nvSpPr>
        <p:spPr>
          <a:xfrm>
            <a:off x="1237265" y="3484826"/>
            <a:ext cx="8775098" cy="732508"/>
          </a:xfrm>
        </p:spPr>
        <p:txBody>
          <a:bodyPr/>
          <a:lstStyle/>
          <a:p>
            <a:r>
              <a:rPr lang="en-US" noProof="0" dirty="0"/>
              <a:t>a) azure/</a:t>
            </a:r>
            <a:r>
              <a:rPr lang="en-US" noProof="0" dirty="0" err="1"/>
              <a:t>sql</a:t>
            </a:r>
            <a:r>
              <a:rPr lang="en-US" noProof="0" dirty="0"/>
              <a:t>-action</a:t>
            </a:r>
          </a:p>
          <a:p>
            <a:r>
              <a:rPr lang="en-US" noProof="0" dirty="0"/>
              <a:t>b) azure/webapps-deploy</a:t>
            </a:r>
          </a:p>
          <a:p>
            <a:r>
              <a:rPr lang="en-US" noProof="0" dirty="0"/>
              <a:t>c) actions/upload-artifact</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3522926"/>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p:txBody>
          <a:bodyPr/>
          <a:lstStyle/>
          <a:p>
            <a:r>
              <a:rPr lang="en-US" noProof="0" dirty="0"/>
              <a:t>A developer writes a SQL Server unit test for a stored procedure that should raise an error when a required parameter is NULL. Which attribute marks the test as expecting a SQL exception?</a:t>
            </a:r>
          </a:p>
        </p:txBody>
      </p:sp>
      <p:sp>
        <p:nvSpPr>
          <p:cNvPr id="6" name="Text Placeholder 5"/>
          <p:cNvSpPr>
            <a:spLocks noGrp="1"/>
          </p:cNvSpPr>
          <p:nvPr>
            <p:ph type="body" sz="quarter" idx="21"/>
          </p:nvPr>
        </p:nvSpPr>
        <p:spPr>
          <a:xfrm>
            <a:off x="1237265" y="4921615"/>
            <a:ext cx="8775098" cy="732508"/>
          </a:xfrm>
        </p:spPr>
        <p:txBody>
          <a:bodyPr/>
          <a:lstStyle/>
          <a:p>
            <a:r>
              <a:rPr lang="en-US" noProof="0" dirty="0"/>
              <a:t>a) [</a:t>
            </a:r>
            <a:r>
              <a:rPr lang="en-US" noProof="0" dirty="0" err="1"/>
              <a:t>ExpectedException</a:t>
            </a:r>
            <a:r>
              <a:rPr lang="en-US" noProof="0" dirty="0"/>
              <a:t>]</a:t>
            </a:r>
          </a:p>
          <a:p>
            <a:r>
              <a:rPr lang="en-US" noProof="0" dirty="0"/>
              <a:t>b) [</a:t>
            </a:r>
            <a:r>
              <a:rPr lang="en-US" noProof="0" dirty="0" err="1"/>
              <a:t>ExpectedSqlException</a:t>
            </a:r>
            <a:r>
              <a:rPr lang="en-US" noProof="0" dirty="0"/>
              <a:t>]</a:t>
            </a:r>
          </a:p>
          <a:p>
            <a:r>
              <a:rPr lang="en-US" noProof="0" dirty="0"/>
              <a:t>c) [</a:t>
            </a:r>
            <a:r>
              <a:rPr lang="en-US" noProof="0" dirty="0" err="1"/>
              <a:t>TestMethod</a:t>
            </a:r>
            <a:r>
              <a:rPr lang="en-US" noProof="0" dirty="0"/>
              <a:t>]</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195239"/>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Summary</a:t>
            </a:r>
            <a:r>
              <a:rPr lang="en-US" dirty="0"/>
              <a:t> - Implement CI/CD for SQL Database Projects</a:t>
            </a:r>
            <a:endParaRPr lang="en-US" noProof="0" dirty="0"/>
          </a:p>
        </p:txBody>
      </p:sp>
      <p:sp>
        <p:nvSpPr>
          <p:cNvPr id="5" name="Text Placeholder 4"/>
          <p:cNvSpPr>
            <a:spLocks noGrp="1"/>
          </p:cNvSpPr>
          <p:nvPr>
            <p:ph type="body" sz="quarter" idx="34"/>
          </p:nvPr>
        </p:nvSpPr>
        <p:spPr/>
        <p:txBody>
          <a:bodyPr/>
          <a:lstStyle/>
          <a:p>
            <a:r>
              <a:rPr lang="en-US" noProof="0" dirty="0"/>
              <a:t>Implement CI/CD for SQL Database Projects</a:t>
            </a:r>
          </a:p>
        </p:txBody>
      </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a:xfrm>
            <a:off x="4358229" y="2578100"/>
            <a:ext cx="6949851" cy="3102388"/>
          </a:xfrm>
        </p:spPr>
        <p:txBody>
          <a:bodyPr/>
          <a:lstStyle/>
          <a:p>
            <a:r>
              <a:rPr lang="en-US" b="1" noProof="0" dirty="0"/>
              <a:t>SQL DB Projects: </a:t>
            </a:r>
            <a:r>
              <a:rPr lang="en-US" noProof="0" dirty="0"/>
              <a:t>.</a:t>
            </a:r>
            <a:r>
              <a:rPr lang="en-US" noProof="0" dirty="0" err="1"/>
              <a:t>sql</a:t>
            </a:r>
            <a:r>
              <a:rPr lang="en-US" noProof="0" dirty="0"/>
              <a:t> files → .</a:t>
            </a:r>
            <a:r>
              <a:rPr lang="en-US" noProof="0" dirty="0" err="1"/>
              <a:t>dacpac</a:t>
            </a:r>
            <a:r>
              <a:rPr lang="en-US" noProof="0" dirty="0"/>
              <a:t>; SDK-style for cross-platform</a:t>
            </a:r>
          </a:p>
          <a:p>
            <a:endParaRPr lang="en-US" noProof="0" dirty="0"/>
          </a:p>
          <a:p>
            <a:r>
              <a:rPr lang="en-US" b="1" noProof="0" dirty="0"/>
              <a:t>Source control: </a:t>
            </a:r>
            <a:r>
              <a:rPr lang="en-US" noProof="0" dirty="0"/>
              <a:t>Git + post-deploy scripts with MERGE for reference data</a:t>
            </a:r>
          </a:p>
          <a:p>
            <a:endParaRPr lang="en-US" noProof="0" dirty="0"/>
          </a:p>
          <a:p>
            <a:r>
              <a:rPr lang="en-US" b="1" noProof="0" dirty="0"/>
              <a:t>Branching: </a:t>
            </a:r>
            <a:r>
              <a:rPr lang="en-US" noProof="0" dirty="0"/>
              <a:t>Feature branches, PRs with CI build validation, conflict resolution</a:t>
            </a:r>
          </a:p>
          <a:p>
            <a:endParaRPr lang="en-US" noProof="0" dirty="0"/>
          </a:p>
          <a:p>
            <a:r>
              <a:rPr lang="en-US" b="1" noProof="0" dirty="0"/>
              <a:t>Schema drift: </a:t>
            </a:r>
            <a:r>
              <a:rPr lang="en-US" noProof="0" dirty="0"/>
              <a:t>Schema comparison, </a:t>
            </a:r>
            <a:r>
              <a:rPr lang="en-US" noProof="0" dirty="0" err="1"/>
              <a:t>SqlPackage</a:t>
            </a:r>
            <a:r>
              <a:rPr lang="en-US" noProof="0" dirty="0"/>
              <a:t> Extract, </a:t>
            </a:r>
            <a:r>
              <a:rPr lang="en-US" noProof="0" dirty="0" err="1"/>
              <a:t>DeployReport</a:t>
            </a:r>
            <a:r>
              <a:rPr lang="en-US" noProof="0" dirty="0"/>
              <a:t> preview</a:t>
            </a:r>
          </a:p>
          <a:p>
            <a:endParaRPr lang="en-US" noProof="0" dirty="0"/>
          </a:p>
          <a:p>
            <a:r>
              <a:rPr lang="en-US" b="1" noProof="0" dirty="0"/>
              <a:t>CI/CD + Testing: </a:t>
            </a:r>
            <a:r>
              <a:rPr lang="en-US" noProof="0" dirty="0"/>
              <a:t>GitHub Actions / Azure DevOps pipelines; unit + integration tests</a:t>
            </a:r>
          </a:p>
        </p:txBody>
      </p:sp>
      <p:grpSp>
        <p:nvGrpSpPr>
          <p:cNvPr id="9" name="Group 8">
            <a:extLst>
              <a:ext uri="{FF2B5EF4-FFF2-40B4-BE49-F238E27FC236}">
                <a16:creationId xmlns:a16="http://schemas.microsoft.com/office/drawing/2014/main" id="{FBE39A3C-27F2-41E5-752E-B9C8E2503393}"/>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9470ED07-CA53-72CD-EAB7-620F6AEA9D8F}"/>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E625AA22-E354-D645-AA7E-6279296312BD}"/>
                </a:ext>
              </a:extLst>
            </p:cNvPr>
            <p:cNvPicPr/>
            <p:nvPr/>
          </p:nvPicPr>
          <p:blipFill>
            <a:blip r:embed="rId3"/>
            <a:srcRect/>
            <a:stretch/>
          </p:blipFill>
          <p:spPr>
            <a:xfrm>
              <a:off x="5749602" y="2325202"/>
              <a:ext cx="692796" cy="692796"/>
            </a:xfrm>
            <a:prstGeom prst="rect">
              <a:avLst/>
            </a:prstGeom>
            <a:noFill/>
          </p:spPr>
        </p:pic>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9CC165-E275-A9D6-8373-31CD87176E24}"/>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44747AE8-2DC0-9362-CBD8-7AAA2F25B126}"/>
              </a:ext>
            </a:extLst>
          </p:cNvPr>
          <p:cNvSpPr>
            <a:spLocks noGrp="1"/>
          </p:cNvSpPr>
          <p:nvPr>
            <p:ph type="title"/>
          </p:nvPr>
        </p:nvSpPr>
        <p:spPr>
          <a:xfrm>
            <a:off x="569911" y="2769057"/>
            <a:ext cx="6345239" cy="1231106"/>
          </a:xfrm>
        </p:spPr>
        <p:txBody>
          <a:bodyPr/>
          <a:lstStyle/>
          <a:p>
            <a:r>
              <a:rPr lang="en-US" noProof="0" dirty="0"/>
              <a:t>Integrate SQL solutions</a:t>
            </a:r>
            <a:br>
              <a:rPr lang="en-US" noProof="0" dirty="0"/>
            </a:br>
            <a:r>
              <a:rPr lang="en-US" noProof="0" dirty="0"/>
              <a:t>with Azure services</a:t>
            </a:r>
          </a:p>
        </p:txBody>
      </p:sp>
      <p:sp>
        <p:nvSpPr>
          <p:cNvPr id="11" name="Footer Placeholder 10">
            <a:extLst>
              <a:ext uri="{FF2B5EF4-FFF2-40B4-BE49-F238E27FC236}">
                <a16:creationId xmlns:a16="http://schemas.microsoft.com/office/drawing/2014/main" id="{8A951144-ED2D-BC0D-A838-1C51AE078857}"/>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D1AF5E20-BA85-2499-32C1-D3424C2E2485}"/>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1768537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Data API Builder configuration</a:t>
            </a:r>
          </a:p>
        </p:txBody>
      </p:sp>
      <p:sp>
        <p:nvSpPr>
          <p:cNvPr id="2" name="Text Placeholder 1"/>
          <p:cNvSpPr>
            <a:spLocks noGrp="1"/>
          </p:cNvSpPr>
          <p:nvPr>
            <p:ph type="body" sz="quarter" idx="15"/>
          </p:nvPr>
        </p:nvSpPr>
        <p:spPr>
          <a:xfrm>
            <a:off x="588262" y="1680829"/>
            <a:ext cx="5217510" cy="3496342"/>
          </a:xfrm>
        </p:spPr>
        <p:txBody>
          <a:bodyPr/>
          <a:lstStyle/>
          <a:p>
            <a:r>
              <a:rPr lang="en-US" noProof="0" dirty="0"/>
              <a:t>Single JSON config → REST + </a:t>
            </a:r>
            <a:r>
              <a:rPr lang="en-US" noProof="0" dirty="0" err="1"/>
              <a:t>GraphQL</a:t>
            </a:r>
            <a:r>
              <a:rPr lang="en-US" noProof="0" dirty="0"/>
              <a:t> endpoints</a:t>
            </a:r>
          </a:p>
          <a:p>
            <a:endParaRPr lang="en-US" noProof="0" dirty="0"/>
          </a:p>
          <a:p>
            <a:r>
              <a:rPr lang="en-US" noProof="0" dirty="0"/>
              <a:t>data-source: </a:t>
            </a:r>
            <a:r>
              <a:rPr lang="en-US" noProof="0" dirty="0" err="1"/>
              <a:t>mssql</a:t>
            </a:r>
            <a:r>
              <a:rPr lang="en-US" noProof="0" dirty="0"/>
              <a:t> connection via @env() syntax</a:t>
            </a:r>
          </a:p>
          <a:p>
            <a:endParaRPr lang="en-US" noProof="0" dirty="0"/>
          </a:p>
          <a:p>
            <a:r>
              <a:rPr lang="en-US" noProof="0" dirty="0"/>
              <a:t>runtime: CORS, caching, host mode (dev/prod)</a:t>
            </a:r>
          </a:p>
          <a:p>
            <a:endParaRPr lang="en-US" noProof="0" dirty="0"/>
          </a:p>
          <a:p>
            <a:r>
              <a:rPr lang="en-US" noProof="0" dirty="0"/>
              <a:t>DAB CLI: dab </a:t>
            </a:r>
            <a:r>
              <a:rPr lang="en-US" noProof="0" dirty="0" err="1"/>
              <a:t>init</a:t>
            </a:r>
            <a:r>
              <a:rPr lang="en-US" noProof="0" dirty="0"/>
              <a:t>, dab add, dab start</a:t>
            </a:r>
          </a:p>
          <a:p>
            <a:endParaRPr lang="en-US" noProof="0" dirty="0"/>
          </a:p>
          <a:p>
            <a:r>
              <a:rPr lang="en-US" noProof="0" dirty="0"/>
              <a:t>Environment merging: base + prod/staging overrides</a:t>
            </a:r>
          </a:p>
          <a:p>
            <a:endParaRPr lang="en-US" noProof="0" dirty="0"/>
          </a:p>
          <a:p>
            <a:r>
              <a:rPr lang="en-US" noProof="0" dirty="0"/>
              <a:t>set-session-context for RLS + audit logging</a:t>
            </a:r>
          </a:p>
          <a:p>
            <a:endParaRPr lang="en-US" noProof="0" dirty="0"/>
          </a:p>
        </p:txBody>
      </p:sp>
      <p:pic>
        <p:nvPicPr>
          <p:cNvPr id="6" name="Picture 5" descr="DAB configuration."/>
          <p:cNvPicPr>
            <a:picLocks noChangeAspect="1"/>
          </p:cNvPicPr>
          <p:nvPr/>
        </p:nvPicPr>
        <p:blipFill>
          <a:blip r:embed="rId3"/>
          <a:stretch>
            <a:fillRect/>
          </a:stretch>
        </p:blipFill>
        <p:spPr>
          <a:xfrm>
            <a:off x="5805772" y="1374403"/>
            <a:ext cx="5797966" cy="4374233"/>
          </a:xfrm>
          <a:prstGeom prst="rect">
            <a:avLst/>
          </a:prstGeom>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Define entities and expose objects</a:t>
            </a:r>
          </a:p>
        </p:txBody>
      </p:sp>
      <p:sp>
        <p:nvSpPr>
          <p:cNvPr id="4" name="Text Placeholder 3"/>
          <p:cNvSpPr>
            <a:spLocks noGrp="1"/>
          </p:cNvSpPr>
          <p:nvPr>
            <p:ph type="body" sz="quarter" idx="16"/>
          </p:nvPr>
        </p:nvSpPr>
        <p:spPr>
          <a:xfrm>
            <a:off x="584200" y="1594155"/>
            <a:ext cx="4253046" cy="246221"/>
          </a:xfrm>
        </p:spPr>
        <p:txBody>
          <a:bodyPr/>
          <a:lstStyle/>
          <a:p>
            <a:r>
              <a:rPr lang="en-US" noProof="0" dirty="0"/>
              <a:t>Tables, views, stored procedures → APIs</a:t>
            </a:r>
          </a:p>
        </p:txBody>
      </p:sp>
      <p:sp>
        <p:nvSpPr>
          <p:cNvPr id="5" name="Text Placeholder 4"/>
          <p:cNvSpPr>
            <a:spLocks noGrp="1"/>
          </p:cNvSpPr>
          <p:nvPr>
            <p:ph type="body" sz="quarter" idx="15"/>
          </p:nvPr>
        </p:nvSpPr>
        <p:spPr>
          <a:xfrm>
            <a:off x="586389" y="2085764"/>
            <a:ext cx="3901849" cy="3865674"/>
          </a:xfrm>
        </p:spPr>
        <p:txBody>
          <a:bodyPr/>
          <a:lstStyle/>
          <a:p>
            <a:r>
              <a:rPr lang="en-US" b="1" noProof="0" dirty="0"/>
              <a:t>Tables: </a:t>
            </a:r>
          </a:p>
          <a:p>
            <a:pPr lvl="1"/>
            <a:r>
              <a:rPr lang="en-US" noProof="0" dirty="0"/>
              <a:t>full CRUD with field mappings, caching, pagination</a:t>
            </a:r>
          </a:p>
          <a:p>
            <a:r>
              <a:rPr lang="en-US" b="1" noProof="0" dirty="0"/>
              <a:t>Views: </a:t>
            </a:r>
          </a:p>
          <a:p>
            <a:pPr lvl="1"/>
            <a:r>
              <a:rPr lang="en-US" noProof="0" dirty="0"/>
              <a:t>read-only with key-fields; operation: query</a:t>
            </a:r>
          </a:p>
          <a:p>
            <a:r>
              <a:rPr lang="en-US" b="1" noProof="0" dirty="0"/>
              <a:t>Stored procs: </a:t>
            </a:r>
          </a:p>
          <a:p>
            <a:pPr lvl="1"/>
            <a:r>
              <a:rPr lang="en-US" noProof="0" dirty="0"/>
              <a:t>parameters mapped to API </a:t>
            </a:r>
            <a:r>
              <a:rPr lang="en-US" noProof="0" dirty="0" err="1"/>
              <a:t>args</a:t>
            </a:r>
            <a:r>
              <a:rPr lang="en-US" noProof="0" dirty="0"/>
              <a:t>; query or mutation</a:t>
            </a:r>
          </a:p>
          <a:p>
            <a:r>
              <a:rPr lang="en-US" b="1" noProof="0" dirty="0"/>
              <a:t>Relationships: </a:t>
            </a:r>
          </a:p>
          <a:p>
            <a:pPr lvl="1"/>
            <a:r>
              <a:rPr lang="en-US" noProof="0" dirty="0" err="1"/>
              <a:t>GraphQL</a:t>
            </a:r>
            <a:r>
              <a:rPr lang="en-US" noProof="0" dirty="0"/>
              <a:t> traversal via cardinality + source/target fields</a:t>
            </a:r>
          </a:p>
          <a:p>
            <a:r>
              <a:rPr lang="en-US" b="1" noProof="0" dirty="0"/>
              <a:t>Filtering: </a:t>
            </a:r>
          </a:p>
          <a:p>
            <a:pPr lvl="1"/>
            <a:r>
              <a:rPr lang="en-US" noProof="0" dirty="0"/>
              <a:t>OData ($filter) for REST, typed inputs for </a:t>
            </a:r>
            <a:r>
              <a:rPr lang="en-US" noProof="0" dirty="0" err="1"/>
              <a:t>GraphQL</a:t>
            </a:r>
            <a:endParaRPr lang="en-US" noProof="0" dirty="0"/>
          </a:p>
        </p:txBody>
      </p:sp>
      <p:sp>
        <p:nvSpPr>
          <p:cNvPr id="6" name="Rounded Rectangle 5"/>
          <p:cNvSpPr/>
          <p:nvPr/>
        </p:nvSpPr>
        <p:spPr>
          <a:xfrm>
            <a:off x="4930491" y="2266809"/>
            <a:ext cx="2926080" cy="914400"/>
          </a:xfrm>
          <a:prstGeom prst="roundRect">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dk1"/>
          </a:fontRef>
        </p:style>
        <p:txBody>
          <a:bodyPr wrap="square" lIns="45720" tIns="230000" rIns="45720" bIns="0" rtlCol="0" anchor="t"/>
          <a:lstStyle/>
          <a:p>
            <a:pPr algn="ctr"/>
            <a:r>
              <a:rPr lang="en-US" sz="1100" b="1" noProof="0" dirty="0">
                <a:solidFill>
                  <a:srgbClr val="1A1A1A"/>
                </a:solidFill>
              </a:rPr>
              <a:t>Table</a:t>
            </a:r>
          </a:p>
          <a:p>
            <a:pPr algn="ctr"/>
            <a:r>
              <a:rPr lang="en-US" sz="900" noProof="0" dirty="0">
                <a:solidFill>
                  <a:srgbClr val="333333"/>
                </a:solidFill>
              </a:rPr>
              <a:t>CRUD + mappings</a:t>
            </a:r>
          </a:p>
        </p:txBody>
      </p:sp>
      <p:sp>
        <p:nvSpPr>
          <p:cNvPr id="7" name="Rounded Rectangle 6"/>
          <p:cNvSpPr/>
          <p:nvPr/>
        </p:nvSpPr>
        <p:spPr>
          <a:xfrm>
            <a:off x="4930491" y="3318369"/>
            <a:ext cx="2926080" cy="914400"/>
          </a:xfrm>
          <a:prstGeom prst="roundRect">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dk1"/>
          </a:fontRef>
        </p:style>
        <p:txBody>
          <a:bodyPr wrap="square" lIns="45720" tIns="230000" rIns="45720" bIns="0" rtlCol="0" anchor="t"/>
          <a:lstStyle/>
          <a:p>
            <a:pPr algn="ctr"/>
            <a:r>
              <a:rPr lang="en-US" sz="1100" b="1" noProof="0" dirty="0">
                <a:solidFill>
                  <a:srgbClr val="1A1A1A"/>
                </a:solidFill>
              </a:rPr>
              <a:t>View</a:t>
            </a:r>
          </a:p>
          <a:p>
            <a:pPr algn="ctr"/>
            <a:r>
              <a:rPr lang="en-US" sz="900" noProof="0" dirty="0">
                <a:solidFill>
                  <a:srgbClr val="333333"/>
                </a:solidFill>
              </a:rPr>
              <a:t>Read-only + keys</a:t>
            </a:r>
          </a:p>
        </p:txBody>
      </p:sp>
      <p:sp>
        <p:nvSpPr>
          <p:cNvPr id="8" name="Rounded Rectangle 7"/>
          <p:cNvSpPr/>
          <p:nvPr/>
        </p:nvSpPr>
        <p:spPr>
          <a:xfrm>
            <a:off x="4930491" y="4369929"/>
            <a:ext cx="2926080" cy="914400"/>
          </a:xfrm>
          <a:prstGeom prst="roundRect">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dk1"/>
          </a:fontRef>
        </p:style>
        <p:txBody>
          <a:bodyPr wrap="square" lIns="45720" tIns="230000" rIns="45720" bIns="0" rtlCol="0" anchor="t"/>
          <a:lstStyle/>
          <a:p>
            <a:pPr algn="ctr"/>
            <a:r>
              <a:rPr lang="en-US" sz="1100" b="1" noProof="0" dirty="0">
                <a:solidFill>
                  <a:srgbClr val="1A1A1A"/>
                </a:solidFill>
              </a:rPr>
              <a:t>Stored Proc</a:t>
            </a:r>
          </a:p>
          <a:p>
            <a:pPr algn="ctr"/>
            <a:r>
              <a:rPr lang="en-US" sz="900" noProof="0" dirty="0">
                <a:solidFill>
                  <a:srgbClr val="333333"/>
                </a:solidFill>
              </a:rPr>
              <a:t>Params + execute</a:t>
            </a:r>
          </a:p>
        </p:txBody>
      </p:sp>
      <p:sp>
        <p:nvSpPr>
          <p:cNvPr id="9" name="Right Arrow 8">
            <a:extLst>
              <a:ext uri="{C183D7F6-B498-43B3-948B-1728B52AA6E4}">
                <adec:decorative xmlns:adec="http://schemas.microsoft.com/office/drawing/2017/decorative" val="1"/>
              </a:ext>
            </a:extLst>
          </p:cNvPr>
          <p:cNvSpPr/>
          <p:nvPr/>
        </p:nvSpPr>
        <p:spPr>
          <a:xfrm>
            <a:off x="7993731" y="3665841"/>
            <a:ext cx="274320" cy="219456"/>
          </a:xfrm>
          <a:prstGeom prst="rightArrow">
            <a:avLst/>
          </a:prstGeom>
          <a:solidFill>
            <a:srgbClr val="45414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Rounded Rectangle 9"/>
          <p:cNvSpPr/>
          <p:nvPr/>
        </p:nvSpPr>
        <p:spPr>
          <a:xfrm>
            <a:off x="8496651" y="2403969"/>
            <a:ext cx="3108960" cy="1280160"/>
          </a:xfrm>
          <a:prstGeom prst="roundRect">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dk1"/>
          </a:fontRef>
        </p:style>
        <p:txBody>
          <a:bodyPr wrap="square" lIns="45720" tIns="230000" rIns="45720" bIns="0" rtlCol="0" anchor="t"/>
          <a:lstStyle/>
          <a:p>
            <a:pPr algn="ctr"/>
            <a:r>
              <a:rPr lang="en-US" sz="1200" b="1" noProof="0" dirty="0">
                <a:solidFill>
                  <a:srgbClr val="1A1A1A"/>
                </a:solidFill>
              </a:rPr>
              <a:t>REST API</a:t>
            </a:r>
          </a:p>
          <a:p>
            <a:pPr algn="ctr"/>
            <a:r>
              <a:rPr lang="en-US" sz="900" noProof="0" dirty="0">
                <a:solidFill>
                  <a:srgbClr val="333333"/>
                </a:solidFill>
              </a:rPr>
              <a:t>/</a:t>
            </a:r>
            <a:r>
              <a:rPr lang="en-US" sz="900" noProof="0" dirty="0" err="1">
                <a:solidFill>
                  <a:srgbClr val="333333"/>
                </a:solidFill>
              </a:rPr>
              <a:t>api</a:t>
            </a:r>
            <a:r>
              <a:rPr lang="en-US" sz="900" noProof="0" dirty="0">
                <a:solidFill>
                  <a:srgbClr val="333333"/>
                </a:solidFill>
              </a:rPr>
              <a:t>/Entity</a:t>
            </a:r>
          </a:p>
          <a:p>
            <a:pPr algn="ctr"/>
            <a:r>
              <a:rPr lang="en-US" sz="900" noProof="0" dirty="0">
                <a:solidFill>
                  <a:srgbClr val="333333"/>
                </a:solidFill>
              </a:rPr>
              <a:t>OData filter · pagination</a:t>
            </a:r>
          </a:p>
        </p:txBody>
      </p:sp>
      <p:sp>
        <p:nvSpPr>
          <p:cNvPr id="11" name="Rounded Rectangle 10"/>
          <p:cNvSpPr/>
          <p:nvPr/>
        </p:nvSpPr>
        <p:spPr>
          <a:xfrm>
            <a:off x="8496651" y="3867009"/>
            <a:ext cx="3108960" cy="1280160"/>
          </a:xfrm>
          <a:prstGeom prst="roundRect">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dk1"/>
          </a:fontRef>
        </p:style>
        <p:txBody>
          <a:bodyPr wrap="square" lIns="45720" tIns="230000" rIns="45720" bIns="0" rtlCol="0" anchor="t"/>
          <a:lstStyle/>
          <a:p>
            <a:pPr algn="ctr"/>
            <a:r>
              <a:rPr lang="en-US" sz="1200" b="1" noProof="0" dirty="0" err="1">
                <a:solidFill>
                  <a:srgbClr val="1A1A1A"/>
                </a:solidFill>
              </a:rPr>
              <a:t>GraphQL</a:t>
            </a:r>
            <a:endParaRPr lang="en-US" sz="1200" b="1" noProof="0" dirty="0">
              <a:solidFill>
                <a:srgbClr val="1A1A1A"/>
              </a:solidFill>
            </a:endParaRPr>
          </a:p>
          <a:p>
            <a:pPr algn="ctr"/>
            <a:r>
              <a:rPr lang="en-US" sz="900" noProof="0" dirty="0">
                <a:solidFill>
                  <a:srgbClr val="333333"/>
                </a:solidFill>
              </a:rPr>
              <a:t>Queries · mutations</a:t>
            </a:r>
          </a:p>
          <a:p>
            <a:pPr algn="ctr"/>
            <a:r>
              <a:rPr lang="en-US" sz="900" noProof="0" dirty="0">
                <a:solidFill>
                  <a:srgbClr val="333333"/>
                </a:solidFill>
              </a:rPr>
              <a:t>Relationships · caching</a:t>
            </a:r>
          </a:p>
        </p:txBody>
      </p:sp>
      <p:sp>
        <p:nvSpPr>
          <p:cNvPr id="12" name="Rounded Rectangle 11">
            <a:extLst>
              <a:ext uri="{C183D7F6-B498-43B3-948B-1728B52AA6E4}">
                <adec:decorative xmlns:adec="http://schemas.microsoft.com/office/drawing/2017/decorative" val="1"/>
              </a:ext>
            </a:extLst>
          </p:cNvPr>
          <p:cNvSpPr/>
          <p:nvPr/>
        </p:nvSpPr>
        <p:spPr>
          <a:xfrm>
            <a:off x="4930491" y="2266809"/>
            <a:ext cx="2926080" cy="200000"/>
          </a:xfrm>
          <a:prstGeom prst="roundRect">
            <a:avLst>
              <a:gd name="adj" fmla="val 15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3" name="Rounded Rectangle 12">
            <a:extLst>
              <a:ext uri="{C183D7F6-B498-43B3-948B-1728B52AA6E4}">
                <adec:decorative xmlns:adec="http://schemas.microsoft.com/office/drawing/2017/decorative" val="1"/>
              </a:ext>
            </a:extLst>
          </p:cNvPr>
          <p:cNvSpPr/>
          <p:nvPr/>
        </p:nvSpPr>
        <p:spPr>
          <a:xfrm>
            <a:off x="4930491" y="3318369"/>
            <a:ext cx="2926080" cy="200000"/>
          </a:xfrm>
          <a:prstGeom prst="roundRect">
            <a:avLst>
              <a:gd name="adj" fmla="val 15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4" name="Rounded Rectangle 13">
            <a:extLst>
              <a:ext uri="{C183D7F6-B498-43B3-948B-1728B52AA6E4}">
                <adec:decorative xmlns:adec="http://schemas.microsoft.com/office/drawing/2017/decorative" val="1"/>
              </a:ext>
            </a:extLst>
          </p:cNvPr>
          <p:cNvSpPr/>
          <p:nvPr/>
        </p:nvSpPr>
        <p:spPr>
          <a:xfrm>
            <a:off x="4930491" y="4369929"/>
            <a:ext cx="2926080" cy="200000"/>
          </a:xfrm>
          <a:prstGeom prst="roundRect">
            <a:avLst>
              <a:gd name="adj" fmla="val 15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5" name="Rounded Rectangle 14">
            <a:extLst>
              <a:ext uri="{C183D7F6-B498-43B3-948B-1728B52AA6E4}">
                <adec:decorative xmlns:adec="http://schemas.microsoft.com/office/drawing/2017/decorative" val="1"/>
              </a:ext>
            </a:extLst>
          </p:cNvPr>
          <p:cNvSpPr/>
          <p:nvPr/>
        </p:nvSpPr>
        <p:spPr>
          <a:xfrm>
            <a:off x="8496651" y="2403969"/>
            <a:ext cx="3108960" cy="200000"/>
          </a:xfrm>
          <a:prstGeom prst="roundRect">
            <a:avLst>
              <a:gd name="adj" fmla="val 15000"/>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6" name="Rounded Rectangle 15">
            <a:extLst>
              <a:ext uri="{C183D7F6-B498-43B3-948B-1728B52AA6E4}">
                <adec:decorative xmlns:adec="http://schemas.microsoft.com/office/drawing/2017/decorative" val="1"/>
              </a:ext>
            </a:extLst>
          </p:cNvPr>
          <p:cNvSpPr/>
          <p:nvPr/>
        </p:nvSpPr>
        <p:spPr>
          <a:xfrm>
            <a:off x="8496651" y="3867009"/>
            <a:ext cx="3108960" cy="200000"/>
          </a:xfrm>
          <a:prstGeom prst="roundRect">
            <a:avLst>
              <a:gd name="adj" fmla="val 15000"/>
            </a:avLst>
          </a:prstGeom>
          <a:solidFill>
            <a:srgbClr val="388E3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a:extLst>
              <a:ext uri="{C183D7F6-B498-43B3-948B-1728B52AA6E4}">
                <adec:decorative xmlns:adec="http://schemas.microsoft.com/office/drawing/2017/decorative" val="1"/>
              </a:ext>
            </a:extLst>
          </p:cNvPr>
          <p:cNvSpPr/>
          <p:nvPr/>
        </p:nvSpPr>
        <p:spPr>
          <a:xfrm>
            <a:off x="7950000" y="2712862"/>
            <a:ext cx="3700000" cy="2158001"/>
          </a:xfrm>
          <a:prstGeom prst="roundRect">
            <a:avLst>
              <a:gd name="adj" fmla="val 4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2" name="Rounded Rectangle 51">
            <a:extLst>
              <a:ext uri="{C183D7F6-B498-43B3-948B-1728B52AA6E4}">
                <adec:decorative xmlns:adec="http://schemas.microsoft.com/office/drawing/2017/decorative" val="1"/>
              </a:ext>
            </a:extLst>
          </p:cNvPr>
          <p:cNvSpPr/>
          <p:nvPr/>
        </p:nvSpPr>
        <p:spPr>
          <a:xfrm>
            <a:off x="7950000" y="2712863"/>
            <a:ext cx="3700000" cy="200000"/>
          </a:xfrm>
          <a:prstGeom prst="roundRect">
            <a:avLst>
              <a:gd name="adj" fmla="val 15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9" name="Rounded Rectangle 48">
            <a:extLst>
              <a:ext uri="{C183D7F6-B498-43B3-948B-1728B52AA6E4}">
                <adec:decorative xmlns:adec="http://schemas.microsoft.com/office/drawing/2017/decorative" val="1"/>
              </a:ext>
            </a:extLst>
          </p:cNvPr>
          <p:cNvSpPr/>
          <p:nvPr/>
        </p:nvSpPr>
        <p:spPr>
          <a:xfrm>
            <a:off x="4170000" y="2712862"/>
            <a:ext cx="3700000" cy="2158001"/>
          </a:xfrm>
          <a:prstGeom prst="roundRect">
            <a:avLst>
              <a:gd name="adj" fmla="val 4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50" name="Rounded Rectangle 49">
            <a:extLst>
              <a:ext uri="{C183D7F6-B498-43B3-948B-1728B52AA6E4}">
                <adec:decorative xmlns:adec="http://schemas.microsoft.com/office/drawing/2017/decorative" val="1"/>
              </a:ext>
            </a:extLst>
          </p:cNvPr>
          <p:cNvSpPr/>
          <p:nvPr/>
        </p:nvSpPr>
        <p:spPr>
          <a:xfrm>
            <a:off x="4170000" y="2712863"/>
            <a:ext cx="3700000" cy="200000"/>
          </a:xfrm>
          <a:prstGeom prst="roundRect">
            <a:avLst>
              <a:gd name="adj" fmla="val 15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7" name="Rounded Rectangle 46">
            <a:extLst>
              <a:ext uri="{C183D7F6-B498-43B3-948B-1728B52AA6E4}">
                <adec:decorative xmlns:adec="http://schemas.microsoft.com/office/drawing/2017/decorative" val="1"/>
              </a:ext>
            </a:extLst>
          </p:cNvPr>
          <p:cNvSpPr/>
          <p:nvPr/>
        </p:nvSpPr>
        <p:spPr>
          <a:xfrm>
            <a:off x="400000" y="2712862"/>
            <a:ext cx="3700000" cy="2158001"/>
          </a:xfrm>
          <a:prstGeom prst="roundRect">
            <a:avLst>
              <a:gd name="adj" fmla="val 4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8" name="Rounded Rectangle 47">
            <a:extLst>
              <a:ext uri="{C183D7F6-B498-43B3-948B-1728B52AA6E4}">
                <adec:decorative xmlns:adec="http://schemas.microsoft.com/office/drawing/2017/decorative" val="1"/>
              </a:ext>
            </a:extLst>
          </p:cNvPr>
          <p:cNvSpPr/>
          <p:nvPr/>
        </p:nvSpPr>
        <p:spPr>
          <a:xfrm>
            <a:off x="400000" y="2712863"/>
            <a:ext cx="3700000" cy="200000"/>
          </a:xfrm>
          <a:prstGeom prst="roundRect">
            <a:avLst>
              <a:gd name="adj" fmla="val 15000"/>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 name="Title 1"/>
          <p:cNvSpPr>
            <a:spLocks noGrp="1"/>
          </p:cNvSpPr>
          <p:nvPr>
            <p:ph type="title"/>
          </p:nvPr>
        </p:nvSpPr>
        <p:spPr/>
        <p:txBody>
          <a:bodyPr/>
          <a:lstStyle/>
          <a:p>
            <a:r>
              <a:rPr lang="en-US" noProof="0" dirty="0"/>
              <a:t>Deploy to Azure services</a:t>
            </a:r>
          </a:p>
        </p:txBody>
      </p:sp>
      <p:sp>
        <p:nvSpPr>
          <p:cNvPr id="3" name="Text Placeholder 2"/>
          <p:cNvSpPr>
            <a:spLocks noGrp="1"/>
          </p:cNvSpPr>
          <p:nvPr>
            <p:ph type="body" sz="quarter" idx="16"/>
          </p:nvPr>
        </p:nvSpPr>
        <p:spPr>
          <a:xfrm>
            <a:off x="584200" y="3105171"/>
            <a:ext cx="3479071" cy="246221"/>
          </a:xfrm>
        </p:spPr>
        <p:txBody>
          <a:bodyPr/>
          <a:lstStyle/>
          <a:p>
            <a:r>
              <a:rPr lang="en-US" noProof="0" dirty="0"/>
              <a:t>Container Apps</a:t>
            </a:r>
          </a:p>
        </p:txBody>
      </p:sp>
      <p:sp>
        <p:nvSpPr>
          <p:cNvPr id="4" name="Text Placeholder 3"/>
          <p:cNvSpPr>
            <a:spLocks noGrp="1"/>
          </p:cNvSpPr>
          <p:nvPr>
            <p:ph type="body" sz="quarter" idx="15"/>
          </p:nvPr>
        </p:nvSpPr>
        <p:spPr>
          <a:xfrm>
            <a:off x="586390" y="3562554"/>
            <a:ext cx="3477611" cy="726353"/>
          </a:xfrm>
        </p:spPr>
        <p:txBody>
          <a:bodyPr/>
          <a:lstStyle/>
          <a:p>
            <a:r>
              <a:rPr lang="en-US" noProof="0" dirty="0"/>
              <a:t>Serverless containers, scale-to-zero</a:t>
            </a:r>
          </a:p>
          <a:p>
            <a:r>
              <a:rPr lang="en-US" noProof="0" dirty="0" err="1"/>
              <a:t>Dockerfile</a:t>
            </a:r>
            <a:r>
              <a:rPr lang="en-US" noProof="0" dirty="0"/>
              <a:t> with DAB image + config</a:t>
            </a:r>
          </a:p>
          <a:p>
            <a:r>
              <a:rPr lang="en-US" noProof="0" dirty="0"/>
              <a:t>Managed Identity → Azure SQL</a:t>
            </a:r>
          </a:p>
          <a:p>
            <a:r>
              <a:rPr lang="en-US" noProof="0" dirty="0"/>
              <a:t>Health probes: liveness + readiness</a:t>
            </a:r>
          </a:p>
        </p:txBody>
      </p:sp>
      <p:sp>
        <p:nvSpPr>
          <p:cNvPr id="5" name="Text Placeholder 4"/>
          <p:cNvSpPr>
            <a:spLocks noGrp="1"/>
          </p:cNvSpPr>
          <p:nvPr>
            <p:ph type="body" sz="quarter" idx="22"/>
          </p:nvPr>
        </p:nvSpPr>
        <p:spPr>
          <a:xfrm>
            <a:off x="4357547" y="3105171"/>
            <a:ext cx="3479071" cy="246221"/>
          </a:xfrm>
        </p:spPr>
        <p:txBody>
          <a:bodyPr/>
          <a:lstStyle/>
          <a:p>
            <a:r>
              <a:rPr lang="en-US" noProof="0" dirty="0"/>
              <a:t>App Service</a:t>
            </a:r>
          </a:p>
        </p:txBody>
      </p:sp>
      <p:sp>
        <p:nvSpPr>
          <p:cNvPr id="6" name="Text Placeholder 5"/>
          <p:cNvSpPr>
            <a:spLocks noGrp="1"/>
          </p:cNvSpPr>
          <p:nvPr>
            <p:ph type="body" sz="quarter" idx="23"/>
          </p:nvPr>
        </p:nvSpPr>
        <p:spPr>
          <a:xfrm>
            <a:off x="4359737" y="3562554"/>
            <a:ext cx="3477611" cy="726353"/>
          </a:xfrm>
        </p:spPr>
        <p:txBody>
          <a:bodyPr/>
          <a:lstStyle/>
          <a:p>
            <a:r>
              <a:rPr lang="en-US" noProof="0" dirty="0"/>
              <a:t>Deployment slots for staging/prod</a:t>
            </a:r>
          </a:p>
          <a:p>
            <a:r>
              <a:rPr lang="en-US" noProof="0" dirty="0"/>
              <a:t>Custom domains and TLS certificates</a:t>
            </a:r>
          </a:p>
          <a:p>
            <a:r>
              <a:rPr lang="en-US" noProof="0" dirty="0"/>
              <a:t>Key Vault references in app settings</a:t>
            </a:r>
          </a:p>
          <a:p>
            <a:r>
              <a:rPr lang="en-US" noProof="0" dirty="0"/>
              <a:t>Built-in auth and monitoring</a:t>
            </a:r>
          </a:p>
        </p:txBody>
      </p:sp>
      <p:sp>
        <p:nvSpPr>
          <p:cNvPr id="7" name="Text Placeholder 6"/>
          <p:cNvSpPr>
            <a:spLocks noGrp="1"/>
          </p:cNvSpPr>
          <p:nvPr>
            <p:ph type="body" sz="quarter" idx="24"/>
          </p:nvPr>
        </p:nvSpPr>
        <p:spPr>
          <a:xfrm>
            <a:off x="8130894" y="3105171"/>
            <a:ext cx="3479071" cy="246221"/>
          </a:xfrm>
        </p:spPr>
        <p:txBody>
          <a:bodyPr/>
          <a:lstStyle/>
          <a:p>
            <a:r>
              <a:rPr lang="en-US" noProof="0" dirty="0"/>
              <a:t>Static Web Apps</a:t>
            </a:r>
          </a:p>
        </p:txBody>
      </p:sp>
      <p:sp>
        <p:nvSpPr>
          <p:cNvPr id="8" name="Text Placeholder 7"/>
          <p:cNvSpPr>
            <a:spLocks noGrp="1"/>
          </p:cNvSpPr>
          <p:nvPr>
            <p:ph type="body" sz="quarter" idx="25"/>
          </p:nvPr>
        </p:nvSpPr>
        <p:spPr>
          <a:xfrm>
            <a:off x="8133084" y="3562554"/>
            <a:ext cx="3477611" cy="726353"/>
          </a:xfrm>
        </p:spPr>
        <p:txBody>
          <a:bodyPr/>
          <a:lstStyle/>
          <a:p>
            <a:r>
              <a:rPr lang="en-US" noProof="0" dirty="0"/>
              <a:t>Built-in DAB (database connections)</a:t>
            </a:r>
          </a:p>
          <a:p>
            <a:r>
              <a:rPr lang="en-US" noProof="0" dirty="0" err="1"/>
              <a:t>staticwebapps.database.config.json</a:t>
            </a:r>
            <a:endParaRPr lang="en-US" noProof="0" dirty="0"/>
          </a:p>
          <a:p>
            <a:r>
              <a:rPr lang="en-US" noProof="0" dirty="0"/>
              <a:t>Auto-auth integration with SWA</a:t>
            </a:r>
          </a:p>
          <a:p>
            <a:r>
              <a:rPr lang="en-US" noProof="0" dirty="0"/>
              <a:t>Limited vs standalone DAB features</a:t>
            </a:r>
          </a:p>
        </p:txBody>
      </p:sp>
      <p:grpSp>
        <p:nvGrpSpPr>
          <p:cNvPr id="13" name="Group 12">
            <a:extLst>
              <a:ext uri="{FF2B5EF4-FFF2-40B4-BE49-F238E27FC236}">
                <a16:creationId xmlns:a16="http://schemas.microsoft.com/office/drawing/2014/main" id="{2B958E17-82C8-CCEE-9200-3A24B9AB1ED0}"/>
              </a:ext>
              <a:ext uri="{C183D7F6-B498-43B3-948B-1728B52AA6E4}">
                <adec:decorative xmlns:adec="http://schemas.microsoft.com/office/drawing/2017/decorative" val="1"/>
              </a:ext>
            </a:extLst>
          </p:cNvPr>
          <p:cNvGrpSpPr/>
          <p:nvPr/>
        </p:nvGrpSpPr>
        <p:grpSpPr>
          <a:xfrm>
            <a:off x="1865337" y="1338617"/>
            <a:ext cx="769327" cy="769327"/>
            <a:chOff x="1865337" y="1338617"/>
            <a:chExt cx="769327" cy="769327"/>
          </a:xfrm>
        </p:grpSpPr>
        <p:sp>
          <p:nvSpPr>
            <p:cNvPr id="11" name="Oval 10" descr="icon of a finger pushing a button">
              <a:extLst>
                <a:ext uri="{FF2B5EF4-FFF2-40B4-BE49-F238E27FC236}">
                  <a16:creationId xmlns:a16="http://schemas.microsoft.com/office/drawing/2014/main" id="{B38B4DB1-0542-94C1-823A-4D78141BF096}"/>
                </a:ext>
              </a:extLst>
            </p:cNvPr>
            <p:cNvSpPr/>
            <p:nvPr/>
          </p:nvSpPr>
          <p:spPr bwMode="auto">
            <a:xfrm>
              <a:off x="1865337" y="1338617"/>
              <a:ext cx="769327" cy="769327"/>
            </a:xfrm>
            <a:prstGeom prst="ellipse">
              <a:avLst/>
            </a:prstGeom>
            <a:solidFill>
              <a:srgbClr val="FF5C39"/>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2" name="cloud" title="Icon of a cloud">
              <a:extLst>
                <a:ext uri="{FF2B5EF4-FFF2-40B4-BE49-F238E27FC236}">
                  <a16:creationId xmlns:a16="http://schemas.microsoft.com/office/drawing/2014/main" id="{FF90249B-CC3E-77DF-795E-C323E9624F62}"/>
                </a:ext>
              </a:extLst>
            </p:cNvPr>
            <p:cNvSpPr>
              <a:spLocks/>
            </p:cNvSpPr>
            <p:nvPr/>
          </p:nvSpPr>
          <p:spPr bwMode="auto">
            <a:xfrm>
              <a:off x="2030200" y="1583280"/>
              <a:ext cx="439600" cy="280000"/>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14" name="Group 13">
            <a:extLst>
              <a:ext uri="{FF2B5EF4-FFF2-40B4-BE49-F238E27FC236}">
                <a16:creationId xmlns:a16="http://schemas.microsoft.com/office/drawing/2014/main" id="{4C4E1362-DE02-EB2A-E91D-E70510339CAC}"/>
              </a:ext>
              <a:ext uri="{C183D7F6-B498-43B3-948B-1728B52AA6E4}">
                <adec:decorative xmlns:adec="http://schemas.microsoft.com/office/drawing/2017/decorative" val="1"/>
              </a:ext>
            </a:extLst>
          </p:cNvPr>
          <p:cNvGrpSpPr/>
          <p:nvPr/>
        </p:nvGrpSpPr>
        <p:grpSpPr>
          <a:xfrm>
            <a:off x="5635337" y="1338617"/>
            <a:ext cx="769327" cy="769327"/>
            <a:chOff x="5635337" y="1338617"/>
            <a:chExt cx="769327" cy="769327"/>
          </a:xfrm>
        </p:grpSpPr>
        <p:sp>
          <p:nvSpPr>
            <p:cNvPr id="10" name="Oval 9" descr="icon of a finger pushing a button">
              <a:extLst>
                <a:ext uri="{FF2B5EF4-FFF2-40B4-BE49-F238E27FC236}">
                  <a16:creationId xmlns:a16="http://schemas.microsoft.com/office/drawing/2014/main" id="{4E1F7A38-5ECE-9926-F6CC-A07E5B12885C}"/>
                </a:ext>
              </a:extLst>
            </p:cNvPr>
            <p:cNvSpPr/>
            <p:nvPr/>
          </p:nvSpPr>
          <p:spPr bwMode="auto">
            <a:xfrm>
              <a:off x="5635337" y="1338617"/>
              <a:ext cx="769327" cy="769327"/>
            </a:xfrm>
            <a:prstGeom prst="ellipse">
              <a:avLst/>
            </a:prstGeom>
            <a:solidFill>
              <a:srgbClr val="C73ECC"/>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3" name="Website" title="Icon of multiple app windows">
              <a:extLst>
                <a:ext uri="{FF2B5EF4-FFF2-40B4-BE49-F238E27FC236}">
                  <a16:creationId xmlns:a16="http://schemas.microsoft.com/office/drawing/2014/main" id="{A3ADFDDD-3379-B517-23C9-015CD7144BC7}"/>
                </a:ext>
              </a:extLst>
            </p:cNvPr>
            <p:cNvSpPr>
              <a:spLocks noChangeAspect="1" noEditPoints="1"/>
            </p:cNvSpPr>
            <p:nvPr/>
          </p:nvSpPr>
          <p:spPr bwMode="auto">
            <a:xfrm>
              <a:off x="5825797" y="1541401"/>
              <a:ext cx="397237" cy="365760"/>
            </a:xfrm>
            <a:custGeom>
              <a:avLst/>
              <a:gdLst>
                <a:gd name="T0" fmla="*/ 0 w 614"/>
                <a:gd name="T1" fmla="*/ 0 h 538"/>
                <a:gd name="T2" fmla="*/ 614 w 614"/>
                <a:gd name="T3" fmla="*/ 0 h 538"/>
                <a:gd name="T4" fmla="*/ 614 w 614"/>
                <a:gd name="T5" fmla="*/ 538 h 538"/>
                <a:gd name="T6" fmla="*/ 0 w 614"/>
                <a:gd name="T7" fmla="*/ 538 h 538"/>
                <a:gd name="T8" fmla="*/ 0 w 614"/>
                <a:gd name="T9" fmla="*/ 0 h 538"/>
                <a:gd name="T10" fmla="*/ 0 w 614"/>
                <a:gd name="T11" fmla="*/ 0 h 538"/>
                <a:gd name="T12" fmla="*/ 327 w 614"/>
                <a:gd name="T13" fmla="*/ 250 h 538"/>
                <a:gd name="T14" fmla="*/ 327 w 614"/>
                <a:gd name="T15" fmla="*/ 250 h 538"/>
                <a:gd name="T16" fmla="*/ 327 w 614"/>
                <a:gd name="T17" fmla="*/ 87 h 538"/>
                <a:gd name="T18" fmla="*/ 77 w 614"/>
                <a:gd name="T19" fmla="*/ 87 h 538"/>
                <a:gd name="T20" fmla="*/ 77 w 614"/>
                <a:gd name="T21" fmla="*/ 250 h 538"/>
                <a:gd name="T22" fmla="*/ 128 w 614"/>
                <a:gd name="T23" fmla="*/ 250 h 538"/>
                <a:gd name="T24" fmla="*/ 327 w 614"/>
                <a:gd name="T25" fmla="*/ 250 h 538"/>
                <a:gd name="T26" fmla="*/ 327 w 614"/>
                <a:gd name="T27" fmla="*/ 250 h 538"/>
                <a:gd name="T28" fmla="*/ 139 w 614"/>
                <a:gd name="T29" fmla="*/ 254 h 538"/>
                <a:gd name="T30" fmla="*/ 139 w 614"/>
                <a:gd name="T31" fmla="*/ 362 h 538"/>
                <a:gd name="T32" fmla="*/ 513 w 614"/>
                <a:gd name="T33" fmla="*/ 362 h 538"/>
                <a:gd name="T34" fmla="*/ 513 w 614"/>
                <a:gd name="T35" fmla="*/ 163 h 538"/>
                <a:gd name="T36" fmla="*/ 325 w 614"/>
                <a:gd name="T37" fmla="*/ 163 h 538"/>
                <a:gd name="T38" fmla="*/ 0 w 614"/>
                <a:gd name="T39" fmla="*/ 451 h 538"/>
                <a:gd name="T40" fmla="*/ 614 w 614"/>
                <a:gd name="T41" fmla="*/ 451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4" h="538">
                  <a:moveTo>
                    <a:pt x="0" y="0"/>
                  </a:moveTo>
                  <a:lnTo>
                    <a:pt x="614" y="0"/>
                  </a:lnTo>
                  <a:lnTo>
                    <a:pt x="614" y="538"/>
                  </a:lnTo>
                  <a:lnTo>
                    <a:pt x="0" y="538"/>
                  </a:lnTo>
                  <a:lnTo>
                    <a:pt x="0" y="0"/>
                  </a:lnTo>
                  <a:lnTo>
                    <a:pt x="0" y="0"/>
                  </a:lnTo>
                  <a:moveTo>
                    <a:pt x="327" y="250"/>
                  </a:moveTo>
                  <a:lnTo>
                    <a:pt x="327" y="250"/>
                  </a:lnTo>
                  <a:lnTo>
                    <a:pt x="327" y="87"/>
                  </a:lnTo>
                  <a:lnTo>
                    <a:pt x="77" y="87"/>
                  </a:lnTo>
                  <a:lnTo>
                    <a:pt x="77" y="250"/>
                  </a:lnTo>
                  <a:lnTo>
                    <a:pt x="128" y="250"/>
                  </a:lnTo>
                  <a:lnTo>
                    <a:pt x="327" y="250"/>
                  </a:lnTo>
                  <a:lnTo>
                    <a:pt x="327" y="250"/>
                  </a:lnTo>
                  <a:moveTo>
                    <a:pt x="139" y="254"/>
                  </a:moveTo>
                  <a:lnTo>
                    <a:pt x="139" y="362"/>
                  </a:lnTo>
                  <a:lnTo>
                    <a:pt x="513" y="362"/>
                  </a:lnTo>
                  <a:lnTo>
                    <a:pt x="513" y="163"/>
                  </a:lnTo>
                  <a:lnTo>
                    <a:pt x="325" y="163"/>
                  </a:lnTo>
                  <a:moveTo>
                    <a:pt x="0" y="451"/>
                  </a:moveTo>
                  <a:lnTo>
                    <a:pt x="614" y="451"/>
                  </a:lnTo>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gradFill>
                  <a:gsLst>
                    <a:gs pos="0">
                      <a:srgbClr val="505050"/>
                    </a:gs>
                    <a:gs pos="100000">
                      <a:srgbClr val="505050"/>
                    </a:gs>
                  </a:gsLst>
                </a:gradFill>
              </a:endParaRPr>
            </a:p>
          </p:txBody>
        </p:sp>
      </p:grpSp>
      <p:grpSp>
        <p:nvGrpSpPr>
          <p:cNvPr id="15" name="Group 14">
            <a:extLst>
              <a:ext uri="{FF2B5EF4-FFF2-40B4-BE49-F238E27FC236}">
                <a16:creationId xmlns:a16="http://schemas.microsoft.com/office/drawing/2014/main" id="{9659AB3F-CB75-4E67-0810-64B56ED4F9D6}"/>
              </a:ext>
              <a:ext uri="{C183D7F6-B498-43B3-948B-1728B52AA6E4}">
                <adec:decorative xmlns:adec="http://schemas.microsoft.com/office/drawing/2017/decorative" val="1"/>
              </a:ext>
            </a:extLst>
          </p:cNvPr>
          <p:cNvGrpSpPr/>
          <p:nvPr/>
        </p:nvGrpSpPr>
        <p:grpSpPr>
          <a:xfrm>
            <a:off x="9415337" y="1338617"/>
            <a:ext cx="769327" cy="769327"/>
            <a:chOff x="9415337" y="1338617"/>
            <a:chExt cx="769327" cy="769327"/>
          </a:xfrm>
        </p:grpSpPr>
        <p:sp>
          <p:nvSpPr>
            <p:cNvPr id="12" name="Oval 11" descr="icon of a finger pushing a button">
              <a:extLst>
                <a:ext uri="{FF2B5EF4-FFF2-40B4-BE49-F238E27FC236}">
                  <a16:creationId xmlns:a16="http://schemas.microsoft.com/office/drawing/2014/main" id="{1748EDB1-5034-D172-C151-51F091159640}"/>
                </a:ext>
              </a:extLst>
            </p:cNvPr>
            <p:cNvSpPr/>
            <p:nvPr/>
          </p:nvSpPr>
          <p:spPr bwMode="auto">
            <a:xfrm>
              <a:off x="9415337" y="1338617"/>
              <a:ext cx="769327" cy="769327"/>
            </a:xfrm>
            <a:prstGeom prst="ellipse">
              <a:avLst/>
            </a:prstGeom>
            <a:solidFill>
              <a:srgbClr val="0078D4"/>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6" name="Browser" title="Icon of a browser window">
              <a:extLst>
                <a:ext uri="{FF2B5EF4-FFF2-40B4-BE49-F238E27FC236}">
                  <a16:creationId xmlns:a16="http://schemas.microsoft.com/office/drawing/2014/main" id="{53B48A45-41A6-4685-045B-6E54E254F8C8}"/>
                </a:ext>
              </a:extLst>
            </p:cNvPr>
            <p:cNvSpPr>
              <a:spLocks noChangeAspect="1" noEditPoints="1"/>
            </p:cNvSpPr>
            <p:nvPr/>
          </p:nvSpPr>
          <p:spPr bwMode="auto">
            <a:xfrm>
              <a:off x="9614510" y="1539558"/>
              <a:ext cx="365674"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lin ang="5400000" scaled="1"/>
                </a:gradFil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Monitor with Azure services</a:t>
            </a:r>
          </a:p>
        </p:txBody>
      </p:sp>
      <p:sp>
        <p:nvSpPr>
          <p:cNvPr id="3" name="Text Placeholder 2"/>
          <p:cNvSpPr>
            <a:spLocks noGrp="1"/>
          </p:cNvSpPr>
          <p:nvPr>
            <p:ph type="body" sz="quarter" idx="16"/>
          </p:nvPr>
        </p:nvSpPr>
        <p:spPr/>
        <p:txBody>
          <a:bodyPr/>
          <a:lstStyle/>
          <a:p>
            <a:r>
              <a:rPr lang="en-US" noProof="0" dirty="0"/>
              <a:t>Application Insights + Log Analytics + alerts</a:t>
            </a:r>
          </a:p>
        </p:txBody>
      </p:sp>
      <p:sp>
        <p:nvSpPr>
          <p:cNvPr id="4" name="Text Placeholder 3"/>
          <p:cNvSpPr>
            <a:spLocks noGrp="1"/>
          </p:cNvSpPr>
          <p:nvPr>
            <p:ph type="body" sz="quarter" idx="15"/>
          </p:nvPr>
        </p:nvSpPr>
        <p:spPr>
          <a:xfrm>
            <a:off x="586389" y="2085764"/>
            <a:ext cx="4712685" cy="3754874"/>
          </a:xfrm>
        </p:spPr>
        <p:txBody>
          <a:bodyPr/>
          <a:lstStyle/>
          <a:p>
            <a:r>
              <a:rPr lang="en-US" b="1" noProof="0" dirty="0"/>
              <a:t>App Insights: </a:t>
            </a:r>
          </a:p>
          <a:p>
            <a:pPr lvl="1"/>
            <a:r>
              <a:rPr lang="en-US" noProof="0" dirty="0"/>
              <a:t>request traces, dependency calls, exceptions</a:t>
            </a:r>
          </a:p>
          <a:p>
            <a:pPr lvl="1"/>
            <a:endParaRPr lang="en-US" noProof="0" dirty="0"/>
          </a:p>
          <a:p>
            <a:r>
              <a:rPr lang="en-US" b="1" noProof="0" dirty="0"/>
              <a:t>KQL dashboards: </a:t>
            </a:r>
          </a:p>
          <a:p>
            <a:pPr lvl="1"/>
            <a:r>
              <a:rPr lang="en-US" noProof="0" dirty="0"/>
              <a:t>P95 latency, failure rate, slow endpoints</a:t>
            </a:r>
          </a:p>
          <a:p>
            <a:pPr lvl="1"/>
            <a:endParaRPr lang="en-US" noProof="0" dirty="0"/>
          </a:p>
          <a:p>
            <a:r>
              <a:rPr lang="en-US" b="1" noProof="0" dirty="0"/>
              <a:t>Log Analytics: </a:t>
            </a:r>
          </a:p>
          <a:p>
            <a:pPr lvl="1"/>
            <a:r>
              <a:rPr lang="en-US" noProof="0" dirty="0"/>
              <a:t>container logs + App Insights correlation</a:t>
            </a:r>
          </a:p>
          <a:p>
            <a:pPr lvl="1"/>
            <a:endParaRPr lang="en-US" noProof="0" dirty="0"/>
          </a:p>
          <a:p>
            <a:r>
              <a:rPr lang="en-US" b="1" noProof="0" dirty="0"/>
              <a:t>Alerts: </a:t>
            </a:r>
          </a:p>
          <a:p>
            <a:pPr lvl="1"/>
            <a:r>
              <a:rPr lang="en-US" noProof="0" dirty="0"/>
              <a:t>error rate &gt; 5%, P95 &gt; 2 s, sampling for cost control</a:t>
            </a:r>
          </a:p>
          <a:p>
            <a:pPr lvl="1"/>
            <a:endParaRPr lang="en-US" noProof="0" dirty="0"/>
          </a:p>
          <a:p>
            <a:r>
              <a:rPr lang="en-US" b="1" noProof="0" dirty="0"/>
              <a:t>Distributed tracing: </a:t>
            </a:r>
          </a:p>
          <a:p>
            <a:pPr lvl="1"/>
            <a:r>
              <a:rPr lang="en-US" noProof="0" dirty="0"/>
              <a:t>end-to-end from client → API → DB</a:t>
            </a:r>
          </a:p>
        </p:txBody>
      </p:sp>
      <p:pic>
        <p:nvPicPr>
          <p:cNvPr id="5" name="Picture 4" descr="Monitor DAB services."/>
          <p:cNvPicPr>
            <a:picLocks noChangeAspect="1"/>
          </p:cNvPicPr>
          <p:nvPr/>
        </p:nvPicPr>
        <p:blipFill>
          <a:blip r:embed="rId3"/>
          <a:stretch>
            <a:fillRect/>
          </a:stretch>
        </p:blipFill>
        <p:spPr>
          <a:xfrm>
            <a:off x="6583680" y="1200000"/>
            <a:ext cx="5120640" cy="4951407"/>
          </a:xfrm>
          <a:prstGeom prst="rect">
            <a:avLst/>
          </a:prstGeom>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Handle changes with event-driven patterns</a:t>
            </a:r>
          </a:p>
        </p:txBody>
      </p:sp>
      <p:sp>
        <p:nvSpPr>
          <p:cNvPr id="4" name="Text Placeholder 3"/>
          <p:cNvSpPr>
            <a:spLocks noGrp="1"/>
          </p:cNvSpPr>
          <p:nvPr>
            <p:ph type="body" sz="quarter" idx="16"/>
          </p:nvPr>
        </p:nvSpPr>
        <p:spPr>
          <a:xfrm>
            <a:off x="584200" y="1594155"/>
            <a:ext cx="5222631" cy="246221"/>
          </a:xfrm>
        </p:spPr>
        <p:txBody>
          <a:bodyPr/>
          <a:lstStyle/>
          <a:p>
            <a:r>
              <a:rPr lang="en-US" noProof="0" dirty="0"/>
              <a:t>CDC, Change Tracking, and Change Event Streaming</a:t>
            </a:r>
          </a:p>
        </p:txBody>
      </p:sp>
      <p:sp>
        <p:nvSpPr>
          <p:cNvPr id="5" name="Text Placeholder 4"/>
          <p:cNvSpPr>
            <a:spLocks noGrp="1"/>
          </p:cNvSpPr>
          <p:nvPr>
            <p:ph type="body" sz="quarter" idx="15"/>
          </p:nvPr>
        </p:nvSpPr>
        <p:spPr>
          <a:xfrm>
            <a:off x="586389" y="2085764"/>
            <a:ext cx="4886051" cy="3754874"/>
          </a:xfrm>
        </p:spPr>
        <p:txBody>
          <a:bodyPr/>
          <a:lstStyle/>
          <a:p>
            <a:r>
              <a:rPr lang="en-US" b="1" noProof="0" dirty="0"/>
              <a:t>CDC: </a:t>
            </a:r>
          </a:p>
          <a:p>
            <a:pPr lvl="1"/>
            <a:r>
              <a:rPr lang="en-US" noProof="0" dirty="0"/>
              <a:t>full before/after history - compliance, batch sync</a:t>
            </a:r>
          </a:p>
          <a:p>
            <a:pPr lvl="1"/>
            <a:endParaRPr lang="en-US" noProof="0" dirty="0"/>
          </a:p>
          <a:p>
            <a:r>
              <a:rPr lang="en-US" b="1" noProof="0" dirty="0"/>
              <a:t>Change Tracking: </a:t>
            </a:r>
          </a:p>
          <a:p>
            <a:pPr lvl="1"/>
            <a:r>
              <a:rPr lang="en-US" noProof="0" dirty="0"/>
              <a:t>lightweight row-changed flags - Functions trigger</a:t>
            </a:r>
          </a:p>
          <a:p>
            <a:pPr lvl="1"/>
            <a:endParaRPr lang="en-US" noProof="0" dirty="0"/>
          </a:p>
          <a:p>
            <a:r>
              <a:rPr lang="en-US" b="1" noProof="0" dirty="0"/>
              <a:t>CES: </a:t>
            </a:r>
          </a:p>
          <a:p>
            <a:pPr lvl="1"/>
            <a:r>
              <a:rPr lang="en-US" noProof="0" dirty="0"/>
              <a:t>push to Event Hubs - sub-second latency, high throughput</a:t>
            </a:r>
          </a:p>
          <a:p>
            <a:pPr lvl="1"/>
            <a:endParaRPr lang="en-US" noProof="0" dirty="0"/>
          </a:p>
          <a:p>
            <a:r>
              <a:rPr lang="en-US" b="1" noProof="0" dirty="0"/>
              <a:t>Functions SQL trigger: </a:t>
            </a:r>
          </a:p>
          <a:p>
            <a:pPr lvl="1"/>
            <a:r>
              <a:rPr lang="en-US" noProof="0" dirty="0"/>
              <a:t>real-time response via Change Tracking binding</a:t>
            </a:r>
          </a:p>
          <a:p>
            <a:pPr lvl="1"/>
            <a:endParaRPr lang="en-US" noProof="0" dirty="0"/>
          </a:p>
          <a:p>
            <a:r>
              <a:rPr lang="en-US" b="1" noProof="0" dirty="0"/>
              <a:t>Combine: </a:t>
            </a:r>
          </a:p>
          <a:p>
            <a:pPr lvl="1"/>
            <a:r>
              <a:rPr lang="en-US" noProof="0" dirty="0"/>
              <a:t>CDC for audit + Functions trigger for real-time</a:t>
            </a:r>
          </a:p>
        </p:txBody>
      </p:sp>
      <p:pic>
        <p:nvPicPr>
          <p:cNvPr id="6" name="Picture 5" descr="Different ways to handle changes with event driven patterns."/>
          <p:cNvPicPr>
            <a:picLocks noChangeAspect="1"/>
          </p:cNvPicPr>
          <p:nvPr/>
        </p:nvPicPr>
        <p:blipFill>
          <a:blip r:embed="rId3"/>
          <a:stretch>
            <a:fillRect/>
          </a:stretch>
        </p:blipFill>
        <p:spPr>
          <a:xfrm>
            <a:off x="5936827" y="1840375"/>
            <a:ext cx="5617324" cy="3754873"/>
          </a:xfrm>
          <a:prstGeom prst="rect">
            <a:avLst/>
          </a:prstGeom>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Data API Builder</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984885"/>
          </a:xfrm>
        </p:spPr>
        <p:txBody>
          <a:bodyPr/>
          <a:lstStyle/>
          <a:p>
            <a:pPr marL="0" indent="0">
              <a:buNone/>
            </a:pPr>
            <a:r>
              <a:rPr lang="en-US" noProof="0" dirty="0"/>
              <a:t>Configure Data API Builder (DAB) to expose a product catalog database through REST and </a:t>
            </a:r>
            <a:r>
              <a:rPr lang="en-US" noProof="0" dirty="0" err="1"/>
              <a:t>GraphQL</a:t>
            </a:r>
            <a:r>
              <a:rPr lang="en-US" noProof="0" dirty="0"/>
              <a:t> endpoints. Define entities for tables and views, configure field mappings and relationships, and test locally with Docker.</a:t>
            </a:r>
          </a:p>
        </p:txBody>
      </p:sp>
      <p:sp>
        <p:nvSpPr>
          <p:cNvPr id="6" name="Oval 5"/>
          <p:cNvSpPr/>
          <p:nvPr/>
        </p:nvSpPr>
        <p:spPr>
          <a:xfrm>
            <a:off x="7770495" y="24399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421700"/>
            <a:ext cx="3973449" cy="384048"/>
          </a:xfrm>
          <a:prstGeom prst="rect">
            <a:avLst/>
          </a:prstGeom>
          <a:noFill/>
        </p:spPr>
        <p:txBody>
          <a:bodyPr wrap="square" lIns="45720" tIns="0" rIns="45720" bIns="0">
            <a:spAutoFit/>
          </a:bodyPr>
          <a:lstStyle/>
          <a:p>
            <a:pPr algn="l"/>
            <a:r>
              <a:rPr lang="en-US" sz="1000" b="0" noProof="0" dirty="0">
                <a:solidFill>
                  <a:srgbClr val="091F2C"/>
                </a:solidFill>
              </a:rPr>
              <a:t>Set up sample </a:t>
            </a:r>
            <a:r>
              <a:rPr lang="en-US" sz="1000" b="0" noProof="0" dirty="0" err="1">
                <a:solidFill>
                  <a:srgbClr val="091F2C"/>
                </a:solidFill>
              </a:rPr>
              <a:t>ProductCatalog</a:t>
            </a:r>
            <a:r>
              <a:rPr lang="en-US" sz="1000" b="0" noProof="0" dirty="0">
                <a:solidFill>
                  <a:srgbClr val="091F2C"/>
                </a:solidFill>
              </a:rPr>
              <a:t> database</a:t>
            </a:r>
          </a:p>
        </p:txBody>
      </p:sp>
      <p:sp>
        <p:nvSpPr>
          <p:cNvPr id="8" name="Oval 7"/>
          <p:cNvSpPr/>
          <p:nvPr/>
        </p:nvSpPr>
        <p:spPr>
          <a:xfrm>
            <a:off x="7770495" y="2888044"/>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2869756"/>
            <a:ext cx="3973449" cy="384048"/>
          </a:xfrm>
          <a:prstGeom prst="rect">
            <a:avLst/>
          </a:prstGeom>
          <a:noFill/>
        </p:spPr>
        <p:txBody>
          <a:bodyPr wrap="square" lIns="45720" tIns="0" rIns="45720" bIns="0">
            <a:spAutoFit/>
          </a:bodyPr>
          <a:lstStyle/>
          <a:p>
            <a:pPr algn="l"/>
            <a:r>
              <a:rPr lang="en-US" sz="1000" b="0" noProof="0" dirty="0">
                <a:solidFill>
                  <a:srgbClr val="091F2C"/>
                </a:solidFill>
              </a:rPr>
              <a:t>Install DAB CLI and create configuration</a:t>
            </a:r>
          </a:p>
        </p:txBody>
      </p:sp>
      <p:sp>
        <p:nvSpPr>
          <p:cNvPr id="10" name="Oval 9"/>
          <p:cNvSpPr/>
          <p:nvPr/>
        </p:nvSpPr>
        <p:spPr>
          <a:xfrm>
            <a:off x="7770495" y="3336100"/>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317812"/>
            <a:ext cx="3973449" cy="384048"/>
          </a:xfrm>
          <a:prstGeom prst="rect">
            <a:avLst/>
          </a:prstGeom>
          <a:noFill/>
        </p:spPr>
        <p:txBody>
          <a:bodyPr wrap="square" lIns="45720" tIns="0" rIns="45720" bIns="0">
            <a:spAutoFit/>
          </a:bodyPr>
          <a:lstStyle/>
          <a:p>
            <a:pPr algn="l"/>
            <a:r>
              <a:rPr lang="en-US" sz="1000" b="0" noProof="0" dirty="0">
                <a:solidFill>
                  <a:srgbClr val="091F2C"/>
                </a:solidFill>
              </a:rPr>
              <a:t>Add entities with permissions</a:t>
            </a:r>
          </a:p>
        </p:txBody>
      </p:sp>
      <p:sp>
        <p:nvSpPr>
          <p:cNvPr id="12" name="Oval 11"/>
          <p:cNvSpPr/>
          <p:nvPr/>
        </p:nvSpPr>
        <p:spPr>
          <a:xfrm>
            <a:off x="7770495" y="3784156"/>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3765868"/>
            <a:ext cx="3973449" cy="384048"/>
          </a:xfrm>
          <a:prstGeom prst="rect">
            <a:avLst/>
          </a:prstGeom>
          <a:noFill/>
        </p:spPr>
        <p:txBody>
          <a:bodyPr wrap="square" lIns="45720" tIns="0" rIns="45720" bIns="0">
            <a:spAutoFit/>
          </a:bodyPr>
          <a:lstStyle/>
          <a:p>
            <a:pPr algn="l"/>
            <a:r>
              <a:rPr lang="en-US" sz="1000" b="0" noProof="0" dirty="0">
                <a:solidFill>
                  <a:srgbClr val="091F2C"/>
                </a:solidFill>
              </a:rPr>
              <a:t>Configure field mappings and relationships</a:t>
            </a:r>
          </a:p>
        </p:txBody>
      </p:sp>
      <p:sp>
        <p:nvSpPr>
          <p:cNvPr id="14" name="Oval 13"/>
          <p:cNvSpPr/>
          <p:nvPr/>
        </p:nvSpPr>
        <p:spPr>
          <a:xfrm>
            <a:off x="7770495" y="4232212"/>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4213924"/>
            <a:ext cx="3973449" cy="384048"/>
          </a:xfrm>
          <a:prstGeom prst="rect">
            <a:avLst/>
          </a:prstGeom>
          <a:noFill/>
        </p:spPr>
        <p:txBody>
          <a:bodyPr wrap="square" lIns="45720" tIns="0" rIns="45720" bIns="0">
            <a:spAutoFit/>
          </a:bodyPr>
          <a:lstStyle/>
          <a:p>
            <a:pPr algn="l"/>
            <a:r>
              <a:rPr lang="en-US" sz="1000" b="0" noProof="0" dirty="0">
                <a:solidFill>
                  <a:srgbClr val="091F2C"/>
                </a:solidFill>
              </a:rPr>
              <a:t>Add a view as read-only entity</a:t>
            </a:r>
          </a:p>
        </p:txBody>
      </p:sp>
      <p:sp>
        <p:nvSpPr>
          <p:cNvPr id="16" name="Oval 15"/>
          <p:cNvSpPr/>
          <p:nvPr/>
        </p:nvSpPr>
        <p:spPr>
          <a:xfrm>
            <a:off x="7770495" y="468026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6</a:t>
            </a:r>
          </a:p>
        </p:txBody>
      </p:sp>
      <p:sp>
        <p:nvSpPr>
          <p:cNvPr id="17" name="TextBox 16"/>
          <p:cNvSpPr txBox="1"/>
          <p:nvPr/>
        </p:nvSpPr>
        <p:spPr>
          <a:xfrm>
            <a:off x="8127111" y="4661980"/>
            <a:ext cx="3973449" cy="384048"/>
          </a:xfrm>
          <a:prstGeom prst="rect">
            <a:avLst/>
          </a:prstGeom>
          <a:noFill/>
        </p:spPr>
        <p:txBody>
          <a:bodyPr wrap="square" lIns="45720" tIns="0" rIns="45720" bIns="0">
            <a:spAutoFit/>
          </a:bodyPr>
          <a:lstStyle/>
          <a:p>
            <a:pPr algn="l"/>
            <a:r>
              <a:rPr lang="en-US" sz="1000" b="0" noProof="0" dirty="0">
                <a:solidFill>
                  <a:srgbClr val="091F2C"/>
                </a:solidFill>
              </a:rPr>
              <a:t>Test REST and </a:t>
            </a:r>
            <a:r>
              <a:rPr lang="en-US" sz="1000" b="0" noProof="0" dirty="0" err="1">
                <a:solidFill>
                  <a:srgbClr val="091F2C"/>
                </a:solidFill>
              </a:rPr>
              <a:t>GraphQL</a:t>
            </a:r>
            <a:r>
              <a:rPr lang="en-US" sz="1000" b="0" noProof="0" dirty="0">
                <a:solidFill>
                  <a:srgbClr val="091F2C"/>
                </a:solidFill>
              </a:rPr>
              <a:t> with Docker</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Knowledge check</a:t>
            </a:r>
            <a:r>
              <a:rPr lang="en-US" dirty="0"/>
              <a:t> - Integrate SQL solutions with Azure services</a:t>
            </a:r>
            <a:endParaRPr lang="en-US" noProof="0" dirty="0"/>
          </a:p>
        </p:txBody>
      </p:sp>
      <p:sp>
        <p:nvSpPr>
          <p:cNvPr id="3" name="Text Placeholder 2"/>
          <p:cNvSpPr>
            <a:spLocks noGrp="1"/>
          </p:cNvSpPr>
          <p:nvPr>
            <p:ph type="body" sz="quarter" idx="17"/>
          </p:nvPr>
        </p:nvSpPr>
        <p:spPr/>
        <p:txBody>
          <a:bodyPr/>
          <a:lstStyle/>
          <a:p>
            <a:r>
              <a:rPr lang="en-US" noProof="0" dirty="0"/>
              <a:t>You're creating a Data API Builder configuration and need to store the database connection string securely without hardcoding it. Which approach should you use?</a:t>
            </a:r>
          </a:p>
        </p:txBody>
      </p:sp>
      <p:sp>
        <p:nvSpPr>
          <p:cNvPr id="4" name="Text Placeholder 3"/>
          <p:cNvSpPr>
            <a:spLocks noGrp="1"/>
          </p:cNvSpPr>
          <p:nvPr>
            <p:ph type="body" sz="quarter" idx="15"/>
          </p:nvPr>
        </p:nvSpPr>
        <p:spPr>
          <a:xfrm>
            <a:off x="1237265" y="2022044"/>
            <a:ext cx="8775098" cy="732508"/>
          </a:xfrm>
        </p:spPr>
        <p:txBody>
          <a:bodyPr/>
          <a:lstStyle/>
          <a:p>
            <a:r>
              <a:rPr lang="en-US" noProof="0" dirty="0"/>
              <a:t>a) Store the connection string directly in the dab-</a:t>
            </a:r>
            <a:r>
              <a:rPr lang="en-US" noProof="0" dirty="0" err="1"/>
              <a:t>config.json</a:t>
            </a:r>
            <a:r>
              <a:rPr lang="en-US" noProof="0" dirty="0"/>
              <a:t> file for easy access</a:t>
            </a:r>
          </a:p>
          <a:p>
            <a:r>
              <a:rPr lang="en-US" noProof="0" dirty="0"/>
              <a:t>b) Use the @env() syntax to reference an environment variable containing the connection string</a:t>
            </a:r>
          </a:p>
          <a:p>
            <a:r>
              <a:rPr lang="en-US" noProof="0" dirty="0"/>
              <a:t>c) Create a separate </a:t>
            </a:r>
            <a:r>
              <a:rPr lang="en-US" noProof="0" dirty="0" err="1"/>
              <a:t>credentials.json</a:t>
            </a:r>
            <a:r>
              <a:rPr lang="en-US" noProof="0" dirty="0"/>
              <a:t> file and import it into the configuration</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291408"/>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p:txBody>
          <a:bodyPr/>
          <a:lstStyle/>
          <a:p>
            <a:r>
              <a:rPr lang="en-US" noProof="0" dirty="0"/>
              <a:t>A development team wants to ensure their Data API Builder entity only allows clients to retrieve data, not modify it. Which permission configuration achieves this?</a:t>
            </a:r>
          </a:p>
        </p:txBody>
      </p:sp>
      <p:sp>
        <p:nvSpPr>
          <p:cNvPr id="8" name="Text Placeholder 7"/>
          <p:cNvSpPr>
            <a:spLocks noGrp="1"/>
          </p:cNvSpPr>
          <p:nvPr>
            <p:ph type="body" sz="quarter" idx="23"/>
          </p:nvPr>
        </p:nvSpPr>
        <p:spPr>
          <a:xfrm>
            <a:off x="1237265" y="3490893"/>
            <a:ext cx="8775098" cy="732508"/>
          </a:xfrm>
        </p:spPr>
        <p:txBody>
          <a:bodyPr/>
          <a:lstStyle/>
          <a:p>
            <a:r>
              <a:rPr lang="en-US" noProof="0" dirty="0"/>
              <a:t>a) Configure permissions with only the 'read' action for the appropriate roles</a:t>
            </a:r>
          </a:p>
          <a:p>
            <a:r>
              <a:rPr lang="en-US" noProof="0" dirty="0"/>
              <a:t>b) Set the source type to 'view' which automatically prevents all write operations</a:t>
            </a:r>
          </a:p>
          <a:p>
            <a:r>
              <a:rPr lang="en-US" noProof="0" dirty="0"/>
              <a:t>c) Disable REST and only enable </a:t>
            </a:r>
            <a:r>
              <a:rPr lang="en-US" noProof="0" dirty="0" err="1"/>
              <a:t>GraphQL</a:t>
            </a:r>
            <a:r>
              <a:rPr lang="en-US" noProof="0" dirty="0"/>
              <a:t> with operation set to 'mutation'</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3503386"/>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p:txBody>
          <a:bodyPr/>
          <a:lstStyle/>
          <a:p>
            <a:r>
              <a:rPr lang="en-US" noProof="0" dirty="0"/>
              <a:t>Your organization is deploying Data API Builder to production and needs to use managed identity for database authentication. Which Azure hosting option supports this requirement while also providing automatic scaling based on request volume?</a:t>
            </a:r>
          </a:p>
        </p:txBody>
      </p:sp>
      <p:sp>
        <p:nvSpPr>
          <p:cNvPr id="6" name="Text Placeholder 5"/>
          <p:cNvSpPr>
            <a:spLocks noGrp="1"/>
          </p:cNvSpPr>
          <p:nvPr>
            <p:ph type="body" sz="quarter" idx="21"/>
          </p:nvPr>
        </p:nvSpPr>
        <p:spPr>
          <a:xfrm>
            <a:off x="1237265" y="5157018"/>
            <a:ext cx="8775098" cy="732508"/>
          </a:xfrm>
        </p:spPr>
        <p:txBody>
          <a:bodyPr/>
          <a:lstStyle/>
          <a:p>
            <a:r>
              <a:rPr lang="en-US" noProof="0" dirty="0"/>
              <a:t>a) Azure Virtual Machines with </a:t>
            </a:r>
            <a:r>
              <a:rPr lang="en-US" noProof="0" dirty="0" err="1"/>
              <a:t>autoscale</a:t>
            </a:r>
            <a:r>
              <a:rPr lang="en-US" noProof="0" dirty="0"/>
              <a:t> sets</a:t>
            </a:r>
          </a:p>
          <a:p>
            <a:r>
              <a:rPr lang="en-US" noProof="0" dirty="0"/>
              <a:t>b) Azure Container Apps with system-assigned managed identity</a:t>
            </a:r>
          </a:p>
          <a:p>
            <a:r>
              <a:rPr lang="en-US" noProof="0" dirty="0"/>
              <a:t>c) Azure Functions consumption plan</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423839"/>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Summary</a:t>
            </a:r>
            <a:r>
              <a:rPr lang="en-US" dirty="0"/>
              <a:t> - Integrate SQL solutions with Azure services</a:t>
            </a:r>
            <a:endParaRPr lang="en-US" noProof="0" dirty="0"/>
          </a:p>
        </p:txBody>
      </p:sp>
      <p:sp>
        <p:nvSpPr>
          <p:cNvPr id="5" name="Text Placeholder 4"/>
          <p:cNvSpPr>
            <a:spLocks noGrp="1"/>
          </p:cNvSpPr>
          <p:nvPr>
            <p:ph type="body" sz="quarter" idx="34"/>
          </p:nvPr>
        </p:nvSpPr>
        <p:spPr/>
        <p:txBody>
          <a:bodyPr/>
          <a:lstStyle/>
          <a:p>
            <a:r>
              <a:rPr lang="en-US" noProof="0" dirty="0"/>
              <a:t>Azure services integration</a:t>
            </a:r>
          </a:p>
        </p:txBody>
      </p:sp>
      <p:grpSp>
        <p:nvGrpSpPr>
          <p:cNvPr id="9" name="Group 8">
            <a:extLst>
              <a:ext uri="{FF2B5EF4-FFF2-40B4-BE49-F238E27FC236}">
                <a16:creationId xmlns:a16="http://schemas.microsoft.com/office/drawing/2014/main" id="{E2A4018E-74C7-794C-4482-9A224804C1C9}"/>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18B7390F-FF3D-B766-705E-201765D10697}"/>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42918B7C-AB26-1BF9-A0D3-39D1BE3B2BDC}"/>
                </a:ext>
              </a:extLst>
            </p:cNvPr>
            <p:cNvPicPr/>
            <p:nvPr/>
          </p:nvPicPr>
          <p:blipFill>
            <a:blip r:embed="rId3"/>
            <a:srcRect/>
            <a:stretch/>
          </p:blipFill>
          <p:spPr>
            <a:xfrm>
              <a:off x="5749602" y="2325202"/>
              <a:ext cx="692796" cy="692796"/>
            </a:xfrm>
            <a:prstGeom prst="rect">
              <a:avLst/>
            </a:prstGeom>
            <a:noFill/>
          </p:spPr>
        </p:pic>
      </p:gr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a:xfrm>
            <a:off x="4358229" y="2578100"/>
            <a:ext cx="6377246" cy="2856167"/>
          </a:xfrm>
        </p:spPr>
        <p:txBody>
          <a:bodyPr/>
          <a:lstStyle/>
          <a:p>
            <a:r>
              <a:rPr lang="en-US" b="1" noProof="0" dirty="0"/>
              <a:t>DAB config: </a:t>
            </a:r>
            <a:r>
              <a:rPr lang="en-US" noProof="0" dirty="0"/>
              <a:t>JSON file → REST + </a:t>
            </a:r>
            <a:r>
              <a:rPr lang="en-US" noProof="0" dirty="0" err="1"/>
              <a:t>GraphQL</a:t>
            </a:r>
            <a:r>
              <a:rPr lang="en-US" noProof="0" dirty="0"/>
              <a:t>, @env() for secrets</a:t>
            </a:r>
          </a:p>
          <a:p>
            <a:endParaRPr lang="en-US" noProof="0" dirty="0"/>
          </a:p>
          <a:p>
            <a:r>
              <a:rPr lang="en-US" b="1" noProof="0" dirty="0"/>
              <a:t>Entities: </a:t>
            </a:r>
            <a:r>
              <a:rPr lang="en-US" noProof="0" dirty="0"/>
              <a:t>Tables, views, stored procs with mappings + permissions</a:t>
            </a:r>
          </a:p>
          <a:p>
            <a:endParaRPr lang="en-US" noProof="0" dirty="0"/>
          </a:p>
          <a:p>
            <a:r>
              <a:rPr lang="en-US" b="1" noProof="0" dirty="0"/>
              <a:t>Deploy: </a:t>
            </a:r>
            <a:r>
              <a:rPr lang="en-US" noProof="0" dirty="0"/>
              <a:t>Container Apps, App Service, or Static Web Apps</a:t>
            </a:r>
          </a:p>
          <a:p>
            <a:endParaRPr lang="en-US" noProof="0" dirty="0"/>
          </a:p>
          <a:p>
            <a:r>
              <a:rPr lang="en-US" b="1" noProof="0" dirty="0"/>
              <a:t>Monitor: </a:t>
            </a:r>
            <a:r>
              <a:rPr lang="en-US" noProof="0" dirty="0"/>
              <a:t>App Insights + KQL dashboards + P95 alerts</a:t>
            </a:r>
          </a:p>
          <a:p>
            <a:endParaRPr lang="en-US" noProof="0" dirty="0"/>
          </a:p>
          <a:p>
            <a:r>
              <a:rPr lang="en-US" b="1" noProof="0" dirty="0"/>
              <a:t>Changes: </a:t>
            </a:r>
            <a:r>
              <a:rPr lang="en-US" noProof="0" dirty="0"/>
              <a:t>CDC for audit, Change Tracking for Functions, CES for streaming</a:t>
            </a:r>
          </a:p>
        </p:txBody>
      </p:sp>
    </p:spTree>
  </p:cSld>
  <p:clrMapOvr>
    <a:masterClrMapping/>
  </p:clrMapOvr>
</p:sld>
</file>

<file path=ppt/theme/theme1.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4.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5.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6.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7.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8.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9.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0.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1.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2.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3.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4.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5.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6.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7.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8.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9.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0.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1.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22.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3.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4.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25.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6.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7.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28.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9.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0.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31.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2.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3.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3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350248D7AF17F84681BA835FA5F94E40" ma:contentTypeVersion="20" ma:contentTypeDescription="Create a new document." ma:contentTypeScope="" ma:versionID="433c462afd5f8213fc0755e5459980e0">
  <xsd:schema xmlns:xsd="http://www.w3.org/2001/XMLSchema" xmlns:xs="http://www.w3.org/2001/XMLSchema" xmlns:p="http://schemas.microsoft.com/office/2006/metadata/properties" xmlns:ns1="http://schemas.microsoft.com/sharepoint/v3" xmlns:ns2="b45d7b5d-5391-45bc-9089-ccc83e65635d" xmlns:ns3="7f056c50-df01-42ef-9e72-94b7d56ea6ea" targetNamespace="http://schemas.microsoft.com/office/2006/metadata/properties" ma:root="true" ma:fieldsID="371b9982654df4fdd7f3a4c948b61ec1" ns1:_="" ns2:_="" ns3:_="">
    <xsd:import namespace="http://schemas.microsoft.com/sharepoint/v3"/>
    <xsd:import namespace="b45d7b5d-5391-45bc-9089-ccc83e65635d"/>
    <xsd:import namespace="7f056c50-df01-42ef-9e72-94b7d56ea6ea"/>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1:_ip_UnifiedCompliancePolicyProperties" minOccurs="0"/>
                <xsd:element ref="ns1:_ip_UnifiedCompliancePolicyUIAction" minOccurs="0"/>
                <xsd:element ref="ns2:MediaServiceDateTaken" minOccurs="0"/>
                <xsd:element ref="ns2:MediaServiceGenerationTime" minOccurs="0"/>
                <xsd:element ref="ns2:MediaServiceEventHashCode" minOccurs="0"/>
                <xsd:element ref="ns2:MediaLengthInSeconds" minOccurs="0"/>
                <xsd:element ref="ns2:MediaServiceLocation" minOccurs="0"/>
                <xsd:element ref="ns2:lcf76f155ced4ddcb4097134ff3c332f" minOccurs="0"/>
                <xsd:element ref="ns3:TaxCatchAll" minOccurs="0"/>
                <xsd:element ref="ns2:MediaServiceOCR" minOccurs="0"/>
                <xsd:element ref="ns2:MediaServiceBillingMetadata" minOccurs="0"/>
                <xsd:element ref="ns2:Classification" minOccurs="0"/>
                <xsd:element ref="ns2:SecurityLevel" minOccurs="0"/>
                <xsd:element ref="ns2:ApprovalRequired" minOccurs="0"/>
                <xsd:element ref="ns2:IntelligenceOper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2" nillable="true" ma:displayName="Unified Compliance Policy Properties" ma:hidden="true" ma:internalName="_ip_UnifiedCompliancePolicyProperties">
      <xsd:simpleType>
        <xsd:restriction base="dms:Note"/>
      </xsd:simpleType>
    </xsd:element>
    <xsd:element name="_ip_UnifiedCompliancePolicyUIAction" ma:index="13"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45d7b5d-5391-45bc-9089-ccc83e65635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4" nillable="true" ma:displayName="MediaServiceDateTaken" ma:hidden="true" ma:indexed="true" ma:internalName="MediaServiceDateTaken" ma:readOnly="true">
      <xsd:simpleType>
        <xsd:restriction base="dms:Text"/>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LengthInSeconds" ma:index="17" nillable="true" ma:displayName="MediaLengthInSeconds" ma:hidden="true" ma:internalName="MediaLengthInSeconds" ma:readOnly="true">
      <xsd:simpleType>
        <xsd:restriction base="dms:Unknown"/>
      </xsd:simpleType>
    </xsd:element>
    <xsd:element name="MediaServiceLocation" ma:index="18" nillable="true" ma:displayName="Location" ma:indexed="true" ma:internalName="MediaServiceLocation" ma:readOnly="true">
      <xsd:simpleType>
        <xsd:restriction base="dms:Text"/>
      </xsd:simpleType>
    </xsd:element>
    <xsd:element name="lcf76f155ced4ddcb4097134ff3c332f" ma:index="20" nillable="true" ma:taxonomy="true" ma:internalName="lcf76f155ced4ddcb4097134ff3c332f"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OCR" ma:index="22" nillable="true" ma:displayName="Extracted Text" ma:internalName="MediaServiceOCR" ma:readOnly="true">
      <xsd:simpleType>
        <xsd:restriction base="dms:Note">
          <xsd:maxLength value="255"/>
        </xsd:restriction>
      </xsd:simpleType>
    </xsd:element>
    <xsd:element name="MediaServiceBillingMetadata" ma:index="23" nillable="true" ma:displayName="MediaServiceBillingMetadata" ma:hidden="true" ma:internalName="MediaServiceBillingMetadata" ma:readOnly="true">
      <xsd:simpleType>
        <xsd:restriction base="dms:Note"/>
      </xsd:simpleType>
    </xsd:element>
    <xsd:element name="Classification" ma:index="24" nillable="true" ma:displayName="Classification" ma:format="Dropdown" ma:internalName="Classification">
      <xsd:simpleType>
        <xsd:restriction base="dms:Choice">
          <xsd:enumeration value="PUBLIC"/>
          <xsd:enumeration value="INTERNAL"/>
          <xsd:enumeration value="CLASSIFIED"/>
        </xsd:restriction>
      </xsd:simpleType>
    </xsd:element>
    <xsd:element name="SecurityLevel" ma:index="25" nillable="true" ma:displayName="SecurityLevel" ma:format="Dropdown" ma:internalName="SecurityLevel">
      <xsd:simpleType>
        <xsd:restriction base="dms:Choice">
          <xsd:enumeration value="NONE"/>
          <xsd:enumeration value="ALPHA"/>
          <xsd:enumeration value="BETA"/>
          <xsd:enumeration value="GAMMA"/>
        </xsd:restriction>
      </xsd:simpleType>
    </xsd:element>
    <xsd:element name="ApprovalRequired" ma:index="26" nillable="true" ma:displayName="ApprovalRequired" ma:default="1" ma:format="Dropdown" ma:internalName="ApprovalRequired">
      <xsd:simpleType>
        <xsd:restriction base="dms:Boolean"/>
      </xsd:simpleType>
    </xsd:element>
    <xsd:element name="IntelligenceOperation" ma:index="27" nillable="true" ma:displayName="IntelligenceOperation" ma:format="Dropdown" ma:internalName="IntelligenceOperation">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7f056c50-df01-42ef-9e72-94b7d56ea6ea" elementFormDefault="qualified">
    <xsd:import namespace="http://schemas.microsoft.com/office/2006/documentManagement/types"/>
    <xsd:import namespace="http://schemas.microsoft.com/office/infopath/2007/PartnerControls"/>
    <xsd:element name="TaxCatchAll" ma:index="21" nillable="true" ma:displayName="Taxonomy Catch All Column" ma:hidden="true" ma:list="{d2e2aa58-280f-4967-8611-313d3ea79993}" ma:internalName="TaxCatchAll" ma:showField="CatchAllData" ma:web="7f056c50-df01-42ef-9e72-94b7d56ea6e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TaxCatchAll xmlns="7f056c50-df01-42ef-9e72-94b7d56ea6ea" xsi:nil="true"/>
    <lcf76f155ced4ddcb4097134ff3c332f xmlns="b45d7b5d-5391-45bc-9089-ccc83e65635d">
      <Terms xmlns="http://schemas.microsoft.com/office/infopath/2007/PartnerControls"/>
    </lcf76f155ced4ddcb4097134ff3c332f>
    <SecurityLevel xmlns="b45d7b5d-5391-45bc-9089-ccc83e65635d" xsi:nil="true"/>
    <Classification xmlns="b45d7b5d-5391-45bc-9089-ccc83e65635d" xsi:nil="true"/>
    <IntelligenceOperation xmlns="b45d7b5d-5391-45bc-9089-ccc83e65635d" xsi:nil="true"/>
    <ApprovalRequired xmlns="b45d7b5d-5391-45bc-9089-ccc83e65635d">true</ApprovalRequired>
  </documentManagement>
</p:properties>
</file>

<file path=customXml/itemProps1.xml><?xml version="1.0" encoding="utf-8"?>
<ds:datastoreItem xmlns:ds="http://schemas.openxmlformats.org/officeDocument/2006/customXml" ds:itemID="{B5C91F20-02B8-4994-9188-4CA745F1B3C8}">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b45d7b5d-5391-45bc-9089-ccc83e65635d"/>
    <ds:schemaRef ds:uri="7f056c50-df01-42ef-9e72-94b7d56ea6e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758FDAC0-319D-4A54-8D8E-1D42CB1F8004}">
  <ds:schemaRefs>
    <ds:schemaRef ds:uri="http://schemas.microsoft.com/sharepoint/v3/contenttype/forms"/>
  </ds:schemaRefs>
</ds:datastoreItem>
</file>

<file path=customXml/itemProps3.xml><?xml version="1.0" encoding="utf-8"?>
<ds:datastoreItem xmlns:ds="http://schemas.openxmlformats.org/officeDocument/2006/customXml" ds:itemID="{F990F116-B58F-4255-B05B-DA3808E0E5C6}">
  <ds:schemaRefs>
    <ds:schemaRef ds:uri="http://schemas.microsoft.com/sharepoint/v3"/>
    <ds:schemaRef ds:uri="http://purl.org/dc/elements/1.1/"/>
    <ds:schemaRef ds:uri="http://schemas.microsoft.com/office/infopath/2007/PartnerControls"/>
    <ds:schemaRef ds:uri="http://schemas.microsoft.com/office/2006/documentManagement/types"/>
    <ds:schemaRef ds:uri="http://purl.org/dc/terms/"/>
    <ds:schemaRef ds:uri="http://schemas.openxmlformats.org/package/2006/metadata/core-properties"/>
    <ds:schemaRef ds:uri="http://www.w3.org/XML/1998/namespace"/>
    <ds:schemaRef ds:uri="7f056c50-df01-42ef-9e72-94b7d56ea6ea"/>
    <ds:schemaRef ds:uri="b45d7b5d-5391-45bc-9089-ccc83e65635d"/>
    <ds:schemaRef ds:uri="http://schemas.microsoft.com/office/2006/metadata/properties"/>
    <ds:schemaRef ds:uri="http://purl.org/dc/dcmitype/"/>
  </ds:schemaRefs>
</ds:datastoreItem>
</file>

<file path=docMetadata/LabelInfo.xml><?xml version="1.0" encoding="utf-8"?>
<clbl:labelList xmlns:clbl="http://schemas.microsoft.com/office/2020/mipLabelMetadata">
  <clbl:label id="{f42aa342-8706-4288-bd11-ebb85995028c}" enabled="1" method="Privileged" siteId="{72f988bf-86f1-41af-91ab-2d7cd011db47}" removed="0"/>
</clbl:labelList>
</file>

<file path=docProps/app.xml><?xml version="1.0" encoding="utf-8"?>
<Properties xmlns="http://schemas.openxmlformats.org/officeDocument/2006/extended-properties" xmlns:vt="http://schemas.openxmlformats.org/officeDocument/2006/docPropsVTypes">
  <Template/>
  <TotalTime>410</TotalTime>
  <Words>13767</Words>
  <Application>Microsoft Office PowerPoint</Application>
  <PresentationFormat>Widescreen</PresentationFormat>
  <Paragraphs>1138</Paragraphs>
  <Slides>40</Slides>
  <Notes>39</Notes>
  <HiddenSlides>0</HiddenSlides>
  <MMClips>0</MMClips>
  <ScaleCrop>false</ScaleCrop>
  <HeadingPairs>
    <vt:vector size="6" baseType="variant">
      <vt:variant>
        <vt:lpstr>Fonts Used</vt:lpstr>
      </vt:variant>
      <vt:variant>
        <vt:i4>7</vt:i4>
      </vt:variant>
      <vt:variant>
        <vt:lpstr>Theme</vt:lpstr>
      </vt:variant>
      <vt:variant>
        <vt:i4>33</vt:i4>
      </vt:variant>
      <vt:variant>
        <vt:lpstr>Slide Titles</vt:lpstr>
      </vt:variant>
      <vt:variant>
        <vt:i4>40</vt:i4>
      </vt:variant>
    </vt:vector>
  </HeadingPairs>
  <TitlesOfParts>
    <vt:vector size="80" baseType="lpstr">
      <vt:lpstr>Arial</vt:lpstr>
      <vt:lpstr>Consolas</vt:lpstr>
      <vt:lpstr>Segoe UI</vt:lpstr>
      <vt:lpstr>Segoe UI Black</vt:lpstr>
      <vt:lpstr>Segoe UI Light</vt:lpstr>
      <vt:lpstr>Segoe UI Semibold</vt:lpstr>
      <vt:lpstr>Wingdings</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Secure, optimize, and deploy database solutions</vt:lpstr>
      <vt:lpstr>Agenda</vt:lpstr>
      <vt:lpstr>Implement data security and compliance</vt:lpstr>
      <vt:lpstr>Data encryption layers</vt:lpstr>
      <vt:lpstr>Dynamic Data Masking</vt:lpstr>
      <vt:lpstr>Row-Level Security</vt:lpstr>
      <vt:lpstr>Permissions and authentication</vt:lpstr>
      <vt:lpstr>Implement auditing</vt:lpstr>
      <vt:lpstr>Secure model and API endpoints</vt:lpstr>
      <vt:lpstr>Exercise: Implement security features</vt:lpstr>
      <vt:lpstr>Knowledge check - Implement data security and compliance</vt:lpstr>
      <vt:lpstr>Summary - Implement data security and compliance</vt:lpstr>
      <vt:lpstr>Optimize database performance</vt:lpstr>
      <vt:lpstr>Recommend database configurations</vt:lpstr>
      <vt:lpstr>Preserve data integrity with isolation levels</vt:lpstr>
      <vt:lpstr>Evaluate query performance</vt:lpstr>
      <vt:lpstr>Monitor and tune with Query Store</vt:lpstr>
      <vt:lpstr>Identify and resolve blocking &amp; deadlocks</vt:lpstr>
      <vt:lpstr>Exercise: Optimize query performance</vt:lpstr>
      <vt:lpstr>Knowledge check - Optimize database performance</vt:lpstr>
      <vt:lpstr>Summary - Optimize database performance</vt:lpstr>
      <vt:lpstr>Implement CI/CD for SQL Database Projects</vt:lpstr>
      <vt:lpstr>SQL Database Projects &amp; .dacpac</vt:lpstr>
      <vt:lpstr>Source control &amp; reference data</vt:lpstr>
      <vt:lpstr>Branching, PRs &amp; conflict resolution</vt:lpstr>
      <vt:lpstr>Detect &amp; resolve schema drift</vt:lpstr>
      <vt:lpstr>CI/CD pipelines</vt:lpstr>
      <vt:lpstr>Testing strategy</vt:lpstr>
      <vt:lpstr>Exercise: Implement CI/CD for SQL Database Projects</vt:lpstr>
      <vt:lpstr>Knowledge check - Implement CI/CD for SQL Database Projects</vt:lpstr>
      <vt:lpstr>Summary - Implement CI/CD for SQL Database Projects</vt:lpstr>
      <vt:lpstr>Integrate SQL solutions with Azure services</vt:lpstr>
      <vt:lpstr>Data API Builder configuration</vt:lpstr>
      <vt:lpstr>Define entities and expose objects</vt:lpstr>
      <vt:lpstr>Deploy to Azure services</vt:lpstr>
      <vt:lpstr>Monitor with Azure services</vt:lpstr>
      <vt:lpstr>Handle changes with event-driven patterns</vt:lpstr>
      <vt:lpstr>Exercise: Data API Builder</vt:lpstr>
      <vt:lpstr>Knowledge check - Integrate SQL solutions with Azure services</vt:lpstr>
      <vt:lpstr>Summary - Integrate SQL solutions with Azure services</vt:lpstr>
    </vt:vector>
  </TitlesOfParts>
  <Manager>&lt;Comms manager name here&gt;</Manager>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Microsoft Learn ILT course  master template</dc:title>
  <dc:subject>&lt;Event name&gt;</dc:subject>
  <dc:creator>heidi@mindseyepdx.com;v-mrosenthal@microsoft.com</dc:creator>
  <cp:keywords/>
  <dc:description/>
  <cp:lastModifiedBy>Carlos Lopez</cp:lastModifiedBy>
  <cp:revision>54</cp:revision>
  <dcterms:created xsi:type="dcterms:W3CDTF">2023-06-16T20:38:16Z</dcterms:created>
  <dcterms:modified xsi:type="dcterms:W3CDTF">2026-03-13T11:46:29Z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0x010100350248D7AF17F84681BA835FA5F94E40</vt:lpwstr>
  </property>
  <property fmtid="{D5CDD505-2E9C-101B-9397-08002B2CF9AE}" pid="3" name="Product">
    <vt:lpwstr/>
  </property>
  <property fmtid="{D5CDD505-2E9C-101B-9397-08002B2CF9AE}" pid="4" name="Event1">
    <vt:lpwstr>622;#Unassigned|2c8af875-f38a-40b8-a0a9-056aed3fc8c0</vt:lpwstr>
  </property>
  <property fmtid="{D5CDD505-2E9C-101B-9397-08002B2CF9AE}" pid="5" name="Audience">
    <vt:lpwstr/>
  </property>
  <property fmtid="{D5CDD505-2E9C-101B-9397-08002B2CF9AE}" pid="6" name="Event Venue">
    <vt:lpwstr/>
  </property>
  <property fmtid="{D5CDD505-2E9C-101B-9397-08002B2CF9AE}" pid="7" name="Track">
    <vt:lpwstr/>
  </property>
  <property fmtid="{D5CDD505-2E9C-101B-9397-08002B2CF9AE}" pid="8" name="Event Location">
    <vt:lpwstr/>
  </property>
  <property fmtid="{D5CDD505-2E9C-101B-9397-08002B2CF9AE}" pid="9" name="Campaign">
    <vt:lpwstr/>
  </property>
  <property fmtid="{D5CDD505-2E9C-101B-9397-08002B2CF9AE}" pid="10" name="IsMyDocuments">
    <vt:bool>true</vt:bool>
  </property>
  <property fmtid="{D5CDD505-2E9C-101B-9397-08002B2CF9AE}" pid="11" name="MSIP_Label_f42aa342-8706-4288-bd11-ebb85995028c_Enabled">
    <vt:lpwstr>True</vt:lpwstr>
  </property>
  <property fmtid="{D5CDD505-2E9C-101B-9397-08002B2CF9AE}" pid="12" name="MSIP_Label_f42aa342-8706-4288-bd11-ebb85995028c_SiteId">
    <vt:lpwstr>72f988bf-86f1-41af-91ab-2d7cd011db47</vt:lpwstr>
  </property>
  <property fmtid="{D5CDD505-2E9C-101B-9397-08002B2CF9AE}" pid="13" name="MSIP_Label_f42aa342-8706-4288-bd11-ebb85995028c_Ref">
    <vt:lpwstr>https://api.informationprotection.azure.com/api/72f988bf-86f1-41af-91ab-2d7cd011db47</vt:lpwstr>
  </property>
  <property fmtid="{D5CDD505-2E9C-101B-9397-08002B2CF9AE}" pid="14" name="MSIP_Label_f42aa342-8706-4288-bd11-ebb85995028c_Owner">
    <vt:lpwstr>maryfj@microsoft.com</vt:lpwstr>
  </property>
  <property fmtid="{D5CDD505-2E9C-101B-9397-08002B2CF9AE}" pid="15" name="MSIP_Label_f42aa342-8706-4288-bd11-ebb85995028c_SetDate">
    <vt:lpwstr>2017-08-29T14:27:20.8568347-07:00</vt:lpwstr>
  </property>
  <property fmtid="{D5CDD505-2E9C-101B-9397-08002B2CF9AE}" pid="16" name="MSIP_Label_f42aa342-8706-4288-bd11-ebb85995028c_Name">
    <vt:lpwstr>General</vt:lpwstr>
  </property>
  <property fmtid="{D5CDD505-2E9C-101B-9397-08002B2CF9AE}" pid="17" name="MSIP_Label_f42aa342-8706-4288-bd11-ebb85995028c_Application">
    <vt:lpwstr>Microsoft Azure Information Protection</vt:lpwstr>
  </property>
  <property fmtid="{D5CDD505-2E9C-101B-9397-08002B2CF9AE}" pid="18" name="MSIP_Label_f42aa342-8706-4288-bd11-ebb85995028c_Extended_MSFT_Method">
    <vt:lpwstr>Automatic</vt:lpwstr>
  </property>
  <property fmtid="{D5CDD505-2E9C-101B-9397-08002B2CF9AE}" pid="19" name="Sensitivity">
    <vt:lpwstr>General</vt:lpwstr>
  </property>
  <property fmtid="{D5CDD505-2E9C-101B-9397-08002B2CF9AE}" pid="20" name="MediaServiceImageTags">
    <vt:lpwstr/>
  </property>
  <property fmtid="{D5CDD505-2E9C-101B-9397-08002B2CF9AE}" pid="21" name="Order">
    <vt:r8>62500</vt:r8>
  </property>
  <property fmtid="{D5CDD505-2E9C-101B-9397-08002B2CF9AE}" pid="22" name="xd_ProgID">
    <vt:lpwstr/>
  </property>
  <property fmtid="{D5CDD505-2E9C-101B-9397-08002B2CF9AE}" pid="23" name="ComplianceAssetId">
    <vt:lpwstr/>
  </property>
  <property fmtid="{D5CDD505-2E9C-101B-9397-08002B2CF9AE}" pid="24" name="TemplateUrl">
    <vt:lpwstr/>
  </property>
  <property fmtid="{D5CDD505-2E9C-101B-9397-08002B2CF9AE}" pid="25" name="_ExtendedDescription">
    <vt:lpwstr/>
  </property>
  <property fmtid="{D5CDD505-2E9C-101B-9397-08002B2CF9AE}" pid="26" name="TriggerFlowInfo">
    <vt:lpwstr/>
  </property>
  <property fmtid="{D5CDD505-2E9C-101B-9397-08002B2CF9AE}" pid="27" name="xd_Signature">
    <vt:bool>false</vt:bool>
  </property>
</Properties>
</file>